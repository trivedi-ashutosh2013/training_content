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theme/theme3.xml" ContentType="application/vnd.openxmlformats-officedocument.theme+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heme/theme4.xml" ContentType="application/vnd.openxmlformats-officedocument.theme+xml"/>
  <Override PartName="/ppt/tags/tag23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4"/>
    <p:sldMasterId id="2147483705" r:id="rId5"/>
    <p:sldMasterId id="2147483826" r:id="rId6"/>
  </p:sldMasterIdLst>
  <p:notesMasterIdLst>
    <p:notesMasterId r:id="rId58"/>
  </p:notesMasterIdLst>
  <p:sldIdLst>
    <p:sldId id="360" r:id="rId7"/>
    <p:sldId id="820" r:id="rId8"/>
    <p:sldId id="797" r:id="rId9"/>
    <p:sldId id="798" r:id="rId10"/>
    <p:sldId id="799" r:id="rId11"/>
    <p:sldId id="821" r:id="rId12"/>
    <p:sldId id="822" r:id="rId13"/>
    <p:sldId id="824" r:id="rId14"/>
    <p:sldId id="823" r:id="rId15"/>
    <p:sldId id="804" r:id="rId16"/>
    <p:sldId id="742" r:id="rId17"/>
    <p:sldId id="743" r:id="rId18"/>
    <p:sldId id="805" r:id="rId19"/>
    <p:sldId id="744" r:id="rId20"/>
    <p:sldId id="825" r:id="rId21"/>
    <p:sldId id="857" r:id="rId22"/>
    <p:sldId id="858" r:id="rId23"/>
    <p:sldId id="787" r:id="rId24"/>
    <p:sldId id="807" r:id="rId25"/>
    <p:sldId id="826" r:id="rId26"/>
    <p:sldId id="827" r:id="rId27"/>
    <p:sldId id="809" r:id="rId28"/>
    <p:sldId id="828" r:id="rId29"/>
    <p:sldId id="829" r:id="rId30"/>
    <p:sldId id="830" r:id="rId31"/>
    <p:sldId id="855" r:id="rId32"/>
    <p:sldId id="831" r:id="rId33"/>
    <p:sldId id="832" r:id="rId34"/>
    <p:sldId id="833" r:id="rId35"/>
    <p:sldId id="834" r:id="rId36"/>
    <p:sldId id="835" r:id="rId37"/>
    <p:sldId id="836" r:id="rId38"/>
    <p:sldId id="837" r:id="rId39"/>
    <p:sldId id="838" r:id="rId40"/>
    <p:sldId id="839" r:id="rId41"/>
    <p:sldId id="840" r:id="rId42"/>
    <p:sldId id="841" r:id="rId43"/>
    <p:sldId id="842" r:id="rId44"/>
    <p:sldId id="843" r:id="rId45"/>
    <p:sldId id="844" r:id="rId46"/>
    <p:sldId id="845" r:id="rId47"/>
    <p:sldId id="846" r:id="rId48"/>
    <p:sldId id="847" r:id="rId49"/>
    <p:sldId id="848" r:id="rId50"/>
    <p:sldId id="849" r:id="rId51"/>
    <p:sldId id="850" r:id="rId52"/>
    <p:sldId id="851" r:id="rId53"/>
    <p:sldId id="852" r:id="rId54"/>
    <p:sldId id="853" r:id="rId55"/>
    <p:sldId id="854" r:id="rId56"/>
    <p:sldId id="390" r:id="rId57"/>
  </p:sldIdLst>
  <p:sldSz cx="12192000" cy="6858000"/>
  <p:notesSz cx="6858000" cy="9144000"/>
  <p:custDataLst>
    <p:tags r:id="rId5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Template" id="{F95B354D-98B6-4567-B21B-97DFBEE36FD2}">
          <p14:sldIdLst>
            <p14:sldId id="360"/>
            <p14:sldId id="820"/>
            <p14:sldId id="797"/>
            <p14:sldId id="798"/>
            <p14:sldId id="799"/>
            <p14:sldId id="821"/>
            <p14:sldId id="822"/>
            <p14:sldId id="824"/>
            <p14:sldId id="823"/>
            <p14:sldId id="804"/>
            <p14:sldId id="742"/>
            <p14:sldId id="743"/>
            <p14:sldId id="805"/>
            <p14:sldId id="744"/>
            <p14:sldId id="825"/>
            <p14:sldId id="857"/>
            <p14:sldId id="858"/>
            <p14:sldId id="787"/>
            <p14:sldId id="807"/>
            <p14:sldId id="826"/>
            <p14:sldId id="827"/>
            <p14:sldId id="809"/>
            <p14:sldId id="828"/>
            <p14:sldId id="829"/>
            <p14:sldId id="830"/>
            <p14:sldId id="855"/>
            <p14:sldId id="831"/>
            <p14:sldId id="832"/>
            <p14:sldId id="833"/>
            <p14:sldId id="834"/>
            <p14:sldId id="835"/>
            <p14:sldId id="836"/>
            <p14:sldId id="837"/>
            <p14:sldId id="838"/>
            <p14:sldId id="839"/>
            <p14:sldId id="840"/>
            <p14:sldId id="841"/>
            <p14:sldId id="842"/>
            <p14:sldId id="843"/>
            <p14:sldId id="844"/>
            <p14:sldId id="845"/>
            <p14:sldId id="846"/>
            <p14:sldId id="847"/>
            <p14:sldId id="848"/>
            <p14:sldId id="849"/>
            <p14:sldId id="850"/>
            <p14:sldId id="851"/>
            <p14:sldId id="852"/>
            <p14:sldId id="853"/>
            <p14:sldId id="854"/>
            <p14:sldId id="390"/>
          </p14:sldIdLst>
        </p14:section>
      </p14:sectionLst>
    </p:ext>
    <p:ext uri="{EFAFB233-063F-42B5-8137-9DF3F51BA10A}">
      <p15:sldGuideLst xmlns:p15="http://schemas.microsoft.com/office/powerpoint/2012/main" xmlns="">
        <p15:guide id="1" orient="horz" pos="3288" userDrawn="1">
          <p15:clr>
            <a:srgbClr val="A4A3A4"/>
          </p15:clr>
        </p15:guide>
        <p15:guide id="2" pos="192" userDrawn="1">
          <p15:clr>
            <a:srgbClr val="A4A3A4"/>
          </p15:clr>
        </p15:guide>
        <p15:guide id="3" pos="7416" userDrawn="1">
          <p15:clr>
            <a:srgbClr val="A4A3A4"/>
          </p15:clr>
        </p15:guide>
        <p15:guide id="4" orient="horz" pos="9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0070C0"/>
    <a:srgbClr val="BDE3FF"/>
    <a:srgbClr val="0099CC"/>
    <a:srgbClr val="EAEFF7"/>
    <a:srgbClr val="000000"/>
    <a:srgbClr val="003366"/>
    <a:srgbClr val="5F5F5F"/>
    <a:srgbClr val="C7C7C7"/>
    <a:srgbClr val="8FA2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132" autoAdjust="0"/>
    <p:restoredTop sz="93543" autoAdjust="0"/>
  </p:normalViewPr>
  <p:slideViewPr>
    <p:cSldViewPr snapToGrid="0">
      <p:cViewPr>
        <p:scale>
          <a:sx n="77" d="100"/>
          <a:sy n="77" d="100"/>
        </p:scale>
        <p:origin x="-780" y="30"/>
      </p:cViewPr>
      <p:guideLst>
        <p:guide orient="horz" pos="3288"/>
        <p:guide orient="horz" pos="984"/>
        <p:guide pos="192"/>
        <p:guide pos="7416"/>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slide" Target="slides/slide49.xml"/><Relationship Id="rId63"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61"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tags" Target="tags/tag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1.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2.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55.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6.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7.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8.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9.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0.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1.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2.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3.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65.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6.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7.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8.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9.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0.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1.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2.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3.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4.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5.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6.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7.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8.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9.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80.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3.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4.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5.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6.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7.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8.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9.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0.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3.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94.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95.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96.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97.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98.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99.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0.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1.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2.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3.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4.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06.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07.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08.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09.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10.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1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12.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113.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4.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5.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6.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7.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8.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9.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20.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2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2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8.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9.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0.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8.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0.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1.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2.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3.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4.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5.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6.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7.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8.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50.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5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52.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3.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4.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5.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6.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57.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58.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59.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0.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1.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2.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3.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4.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66.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67.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68.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69.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0.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1.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2.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3.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4.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76.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77.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78.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79.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80.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1.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2.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3.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4.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5.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6.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7.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8.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9.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90.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9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3.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4.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5.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6.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7.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8.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9.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0.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3.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05.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206.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207.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208.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209.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10.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1.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2.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3.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4.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5.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6.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17.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18.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19.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20.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21.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22.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23.vml.rels><?xml version="1.0" encoding="UTF-8" standalone="yes"?>
<Relationships xmlns="http://schemas.openxmlformats.org/package/2006/relationships"><Relationship Id="rId1" Type="http://schemas.openxmlformats.org/officeDocument/2006/relationships/image" Target="../media/image3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8EC6BA1-DC03-4CEA-9050-1B4C09061324}" type="datetimeFigureOut">
              <a:rPr lang="en-IN" smtClean="0"/>
              <a:pPr/>
              <a:t>13-07-2026</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619FFEA-3951-4BA9-8398-FEC7047E1482}" type="slidenum">
              <a:rPr lang="en-IN" smtClean="0"/>
              <a:pPr/>
              <a:t>‹#›</a:t>
            </a:fld>
            <a:endParaRPr lang="en-IN"/>
          </a:p>
        </p:txBody>
      </p:sp>
    </p:spTree>
    <p:extLst>
      <p:ext uri="{BB962C8B-B14F-4D97-AF65-F5344CB8AC3E}">
        <p14:creationId xmlns:p14="http://schemas.microsoft.com/office/powerpoint/2010/main" val="4123224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https://www.javabrahman.com/java-8/java-8-java-util-stream-collector-basics-tutorial-with-examples/</a:t>
            </a:r>
          </a:p>
          <a:p>
            <a:r>
              <a:rPr lang="en-US" dirty="0"/>
              <a:t>https://www.journaldev.com/2763/java-8-functional-interfaces</a:t>
            </a:r>
          </a:p>
          <a:p>
            <a:r>
              <a:rPr lang="en-US" dirty="0"/>
              <a:t>http://winterbe.com/posts/2014/03/16/java-8-tutorial/</a:t>
            </a:r>
          </a:p>
          <a:p>
            <a:r>
              <a:rPr lang="en-US" dirty="0"/>
              <a:t>https://www.oreilly.com/learning/java-8-functional-interfaces</a:t>
            </a:r>
          </a:p>
          <a:p>
            <a:endParaRPr lang="en-US" dirty="0"/>
          </a:p>
        </p:txBody>
      </p:sp>
      <p:sp>
        <p:nvSpPr>
          <p:cNvPr id="4" name="Slide Number Placeholder 3"/>
          <p:cNvSpPr>
            <a:spLocks noGrp="1"/>
          </p:cNvSpPr>
          <p:nvPr>
            <p:ph type="sldNum" sz="quarter" idx="10"/>
          </p:nvPr>
        </p:nvSpPr>
        <p:spPr/>
        <p:txBody>
          <a:bodyPr/>
          <a:lstStyle/>
          <a:p>
            <a:fld id="{E619FFEA-3951-4BA9-8398-FEC7047E1482}" type="slidenum">
              <a:rPr lang="en-IN" smtClean="0"/>
              <a:pPr/>
              <a:t>2</a:t>
            </a:fld>
            <a:endParaRPr lang="en-IN"/>
          </a:p>
        </p:txBody>
      </p:sp>
    </p:spTree>
    <p:extLst>
      <p:ext uri="{BB962C8B-B14F-4D97-AF65-F5344CB8AC3E}">
        <p14:creationId xmlns:p14="http://schemas.microsoft.com/office/powerpoint/2010/main" val="18991582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219F37A9-9944-454A-95D7-E9DF676EB12F}" type="slidenum">
              <a:rPr lang="en-CA" smtClean="0"/>
              <a:t>4</a:t>
            </a:fld>
            <a:endParaRPr lang="en-CA"/>
          </a:p>
        </p:txBody>
      </p:sp>
    </p:spTree>
    <p:extLst>
      <p:ext uri="{BB962C8B-B14F-4D97-AF65-F5344CB8AC3E}">
        <p14:creationId xmlns:p14="http://schemas.microsoft.com/office/powerpoint/2010/main" val="42769215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219F37A9-9944-454A-95D7-E9DF676EB12F}" type="slidenum">
              <a:rPr lang="en-CA" smtClean="0"/>
              <a:t>5</a:t>
            </a:fld>
            <a:endParaRPr lang="en-CA"/>
          </a:p>
        </p:txBody>
      </p:sp>
    </p:spTree>
    <p:extLst>
      <p:ext uri="{BB962C8B-B14F-4D97-AF65-F5344CB8AC3E}">
        <p14:creationId xmlns:p14="http://schemas.microsoft.com/office/powerpoint/2010/main" val="398239659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11.png"/><Relationship Id="rId4" Type="http://schemas.openxmlformats.org/officeDocument/2006/relationships/image" Target="../media/image10.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hyperlink" Target="http://www.infogain.com/" TargetMode="External"/></Relationships>
</file>

<file path=ppt/slideLayouts/_rels/slideLayout3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xml"/><Relationship Id="rId1" Type="http://schemas.openxmlformats.org/officeDocument/2006/relationships/vmlDrawing" Target="../drawings/vmlDrawing2.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2.bin"/></Relationships>
</file>

<file path=ppt/slideLayouts/_rels/slideLayout3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xml"/><Relationship Id="rId1" Type="http://schemas.openxmlformats.org/officeDocument/2006/relationships/vmlDrawing" Target="../drawings/vmlDrawing3.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3.bin"/></Relationships>
</file>

<file path=ppt/slideLayouts/_rels/slideLayout3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xml"/><Relationship Id="rId1" Type="http://schemas.openxmlformats.org/officeDocument/2006/relationships/vmlDrawing" Target="../drawings/vmlDrawing4.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4.bin"/></Relationships>
</file>

<file path=ppt/slideLayouts/_rels/slideLayout3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xml"/><Relationship Id="rId1" Type="http://schemas.openxmlformats.org/officeDocument/2006/relationships/vmlDrawing" Target="../drawings/vmlDrawing5.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5.bin"/></Relationships>
</file>

<file path=ppt/slideLayouts/_rels/slideLayout3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xml"/><Relationship Id="rId1" Type="http://schemas.openxmlformats.org/officeDocument/2006/relationships/vmlDrawing" Target="../drawings/vmlDrawing6.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6.bin"/></Relationships>
</file>

<file path=ppt/slideLayouts/_rels/slideLayout3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xml"/><Relationship Id="rId1" Type="http://schemas.openxmlformats.org/officeDocument/2006/relationships/vmlDrawing" Target="../drawings/vmlDrawing7.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7.bin"/></Relationships>
</file>

<file path=ppt/slideLayouts/_rels/slideLayout3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xml"/><Relationship Id="rId1" Type="http://schemas.openxmlformats.org/officeDocument/2006/relationships/vmlDrawing" Target="../drawings/vmlDrawing8.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8.bin"/></Relationships>
</file>

<file path=ppt/slideLayouts/_rels/slideLayout4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xml"/><Relationship Id="rId1" Type="http://schemas.openxmlformats.org/officeDocument/2006/relationships/vmlDrawing" Target="../drawings/vmlDrawing9.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9.bin"/></Relationships>
</file>

<file path=ppt/slideLayouts/_rels/slideLayout4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xml"/><Relationship Id="rId1" Type="http://schemas.openxmlformats.org/officeDocument/2006/relationships/vmlDrawing" Target="../drawings/vmlDrawing10.vml"/><Relationship Id="rId5" Type="http://schemas.openxmlformats.org/officeDocument/2006/relationships/image" Target="../media/image16.emf"/><Relationship Id="rId4" Type="http://schemas.openxmlformats.org/officeDocument/2006/relationships/oleObject" Target="../embeddings/oleObject10.bin"/></Relationships>
</file>

<file path=ppt/slideLayouts/_rels/slideLayout4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2.xml"/><Relationship Id="rId1" Type="http://schemas.openxmlformats.org/officeDocument/2006/relationships/vmlDrawing" Target="../drawings/vmlDrawing11.vml"/><Relationship Id="rId5" Type="http://schemas.openxmlformats.org/officeDocument/2006/relationships/image" Target="../media/image17.emf"/><Relationship Id="rId4" Type="http://schemas.openxmlformats.org/officeDocument/2006/relationships/oleObject" Target="../embeddings/oleObject11.bin"/></Relationships>
</file>

<file path=ppt/slideLayouts/_rels/slideLayout4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3.xml"/><Relationship Id="rId1" Type="http://schemas.openxmlformats.org/officeDocument/2006/relationships/vmlDrawing" Target="../drawings/vmlDrawing12.vml"/><Relationship Id="rId5" Type="http://schemas.openxmlformats.org/officeDocument/2006/relationships/image" Target="../media/image17.emf"/><Relationship Id="rId4" Type="http://schemas.openxmlformats.org/officeDocument/2006/relationships/oleObject" Target="../embeddings/oleObject12.bin"/></Relationships>
</file>

<file path=ppt/slideLayouts/_rels/slideLayout4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4.xml"/><Relationship Id="rId1" Type="http://schemas.openxmlformats.org/officeDocument/2006/relationships/vmlDrawing" Target="../drawings/vmlDrawing13.vml"/><Relationship Id="rId5" Type="http://schemas.openxmlformats.org/officeDocument/2006/relationships/image" Target="../media/image17.emf"/><Relationship Id="rId4" Type="http://schemas.openxmlformats.org/officeDocument/2006/relationships/oleObject" Target="../embeddings/oleObject13.bin"/></Relationships>
</file>

<file path=ppt/slideLayouts/_rels/slideLayout4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5.xml"/><Relationship Id="rId1" Type="http://schemas.openxmlformats.org/officeDocument/2006/relationships/vmlDrawing" Target="../drawings/vmlDrawing14.vml"/><Relationship Id="rId5" Type="http://schemas.openxmlformats.org/officeDocument/2006/relationships/image" Target="../media/image17.emf"/><Relationship Id="rId4" Type="http://schemas.openxmlformats.org/officeDocument/2006/relationships/oleObject" Target="../embeddings/oleObject14.bin"/></Relationships>
</file>

<file path=ppt/slideLayouts/_rels/slideLayout4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6.xml"/><Relationship Id="rId1" Type="http://schemas.openxmlformats.org/officeDocument/2006/relationships/vmlDrawing" Target="../drawings/vmlDrawing15.vml"/><Relationship Id="rId5" Type="http://schemas.openxmlformats.org/officeDocument/2006/relationships/image" Target="../media/image17.emf"/><Relationship Id="rId4" Type="http://schemas.openxmlformats.org/officeDocument/2006/relationships/oleObject" Target="../embeddings/oleObject15.bin"/></Relationships>
</file>

<file path=ppt/slideLayouts/_rels/slideLayout4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7.xml"/><Relationship Id="rId1" Type="http://schemas.openxmlformats.org/officeDocument/2006/relationships/vmlDrawing" Target="../drawings/vmlDrawing16.vml"/><Relationship Id="rId5" Type="http://schemas.openxmlformats.org/officeDocument/2006/relationships/image" Target="../media/image17.emf"/><Relationship Id="rId4" Type="http://schemas.openxmlformats.org/officeDocument/2006/relationships/oleObject" Target="../embeddings/oleObject16.bin"/></Relationships>
</file>

<file path=ppt/slideLayouts/_rels/slideLayout4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8.xml"/><Relationship Id="rId1" Type="http://schemas.openxmlformats.org/officeDocument/2006/relationships/vmlDrawing" Target="../drawings/vmlDrawing17.vml"/><Relationship Id="rId5" Type="http://schemas.openxmlformats.org/officeDocument/2006/relationships/image" Target="../media/image17.emf"/><Relationship Id="rId4" Type="http://schemas.openxmlformats.org/officeDocument/2006/relationships/oleObject" Target="../embeddings/oleObject17.bin"/></Relationships>
</file>

<file path=ppt/slideLayouts/_rels/slideLayout4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9.xml"/><Relationship Id="rId1" Type="http://schemas.openxmlformats.org/officeDocument/2006/relationships/vmlDrawing" Target="../drawings/vmlDrawing18.vml"/><Relationship Id="rId5" Type="http://schemas.openxmlformats.org/officeDocument/2006/relationships/image" Target="../media/image17.emf"/><Relationship Id="rId4" Type="http://schemas.openxmlformats.org/officeDocument/2006/relationships/oleObject" Target="../embeddings/oleObject18.bin"/></Relationships>
</file>

<file path=ppt/slideLayouts/_rels/slideLayout5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0.xml"/><Relationship Id="rId1" Type="http://schemas.openxmlformats.org/officeDocument/2006/relationships/vmlDrawing" Target="../drawings/vmlDrawing19.vml"/><Relationship Id="rId5" Type="http://schemas.openxmlformats.org/officeDocument/2006/relationships/image" Target="../media/image17.emf"/><Relationship Id="rId4" Type="http://schemas.openxmlformats.org/officeDocument/2006/relationships/oleObject" Target="../embeddings/oleObject19.bin"/></Relationships>
</file>

<file path=ppt/slideLayouts/_rels/slideLayout5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1.xml"/><Relationship Id="rId1" Type="http://schemas.openxmlformats.org/officeDocument/2006/relationships/vmlDrawing" Target="../drawings/vmlDrawing20.vml"/><Relationship Id="rId5" Type="http://schemas.openxmlformats.org/officeDocument/2006/relationships/image" Target="../media/image17.emf"/><Relationship Id="rId4" Type="http://schemas.openxmlformats.org/officeDocument/2006/relationships/oleObject" Target="../embeddings/oleObject20.bin"/></Relationships>
</file>

<file path=ppt/slideLayouts/_rels/slideLayout5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2.xml"/><Relationship Id="rId1" Type="http://schemas.openxmlformats.org/officeDocument/2006/relationships/vmlDrawing" Target="../drawings/vmlDrawing21.vml"/><Relationship Id="rId5" Type="http://schemas.openxmlformats.org/officeDocument/2006/relationships/image" Target="../media/image17.emf"/><Relationship Id="rId4" Type="http://schemas.openxmlformats.org/officeDocument/2006/relationships/oleObject" Target="../embeddings/oleObject21.bin"/></Relationships>
</file>

<file path=ppt/slideLayouts/_rels/slideLayout5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3.xml"/><Relationship Id="rId1" Type="http://schemas.openxmlformats.org/officeDocument/2006/relationships/vmlDrawing" Target="../drawings/vmlDrawing22.vml"/><Relationship Id="rId5" Type="http://schemas.openxmlformats.org/officeDocument/2006/relationships/image" Target="../media/image17.emf"/><Relationship Id="rId4" Type="http://schemas.openxmlformats.org/officeDocument/2006/relationships/oleObject" Target="../embeddings/oleObject22.bin"/></Relationships>
</file>

<file path=ppt/slideLayouts/_rels/slideLayout5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4.xml"/><Relationship Id="rId1" Type="http://schemas.openxmlformats.org/officeDocument/2006/relationships/vmlDrawing" Target="../drawings/vmlDrawing23.vml"/><Relationship Id="rId5" Type="http://schemas.openxmlformats.org/officeDocument/2006/relationships/image" Target="../media/image17.emf"/><Relationship Id="rId4" Type="http://schemas.openxmlformats.org/officeDocument/2006/relationships/oleObject" Target="../embeddings/oleObject23.bin"/></Relationships>
</file>

<file path=ppt/slideLayouts/_rels/slideLayout5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5.xml"/><Relationship Id="rId1" Type="http://schemas.openxmlformats.org/officeDocument/2006/relationships/vmlDrawing" Target="../drawings/vmlDrawing24.vml"/><Relationship Id="rId5" Type="http://schemas.openxmlformats.org/officeDocument/2006/relationships/image" Target="../media/image17.emf"/><Relationship Id="rId4" Type="http://schemas.openxmlformats.org/officeDocument/2006/relationships/oleObject" Target="../embeddings/oleObject24.bin"/></Relationships>
</file>

<file path=ppt/slideLayouts/_rels/slideLayout5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6.xml"/><Relationship Id="rId1" Type="http://schemas.openxmlformats.org/officeDocument/2006/relationships/vmlDrawing" Target="../drawings/vmlDrawing25.vml"/><Relationship Id="rId5" Type="http://schemas.openxmlformats.org/officeDocument/2006/relationships/image" Target="../media/image17.emf"/><Relationship Id="rId4" Type="http://schemas.openxmlformats.org/officeDocument/2006/relationships/oleObject" Target="../embeddings/oleObject25.bin"/></Relationships>
</file>

<file path=ppt/slideLayouts/_rels/slideLayout5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7.xml"/><Relationship Id="rId1" Type="http://schemas.openxmlformats.org/officeDocument/2006/relationships/vmlDrawing" Target="../drawings/vmlDrawing26.vml"/><Relationship Id="rId5" Type="http://schemas.openxmlformats.org/officeDocument/2006/relationships/image" Target="../media/image17.emf"/><Relationship Id="rId4" Type="http://schemas.openxmlformats.org/officeDocument/2006/relationships/oleObject" Target="../embeddings/oleObject26.bin"/></Relationships>
</file>

<file path=ppt/slideLayouts/_rels/slideLayout5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8.xml"/><Relationship Id="rId1" Type="http://schemas.openxmlformats.org/officeDocument/2006/relationships/vmlDrawing" Target="../drawings/vmlDrawing27.vml"/><Relationship Id="rId5" Type="http://schemas.openxmlformats.org/officeDocument/2006/relationships/image" Target="../media/image17.emf"/><Relationship Id="rId4" Type="http://schemas.openxmlformats.org/officeDocument/2006/relationships/oleObject" Target="../embeddings/oleObject27.bin"/></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9.xml"/><Relationship Id="rId1" Type="http://schemas.openxmlformats.org/officeDocument/2006/relationships/vmlDrawing" Target="../drawings/vmlDrawing28.vml"/><Relationship Id="rId5" Type="http://schemas.openxmlformats.org/officeDocument/2006/relationships/image" Target="../media/image18.emf"/><Relationship Id="rId4" Type="http://schemas.openxmlformats.org/officeDocument/2006/relationships/oleObject" Target="../embeddings/oleObject28.bin"/></Relationships>
</file>

<file path=ppt/slideLayouts/_rels/slideLayout6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0.xml"/><Relationship Id="rId1" Type="http://schemas.openxmlformats.org/officeDocument/2006/relationships/vmlDrawing" Target="../drawings/vmlDrawing29.vml"/><Relationship Id="rId5" Type="http://schemas.openxmlformats.org/officeDocument/2006/relationships/image" Target="../media/image18.emf"/><Relationship Id="rId4" Type="http://schemas.openxmlformats.org/officeDocument/2006/relationships/oleObject" Target="../embeddings/oleObject29.bin"/></Relationships>
</file>

<file path=ppt/slideLayouts/_rels/slideLayout6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1.xml"/><Relationship Id="rId1" Type="http://schemas.openxmlformats.org/officeDocument/2006/relationships/vmlDrawing" Target="../drawings/vmlDrawing30.vml"/><Relationship Id="rId5" Type="http://schemas.openxmlformats.org/officeDocument/2006/relationships/image" Target="../media/image18.emf"/><Relationship Id="rId4" Type="http://schemas.openxmlformats.org/officeDocument/2006/relationships/oleObject" Target="../embeddings/oleObject30.bin"/></Relationships>
</file>

<file path=ppt/slideLayouts/_rels/slideLayout6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2.xml"/><Relationship Id="rId1" Type="http://schemas.openxmlformats.org/officeDocument/2006/relationships/vmlDrawing" Target="../drawings/vmlDrawing31.vml"/><Relationship Id="rId5" Type="http://schemas.openxmlformats.org/officeDocument/2006/relationships/image" Target="../media/image18.emf"/><Relationship Id="rId4" Type="http://schemas.openxmlformats.org/officeDocument/2006/relationships/oleObject" Target="../embeddings/oleObject31.bin"/></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3.xml"/><Relationship Id="rId1" Type="http://schemas.openxmlformats.org/officeDocument/2006/relationships/vmlDrawing" Target="../drawings/vmlDrawing32.vml"/><Relationship Id="rId5" Type="http://schemas.openxmlformats.org/officeDocument/2006/relationships/image" Target="../media/image18.emf"/><Relationship Id="rId4" Type="http://schemas.openxmlformats.org/officeDocument/2006/relationships/oleObject" Target="../embeddings/oleObject32.bin"/></Relationships>
</file>

<file path=ppt/slideLayouts/_rels/slideLayout6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4.xml"/><Relationship Id="rId1" Type="http://schemas.openxmlformats.org/officeDocument/2006/relationships/vmlDrawing" Target="../drawings/vmlDrawing33.vml"/><Relationship Id="rId5" Type="http://schemas.openxmlformats.org/officeDocument/2006/relationships/image" Target="../media/image18.emf"/><Relationship Id="rId4" Type="http://schemas.openxmlformats.org/officeDocument/2006/relationships/oleObject" Target="../embeddings/oleObject33.bin"/></Relationships>
</file>

<file path=ppt/slideLayouts/_rels/slideLayout6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5.xml"/><Relationship Id="rId1" Type="http://schemas.openxmlformats.org/officeDocument/2006/relationships/vmlDrawing" Target="../drawings/vmlDrawing34.vml"/><Relationship Id="rId5" Type="http://schemas.openxmlformats.org/officeDocument/2006/relationships/image" Target="../media/image18.emf"/><Relationship Id="rId4" Type="http://schemas.openxmlformats.org/officeDocument/2006/relationships/oleObject" Target="../embeddings/oleObject34.bin"/></Relationships>
</file>

<file path=ppt/slideLayouts/_rels/slideLayout6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6.xml"/><Relationship Id="rId1" Type="http://schemas.openxmlformats.org/officeDocument/2006/relationships/vmlDrawing" Target="../drawings/vmlDrawing35.vml"/><Relationship Id="rId5" Type="http://schemas.openxmlformats.org/officeDocument/2006/relationships/image" Target="../media/image18.emf"/><Relationship Id="rId4" Type="http://schemas.openxmlformats.org/officeDocument/2006/relationships/oleObject" Target="../embeddings/oleObject35.bin"/></Relationships>
</file>

<file path=ppt/slideLayouts/_rels/slideLayout6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7.xml"/><Relationship Id="rId1" Type="http://schemas.openxmlformats.org/officeDocument/2006/relationships/vmlDrawing" Target="../drawings/vmlDrawing36.vml"/><Relationship Id="rId5" Type="http://schemas.openxmlformats.org/officeDocument/2006/relationships/image" Target="../media/image18.emf"/><Relationship Id="rId4" Type="http://schemas.openxmlformats.org/officeDocument/2006/relationships/oleObject" Target="../embeddings/oleObject36.bin"/></Relationships>
</file>

<file path=ppt/slideLayouts/_rels/slideLayout6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8.xml"/><Relationship Id="rId1" Type="http://schemas.openxmlformats.org/officeDocument/2006/relationships/vmlDrawing" Target="../drawings/vmlDrawing37.vml"/><Relationship Id="rId5" Type="http://schemas.openxmlformats.org/officeDocument/2006/relationships/image" Target="../media/image18.emf"/><Relationship Id="rId4" Type="http://schemas.openxmlformats.org/officeDocument/2006/relationships/oleObject" Target="../embeddings/oleObject37.bin"/></Relationships>
</file>

<file path=ppt/slideLayouts/_rels/slideLayout6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9.xml"/><Relationship Id="rId1" Type="http://schemas.openxmlformats.org/officeDocument/2006/relationships/vmlDrawing" Target="../drawings/vmlDrawing38.vml"/><Relationship Id="rId5" Type="http://schemas.openxmlformats.org/officeDocument/2006/relationships/image" Target="../media/image18.emf"/><Relationship Id="rId4" Type="http://schemas.openxmlformats.org/officeDocument/2006/relationships/oleObject" Target="../embeddings/oleObject38.bin"/></Relationships>
</file>

<file path=ppt/slideLayouts/_rels/slideLayout7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0.xml"/><Relationship Id="rId1" Type="http://schemas.openxmlformats.org/officeDocument/2006/relationships/vmlDrawing" Target="../drawings/vmlDrawing39.vml"/><Relationship Id="rId5" Type="http://schemas.openxmlformats.org/officeDocument/2006/relationships/image" Target="../media/image18.emf"/><Relationship Id="rId4" Type="http://schemas.openxmlformats.org/officeDocument/2006/relationships/oleObject" Target="../embeddings/oleObject39.bin"/></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1.xml"/><Relationship Id="rId1" Type="http://schemas.openxmlformats.org/officeDocument/2006/relationships/vmlDrawing" Target="../drawings/vmlDrawing40.vml"/><Relationship Id="rId5" Type="http://schemas.openxmlformats.org/officeDocument/2006/relationships/image" Target="../media/image16.emf"/><Relationship Id="rId4" Type="http://schemas.openxmlformats.org/officeDocument/2006/relationships/oleObject" Target="../embeddings/oleObject40.bin"/></Relationships>
</file>

<file path=ppt/slideLayouts/_rels/slideLayout7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2.xml"/><Relationship Id="rId1" Type="http://schemas.openxmlformats.org/officeDocument/2006/relationships/vmlDrawing" Target="../drawings/vmlDrawing41.vml"/><Relationship Id="rId5" Type="http://schemas.openxmlformats.org/officeDocument/2006/relationships/image" Target="../media/image19.emf"/><Relationship Id="rId4" Type="http://schemas.openxmlformats.org/officeDocument/2006/relationships/oleObject" Target="../embeddings/oleObject41.bin"/></Relationships>
</file>

<file path=ppt/slideLayouts/_rels/slideLayout7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3.xml"/><Relationship Id="rId1" Type="http://schemas.openxmlformats.org/officeDocument/2006/relationships/vmlDrawing" Target="../drawings/vmlDrawing42.vml"/><Relationship Id="rId5" Type="http://schemas.openxmlformats.org/officeDocument/2006/relationships/image" Target="../media/image19.emf"/><Relationship Id="rId4" Type="http://schemas.openxmlformats.org/officeDocument/2006/relationships/oleObject" Target="../embeddings/oleObject42.bin"/></Relationships>
</file>

<file path=ppt/slideLayouts/_rels/slideLayout7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4.xml"/><Relationship Id="rId1" Type="http://schemas.openxmlformats.org/officeDocument/2006/relationships/vmlDrawing" Target="../drawings/vmlDrawing43.vml"/><Relationship Id="rId5" Type="http://schemas.openxmlformats.org/officeDocument/2006/relationships/image" Target="../media/image19.emf"/><Relationship Id="rId4" Type="http://schemas.openxmlformats.org/officeDocument/2006/relationships/oleObject" Target="../embeddings/oleObject43.bin"/></Relationships>
</file>

<file path=ppt/slideLayouts/_rels/slideLayout7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5.xml"/><Relationship Id="rId1" Type="http://schemas.openxmlformats.org/officeDocument/2006/relationships/vmlDrawing" Target="../drawings/vmlDrawing44.vml"/><Relationship Id="rId5" Type="http://schemas.openxmlformats.org/officeDocument/2006/relationships/image" Target="../media/image19.emf"/><Relationship Id="rId4" Type="http://schemas.openxmlformats.org/officeDocument/2006/relationships/oleObject" Target="../embeddings/oleObject44.bin"/></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6.xml"/><Relationship Id="rId1" Type="http://schemas.openxmlformats.org/officeDocument/2006/relationships/vmlDrawing" Target="../drawings/vmlDrawing45.vml"/><Relationship Id="rId5" Type="http://schemas.openxmlformats.org/officeDocument/2006/relationships/image" Target="../media/image16.emf"/><Relationship Id="rId4" Type="http://schemas.openxmlformats.org/officeDocument/2006/relationships/oleObject" Target="../embeddings/oleObject45.bin"/></Relationships>
</file>

<file path=ppt/slideLayouts/_rels/slideLayout8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7.xml"/><Relationship Id="rId1" Type="http://schemas.openxmlformats.org/officeDocument/2006/relationships/vmlDrawing" Target="../drawings/vmlDrawing46.vml"/><Relationship Id="rId5" Type="http://schemas.openxmlformats.org/officeDocument/2006/relationships/image" Target="../media/image20.emf"/><Relationship Id="rId4" Type="http://schemas.openxmlformats.org/officeDocument/2006/relationships/oleObject" Target="../embeddings/oleObject46.bin"/></Relationships>
</file>

<file path=ppt/slideLayouts/_rels/slideLayout8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8.xml"/><Relationship Id="rId1" Type="http://schemas.openxmlformats.org/officeDocument/2006/relationships/vmlDrawing" Target="../drawings/vmlDrawing47.vml"/><Relationship Id="rId5" Type="http://schemas.openxmlformats.org/officeDocument/2006/relationships/image" Target="../media/image20.emf"/><Relationship Id="rId4" Type="http://schemas.openxmlformats.org/officeDocument/2006/relationships/oleObject" Target="../embeddings/oleObject47.bin"/></Relationships>
</file>

<file path=ppt/slideLayouts/_rels/slideLayout8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9.xml"/><Relationship Id="rId1" Type="http://schemas.openxmlformats.org/officeDocument/2006/relationships/vmlDrawing" Target="../drawings/vmlDrawing48.vml"/><Relationship Id="rId5" Type="http://schemas.openxmlformats.org/officeDocument/2006/relationships/image" Target="../media/image20.emf"/><Relationship Id="rId4" Type="http://schemas.openxmlformats.org/officeDocument/2006/relationships/oleObject" Target="../embeddings/oleObject48.bin"/></Relationships>
</file>

<file path=ppt/slideLayouts/_rels/slideLayout8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0.xml"/><Relationship Id="rId1" Type="http://schemas.openxmlformats.org/officeDocument/2006/relationships/vmlDrawing" Target="../drawings/vmlDrawing49.vml"/><Relationship Id="rId5" Type="http://schemas.openxmlformats.org/officeDocument/2006/relationships/image" Target="../media/image20.emf"/><Relationship Id="rId4" Type="http://schemas.openxmlformats.org/officeDocument/2006/relationships/oleObject" Target="../embeddings/oleObject49.bin"/></Relationships>
</file>

<file path=ppt/slideLayouts/_rels/slideLayout8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1.xml"/><Relationship Id="rId1" Type="http://schemas.openxmlformats.org/officeDocument/2006/relationships/vmlDrawing" Target="../drawings/vmlDrawing50.vml"/><Relationship Id="rId5" Type="http://schemas.openxmlformats.org/officeDocument/2006/relationships/image" Target="../media/image20.emf"/><Relationship Id="rId4" Type="http://schemas.openxmlformats.org/officeDocument/2006/relationships/oleObject" Target="../embeddings/oleObject50.bin"/></Relationships>
</file>

<file path=ppt/slideLayouts/_rels/slideLayout8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2.xml"/><Relationship Id="rId1" Type="http://schemas.openxmlformats.org/officeDocument/2006/relationships/vmlDrawing" Target="../drawings/vmlDrawing51.vml"/><Relationship Id="rId5" Type="http://schemas.openxmlformats.org/officeDocument/2006/relationships/image" Target="../media/image20.emf"/><Relationship Id="rId4" Type="http://schemas.openxmlformats.org/officeDocument/2006/relationships/oleObject" Target="../embeddings/oleObject51.bin"/></Relationships>
</file>

<file path=ppt/slideLayouts/_rels/slideLayout8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3.xml"/><Relationship Id="rId1" Type="http://schemas.openxmlformats.org/officeDocument/2006/relationships/vmlDrawing" Target="../drawings/vmlDrawing52.vml"/><Relationship Id="rId5" Type="http://schemas.openxmlformats.org/officeDocument/2006/relationships/image" Target="../media/image20.emf"/><Relationship Id="rId4" Type="http://schemas.openxmlformats.org/officeDocument/2006/relationships/oleObject" Target="../embeddings/oleObject52.bin"/></Relationships>
</file>

<file path=ppt/slideLayouts/_rels/slideLayout9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4.xml"/><Relationship Id="rId1" Type="http://schemas.openxmlformats.org/officeDocument/2006/relationships/vmlDrawing" Target="../drawings/vmlDrawing53.vml"/><Relationship Id="rId5" Type="http://schemas.openxmlformats.org/officeDocument/2006/relationships/image" Target="../media/image20.emf"/><Relationship Id="rId4" Type="http://schemas.openxmlformats.org/officeDocument/2006/relationships/oleObject" Target="../embeddings/oleObject53.bin"/></Relationships>
</file>

<file path=ppt/slideLayouts/_rels/slideLayout9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5.xml"/><Relationship Id="rId1" Type="http://schemas.openxmlformats.org/officeDocument/2006/relationships/vmlDrawing" Target="../drawings/vmlDrawing54.vml"/><Relationship Id="rId5" Type="http://schemas.openxmlformats.org/officeDocument/2006/relationships/image" Target="../media/image16.emf"/><Relationship Id="rId4" Type="http://schemas.openxmlformats.org/officeDocument/2006/relationships/oleObject" Target="../embeddings/oleObject54.bin"/></Relationships>
</file>

<file path=ppt/slideLayouts/_rels/slideLayout9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6.xml"/><Relationship Id="rId1" Type="http://schemas.openxmlformats.org/officeDocument/2006/relationships/vmlDrawing" Target="../drawings/vmlDrawing55.vml"/><Relationship Id="rId5" Type="http://schemas.openxmlformats.org/officeDocument/2006/relationships/image" Target="../media/image21.emf"/><Relationship Id="rId4" Type="http://schemas.openxmlformats.org/officeDocument/2006/relationships/oleObject" Target="../embeddings/oleObject55.bin"/></Relationships>
</file>

<file path=ppt/slideLayouts/_rels/slideLayout9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7.xml"/><Relationship Id="rId1" Type="http://schemas.openxmlformats.org/officeDocument/2006/relationships/vmlDrawing" Target="../drawings/vmlDrawing56.vml"/><Relationship Id="rId5" Type="http://schemas.openxmlformats.org/officeDocument/2006/relationships/image" Target="../media/image21.emf"/><Relationship Id="rId4" Type="http://schemas.openxmlformats.org/officeDocument/2006/relationships/oleObject" Target="../embeddings/oleObject56.bin"/></Relationships>
</file>

<file path=ppt/slideLayouts/_rels/slideLayout9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8.xml"/><Relationship Id="rId1" Type="http://schemas.openxmlformats.org/officeDocument/2006/relationships/vmlDrawing" Target="../drawings/vmlDrawing57.vml"/><Relationship Id="rId5" Type="http://schemas.openxmlformats.org/officeDocument/2006/relationships/image" Target="../media/image21.emf"/><Relationship Id="rId4" Type="http://schemas.openxmlformats.org/officeDocument/2006/relationships/oleObject" Target="../embeddings/oleObject57.bin"/></Relationships>
</file>

<file path=ppt/slideLayouts/_rels/slideLayout9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9.xml"/><Relationship Id="rId1" Type="http://schemas.openxmlformats.org/officeDocument/2006/relationships/vmlDrawing" Target="../drawings/vmlDrawing58.vml"/><Relationship Id="rId6" Type="http://schemas.openxmlformats.org/officeDocument/2006/relationships/image" Target="../media/image23.svg"/><Relationship Id="rId5" Type="http://schemas.openxmlformats.org/officeDocument/2006/relationships/image" Target="../media/image21.emf"/><Relationship Id="rId4" Type="http://schemas.openxmlformats.org/officeDocument/2006/relationships/oleObject" Target="../embeddings/oleObject58.bin"/></Relationships>
</file>

<file path=ppt/slideLayouts/_rels/slideLayout9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0.xml"/><Relationship Id="rId1" Type="http://schemas.openxmlformats.org/officeDocument/2006/relationships/vmlDrawing" Target="../drawings/vmlDrawing59.vml"/><Relationship Id="rId6" Type="http://schemas.openxmlformats.org/officeDocument/2006/relationships/image" Target="../media/image24.svg"/><Relationship Id="rId5" Type="http://schemas.openxmlformats.org/officeDocument/2006/relationships/image" Target="../media/image21.emf"/><Relationship Id="rId4" Type="http://schemas.openxmlformats.org/officeDocument/2006/relationships/oleObject" Target="../embeddings/oleObject59.bin"/></Relationships>
</file>

<file path=ppt/slideLayouts/_rels/slideLayout9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1.xml"/><Relationship Id="rId1" Type="http://schemas.openxmlformats.org/officeDocument/2006/relationships/vmlDrawing" Target="../drawings/vmlDrawing60.vml"/><Relationship Id="rId5" Type="http://schemas.openxmlformats.org/officeDocument/2006/relationships/image" Target="../media/image21.emf"/><Relationship Id="rId4" Type="http://schemas.openxmlformats.org/officeDocument/2006/relationships/oleObject" Target="../embeddings/oleObject60.bin"/></Relationships>
</file>

<file path=ppt/slideLayouts/_rels/slideLayout9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2.xml"/><Relationship Id="rId1" Type="http://schemas.openxmlformats.org/officeDocument/2006/relationships/vmlDrawing" Target="../drawings/vmlDrawing61.vml"/><Relationship Id="rId5" Type="http://schemas.openxmlformats.org/officeDocument/2006/relationships/image" Target="../media/image21.emf"/><Relationship Id="rId4" Type="http://schemas.openxmlformats.org/officeDocument/2006/relationships/oleObject" Target="../embeddings/oleObject61.bin"/></Relationships>
</file>

<file path=ppt/slideLayouts/_rels/slideLayout9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3.xml"/><Relationship Id="rId1" Type="http://schemas.openxmlformats.org/officeDocument/2006/relationships/vmlDrawing" Target="../drawings/vmlDrawing62.vml"/><Relationship Id="rId5" Type="http://schemas.openxmlformats.org/officeDocument/2006/relationships/image" Target="../media/image21.emf"/><Relationship Id="rId4" Type="http://schemas.openxmlformats.org/officeDocument/2006/relationships/oleObject" Target="../embeddings/oleObject62.bin"/></Relationships>
</file>

<file path=ppt/slideLayouts/_rels/slideLayout10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4.xml"/><Relationship Id="rId1" Type="http://schemas.openxmlformats.org/officeDocument/2006/relationships/vmlDrawing" Target="../drawings/vmlDrawing63.vml"/><Relationship Id="rId5" Type="http://schemas.openxmlformats.org/officeDocument/2006/relationships/image" Target="../media/image21.emf"/><Relationship Id="rId4" Type="http://schemas.openxmlformats.org/officeDocument/2006/relationships/oleObject" Target="../embeddings/oleObject63.bin"/></Relationships>
</file>

<file path=ppt/slideLayouts/_rels/slideLayout10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5.xml"/><Relationship Id="rId1" Type="http://schemas.openxmlformats.org/officeDocument/2006/relationships/vmlDrawing" Target="../drawings/vmlDrawing64.vml"/><Relationship Id="rId5" Type="http://schemas.openxmlformats.org/officeDocument/2006/relationships/image" Target="../media/image16.emf"/><Relationship Id="rId4" Type="http://schemas.openxmlformats.org/officeDocument/2006/relationships/oleObject" Target="../embeddings/oleObject64.bin"/></Relationships>
</file>

<file path=ppt/slideLayouts/_rels/slideLayout10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6.xml"/><Relationship Id="rId1" Type="http://schemas.openxmlformats.org/officeDocument/2006/relationships/vmlDrawing" Target="../drawings/vmlDrawing65.vml"/><Relationship Id="rId5" Type="http://schemas.openxmlformats.org/officeDocument/2006/relationships/image" Target="../media/image22.emf"/><Relationship Id="rId4" Type="http://schemas.openxmlformats.org/officeDocument/2006/relationships/oleObject" Target="../embeddings/oleObject65.bin"/></Relationships>
</file>

<file path=ppt/slideLayouts/_rels/slideLayout10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7.xml"/><Relationship Id="rId1" Type="http://schemas.openxmlformats.org/officeDocument/2006/relationships/vmlDrawing" Target="../drawings/vmlDrawing66.vml"/><Relationship Id="rId5" Type="http://schemas.openxmlformats.org/officeDocument/2006/relationships/image" Target="../media/image22.emf"/><Relationship Id="rId4" Type="http://schemas.openxmlformats.org/officeDocument/2006/relationships/oleObject" Target="../embeddings/oleObject66.bin"/></Relationships>
</file>

<file path=ppt/slideLayouts/_rels/slideLayout10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8.xml"/><Relationship Id="rId1" Type="http://schemas.openxmlformats.org/officeDocument/2006/relationships/vmlDrawing" Target="../drawings/vmlDrawing67.vml"/><Relationship Id="rId5" Type="http://schemas.openxmlformats.org/officeDocument/2006/relationships/image" Target="../media/image22.emf"/><Relationship Id="rId4" Type="http://schemas.openxmlformats.org/officeDocument/2006/relationships/oleObject" Target="../embeddings/oleObject67.bin"/></Relationships>
</file>

<file path=ppt/slideLayouts/_rels/slideLayout10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9.xml"/><Relationship Id="rId1" Type="http://schemas.openxmlformats.org/officeDocument/2006/relationships/vmlDrawing" Target="../drawings/vmlDrawing68.vml"/><Relationship Id="rId5" Type="http://schemas.openxmlformats.org/officeDocument/2006/relationships/image" Target="../media/image22.emf"/><Relationship Id="rId4" Type="http://schemas.openxmlformats.org/officeDocument/2006/relationships/oleObject" Target="../embeddings/oleObject68.bin"/></Relationships>
</file>

<file path=ppt/slideLayouts/_rels/slideLayout10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0.xml"/><Relationship Id="rId1" Type="http://schemas.openxmlformats.org/officeDocument/2006/relationships/vmlDrawing" Target="../drawings/vmlDrawing69.vml"/><Relationship Id="rId5" Type="http://schemas.openxmlformats.org/officeDocument/2006/relationships/image" Target="../media/image23.emf"/><Relationship Id="rId4" Type="http://schemas.openxmlformats.org/officeDocument/2006/relationships/oleObject" Target="../embeddings/oleObject69.bin"/></Relationships>
</file>

<file path=ppt/slideLayouts/_rels/slideLayout10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1.xml"/><Relationship Id="rId1" Type="http://schemas.openxmlformats.org/officeDocument/2006/relationships/vmlDrawing" Target="../drawings/vmlDrawing70.vml"/><Relationship Id="rId5" Type="http://schemas.openxmlformats.org/officeDocument/2006/relationships/image" Target="../media/image23.emf"/><Relationship Id="rId4" Type="http://schemas.openxmlformats.org/officeDocument/2006/relationships/oleObject" Target="../embeddings/oleObject70.bin"/></Relationships>
</file>

<file path=ppt/slideLayouts/_rels/slideLayout10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2.xml"/><Relationship Id="rId1" Type="http://schemas.openxmlformats.org/officeDocument/2006/relationships/vmlDrawing" Target="../drawings/vmlDrawing71.vml"/><Relationship Id="rId5" Type="http://schemas.openxmlformats.org/officeDocument/2006/relationships/image" Target="../media/image23.emf"/><Relationship Id="rId4" Type="http://schemas.openxmlformats.org/officeDocument/2006/relationships/oleObject" Target="../embeddings/oleObject71.bin"/></Relationships>
</file>

<file path=ppt/slideLayouts/_rels/slideLayout10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3.xml"/><Relationship Id="rId1" Type="http://schemas.openxmlformats.org/officeDocument/2006/relationships/vmlDrawing" Target="../drawings/vmlDrawing72.vml"/><Relationship Id="rId5" Type="http://schemas.openxmlformats.org/officeDocument/2006/relationships/image" Target="../media/image23.emf"/><Relationship Id="rId4" Type="http://schemas.openxmlformats.org/officeDocument/2006/relationships/oleObject" Target="../embeddings/oleObject72.bin"/></Relationships>
</file>

<file path=ppt/slideLayouts/_rels/slideLayout11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4.xml"/><Relationship Id="rId1" Type="http://schemas.openxmlformats.org/officeDocument/2006/relationships/vmlDrawing" Target="../drawings/vmlDrawing73.vml"/><Relationship Id="rId5" Type="http://schemas.openxmlformats.org/officeDocument/2006/relationships/image" Target="../media/image23.emf"/><Relationship Id="rId4" Type="http://schemas.openxmlformats.org/officeDocument/2006/relationships/oleObject" Target="../embeddings/oleObject73.bin"/></Relationships>
</file>

<file path=ppt/slideLayouts/_rels/slideLayout11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5.xml"/><Relationship Id="rId1" Type="http://schemas.openxmlformats.org/officeDocument/2006/relationships/vmlDrawing" Target="../drawings/vmlDrawing74.vml"/><Relationship Id="rId5" Type="http://schemas.openxmlformats.org/officeDocument/2006/relationships/image" Target="../media/image23.emf"/><Relationship Id="rId4" Type="http://schemas.openxmlformats.org/officeDocument/2006/relationships/oleObject" Target="../embeddings/oleObject74.bin"/></Relationships>
</file>

<file path=ppt/slideLayouts/_rels/slideLayout11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6.xml"/><Relationship Id="rId1" Type="http://schemas.openxmlformats.org/officeDocument/2006/relationships/vmlDrawing" Target="../drawings/vmlDrawing75.vml"/><Relationship Id="rId5" Type="http://schemas.openxmlformats.org/officeDocument/2006/relationships/image" Target="../media/image23.emf"/><Relationship Id="rId4" Type="http://schemas.openxmlformats.org/officeDocument/2006/relationships/oleObject" Target="../embeddings/oleObject75.bin"/></Relationships>
</file>

<file path=ppt/slideLayouts/_rels/slideLayout11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7.xml"/><Relationship Id="rId1" Type="http://schemas.openxmlformats.org/officeDocument/2006/relationships/vmlDrawing" Target="../drawings/vmlDrawing76.vml"/><Relationship Id="rId5" Type="http://schemas.openxmlformats.org/officeDocument/2006/relationships/image" Target="../media/image23.emf"/><Relationship Id="rId4" Type="http://schemas.openxmlformats.org/officeDocument/2006/relationships/oleObject" Target="../embeddings/oleObject76.bin"/></Relationships>
</file>

<file path=ppt/slideLayouts/_rels/slideLayout11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8.xml"/><Relationship Id="rId1" Type="http://schemas.openxmlformats.org/officeDocument/2006/relationships/vmlDrawing" Target="../drawings/vmlDrawing77.vml"/><Relationship Id="rId5" Type="http://schemas.openxmlformats.org/officeDocument/2006/relationships/image" Target="../media/image23.emf"/><Relationship Id="rId4" Type="http://schemas.openxmlformats.org/officeDocument/2006/relationships/oleObject" Target="../embeddings/oleObject77.bin"/></Relationships>
</file>

<file path=ppt/slideLayouts/_rels/slideLayout11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9.xml"/><Relationship Id="rId1" Type="http://schemas.openxmlformats.org/officeDocument/2006/relationships/vmlDrawing" Target="../drawings/vmlDrawing78.vml"/><Relationship Id="rId5" Type="http://schemas.openxmlformats.org/officeDocument/2006/relationships/image" Target="../media/image23.emf"/><Relationship Id="rId4" Type="http://schemas.openxmlformats.org/officeDocument/2006/relationships/oleObject" Target="../embeddings/oleObject78.bin"/></Relationships>
</file>

<file path=ppt/slideLayouts/_rels/slideLayout11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0.xml"/><Relationship Id="rId1" Type="http://schemas.openxmlformats.org/officeDocument/2006/relationships/vmlDrawing" Target="../drawings/vmlDrawing79.vml"/><Relationship Id="rId5" Type="http://schemas.openxmlformats.org/officeDocument/2006/relationships/image" Target="../media/image16.emf"/><Relationship Id="rId4" Type="http://schemas.openxmlformats.org/officeDocument/2006/relationships/oleObject" Target="../embeddings/oleObject79.bin"/></Relationships>
</file>

<file path=ppt/slideLayouts/_rels/slideLayout117.xml.rels><?xml version="1.0" encoding="UTF-8" standalone="yes"?>
<Relationships xmlns="http://schemas.openxmlformats.org/package/2006/relationships"><Relationship Id="rId3" Type="http://schemas.openxmlformats.org/officeDocument/2006/relationships/tags" Target="../tags/tag82.xml"/><Relationship Id="rId7" Type="http://schemas.openxmlformats.org/officeDocument/2006/relationships/oleObject" Target="../embeddings/oleObject81.bin"/><Relationship Id="rId2" Type="http://schemas.openxmlformats.org/officeDocument/2006/relationships/tags" Target="../tags/tag81.xml"/><Relationship Id="rId1" Type="http://schemas.openxmlformats.org/officeDocument/2006/relationships/vmlDrawing" Target="../drawings/vmlDrawing80.vml"/><Relationship Id="rId6" Type="http://schemas.openxmlformats.org/officeDocument/2006/relationships/image" Target="../media/image24.emf"/><Relationship Id="rId5" Type="http://schemas.openxmlformats.org/officeDocument/2006/relationships/oleObject" Target="../embeddings/oleObject80.bin"/><Relationship Id="rId4"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3" Type="http://schemas.openxmlformats.org/officeDocument/2006/relationships/tags" Target="../tags/tag84.xml"/><Relationship Id="rId7" Type="http://schemas.openxmlformats.org/officeDocument/2006/relationships/oleObject" Target="../embeddings/oleObject83.bin"/><Relationship Id="rId2" Type="http://schemas.openxmlformats.org/officeDocument/2006/relationships/tags" Target="../tags/tag83.xml"/><Relationship Id="rId1" Type="http://schemas.openxmlformats.org/officeDocument/2006/relationships/vmlDrawing" Target="../drawings/vmlDrawing81.vml"/><Relationship Id="rId6" Type="http://schemas.openxmlformats.org/officeDocument/2006/relationships/image" Target="../media/image24.emf"/><Relationship Id="rId5" Type="http://schemas.openxmlformats.org/officeDocument/2006/relationships/oleObject" Target="../embeddings/oleObject82.bin"/><Relationship Id="rId4"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3" Type="http://schemas.openxmlformats.org/officeDocument/2006/relationships/tags" Target="../tags/tag86.xml"/><Relationship Id="rId7" Type="http://schemas.openxmlformats.org/officeDocument/2006/relationships/oleObject" Target="../embeddings/oleObject85.bin"/><Relationship Id="rId2" Type="http://schemas.openxmlformats.org/officeDocument/2006/relationships/tags" Target="../tags/tag85.xml"/><Relationship Id="rId1" Type="http://schemas.openxmlformats.org/officeDocument/2006/relationships/vmlDrawing" Target="../drawings/vmlDrawing82.vml"/><Relationship Id="rId6" Type="http://schemas.openxmlformats.org/officeDocument/2006/relationships/image" Target="../media/image24.emf"/><Relationship Id="rId5" Type="http://schemas.openxmlformats.org/officeDocument/2006/relationships/oleObject" Target="../embeddings/oleObject84.bin"/><Relationship Id="rId4"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tags" Target="../tags/tag88.xml"/><Relationship Id="rId7" Type="http://schemas.openxmlformats.org/officeDocument/2006/relationships/image" Target="../media/image25.png"/><Relationship Id="rId2" Type="http://schemas.openxmlformats.org/officeDocument/2006/relationships/tags" Target="../tags/tag87.xml"/><Relationship Id="rId1" Type="http://schemas.openxmlformats.org/officeDocument/2006/relationships/vmlDrawing" Target="../drawings/vmlDrawing83.vml"/><Relationship Id="rId6" Type="http://schemas.openxmlformats.org/officeDocument/2006/relationships/image" Target="../media/image24.emf"/><Relationship Id="rId5" Type="http://schemas.openxmlformats.org/officeDocument/2006/relationships/oleObject" Target="../embeddings/oleObject86.bin"/><Relationship Id="rId10" Type="http://schemas.openxmlformats.org/officeDocument/2006/relationships/oleObject" Target="../embeddings/oleObject87.bin"/><Relationship Id="rId4" Type="http://schemas.openxmlformats.org/officeDocument/2006/relationships/slideMaster" Target="../slideMasters/slideMaster2.xml"/><Relationship Id="rId9" Type="http://schemas.openxmlformats.org/officeDocument/2006/relationships/image" Target="../media/image27.png"/></Relationships>
</file>

<file path=ppt/slideLayouts/_rels/slideLayout12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9.xml"/><Relationship Id="rId1" Type="http://schemas.openxmlformats.org/officeDocument/2006/relationships/vmlDrawing" Target="../drawings/vmlDrawing84.vml"/><Relationship Id="rId5" Type="http://schemas.openxmlformats.org/officeDocument/2006/relationships/image" Target="../media/image24.emf"/><Relationship Id="rId4" Type="http://schemas.openxmlformats.org/officeDocument/2006/relationships/oleObject" Target="../embeddings/oleObject88.bin"/></Relationships>
</file>

<file path=ppt/slideLayouts/_rels/slideLayout12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0.xml"/><Relationship Id="rId1" Type="http://schemas.openxmlformats.org/officeDocument/2006/relationships/vmlDrawing" Target="../drawings/vmlDrawing85.vml"/><Relationship Id="rId5" Type="http://schemas.openxmlformats.org/officeDocument/2006/relationships/image" Target="../media/image24.emf"/><Relationship Id="rId4" Type="http://schemas.openxmlformats.org/officeDocument/2006/relationships/oleObject" Target="../embeddings/oleObject89.bin"/></Relationships>
</file>

<file path=ppt/slideLayouts/_rels/slideLayout12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1.xml"/><Relationship Id="rId1" Type="http://schemas.openxmlformats.org/officeDocument/2006/relationships/vmlDrawing" Target="../drawings/vmlDrawing86.vml"/><Relationship Id="rId5" Type="http://schemas.openxmlformats.org/officeDocument/2006/relationships/image" Target="../media/image24.emf"/><Relationship Id="rId4" Type="http://schemas.openxmlformats.org/officeDocument/2006/relationships/oleObject" Target="../embeddings/oleObject90.bin"/></Relationships>
</file>

<file path=ppt/slideLayouts/_rels/slideLayout12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2.xml"/><Relationship Id="rId1" Type="http://schemas.openxmlformats.org/officeDocument/2006/relationships/vmlDrawing" Target="../drawings/vmlDrawing87.vml"/><Relationship Id="rId6" Type="http://schemas.openxmlformats.org/officeDocument/2006/relationships/image" Target="../media/image28.png"/><Relationship Id="rId5" Type="http://schemas.openxmlformats.org/officeDocument/2006/relationships/image" Target="../media/image24.emf"/><Relationship Id="rId4" Type="http://schemas.openxmlformats.org/officeDocument/2006/relationships/oleObject" Target="../embeddings/oleObject91.bin"/></Relationships>
</file>

<file path=ppt/slideLayouts/_rels/slideLayout12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3.xml"/><Relationship Id="rId1" Type="http://schemas.openxmlformats.org/officeDocument/2006/relationships/vmlDrawing" Target="../drawings/vmlDrawing88.vml"/><Relationship Id="rId6" Type="http://schemas.openxmlformats.org/officeDocument/2006/relationships/image" Target="../media/image28.png"/><Relationship Id="rId5" Type="http://schemas.openxmlformats.org/officeDocument/2006/relationships/image" Target="../media/image24.emf"/><Relationship Id="rId4" Type="http://schemas.openxmlformats.org/officeDocument/2006/relationships/oleObject" Target="../embeddings/oleObject92.bin"/></Relationships>
</file>

<file path=ppt/slideLayouts/_rels/slideLayout12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4.xml"/><Relationship Id="rId1" Type="http://schemas.openxmlformats.org/officeDocument/2006/relationships/vmlDrawing" Target="../drawings/vmlDrawing89.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93.bin"/></Relationships>
</file>

<file path=ppt/slideLayouts/_rels/slideLayout12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5.xml"/><Relationship Id="rId1" Type="http://schemas.openxmlformats.org/officeDocument/2006/relationships/vmlDrawing" Target="../drawings/vmlDrawing90.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94.bin"/></Relationships>
</file>

<file path=ppt/slideLayouts/_rels/slideLayout12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6.xml"/><Relationship Id="rId1" Type="http://schemas.openxmlformats.org/officeDocument/2006/relationships/vmlDrawing" Target="../drawings/vmlDrawing91.vml"/><Relationship Id="rId6" Type="http://schemas.openxmlformats.org/officeDocument/2006/relationships/image" Target="../media/image33.svg"/><Relationship Id="rId5" Type="http://schemas.openxmlformats.org/officeDocument/2006/relationships/image" Target="../media/image24.emf"/><Relationship Id="rId4" Type="http://schemas.openxmlformats.org/officeDocument/2006/relationships/oleObject" Target="../embeddings/oleObject95.bin"/></Relationships>
</file>

<file path=ppt/slideLayouts/_rels/slideLayout12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7.xml"/><Relationship Id="rId1" Type="http://schemas.openxmlformats.org/officeDocument/2006/relationships/vmlDrawing" Target="../drawings/vmlDrawing92.vml"/><Relationship Id="rId6" Type="http://schemas.openxmlformats.org/officeDocument/2006/relationships/image" Target="../media/image34.svg"/><Relationship Id="rId5" Type="http://schemas.openxmlformats.org/officeDocument/2006/relationships/image" Target="../media/image24.emf"/><Relationship Id="rId4" Type="http://schemas.openxmlformats.org/officeDocument/2006/relationships/oleObject" Target="../embeddings/oleObject96.bin"/></Relationships>
</file>

<file path=ppt/slideLayouts/_rels/slideLayout13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8.xml"/><Relationship Id="rId1" Type="http://schemas.openxmlformats.org/officeDocument/2006/relationships/vmlDrawing" Target="../drawings/vmlDrawing93.vml"/><Relationship Id="rId5" Type="http://schemas.openxmlformats.org/officeDocument/2006/relationships/image" Target="../media/image16.emf"/><Relationship Id="rId4" Type="http://schemas.openxmlformats.org/officeDocument/2006/relationships/oleObject" Target="../embeddings/oleObject97.bin"/></Relationships>
</file>

<file path=ppt/slideLayouts/_rels/slideLayout13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9.xml"/><Relationship Id="rId1" Type="http://schemas.openxmlformats.org/officeDocument/2006/relationships/vmlDrawing" Target="../drawings/vmlDrawing94.vml"/><Relationship Id="rId5" Type="http://schemas.openxmlformats.org/officeDocument/2006/relationships/image" Target="../media/image30.emf"/><Relationship Id="rId4" Type="http://schemas.openxmlformats.org/officeDocument/2006/relationships/oleObject" Target="../embeddings/oleObject98.bin"/></Relationships>
</file>

<file path=ppt/slideLayouts/_rels/slideLayout13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0.xml"/><Relationship Id="rId1" Type="http://schemas.openxmlformats.org/officeDocument/2006/relationships/vmlDrawing" Target="../drawings/vmlDrawing95.vml"/><Relationship Id="rId5" Type="http://schemas.openxmlformats.org/officeDocument/2006/relationships/image" Target="../media/image30.emf"/><Relationship Id="rId4" Type="http://schemas.openxmlformats.org/officeDocument/2006/relationships/oleObject" Target="../embeddings/oleObject99.bin"/></Relationships>
</file>

<file path=ppt/slideLayouts/_rels/slideLayout13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1.xml"/><Relationship Id="rId1" Type="http://schemas.openxmlformats.org/officeDocument/2006/relationships/vmlDrawing" Target="../drawings/vmlDrawing96.vml"/><Relationship Id="rId5" Type="http://schemas.openxmlformats.org/officeDocument/2006/relationships/image" Target="../media/image31.emf"/><Relationship Id="rId4" Type="http://schemas.openxmlformats.org/officeDocument/2006/relationships/oleObject" Target="../embeddings/oleObject100.bin"/></Relationships>
</file>

<file path=ppt/slideLayouts/_rels/slideLayout13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2.xml"/><Relationship Id="rId1" Type="http://schemas.openxmlformats.org/officeDocument/2006/relationships/vmlDrawing" Target="../drawings/vmlDrawing97.vml"/><Relationship Id="rId5" Type="http://schemas.openxmlformats.org/officeDocument/2006/relationships/image" Target="../media/image31.emf"/><Relationship Id="rId4" Type="http://schemas.openxmlformats.org/officeDocument/2006/relationships/oleObject" Target="../embeddings/oleObject101.bin"/></Relationships>
</file>

<file path=ppt/slideLayouts/_rels/slideLayout13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3.xml"/><Relationship Id="rId1" Type="http://schemas.openxmlformats.org/officeDocument/2006/relationships/vmlDrawing" Target="../drawings/vmlDrawing98.vml"/><Relationship Id="rId5" Type="http://schemas.openxmlformats.org/officeDocument/2006/relationships/image" Target="../media/image16.emf"/><Relationship Id="rId4" Type="http://schemas.openxmlformats.org/officeDocument/2006/relationships/oleObject" Target="../embeddings/oleObject102.bin"/></Relationships>
</file>

<file path=ppt/slideLayouts/_rels/slideLayout13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4.xml"/><Relationship Id="rId1" Type="http://schemas.openxmlformats.org/officeDocument/2006/relationships/vmlDrawing" Target="../drawings/vmlDrawing99.vml"/><Relationship Id="rId5" Type="http://schemas.openxmlformats.org/officeDocument/2006/relationships/image" Target="../media/image32.emf"/><Relationship Id="rId4" Type="http://schemas.openxmlformats.org/officeDocument/2006/relationships/oleObject" Target="../embeddings/oleObject103.bin"/></Relationships>
</file>

<file path=ppt/slideLayouts/_rels/slideLayout13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5.xml"/><Relationship Id="rId1" Type="http://schemas.openxmlformats.org/officeDocument/2006/relationships/vmlDrawing" Target="../drawings/vmlDrawing100.vml"/><Relationship Id="rId5" Type="http://schemas.openxmlformats.org/officeDocument/2006/relationships/image" Target="../media/image32.emf"/><Relationship Id="rId4" Type="http://schemas.openxmlformats.org/officeDocument/2006/relationships/oleObject" Target="../embeddings/oleObject104.bin"/></Relationships>
</file>

<file path=ppt/slideLayouts/_rels/slideLayout13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6.xml"/><Relationship Id="rId1" Type="http://schemas.openxmlformats.org/officeDocument/2006/relationships/vmlDrawing" Target="../drawings/vmlDrawing101.vml"/><Relationship Id="rId5" Type="http://schemas.openxmlformats.org/officeDocument/2006/relationships/image" Target="../media/image32.emf"/><Relationship Id="rId4" Type="http://schemas.openxmlformats.org/officeDocument/2006/relationships/oleObject" Target="../embeddings/oleObject105.bin"/></Relationships>
</file>

<file path=ppt/slideLayouts/_rels/slideLayout13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7.xml"/><Relationship Id="rId1" Type="http://schemas.openxmlformats.org/officeDocument/2006/relationships/vmlDrawing" Target="../drawings/vmlDrawing102.vml"/><Relationship Id="rId5" Type="http://schemas.openxmlformats.org/officeDocument/2006/relationships/image" Target="../media/image32.emf"/><Relationship Id="rId4" Type="http://schemas.openxmlformats.org/officeDocument/2006/relationships/oleObject" Target="../embeddings/oleObject106.bin"/></Relationships>
</file>

<file path=ppt/slideLayouts/_rels/slideLayout14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8.xml"/><Relationship Id="rId1" Type="http://schemas.openxmlformats.org/officeDocument/2006/relationships/vmlDrawing" Target="../drawings/vmlDrawing103.vml"/><Relationship Id="rId5" Type="http://schemas.openxmlformats.org/officeDocument/2006/relationships/image" Target="../media/image32.emf"/><Relationship Id="rId4" Type="http://schemas.openxmlformats.org/officeDocument/2006/relationships/oleObject" Target="../embeddings/oleObject107.bin"/></Relationships>
</file>

<file path=ppt/slideLayouts/_rels/slideLayout14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9.xml"/><Relationship Id="rId1" Type="http://schemas.openxmlformats.org/officeDocument/2006/relationships/vmlDrawing" Target="../drawings/vmlDrawing104.vml"/><Relationship Id="rId5" Type="http://schemas.openxmlformats.org/officeDocument/2006/relationships/image" Target="../media/image32.emf"/><Relationship Id="rId4" Type="http://schemas.openxmlformats.org/officeDocument/2006/relationships/oleObject" Target="../embeddings/oleObject108.bin"/></Relationships>
</file>

<file path=ppt/slideLayouts/_rels/slideLayout14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0.xml"/><Relationship Id="rId1" Type="http://schemas.openxmlformats.org/officeDocument/2006/relationships/vmlDrawing" Target="../drawings/vmlDrawing105.vml"/><Relationship Id="rId5" Type="http://schemas.openxmlformats.org/officeDocument/2006/relationships/image" Target="../media/image16.emf"/><Relationship Id="rId4" Type="http://schemas.openxmlformats.org/officeDocument/2006/relationships/oleObject" Target="../embeddings/oleObject109.bin"/></Relationships>
</file>

<file path=ppt/slideLayouts/_rels/slideLayout143.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40.svg"/><Relationship Id="rId2" Type="http://schemas.openxmlformats.org/officeDocument/2006/relationships/tags" Target="../tags/tag111.xml"/><Relationship Id="rId1" Type="http://schemas.openxmlformats.org/officeDocument/2006/relationships/vmlDrawing" Target="../drawings/vmlDrawing106.vml"/><Relationship Id="rId6" Type="http://schemas.openxmlformats.org/officeDocument/2006/relationships/image" Target="../media/image33.emf"/><Relationship Id="rId5" Type="http://schemas.openxmlformats.org/officeDocument/2006/relationships/oleObject" Target="../embeddings/oleObject110.bin"/><Relationship Id="rId4" Type="http://schemas.openxmlformats.org/officeDocument/2006/relationships/image" Target="../media/image38.svg"/></Relationships>
</file>

<file path=ppt/slideLayouts/_rels/slideLayout144.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40.svg"/><Relationship Id="rId2" Type="http://schemas.openxmlformats.org/officeDocument/2006/relationships/tags" Target="../tags/tag112.xml"/><Relationship Id="rId1" Type="http://schemas.openxmlformats.org/officeDocument/2006/relationships/vmlDrawing" Target="../drawings/vmlDrawing107.vml"/><Relationship Id="rId6" Type="http://schemas.openxmlformats.org/officeDocument/2006/relationships/image" Target="../media/image33.emf"/><Relationship Id="rId5" Type="http://schemas.openxmlformats.org/officeDocument/2006/relationships/oleObject" Target="../embeddings/oleObject111.bin"/><Relationship Id="rId4" Type="http://schemas.openxmlformats.org/officeDocument/2006/relationships/image" Target="../media/image23.svg"/></Relationships>
</file>

<file path=ppt/slideLayouts/_rels/slideLayout14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40.svg"/><Relationship Id="rId2" Type="http://schemas.openxmlformats.org/officeDocument/2006/relationships/tags" Target="../tags/tag113.xml"/><Relationship Id="rId1" Type="http://schemas.openxmlformats.org/officeDocument/2006/relationships/vmlDrawing" Target="../drawings/vmlDrawing108.vml"/><Relationship Id="rId6" Type="http://schemas.openxmlformats.org/officeDocument/2006/relationships/image" Target="../media/image33.emf"/><Relationship Id="rId5" Type="http://schemas.openxmlformats.org/officeDocument/2006/relationships/oleObject" Target="../embeddings/oleObject112.bin"/><Relationship Id="rId4" Type="http://schemas.openxmlformats.org/officeDocument/2006/relationships/image" Target="../media/image23.svg"/></Relationships>
</file>

<file path=ppt/slideLayouts/_rels/slideLayout14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4.xml"/><Relationship Id="rId1" Type="http://schemas.openxmlformats.org/officeDocument/2006/relationships/vmlDrawing" Target="../drawings/vmlDrawing109.vml"/><Relationship Id="rId6" Type="http://schemas.openxmlformats.org/officeDocument/2006/relationships/image" Target="../media/image41.svg"/><Relationship Id="rId5" Type="http://schemas.openxmlformats.org/officeDocument/2006/relationships/image" Target="../media/image33.emf"/><Relationship Id="rId4" Type="http://schemas.openxmlformats.org/officeDocument/2006/relationships/oleObject" Target="../embeddings/oleObject113.bin"/></Relationships>
</file>

<file path=ppt/slideLayouts/_rels/slideLayout14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5.xml"/><Relationship Id="rId1" Type="http://schemas.openxmlformats.org/officeDocument/2006/relationships/vmlDrawing" Target="../drawings/vmlDrawing110.vml"/><Relationship Id="rId6" Type="http://schemas.openxmlformats.org/officeDocument/2006/relationships/image" Target="../media/image42.svg"/><Relationship Id="rId5" Type="http://schemas.openxmlformats.org/officeDocument/2006/relationships/image" Target="../media/image33.emf"/><Relationship Id="rId4" Type="http://schemas.openxmlformats.org/officeDocument/2006/relationships/oleObject" Target="../embeddings/oleObject114.bin"/></Relationships>
</file>

<file path=ppt/slideLayouts/_rels/slideLayout14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6.xml"/><Relationship Id="rId1" Type="http://schemas.openxmlformats.org/officeDocument/2006/relationships/vmlDrawing" Target="../drawings/vmlDrawing111.vml"/><Relationship Id="rId5" Type="http://schemas.openxmlformats.org/officeDocument/2006/relationships/image" Target="../media/image16.emf"/><Relationship Id="rId4" Type="http://schemas.openxmlformats.org/officeDocument/2006/relationships/oleObject" Target="../embeddings/oleObject115.bin"/></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18.xml"/><Relationship Id="rId1" Type="http://schemas.openxmlformats.org/officeDocument/2006/relationships/vmlDrawing" Target="../drawings/vmlDrawing113.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17.bin"/></Relationships>
</file>

<file path=ppt/slideLayouts/_rels/slideLayout15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19.xml"/><Relationship Id="rId1" Type="http://schemas.openxmlformats.org/officeDocument/2006/relationships/vmlDrawing" Target="../drawings/vmlDrawing114.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18.bin"/></Relationships>
</file>

<file path=ppt/slideLayouts/_rels/slideLayout15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0.xml"/><Relationship Id="rId1" Type="http://schemas.openxmlformats.org/officeDocument/2006/relationships/vmlDrawing" Target="../drawings/vmlDrawing115.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19.bin"/></Relationships>
</file>

<file path=ppt/slideLayouts/_rels/slideLayout15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1.xml"/><Relationship Id="rId1" Type="http://schemas.openxmlformats.org/officeDocument/2006/relationships/vmlDrawing" Target="../drawings/vmlDrawing116.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0.bin"/></Relationships>
</file>

<file path=ppt/slideLayouts/_rels/slideLayout15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2.xml"/><Relationship Id="rId1" Type="http://schemas.openxmlformats.org/officeDocument/2006/relationships/vmlDrawing" Target="../drawings/vmlDrawing117.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1.bin"/></Relationships>
</file>

<file path=ppt/slideLayouts/_rels/slideLayout15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3.xml"/><Relationship Id="rId1" Type="http://schemas.openxmlformats.org/officeDocument/2006/relationships/vmlDrawing" Target="../drawings/vmlDrawing118.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2.bin"/></Relationships>
</file>

<file path=ppt/slideLayouts/_rels/slideLayout15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4.xml"/><Relationship Id="rId1" Type="http://schemas.openxmlformats.org/officeDocument/2006/relationships/vmlDrawing" Target="../drawings/vmlDrawing119.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3.bin"/></Relationships>
</file>

<file path=ppt/slideLayouts/_rels/slideLayout15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5.xml"/><Relationship Id="rId1" Type="http://schemas.openxmlformats.org/officeDocument/2006/relationships/vmlDrawing" Target="../drawings/vmlDrawing120.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4.bin"/></Relationships>
</file>

<file path=ppt/slideLayouts/_rels/slideLayout16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6.xml"/><Relationship Id="rId1" Type="http://schemas.openxmlformats.org/officeDocument/2006/relationships/vmlDrawing" Target="../drawings/vmlDrawing121.vml"/><Relationship Id="rId5" Type="http://schemas.openxmlformats.org/officeDocument/2006/relationships/image" Target="../media/image16.emf"/><Relationship Id="rId4" Type="http://schemas.openxmlformats.org/officeDocument/2006/relationships/oleObject" Target="../embeddings/oleObject125.bin"/></Relationships>
</file>

<file path=ppt/slideLayouts/_rels/slideLayout16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7.xml"/><Relationship Id="rId1" Type="http://schemas.openxmlformats.org/officeDocument/2006/relationships/vmlDrawing" Target="../drawings/vmlDrawing122.vml"/><Relationship Id="rId5" Type="http://schemas.openxmlformats.org/officeDocument/2006/relationships/image" Target="../media/image17.emf"/><Relationship Id="rId4" Type="http://schemas.openxmlformats.org/officeDocument/2006/relationships/oleObject" Target="../embeddings/oleObject126.bin"/></Relationships>
</file>

<file path=ppt/slideLayouts/_rels/slideLayout16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8.xml"/><Relationship Id="rId1" Type="http://schemas.openxmlformats.org/officeDocument/2006/relationships/vmlDrawing" Target="../drawings/vmlDrawing123.vml"/><Relationship Id="rId5" Type="http://schemas.openxmlformats.org/officeDocument/2006/relationships/image" Target="../media/image17.emf"/><Relationship Id="rId4" Type="http://schemas.openxmlformats.org/officeDocument/2006/relationships/oleObject" Target="../embeddings/oleObject127.bin"/></Relationships>
</file>

<file path=ppt/slideLayouts/_rels/slideLayout16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9.xml"/><Relationship Id="rId1" Type="http://schemas.openxmlformats.org/officeDocument/2006/relationships/vmlDrawing" Target="../drawings/vmlDrawing124.vml"/><Relationship Id="rId5" Type="http://schemas.openxmlformats.org/officeDocument/2006/relationships/image" Target="../media/image17.emf"/><Relationship Id="rId4" Type="http://schemas.openxmlformats.org/officeDocument/2006/relationships/oleObject" Target="../embeddings/oleObject128.bin"/></Relationships>
</file>

<file path=ppt/slideLayouts/_rels/slideLayout16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0.xml"/><Relationship Id="rId1" Type="http://schemas.openxmlformats.org/officeDocument/2006/relationships/vmlDrawing" Target="../drawings/vmlDrawing125.vml"/><Relationship Id="rId5" Type="http://schemas.openxmlformats.org/officeDocument/2006/relationships/image" Target="../media/image17.emf"/><Relationship Id="rId4" Type="http://schemas.openxmlformats.org/officeDocument/2006/relationships/oleObject" Target="../embeddings/oleObject129.bin"/></Relationships>
</file>

<file path=ppt/slideLayouts/_rels/slideLayout16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1.xml"/><Relationship Id="rId1" Type="http://schemas.openxmlformats.org/officeDocument/2006/relationships/vmlDrawing" Target="../drawings/vmlDrawing126.vml"/><Relationship Id="rId5" Type="http://schemas.openxmlformats.org/officeDocument/2006/relationships/image" Target="../media/image17.emf"/><Relationship Id="rId4" Type="http://schemas.openxmlformats.org/officeDocument/2006/relationships/oleObject" Target="../embeddings/oleObject130.bin"/></Relationships>
</file>

<file path=ppt/slideLayouts/_rels/slideLayout16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2.xml"/><Relationship Id="rId1" Type="http://schemas.openxmlformats.org/officeDocument/2006/relationships/vmlDrawing" Target="../drawings/vmlDrawing127.vml"/><Relationship Id="rId5" Type="http://schemas.openxmlformats.org/officeDocument/2006/relationships/image" Target="../media/image17.emf"/><Relationship Id="rId4" Type="http://schemas.openxmlformats.org/officeDocument/2006/relationships/oleObject" Target="../embeddings/oleObject131.bin"/></Relationships>
</file>

<file path=ppt/slideLayouts/_rels/slideLayout16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3.xml"/><Relationship Id="rId1" Type="http://schemas.openxmlformats.org/officeDocument/2006/relationships/vmlDrawing" Target="../drawings/vmlDrawing128.vml"/><Relationship Id="rId5" Type="http://schemas.openxmlformats.org/officeDocument/2006/relationships/image" Target="../media/image17.emf"/><Relationship Id="rId4" Type="http://schemas.openxmlformats.org/officeDocument/2006/relationships/oleObject" Target="../embeddings/oleObject132.bin"/></Relationships>
</file>

<file path=ppt/slideLayouts/_rels/slideLayout16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4.xml"/><Relationship Id="rId1" Type="http://schemas.openxmlformats.org/officeDocument/2006/relationships/vmlDrawing" Target="../drawings/vmlDrawing129.vml"/><Relationship Id="rId5" Type="http://schemas.openxmlformats.org/officeDocument/2006/relationships/image" Target="../media/image17.emf"/><Relationship Id="rId4" Type="http://schemas.openxmlformats.org/officeDocument/2006/relationships/oleObject" Target="../embeddings/oleObject133.bin"/></Relationships>
</file>

<file path=ppt/slideLayouts/_rels/slideLayout16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5.xml"/><Relationship Id="rId1" Type="http://schemas.openxmlformats.org/officeDocument/2006/relationships/vmlDrawing" Target="../drawings/vmlDrawing130.vml"/><Relationship Id="rId5" Type="http://schemas.openxmlformats.org/officeDocument/2006/relationships/image" Target="../media/image17.emf"/><Relationship Id="rId4" Type="http://schemas.openxmlformats.org/officeDocument/2006/relationships/oleObject" Target="../embeddings/oleObject134.bin"/></Relationships>
</file>

<file path=ppt/slideLayouts/_rels/slideLayout17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6.xml"/><Relationship Id="rId1" Type="http://schemas.openxmlformats.org/officeDocument/2006/relationships/vmlDrawing" Target="../drawings/vmlDrawing131.vml"/><Relationship Id="rId5" Type="http://schemas.openxmlformats.org/officeDocument/2006/relationships/image" Target="../media/image17.emf"/><Relationship Id="rId4" Type="http://schemas.openxmlformats.org/officeDocument/2006/relationships/oleObject" Target="../embeddings/oleObject135.bin"/></Relationships>
</file>

<file path=ppt/slideLayouts/_rels/slideLayout17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7.xml"/><Relationship Id="rId1" Type="http://schemas.openxmlformats.org/officeDocument/2006/relationships/vmlDrawing" Target="../drawings/vmlDrawing132.vml"/><Relationship Id="rId5" Type="http://schemas.openxmlformats.org/officeDocument/2006/relationships/image" Target="../media/image17.emf"/><Relationship Id="rId4" Type="http://schemas.openxmlformats.org/officeDocument/2006/relationships/oleObject" Target="../embeddings/oleObject136.bin"/></Relationships>
</file>

<file path=ppt/slideLayouts/_rels/slideLayout17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8.xml"/><Relationship Id="rId1" Type="http://schemas.openxmlformats.org/officeDocument/2006/relationships/vmlDrawing" Target="../drawings/vmlDrawing133.vml"/><Relationship Id="rId5" Type="http://schemas.openxmlformats.org/officeDocument/2006/relationships/image" Target="../media/image17.emf"/><Relationship Id="rId4" Type="http://schemas.openxmlformats.org/officeDocument/2006/relationships/oleObject" Target="../embeddings/oleObject137.bin"/></Relationships>
</file>

<file path=ppt/slideLayouts/_rels/slideLayout17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9.xml"/><Relationship Id="rId1" Type="http://schemas.openxmlformats.org/officeDocument/2006/relationships/vmlDrawing" Target="../drawings/vmlDrawing134.vml"/><Relationship Id="rId5" Type="http://schemas.openxmlformats.org/officeDocument/2006/relationships/image" Target="../media/image17.emf"/><Relationship Id="rId4" Type="http://schemas.openxmlformats.org/officeDocument/2006/relationships/oleObject" Target="../embeddings/oleObject138.bin"/></Relationships>
</file>

<file path=ppt/slideLayouts/_rels/slideLayout17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0.xml"/><Relationship Id="rId1" Type="http://schemas.openxmlformats.org/officeDocument/2006/relationships/vmlDrawing" Target="../drawings/vmlDrawing135.vml"/><Relationship Id="rId5" Type="http://schemas.openxmlformats.org/officeDocument/2006/relationships/image" Target="../media/image17.emf"/><Relationship Id="rId4" Type="http://schemas.openxmlformats.org/officeDocument/2006/relationships/oleObject" Target="../embeddings/oleObject139.bin"/></Relationships>
</file>

<file path=ppt/slideLayouts/_rels/slideLayout17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1.xml"/><Relationship Id="rId1" Type="http://schemas.openxmlformats.org/officeDocument/2006/relationships/vmlDrawing" Target="../drawings/vmlDrawing136.vml"/><Relationship Id="rId5" Type="http://schemas.openxmlformats.org/officeDocument/2006/relationships/image" Target="../media/image17.emf"/><Relationship Id="rId4" Type="http://schemas.openxmlformats.org/officeDocument/2006/relationships/oleObject" Target="../embeddings/oleObject140.bin"/></Relationships>
</file>

<file path=ppt/slideLayouts/_rels/slideLayout17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2.xml"/><Relationship Id="rId1" Type="http://schemas.openxmlformats.org/officeDocument/2006/relationships/vmlDrawing" Target="../drawings/vmlDrawing137.vml"/><Relationship Id="rId5" Type="http://schemas.openxmlformats.org/officeDocument/2006/relationships/image" Target="../media/image17.emf"/><Relationship Id="rId4" Type="http://schemas.openxmlformats.org/officeDocument/2006/relationships/oleObject" Target="../embeddings/oleObject141.bin"/></Relationships>
</file>

<file path=ppt/slideLayouts/_rels/slideLayout17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3.xml"/><Relationship Id="rId1" Type="http://schemas.openxmlformats.org/officeDocument/2006/relationships/vmlDrawing" Target="../drawings/vmlDrawing138.vml"/><Relationship Id="rId5" Type="http://schemas.openxmlformats.org/officeDocument/2006/relationships/image" Target="../media/image17.emf"/><Relationship Id="rId4" Type="http://schemas.openxmlformats.org/officeDocument/2006/relationships/oleObject" Target="../embeddings/oleObject142.bin"/></Relationships>
</file>

<file path=ppt/slideLayouts/_rels/slideLayout17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4.xml"/><Relationship Id="rId1" Type="http://schemas.openxmlformats.org/officeDocument/2006/relationships/vmlDrawing" Target="../drawings/vmlDrawing139.vml"/><Relationship Id="rId5" Type="http://schemas.openxmlformats.org/officeDocument/2006/relationships/image" Target="../media/image18.emf"/><Relationship Id="rId4" Type="http://schemas.openxmlformats.org/officeDocument/2006/relationships/oleObject" Target="../embeddings/oleObject143.bin"/></Relationships>
</file>

<file path=ppt/slideLayouts/_rels/slideLayout17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5.xml"/><Relationship Id="rId1" Type="http://schemas.openxmlformats.org/officeDocument/2006/relationships/vmlDrawing" Target="../drawings/vmlDrawing140.vml"/><Relationship Id="rId5" Type="http://schemas.openxmlformats.org/officeDocument/2006/relationships/image" Target="../media/image18.emf"/><Relationship Id="rId4" Type="http://schemas.openxmlformats.org/officeDocument/2006/relationships/oleObject" Target="../embeddings/oleObject144.bin"/></Relationships>
</file>

<file path=ppt/slideLayouts/_rels/slideLayout18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6.xml"/><Relationship Id="rId1" Type="http://schemas.openxmlformats.org/officeDocument/2006/relationships/vmlDrawing" Target="../drawings/vmlDrawing141.vml"/><Relationship Id="rId5" Type="http://schemas.openxmlformats.org/officeDocument/2006/relationships/image" Target="../media/image18.emf"/><Relationship Id="rId4" Type="http://schemas.openxmlformats.org/officeDocument/2006/relationships/oleObject" Target="../embeddings/oleObject145.bin"/></Relationships>
</file>

<file path=ppt/slideLayouts/_rels/slideLayout18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7.xml"/><Relationship Id="rId1" Type="http://schemas.openxmlformats.org/officeDocument/2006/relationships/vmlDrawing" Target="../drawings/vmlDrawing142.vml"/><Relationship Id="rId5" Type="http://schemas.openxmlformats.org/officeDocument/2006/relationships/image" Target="../media/image18.emf"/><Relationship Id="rId4" Type="http://schemas.openxmlformats.org/officeDocument/2006/relationships/oleObject" Target="../embeddings/oleObject146.bin"/></Relationships>
</file>

<file path=ppt/slideLayouts/_rels/slideLayout18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8.xml"/><Relationship Id="rId1" Type="http://schemas.openxmlformats.org/officeDocument/2006/relationships/vmlDrawing" Target="../drawings/vmlDrawing143.vml"/><Relationship Id="rId5" Type="http://schemas.openxmlformats.org/officeDocument/2006/relationships/image" Target="../media/image18.emf"/><Relationship Id="rId4" Type="http://schemas.openxmlformats.org/officeDocument/2006/relationships/oleObject" Target="../embeddings/oleObject147.bin"/></Relationships>
</file>

<file path=ppt/slideLayouts/_rels/slideLayout18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9.xml"/><Relationship Id="rId1" Type="http://schemas.openxmlformats.org/officeDocument/2006/relationships/vmlDrawing" Target="../drawings/vmlDrawing144.vml"/><Relationship Id="rId5" Type="http://schemas.openxmlformats.org/officeDocument/2006/relationships/image" Target="../media/image18.emf"/><Relationship Id="rId4" Type="http://schemas.openxmlformats.org/officeDocument/2006/relationships/oleObject" Target="../embeddings/oleObject148.bin"/></Relationships>
</file>

<file path=ppt/slideLayouts/_rels/slideLayout18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0.xml"/><Relationship Id="rId1" Type="http://schemas.openxmlformats.org/officeDocument/2006/relationships/vmlDrawing" Target="../drawings/vmlDrawing145.vml"/><Relationship Id="rId5" Type="http://schemas.openxmlformats.org/officeDocument/2006/relationships/image" Target="../media/image18.emf"/><Relationship Id="rId4" Type="http://schemas.openxmlformats.org/officeDocument/2006/relationships/oleObject" Target="../embeddings/oleObject149.bin"/></Relationships>
</file>

<file path=ppt/slideLayouts/_rels/slideLayout18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1.xml"/><Relationship Id="rId1" Type="http://schemas.openxmlformats.org/officeDocument/2006/relationships/vmlDrawing" Target="../drawings/vmlDrawing146.vml"/><Relationship Id="rId5" Type="http://schemas.openxmlformats.org/officeDocument/2006/relationships/image" Target="../media/image18.emf"/><Relationship Id="rId4" Type="http://schemas.openxmlformats.org/officeDocument/2006/relationships/oleObject" Target="../embeddings/oleObject150.bin"/></Relationships>
</file>

<file path=ppt/slideLayouts/_rels/slideLayout18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2.xml"/><Relationship Id="rId1" Type="http://schemas.openxmlformats.org/officeDocument/2006/relationships/vmlDrawing" Target="../drawings/vmlDrawing147.vml"/><Relationship Id="rId5" Type="http://schemas.openxmlformats.org/officeDocument/2006/relationships/image" Target="../media/image18.emf"/><Relationship Id="rId4" Type="http://schemas.openxmlformats.org/officeDocument/2006/relationships/oleObject" Target="../embeddings/oleObject151.bin"/></Relationships>
</file>

<file path=ppt/slideLayouts/_rels/slideLayout18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3.xml"/><Relationship Id="rId1" Type="http://schemas.openxmlformats.org/officeDocument/2006/relationships/vmlDrawing" Target="../drawings/vmlDrawing148.vml"/><Relationship Id="rId5" Type="http://schemas.openxmlformats.org/officeDocument/2006/relationships/image" Target="../media/image18.emf"/><Relationship Id="rId4" Type="http://schemas.openxmlformats.org/officeDocument/2006/relationships/oleObject" Target="../embeddings/oleObject152.bin"/></Relationships>
</file>

<file path=ppt/slideLayouts/_rels/slideLayout18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4.xml"/><Relationship Id="rId1" Type="http://schemas.openxmlformats.org/officeDocument/2006/relationships/vmlDrawing" Target="../drawings/vmlDrawing149.vml"/><Relationship Id="rId5" Type="http://schemas.openxmlformats.org/officeDocument/2006/relationships/image" Target="../media/image18.emf"/><Relationship Id="rId4" Type="http://schemas.openxmlformats.org/officeDocument/2006/relationships/oleObject" Target="../embeddings/oleObject153.bin"/></Relationships>
</file>

<file path=ppt/slideLayouts/_rels/slideLayout18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5.xml"/><Relationship Id="rId1" Type="http://schemas.openxmlformats.org/officeDocument/2006/relationships/vmlDrawing" Target="../drawings/vmlDrawing150.vml"/><Relationship Id="rId5" Type="http://schemas.openxmlformats.org/officeDocument/2006/relationships/image" Target="../media/image18.emf"/><Relationship Id="rId4" Type="http://schemas.openxmlformats.org/officeDocument/2006/relationships/oleObject" Target="../embeddings/oleObject154.bin"/></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6.xml"/><Relationship Id="rId1" Type="http://schemas.openxmlformats.org/officeDocument/2006/relationships/vmlDrawing" Target="../drawings/vmlDrawing151.vml"/><Relationship Id="rId5" Type="http://schemas.openxmlformats.org/officeDocument/2006/relationships/image" Target="../media/image16.emf"/><Relationship Id="rId4" Type="http://schemas.openxmlformats.org/officeDocument/2006/relationships/oleObject" Target="../embeddings/oleObject155.bin"/></Relationships>
</file>

<file path=ppt/slideLayouts/_rels/slideLayout19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7.xml"/><Relationship Id="rId1" Type="http://schemas.openxmlformats.org/officeDocument/2006/relationships/vmlDrawing" Target="../drawings/vmlDrawing152.vml"/><Relationship Id="rId5" Type="http://schemas.openxmlformats.org/officeDocument/2006/relationships/image" Target="../media/image19.emf"/><Relationship Id="rId4" Type="http://schemas.openxmlformats.org/officeDocument/2006/relationships/oleObject" Target="../embeddings/oleObject156.bin"/></Relationships>
</file>

<file path=ppt/slideLayouts/_rels/slideLayout19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8.xml"/><Relationship Id="rId1" Type="http://schemas.openxmlformats.org/officeDocument/2006/relationships/vmlDrawing" Target="../drawings/vmlDrawing153.vml"/><Relationship Id="rId5" Type="http://schemas.openxmlformats.org/officeDocument/2006/relationships/image" Target="../media/image19.emf"/><Relationship Id="rId4" Type="http://schemas.openxmlformats.org/officeDocument/2006/relationships/oleObject" Target="../embeddings/oleObject157.bin"/></Relationships>
</file>

<file path=ppt/slideLayouts/_rels/slideLayout19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9.xml"/><Relationship Id="rId1" Type="http://schemas.openxmlformats.org/officeDocument/2006/relationships/vmlDrawing" Target="../drawings/vmlDrawing154.vml"/><Relationship Id="rId5" Type="http://schemas.openxmlformats.org/officeDocument/2006/relationships/image" Target="../media/image19.emf"/><Relationship Id="rId4" Type="http://schemas.openxmlformats.org/officeDocument/2006/relationships/oleObject" Target="../embeddings/oleObject158.bin"/></Relationships>
</file>

<file path=ppt/slideLayouts/_rels/slideLayout19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0.xml"/><Relationship Id="rId1" Type="http://schemas.openxmlformats.org/officeDocument/2006/relationships/vmlDrawing" Target="../drawings/vmlDrawing155.vml"/><Relationship Id="rId5" Type="http://schemas.openxmlformats.org/officeDocument/2006/relationships/image" Target="../media/image19.emf"/><Relationship Id="rId4" Type="http://schemas.openxmlformats.org/officeDocument/2006/relationships/oleObject" Target="../embeddings/oleObject159.bin"/></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1.xml"/><Relationship Id="rId1" Type="http://schemas.openxmlformats.org/officeDocument/2006/relationships/vmlDrawing" Target="../drawings/vmlDrawing156.vml"/><Relationship Id="rId5" Type="http://schemas.openxmlformats.org/officeDocument/2006/relationships/image" Target="../media/image16.emf"/><Relationship Id="rId4" Type="http://schemas.openxmlformats.org/officeDocument/2006/relationships/oleObject" Target="../embeddings/oleObject160.bin"/></Relationships>
</file>

<file path=ppt/slideLayouts/_rels/slideLayout20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2.xml"/><Relationship Id="rId1" Type="http://schemas.openxmlformats.org/officeDocument/2006/relationships/vmlDrawing" Target="../drawings/vmlDrawing157.vml"/><Relationship Id="rId5" Type="http://schemas.openxmlformats.org/officeDocument/2006/relationships/image" Target="../media/image20.emf"/><Relationship Id="rId4" Type="http://schemas.openxmlformats.org/officeDocument/2006/relationships/oleObject" Target="../embeddings/oleObject161.bin"/></Relationships>
</file>

<file path=ppt/slideLayouts/_rels/slideLayout20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3.xml"/><Relationship Id="rId1" Type="http://schemas.openxmlformats.org/officeDocument/2006/relationships/vmlDrawing" Target="../drawings/vmlDrawing158.vml"/><Relationship Id="rId5" Type="http://schemas.openxmlformats.org/officeDocument/2006/relationships/image" Target="../media/image20.emf"/><Relationship Id="rId4" Type="http://schemas.openxmlformats.org/officeDocument/2006/relationships/oleObject" Target="../embeddings/oleObject162.bin"/></Relationships>
</file>

<file path=ppt/slideLayouts/_rels/slideLayout20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4.xml"/><Relationship Id="rId1" Type="http://schemas.openxmlformats.org/officeDocument/2006/relationships/vmlDrawing" Target="../drawings/vmlDrawing159.vml"/><Relationship Id="rId5" Type="http://schemas.openxmlformats.org/officeDocument/2006/relationships/image" Target="../media/image20.emf"/><Relationship Id="rId4" Type="http://schemas.openxmlformats.org/officeDocument/2006/relationships/oleObject" Target="../embeddings/oleObject163.bin"/></Relationships>
</file>

<file path=ppt/slideLayouts/_rels/slideLayout20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5.xml"/><Relationship Id="rId1" Type="http://schemas.openxmlformats.org/officeDocument/2006/relationships/vmlDrawing" Target="../drawings/vmlDrawing160.vml"/><Relationship Id="rId5" Type="http://schemas.openxmlformats.org/officeDocument/2006/relationships/image" Target="../media/image20.emf"/><Relationship Id="rId4" Type="http://schemas.openxmlformats.org/officeDocument/2006/relationships/oleObject" Target="../embeddings/oleObject164.bin"/></Relationships>
</file>

<file path=ppt/slideLayouts/_rels/slideLayout20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6.xml"/><Relationship Id="rId1" Type="http://schemas.openxmlformats.org/officeDocument/2006/relationships/vmlDrawing" Target="../drawings/vmlDrawing161.vml"/><Relationship Id="rId5" Type="http://schemas.openxmlformats.org/officeDocument/2006/relationships/image" Target="../media/image20.emf"/><Relationship Id="rId4" Type="http://schemas.openxmlformats.org/officeDocument/2006/relationships/oleObject" Target="../embeddings/oleObject165.bin"/></Relationships>
</file>

<file path=ppt/slideLayouts/_rels/slideLayout20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7.xml"/><Relationship Id="rId1" Type="http://schemas.openxmlformats.org/officeDocument/2006/relationships/vmlDrawing" Target="../drawings/vmlDrawing162.vml"/><Relationship Id="rId5" Type="http://schemas.openxmlformats.org/officeDocument/2006/relationships/image" Target="../media/image20.emf"/><Relationship Id="rId4" Type="http://schemas.openxmlformats.org/officeDocument/2006/relationships/oleObject" Target="../embeddings/oleObject166.bin"/></Relationships>
</file>

<file path=ppt/slideLayouts/_rels/slideLayout20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8.xml"/><Relationship Id="rId1" Type="http://schemas.openxmlformats.org/officeDocument/2006/relationships/vmlDrawing" Target="../drawings/vmlDrawing163.vml"/><Relationship Id="rId5" Type="http://schemas.openxmlformats.org/officeDocument/2006/relationships/image" Target="../media/image20.emf"/><Relationship Id="rId4" Type="http://schemas.openxmlformats.org/officeDocument/2006/relationships/oleObject" Target="../embeddings/oleObject167.bin"/></Relationships>
</file>

<file path=ppt/slideLayouts/_rels/slideLayout20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9.xml"/><Relationship Id="rId1" Type="http://schemas.openxmlformats.org/officeDocument/2006/relationships/vmlDrawing" Target="../drawings/vmlDrawing164.vml"/><Relationship Id="rId5" Type="http://schemas.openxmlformats.org/officeDocument/2006/relationships/image" Target="../media/image20.emf"/><Relationship Id="rId4" Type="http://schemas.openxmlformats.org/officeDocument/2006/relationships/oleObject" Target="../embeddings/oleObject168.bin"/></Relationships>
</file>

<file path=ppt/slideLayouts/_rels/slideLayout21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0.xml"/><Relationship Id="rId1" Type="http://schemas.openxmlformats.org/officeDocument/2006/relationships/vmlDrawing" Target="../drawings/vmlDrawing165.vml"/><Relationship Id="rId5" Type="http://schemas.openxmlformats.org/officeDocument/2006/relationships/image" Target="../media/image16.emf"/><Relationship Id="rId4" Type="http://schemas.openxmlformats.org/officeDocument/2006/relationships/oleObject" Target="../embeddings/oleObject169.bin"/></Relationships>
</file>

<file path=ppt/slideLayouts/_rels/slideLayout21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1.xml"/><Relationship Id="rId1" Type="http://schemas.openxmlformats.org/officeDocument/2006/relationships/vmlDrawing" Target="../drawings/vmlDrawing166.vml"/><Relationship Id="rId5" Type="http://schemas.openxmlformats.org/officeDocument/2006/relationships/image" Target="../media/image21.emf"/><Relationship Id="rId4" Type="http://schemas.openxmlformats.org/officeDocument/2006/relationships/oleObject" Target="../embeddings/oleObject170.bin"/></Relationships>
</file>

<file path=ppt/slideLayouts/_rels/slideLayout21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2.xml"/><Relationship Id="rId1" Type="http://schemas.openxmlformats.org/officeDocument/2006/relationships/vmlDrawing" Target="../drawings/vmlDrawing167.vml"/><Relationship Id="rId5" Type="http://schemas.openxmlformats.org/officeDocument/2006/relationships/image" Target="../media/image21.emf"/><Relationship Id="rId4" Type="http://schemas.openxmlformats.org/officeDocument/2006/relationships/oleObject" Target="../embeddings/oleObject171.bin"/></Relationships>
</file>

<file path=ppt/slideLayouts/_rels/slideLayout21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3.xml"/><Relationship Id="rId1" Type="http://schemas.openxmlformats.org/officeDocument/2006/relationships/vmlDrawing" Target="../drawings/vmlDrawing168.vml"/><Relationship Id="rId5" Type="http://schemas.openxmlformats.org/officeDocument/2006/relationships/image" Target="../media/image21.emf"/><Relationship Id="rId4" Type="http://schemas.openxmlformats.org/officeDocument/2006/relationships/oleObject" Target="../embeddings/oleObject172.bin"/></Relationships>
</file>

<file path=ppt/slideLayouts/_rels/slideLayout21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4.xml"/><Relationship Id="rId1" Type="http://schemas.openxmlformats.org/officeDocument/2006/relationships/vmlDrawing" Target="../drawings/vmlDrawing169.vml"/><Relationship Id="rId6" Type="http://schemas.openxmlformats.org/officeDocument/2006/relationships/image" Target="../media/image23.svg"/><Relationship Id="rId5" Type="http://schemas.openxmlformats.org/officeDocument/2006/relationships/image" Target="../media/image21.emf"/><Relationship Id="rId4" Type="http://schemas.openxmlformats.org/officeDocument/2006/relationships/oleObject" Target="../embeddings/oleObject173.bin"/></Relationships>
</file>

<file path=ppt/slideLayouts/_rels/slideLayout21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5.xml"/><Relationship Id="rId1" Type="http://schemas.openxmlformats.org/officeDocument/2006/relationships/vmlDrawing" Target="../drawings/vmlDrawing170.vml"/><Relationship Id="rId6" Type="http://schemas.openxmlformats.org/officeDocument/2006/relationships/image" Target="../media/image24.svg"/><Relationship Id="rId5" Type="http://schemas.openxmlformats.org/officeDocument/2006/relationships/image" Target="../media/image21.emf"/><Relationship Id="rId4" Type="http://schemas.openxmlformats.org/officeDocument/2006/relationships/oleObject" Target="../embeddings/oleObject174.bin"/></Relationships>
</file>

<file path=ppt/slideLayouts/_rels/slideLayout21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6.xml"/><Relationship Id="rId1" Type="http://schemas.openxmlformats.org/officeDocument/2006/relationships/vmlDrawing" Target="../drawings/vmlDrawing171.vml"/><Relationship Id="rId5" Type="http://schemas.openxmlformats.org/officeDocument/2006/relationships/image" Target="../media/image21.emf"/><Relationship Id="rId4" Type="http://schemas.openxmlformats.org/officeDocument/2006/relationships/oleObject" Target="../embeddings/oleObject175.bin"/></Relationships>
</file>

<file path=ppt/slideLayouts/_rels/slideLayout21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7.xml"/><Relationship Id="rId1" Type="http://schemas.openxmlformats.org/officeDocument/2006/relationships/vmlDrawing" Target="../drawings/vmlDrawing172.vml"/><Relationship Id="rId5" Type="http://schemas.openxmlformats.org/officeDocument/2006/relationships/image" Target="../media/image21.emf"/><Relationship Id="rId4" Type="http://schemas.openxmlformats.org/officeDocument/2006/relationships/oleObject" Target="../embeddings/oleObject176.bin"/></Relationships>
</file>

<file path=ppt/slideLayouts/_rels/slideLayout21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8.xml"/><Relationship Id="rId1" Type="http://schemas.openxmlformats.org/officeDocument/2006/relationships/vmlDrawing" Target="../drawings/vmlDrawing173.vml"/><Relationship Id="rId5" Type="http://schemas.openxmlformats.org/officeDocument/2006/relationships/image" Target="../media/image21.emf"/><Relationship Id="rId4" Type="http://schemas.openxmlformats.org/officeDocument/2006/relationships/oleObject" Target="../embeddings/oleObject177.bin"/></Relationships>
</file>

<file path=ppt/slideLayouts/_rels/slideLayout21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9.xml"/><Relationship Id="rId1" Type="http://schemas.openxmlformats.org/officeDocument/2006/relationships/vmlDrawing" Target="../drawings/vmlDrawing174.vml"/><Relationship Id="rId5" Type="http://schemas.openxmlformats.org/officeDocument/2006/relationships/image" Target="../media/image21.emf"/><Relationship Id="rId4" Type="http://schemas.openxmlformats.org/officeDocument/2006/relationships/oleObject" Target="../embeddings/oleObject178.bin"/></Relationships>
</file>

<file path=ppt/slideLayouts/_rels/slideLayout22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0.xml"/><Relationship Id="rId1" Type="http://schemas.openxmlformats.org/officeDocument/2006/relationships/vmlDrawing" Target="../drawings/vmlDrawing175.vml"/><Relationship Id="rId5" Type="http://schemas.openxmlformats.org/officeDocument/2006/relationships/image" Target="../media/image16.emf"/><Relationship Id="rId4" Type="http://schemas.openxmlformats.org/officeDocument/2006/relationships/oleObject" Target="../embeddings/oleObject179.bin"/></Relationships>
</file>

<file path=ppt/slideLayouts/_rels/slideLayout22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1.xml"/><Relationship Id="rId1" Type="http://schemas.openxmlformats.org/officeDocument/2006/relationships/vmlDrawing" Target="../drawings/vmlDrawing176.vml"/><Relationship Id="rId5" Type="http://schemas.openxmlformats.org/officeDocument/2006/relationships/image" Target="../media/image22.emf"/><Relationship Id="rId4" Type="http://schemas.openxmlformats.org/officeDocument/2006/relationships/oleObject" Target="../embeddings/oleObject180.bin"/></Relationships>
</file>

<file path=ppt/slideLayouts/_rels/slideLayout22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2.xml"/><Relationship Id="rId1" Type="http://schemas.openxmlformats.org/officeDocument/2006/relationships/vmlDrawing" Target="../drawings/vmlDrawing177.vml"/><Relationship Id="rId5" Type="http://schemas.openxmlformats.org/officeDocument/2006/relationships/image" Target="../media/image22.emf"/><Relationship Id="rId4" Type="http://schemas.openxmlformats.org/officeDocument/2006/relationships/oleObject" Target="../embeddings/oleObject181.bin"/></Relationships>
</file>

<file path=ppt/slideLayouts/_rels/slideLayout22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3.xml"/><Relationship Id="rId1" Type="http://schemas.openxmlformats.org/officeDocument/2006/relationships/vmlDrawing" Target="../drawings/vmlDrawing178.vml"/><Relationship Id="rId5" Type="http://schemas.openxmlformats.org/officeDocument/2006/relationships/image" Target="../media/image22.emf"/><Relationship Id="rId4" Type="http://schemas.openxmlformats.org/officeDocument/2006/relationships/oleObject" Target="../embeddings/oleObject182.bin"/></Relationships>
</file>

<file path=ppt/slideLayouts/_rels/slideLayout22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4.xml"/><Relationship Id="rId1" Type="http://schemas.openxmlformats.org/officeDocument/2006/relationships/vmlDrawing" Target="../drawings/vmlDrawing179.vml"/><Relationship Id="rId5" Type="http://schemas.openxmlformats.org/officeDocument/2006/relationships/image" Target="../media/image22.emf"/><Relationship Id="rId4" Type="http://schemas.openxmlformats.org/officeDocument/2006/relationships/oleObject" Target="../embeddings/oleObject183.bin"/></Relationships>
</file>

<file path=ppt/slideLayouts/_rels/slideLayout22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5.xml"/><Relationship Id="rId1" Type="http://schemas.openxmlformats.org/officeDocument/2006/relationships/vmlDrawing" Target="../drawings/vmlDrawing180.vml"/><Relationship Id="rId5" Type="http://schemas.openxmlformats.org/officeDocument/2006/relationships/image" Target="../media/image23.emf"/><Relationship Id="rId4" Type="http://schemas.openxmlformats.org/officeDocument/2006/relationships/oleObject" Target="../embeddings/oleObject184.bin"/></Relationships>
</file>

<file path=ppt/slideLayouts/_rels/slideLayout22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6.xml"/><Relationship Id="rId1" Type="http://schemas.openxmlformats.org/officeDocument/2006/relationships/vmlDrawing" Target="../drawings/vmlDrawing181.vml"/><Relationship Id="rId5" Type="http://schemas.openxmlformats.org/officeDocument/2006/relationships/image" Target="../media/image23.emf"/><Relationship Id="rId4" Type="http://schemas.openxmlformats.org/officeDocument/2006/relationships/oleObject" Target="../embeddings/oleObject185.bin"/></Relationships>
</file>

<file path=ppt/slideLayouts/_rels/slideLayout22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7.xml"/><Relationship Id="rId1" Type="http://schemas.openxmlformats.org/officeDocument/2006/relationships/vmlDrawing" Target="../drawings/vmlDrawing182.vml"/><Relationship Id="rId5" Type="http://schemas.openxmlformats.org/officeDocument/2006/relationships/image" Target="../media/image23.emf"/><Relationship Id="rId4" Type="http://schemas.openxmlformats.org/officeDocument/2006/relationships/oleObject" Target="../embeddings/oleObject186.bin"/></Relationships>
</file>

<file path=ppt/slideLayouts/_rels/slideLayout22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8.xml"/><Relationship Id="rId1" Type="http://schemas.openxmlformats.org/officeDocument/2006/relationships/vmlDrawing" Target="../drawings/vmlDrawing183.vml"/><Relationship Id="rId5" Type="http://schemas.openxmlformats.org/officeDocument/2006/relationships/image" Target="../media/image23.emf"/><Relationship Id="rId4" Type="http://schemas.openxmlformats.org/officeDocument/2006/relationships/oleObject" Target="../embeddings/oleObject187.bin"/></Relationships>
</file>

<file path=ppt/slideLayouts/_rels/slideLayout22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9.xml"/><Relationship Id="rId1" Type="http://schemas.openxmlformats.org/officeDocument/2006/relationships/vmlDrawing" Target="../drawings/vmlDrawing184.vml"/><Relationship Id="rId5" Type="http://schemas.openxmlformats.org/officeDocument/2006/relationships/image" Target="../media/image23.emf"/><Relationship Id="rId4" Type="http://schemas.openxmlformats.org/officeDocument/2006/relationships/oleObject" Target="../embeddings/oleObject188.bin"/></Relationships>
</file>

<file path=ppt/slideLayouts/_rels/slideLayout23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0.xml"/><Relationship Id="rId1" Type="http://schemas.openxmlformats.org/officeDocument/2006/relationships/vmlDrawing" Target="../drawings/vmlDrawing185.vml"/><Relationship Id="rId5" Type="http://schemas.openxmlformats.org/officeDocument/2006/relationships/image" Target="../media/image23.emf"/><Relationship Id="rId4" Type="http://schemas.openxmlformats.org/officeDocument/2006/relationships/oleObject" Target="../embeddings/oleObject189.bin"/></Relationships>
</file>

<file path=ppt/slideLayouts/_rels/slideLayout23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1.xml"/><Relationship Id="rId1" Type="http://schemas.openxmlformats.org/officeDocument/2006/relationships/vmlDrawing" Target="../drawings/vmlDrawing186.vml"/><Relationship Id="rId5" Type="http://schemas.openxmlformats.org/officeDocument/2006/relationships/image" Target="../media/image23.emf"/><Relationship Id="rId4" Type="http://schemas.openxmlformats.org/officeDocument/2006/relationships/oleObject" Target="../embeddings/oleObject190.bin"/></Relationships>
</file>

<file path=ppt/slideLayouts/_rels/slideLayout23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2.xml"/><Relationship Id="rId1" Type="http://schemas.openxmlformats.org/officeDocument/2006/relationships/vmlDrawing" Target="../drawings/vmlDrawing187.vml"/><Relationship Id="rId5" Type="http://schemas.openxmlformats.org/officeDocument/2006/relationships/image" Target="../media/image23.emf"/><Relationship Id="rId4" Type="http://schemas.openxmlformats.org/officeDocument/2006/relationships/oleObject" Target="../embeddings/oleObject191.bin"/></Relationships>
</file>

<file path=ppt/slideLayouts/_rels/slideLayout23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3.xml"/><Relationship Id="rId1" Type="http://schemas.openxmlformats.org/officeDocument/2006/relationships/vmlDrawing" Target="../drawings/vmlDrawing188.vml"/><Relationship Id="rId5" Type="http://schemas.openxmlformats.org/officeDocument/2006/relationships/image" Target="../media/image23.emf"/><Relationship Id="rId4" Type="http://schemas.openxmlformats.org/officeDocument/2006/relationships/oleObject" Target="../embeddings/oleObject192.bin"/></Relationships>
</file>

<file path=ppt/slideLayouts/_rels/slideLayout23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4.xml"/><Relationship Id="rId1" Type="http://schemas.openxmlformats.org/officeDocument/2006/relationships/vmlDrawing" Target="../drawings/vmlDrawing189.vml"/><Relationship Id="rId5" Type="http://schemas.openxmlformats.org/officeDocument/2006/relationships/image" Target="../media/image23.emf"/><Relationship Id="rId4" Type="http://schemas.openxmlformats.org/officeDocument/2006/relationships/oleObject" Target="../embeddings/oleObject193.bin"/></Relationships>
</file>

<file path=ppt/slideLayouts/_rels/slideLayout23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5.xml"/><Relationship Id="rId1" Type="http://schemas.openxmlformats.org/officeDocument/2006/relationships/vmlDrawing" Target="../drawings/vmlDrawing190.vml"/><Relationship Id="rId5" Type="http://schemas.openxmlformats.org/officeDocument/2006/relationships/image" Target="../media/image16.emf"/><Relationship Id="rId4" Type="http://schemas.openxmlformats.org/officeDocument/2006/relationships/oleObject" Target="../embeddings/oleObject194.bin"/></Relationships>
</file>

<file path=ppt/slideLayouts/_rels/slideLayout236.xml.rels><?xml version="1.0" encoding="UTF-8" standalone="yes"?>
<Relationships xmlns="http://schemas.openxmlformats.org/package/2006/relationships"><Relationship Id="rId3" Type="http://schemas.openxmlformats.org/officeDocument/2006/relationships/tags" Target="../tags/tag197.xml"/><Relationship Id="rId7" Type="http://schemas.openxmlformats.org/officeDocument/2006/relationships/oleObject" Target="../embeddings/oleObject196.bin"/><Relationship Id="rId2" Type="http://schemas.openxmlformats.org/officeDocument/2006/relationships/tags" Target="../tags/tag196.xml"/><Relationship Id="rId1" Type="http://schemas.openxmlformats.org/officeDocument/2006/relationships/vmlDrawing" Target="../drawings/vmlDrawing191.vml"/><Relationship Id="rId6" Type="http://schemas.openxmlformats.org/officeDocument/2006/relationships/image" Target="../media/image24.emf"/><Relationship Id="rId5" Type="http://schemas.openxmlformats.org/officeDocument/2006/relationships/oleObject" Target="../embeddings/oleObject195.bin"/><Relationship Id="rId4" Type="http://schemas.openxmlformats.org/officeDocument/2006/relationships/slideMaster" Target="../slideMasters/slideMaster3.xml"/></Relationships>
</file>

<file path=ppt/slideLayouts/_rels/slideLayout237.xml.rels><?xml version="1.0" encoding="UTF-8" standalone="yes"?>
<Relationships xmlns="http://schemas.openxmlformats.org/package/2006/relationships"><Relationship Id="rId3" Type="http://schemas.openxmlformats.org/officeDocument/2006/relationships/tags" Target="../tags/tag199.xml"/><Relationship Id="rId7" Type="http://schemas.openxmlformats.org/officeDocument/2006/relationships/oleObject" Target="../embeddings/oleObject198.bin"/><Relationship Id="rId2" Type="http://schemas.openxmlformats.org/officeDocument/2006/relationships/tags" Target="../tags/tag198.xml"/><Relationship Id="rId1" Type="http://schemas.openxmlformats.org/officeDocument/2006/relationships/vmlDrawing" Target="../drawings/vmlDrawing192.vml"/><Relationship Id="rId6" Type="http://schemas.openxmlformats.org/officeDocument/2006/relationships/image" Target="../media/image24.emf"/><Relationship Id="rId5" Type="http://schemas.openxmlformats.org/officeDocument/2006/relationships/oleObject" Target="../embeddings/oleObject197.bin"/><Relationship Id="rId4" Type="http://schemas.openxmlformats.org/officeDocument/2006/relationships/slideMaster" Target="../slideMasters/slideMaster3.xml"/></Relationships>
</file>

<file path=ppt/slideLayouts/_rels/slideLayout238.xml.rels><?xml version="1.0" encoding="UTF-8" standalone="yes"?>
<Relationships xmlns="http://schemas.openxmlformats.org/package/2006/relationships"><Relationship Id="rId3" Type="http://schemas.openxmlformats.org/officeDocument/2006/relationships/tags" Target="../tags/tag201.xml"/><Relationship Id="rId7" Type="http://schemas.openxmlformats.org/officeDocument/2006/relationships/oleObject" Target="../embeddings/oleObject200.bin"/><Relationship Id="rId2" Type="http://schemas.openxmlformats.org/officeDocument/2006/relationships/tags" Target="../tags/tag200.xml"/><Relationship Id="rId1" Type="http://schemas.openxmlformats.org/officeDocument/2006/relationships/vmlDrawing" Target="../drawings/vmlDrawing193.vml"/><Relationship Id="rId6" Type="http://schemas.openxmlformats.org/officeDocument/2006/relationships/image" Target="../media/image24.emf"/><Relationship Id="rId5" Type="http://schemas.openxmlformats.org/officeDocument/2006/relationships/oleObject" Target="../embeddings/oleObject199.bin"/><Relationship Id="rId4" Type="http://schemas.openxmlformats.org/officeDocument/2006/relationships/slideMaster" Target="../slideMasters/slideMaster3.xml"/></Relationships>
</file>

<file path=ppt/slideLayouts/_rels/slideLayout239.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tags" Target="../tags/tag203.xml"/><Relationship Id="rId7" Type="http://schemas.openxmlformats.org/officeDocument/2006/relationships/image" Target="../media/image25.png"/><Relationship Id="rId2" Type="http://schemas.openxmlformats.org/officeDocument/2006/relationships/tags" Target="../tags/tag202.xml"/><Relationship Id="rId1" Type="http://schemas.openxmlformats.org/officeDocument/2006/relationships/vmlDrawing" Target="../drawings/vmlDrawing194.vml"/><Relationship Id="rId6" Type="http://schemas.openxmlformats.org/officeDocument/2006/relationships/image" Target="../media/image24.emf"/><Relationship Id="rId5" Type="http://schemas.openxmlformats.org/officeDocument/2006/relationships/oleObject" Target="../embeddings/oleObject201.bin"/><Relationship Id="rId10" Type="http://schemas.openxmlformats.org/officeDocument/2006/relationships/oleObject" Target="../embeddings/oleObject202.bin"/><Relationship Id="rId4" Type="http://schemas.openxmlformats.org/officeDocument/2006/relationships/slideMaster" Target="../slideMasters/slideMaster3.xml"/><Relationship Id="rId9" Type="http://schemas.openxmlformats.org/officeDocument/2006/relationships/image" Target="../media/image27.png"/></Relationships>
</file>

<file path=ppt/slideLayouts/_rels/slideLayout24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4.xml"/><Relationship Id="rId1" Type="http://schemas.openxmlformats.org/officeDocument/2006/relationships/vmlDrawing" Target="../drawings/vmlDrawing195.vml"/><Relationship Id="rId5" Type="http://schemas.openxmlformats.org/officeDocument/2006/relationships/image" Target="../media/image24.emf"/><Relationship Id="rId4" Type="http://schemas.openxmlformats.org/officeDocument/2006/relationships/oleObject" Target="../embeddings/oleObject203.bin"/></Relationships>
</file>

<file path=ppt/slideLayouts/_rels/slideLayout24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5.xml"/><Relationship Id="rId1" Type="http://schemas.openxmlformats.org/officeDocument/2006/relationships/vmlDrawing" Target="../drawings/vmlDrawing196.vml"/><Relationship Id="rId5" Type="http://schemas.openxmlformats.org/officeDocument/2006/relationships/image" Target="../media/image24.emf"/><Relationship Id="rId4" Type="http://schemas.openxmlformats.org/officeDocument/2006/relationships/oleObject" Target="../embeddings/oleObject204.bin"/></Relationships>
</file>

<file path=ppt/slideLayouts/_rels/slideLayout24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6.xml"/><Relationship Id="rId1" Type="http://schemas.openxmlformats.org/officeDocument/2006/relationships/vmlDrawing" Target="../drawings/vmlDrawing197.vml"/><Relationship Id="rId5" Type="http://schemas.openxmlformats.org/officeDocument/2006/relationships/image" Target="../media/image24.emf"/><Relationship Id="rId4" Type="http://schemas.openxmlformats.org/officeDocument/2006/relationships/oleObject" Target="../embeddings/oleObject205.bin"/></Relationships>
</file>

<file path=ppt/slideLayouts/_rels/slideLayout24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7.xml"/><Relationship Id="rId1" Type="http://schemas.openxmlformats.org/officeDocument/2006/relationships/vmlDrawing" Target="../drawings/vmlDrawing198.vml"/><Relationship Id="rId6" Type="http://schemas.openxmlformats.org/officeDocument/2006/relationships/image" Target="../media/image28.png"/><Relationship Id="rId5" Type="http://schemas.openxmlformats.org/officeDocument/2006/relationships/image" Target="../media/image24.emf"/><Relationship Id="rId4" Type="http://schemas.openxmlformats.org/officeDocument/2006/relationships/oleObject" Target="../embeddings/oleObject206.bin"/></Relationships>
</file>

<file path=ppt/slideLayouts/_rels/slideLayout24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8.xml"/><Relationship Id="rId1" Type="http://schemas.openxmlformats.org/officeDocument/2006/relationships/vmlDrawing" Target="../drawings/vmlDrawing199.vml"/><Relationship Id="rId6" Type="http://schemas.openxmlformats.org/officeDocument/2006/relationships/image" Target="../media/image28.png"/><Relationship Id="rId5" Type="http://schemas.openxmlformats.org/officeDocument/2006/relationships/image" Target="../media/image24.emf"/><Relationship Id="rId4" Type="http://schemas.openxmlformats.org/officeDocument/2006/relationships/oleObject" Target="../embeddings/oleObject207.bin"/></Relationships>
</file>

<file path=ppt/slideLayouts/_rels/slideLayout24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9.xml"/><Relationship Id="rId1" Type="http://schemas.openxmlformats.org/officeDocument/2006/relationships/vmlDrawing" Target="../drawings/vmlDrawing200.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208.bin"/></Relationships>
</file>

<file path=ppt/slideLayouts/_rels/slideLayout24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0.xml"/><Relationship Id="rId1" Type="http://schemas.openxmlformats.org/officeDocument/2006/relationships/vmlDrawing" Target="../drawings/vmlDrawing201.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209.bin"/></Relationships>
</file>

<file path=ppt/slideLayouts/_rels/slideLayout24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1.xml"/><Relationship Id="rId1" Type="http://schemas.openxmlformats.org/officeDocument/2006/relationships/vmlDrawing" Target="../drawings/vmlDrawing202.vml"/><Relationship Id="rId6" Type="http://schemas.openxmlformats.org/officeDocument/2006/relationships/image" Target="../media/image33.svg"/><Relationship Id="rId5" Type="http://schemas.openxmlformats.org/officeDocument/2006/relationships/image" Target="../media/image24.emf"/><Relationship Id="rId4" Type="http://schemas.openxmlformats.org/officeDocument/2006/relationships/oleObject" Target="../embeddings/oleObject210.bin"/></Relationships>
</file>

<file path=ppt/slideLayouts/_rels/slideLayout24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2.xml"/><Relationship Id="rId1" Type="http://schemas.openxmlformats.org/officeDocument/2006/relationships/vmlDrawing" Target="../drawings/vmlDrawing203.vml"/><Relationship Id="rId6" Type="http://schemas.openxmlformats.org/officeDocument/2006/relationships/image" Target="../media/image34.svg"/><Relationship Id="rId5" Type="http://schemas.openxmlformats.org/officeDocument/2006/relationships/image" Target="../media/image24.emf"/><Relationship Id="rId4" Type="http://schemas.openxmlformats.org/officeDocument/2006/relationships/oleObject" Target="../embeddings/oleObject211.bin"/></Relationships>
</file>

<file path=ppt/slideLayouts/_rels/slideLayout24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3.xml"/><Relationship Id="rId1" Type="http://schemas.openxmlformats.org/officeDocument/2006/relationships/vmlDrawing" Target="../drawings/vmlDrawing204.vml"/><Relationship Id="rId5" Type="http://schemas.openxmlformats.org/officeDocument/2006/relationships/image" Target="../media/image16.emf"/><Relationship Id="rId4" Type="http://schemas.openxmlformats.org/officeDocument/2006/relationships/oleObject" Target="../embeddings/oleObject212.bin"/></Relationships>
</file>

<file path=ppt/slideLayouts/_rels/slideLayout25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4.xml"/><Relationship Id="rId1" Type="http://schemas.openxmlformats.org/officeDocument/2006/relationships/vmlDrawing" Target="../drawings/vmlDrawing205.vml"/><Relationship Id="rId5" Type="http://schemas.openxmlformats.org/officeDocument/2006/relationships/image" Target="../media/image30.emf"/><Relationship Id="rId4" Type="http://schemas.openxmlformats.org/officeDocument/2006/relationships/oleObject" Target="../embeddings/oleObject213.bin"/></Relationships>
</file>

<file path=ppt/slideLayouts/_rels/slideLayout25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5.xml"/><Relationship Id="rId1" Type="http://schemas.openxmlformats.org/officeDocument/2006/relationships/vmlDrawing" Target="../drawings/vmlDrawing206.vml"/><Relationship Id="rId5" Type="http://schemas.openxmlformats.org/officeDocument/2006/relationships/image" Target="../media/image30.emf"/><Relationship Id="rId4" Type="http://schemas.openxmlformats.org/officeDocument/2006/relationships/oleObject" Target="../embeddings/oleObject214.bin"/></Relationships>
</file>

<file path=ppt/slideLayouts/_rels/slideLayout25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6.xml"/><Relationship Id="rId1" Type="http://schemas.openxmlformats.org/officeDocument/2006/relationships/vmlDrawing" Target="../drawings/vmlDrawing207.vml"/><Relationship Id="rId5" Type="http://schemas.openxmlformats.org/officeDocument/2006/relationships/image" Target="../media/image31.emf"/><Relationship Id="rId4" Type="http://schemas.openxmlformats.org/officeDocument/2006/relationships/oleObject" Target="../embeddings/oleObject215.bin"/></Relationships>
</file>

<file path=ppt/slideLayouts/_rels/slideLayout25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7.xml"/><Relationship Id="rId1" Type="http://schemas.openxmlformats.org/officeDocument/2006/relationships/vmlDrawing" Target="../drawings/vmlDrawing208.vml"/><Relationship Id="rId5" Type="http://schemas.openxmlformats.org/officeDocument/2006/relationships/image" Target="../media/image31.emf"/><Relationship Id="rId4" Type="http://schemas.openxmlformats.org/officeDocument/2006/relationships/oleObject" Target="../embeddings/oleObject216.bin"/></Relationships>
</file>

<file path=ppt/slideLayouts/_rels/slideLayout25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8.xml"/><Relationship Id="rId1" Type="http://schemas.openxmlformats.org/officeDocument/2006/relationships/vmlDrawing" Target="../drawings/vmlDrawing209.vml"/><Relationship Id="rId5" Type="http://schemas.openxmlformats.org/officeDocument/2006/relationships/image" Target="../media/image16.emf"/><Relationship Id="rId4" Type="http://schemas.openxmlformats.org/officeDocument/2006/relationships/oleObject" Target="../embeddings/oleObject217.bin"/></Relationships>
</file>

<file path=ppt/slideLayouts/_rels/slideLayout25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9.xml"/><Relationship Id="rId1" Type="http://schemas.openxmlformats.org/officeDocument/2006/relationships/vmlDrawing" Target="../drawings/vmlDrawing210.vml"/><Relationship Id="rId5" Type="http://schemas.openxmlformats.org/officeDocument/2006/relationships/image" Target="../media/image32.emf"/><Relationship Id="rId4" Type="http://schemas.openxmlformats.org/officeDocument/2006/relationships/oleObject" Target="../embeddings/oleObject218.bin"/></Relationships>
</file>

<file path=ppt/slideLayouts/_rels/slideLayout25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0.xml"/><Relationship Id="rId1" Type="http://schemas.openxmlformats.org/officeDocument/2006/relationships/vmlDrawing" Target="../drawings/vmlDrawing211.vml"/><Relationship Id="rId5" Type="http://schemas.openxmlformats.org/officeDocument/2006/relationships/image" Target="../media/image32.emf"/><Relationship Id="rId4" Type="http://schemas.openxmlformats.org/officeDocument/2006/relationships/oleObject" Target="../embeddings/oleObject219.bin"/></Relationships>
</file>

<file path=ppt/slideLayouts/_rels/slideLayout25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1.xml"/><Relationship Id="rId1" Type="http://schemas.openxmlformats.org/officeDocument/2006/relationships/vmlDrawing" Target="../drawings/vmlDrawing212.vml"/><Relationship Id="rId5" Type="http://schemas.openxmlformats.org/officeDocument/2006/relationships/image" Target="../media/image32.emf"/><Relationship Id="rId4" Type="http://schemas.openxmlformats.org/officeDocument/2006/relationships/oleObject" Target="../embeddings/oleObject220.bin"/></Relationships>
</file>

<file path=ppt/slideLayouts/_rels/slideLayout25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2.xml"/><Relationship Id="rId1" Type="http://schemas.openxmlformats.org/officeDocument/2006/relationships/vmlDrawing" Target="../drawings/vmlDrawing213.vml"/><Relationship Id="rId5" Type="http://schemas.openxmlformats.org/officeDocument/2006/relationships/image" Target="../media/image32.emf"/><Relationship Id="rId4" Type="http://schemas.openxmlformats.org/officeDocument/2006/relationships/oleObject" Target="../embeddings/oleObject221.bin"/></Relationships>
</file>

<file path=ppt/slideLayouts/_rels/slideLayout25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3.xml"/><Relationship Id="rId1" Type="http://schemas.openxmlformats.org/officeDocument/2006/relationships/vmlDrawing" Target="../drawings/vmlDrawing214.vml"/><Relationship Id="rId5" Type="http://schemas.openxmlformats.org/officeDocument/2006/relationships/image" Target="../media/image32.emf"/><Relationship Id="rId4" Type="http://schemas.openxmlformats.org/officeDocument/2006/relationships/oleObject" Target="../embeddings/oleObject222.bin"/></Relationships>
</file>

<file path=ppt/slideLayouts/_rels/slideLayout26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4.xml"/><Relationship Id="rId1" Type="http://schemas.openxmlformats.org/officeDocument/2006/relationships/vmlDrawing" Target="../drawings/vmlDrawing215.vml"/><Relationship Id="rId5" Type="http://schemas.openxmlformats.org/officeDocument/2006/relationships/image" Target="../media/image32.emf"/><Relationship Id="rId4" Type="http://schemas.openxmlformats.org/officeDocument/2006/relationships/oleObject" Target="../embeddings/oleObject223.bin"/></Relationships>
</file>

<file path=ppt/slideLayouts/_rels/slideLayout26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5.xml"/><Relationship Id="rId1" Type="http://schemas.openxmlformats.org/officeDocument/2006/relationships/vmlDrawing" Target="../drawings/vmlDrawing216.vml"/><Relationship Id="rId5" Type="http://schemas.openxmlformats.org/officeDocument/2006/relationships/image" Target="../media/image16.emf"/><Relationship Id="rId4" Type="http://schemas.openxmlformats.org/officeDocument/2006/relationships/oleObject" Target="../embeddings/oleObject224.bin"/></Relationships>
</file>

<file path=ppt/slideLayouts/_rels/slideLayout262.xml.rels><?xml version="1.0" encoding="UTF-8" standalone="yes"?>
<Relationships xmlns="http://schemas.openxmlformats.org/package/2006/relationships"><Relationship Id="rId3" Type="http://schemas.openxmlformats.org/officeDocument/2006/relationships/slideMaster" Target="../slideMasters/slideMaster3.xml"/><Relationship Id="rId7" Type="http://schemas.openxmlformats.org/officeDocument/2006/relationships/image" Target="../media/image40.svg"/><Relationship Id="rId2" Type="http://schemas.openxmlformats.org/officeDocument/2006/relationships/tags" Target="../tags/tag226.xml"/><Relationship Id="rId1" Type="http://schemas.openxmlformats.org/officeDocument/2006/relationships/vmlDrawing" Target="../drawings/vmlDrawing217.vml"/><Relationship Id="rId6" Type="http://schemas.openxmlformats.org/officeDocument/2006/relationships/image" Target="../media/image33.emf"/><Relationship Id="rId5" Type="http://schemas.openxmlformats.org/officeDocument/2006/relationships/oleObject" Target="../embeddings/oleObject225.bin"/><Relationship Id="rId4" Type="http://schemas.openxmlformats.org/officeDocument/2006/relationships/image" Target="../media/image38.svg"/></Relationships>
</file>

<file path=ppt/slideLayouts/_rels/slideLayout263.xml.rels><?xml version="1.0" encoding="UTF-8" standalone="yes"?>
<Relationships xmlns="http://schemas.openxmlformats.org/package/2006/relationships"><Relationship Id="rId3" Type="http://schemas.openxmlformats.org/officeDocument/2006/relationships/slideMaster" Target="../slideMasters/slideMaster3.xml"/><Relationship Id="rId7" Type="http://schemas.openxmlformats.org/officeDocument/2006/relationships/image" Target="../media/image40.svg"/><Relationship Id="rId2" Type="http://schemas.openxmlformats.org/officeDocument/2006/relationships/tags" Target="../tags/tag227.xml"/><Relationship Id="rId1" Type="http://schemas.openxmlformats.org/officeDocument/2006/relationships/vmlDrawing" Target="../drawings/vmlDrawing218.vml"/><Relationship Id="rId6" Type="http://schemas.openxmlformats.org/officeDocument/2006/relationships/image" Target="../media/image33.emf"/><Relationship Id="rId5" Type="http://schemas.openxmlformats.org/officeDocument/2006/relationships/oleObject" Target="../embeddings/oleObject226.bin"/><Relationship Id="rId4" Type="http://schemas.openxmlformats.org/officeDocument/2006/relationships/image" Target="../media/image23.svg"/></Relationships>
</file>

<file path=ppt/slideLayouts/_rels/slideLayout264.xml.rels><?xml version="1.0" encoding="UTF-8" standalone="yes"?>
<Relationships xmlns="http://schemas.openxmlformats.org/package/2006/relationships"><Relationship Id="rId3" Type="http://schemas.openxmlformats.org/officeDocument/2006/relationships/slideMaster" Target="../slideMasters/slideMaster3.xml"/><Relationship Id="rId7" Type="http://schemas.openxmlformats.org/officeDocument/2006/relationships/image" Target="../media/image40.svg"/><Relationship Id="rId2" Type="http://schemas.openxmlformats.org/officeDocument/2006/relationships/tags" Target="../tags/tag228.xml"/><Relationship Id="rId1" Type="http://schemas.openxmlformats.org/officeDocument/2006/relationships/vmlDrawing" Target="../drawings/vmlDrawing219.vml"/><Relationship Id="rId6" Type="http://schemas.openxmlformats.org/officeDocument/2006/relationships/image" Target="../media/image33.emf"/><Relationship Id="rId5" Type="http://schemas.openxmlformats.org/officeDocument/2006/relationships/oleObject" Target="../embeddings/oleObject227.bin"/><Relationship Id="rId4" Type="http://schemas.openxmlformats.org/officeDocument/2006/relationships/image" Target="../media/image23.svg"/></Relationships>
</file>

<file path=ppt/slideLayouts/_rels/slideLayout26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9.xml"/><Relationship Id="rId1" Type="http://schemas.openxmlformats.org/officeDocument/2006/relationships/vmlDrawing" Target="../drawings/vmlDrawing220.vml"/><Relationship Id="rId6" Type="http://schemas.openxmlformats.org/officeDocument/2006/relationships/image" Target="../media/image41.svg"/><Relationship Id="rId5" Type="http://schemas.openxmlformats.org/officeDocument/2006/relationships/image" Target="../media/image33.emf"/><Relationship Id="rId4" Type="http://schemas.openxmlformats.org/officeDocument/2006/relationships/oleObject" Target="../embeddings/oleObject228.bin"/></Relationships>
</file>

<file path=ppt/slideLayouts/_rels/slideLayout26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30.xml"/><Relationship Id="rId1" Type="http://schemas.openxmlformats.org/officeDocument/2006/relationships/vmlDrawing" Target="../drawings/vmlDrawing221.vml"/><Relationship Id="rId6" Type="http://schemas.openxmlformats.org/officeDocument/2006/relationships/image" Target="../media/image42.svg"/><Relationship Id="rId5" Type="http://schemas.openxmlformats.org/officeDocument/2006/relationships/image" Target="../media/image33.emf"/><Relationship Id="rId4" Type="http://schemas.openxmlformats.org/officeDocument/2006/relationships/oleObject" Target="../embeddings/oleObject229.bin"/></Relationships>
</file>

<file path=ppt/slideLayouts/_rels/slideLayout26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31.xml"/><Relationship Id="rId1" Type="http://schemas.openxmlformats.org/officeDocument/2006/relationships/vmlDrawing" Target="../drawings/vmlDrawing222.vml"/><Relationship Id="rId5" Type="http://schemas.openxmlformats.org/officeDocument/2006/relationships/image" Target="../media/image16.emf"/><Relationship Id="rId4" Type="http://schemas.openxmlformats.org/officeDocument/2006/relationships/oleObject" Target="../embeddings/oleObject230.bin"/></Relationships>
</file>

<file path=ppt/slideLayouts/_rels/slideLayout26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3.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v1">
    <p:bg>
      <p:bgPr>
        <a:solidFill>
          <a:schemeClr val="accent5"/>
        </a:solidFill>
        <a:effectLst/>
      </p:bgPr>
    </p:bg>
    <p:spTree>
      <p:nvGrpSpPr>
        <p:cNvPr id="1" name=""/>
        <p:cNvGrpSpPr/>
        <p:nvPr/>
      </p:nvGrpSpPr>
      <p:grpSpPr>
        <a:xfrm>
          <a:off x="0" y="0"/>
          <a:ext cx="0" cy="0"/>
          <a:chOff x="0" y="0"/>
          <a:chExt cx="0" cy="0"/>
        </a:xfrm>
      </p:grpSpPr>
      <p:pic>
        <p:nvPicPr>
          <p:cNvPr id="35" name="Picture 34">
            <a:extLst>
              <a:ext uri="{FF2B5EF4-FFF2-40B4-BE49-F238E27FC236}">
                <a16:creationId xmlns:a16="http://schemas.microsoft.com/office/drawing/2014/main" xmlns="" id="{27CB389C-7477-4383-A9E8-C2245E730B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12192000" cy="6858000"/>
          </a:xfrm>
          <a:prstGeom prst="rect">
            <a:avLst/>
          </a:prstGeom>
        </p:spPr>
      </p:pic>
      <p:sp>
        <p:nvSpPr>
          <p:cNvPr id="11" name="Rectangle 10">
            <a:extLst>
              <a:ext uri="{FF2B5EF4-FFF2-40B4-BE49-F238E27FC236}">
                <a16:creationId xmlns:a16="http://schemas.microsoft.com/office/drawing/2014/main" xmlns=""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19" name="Oval 18">
            <a:extLst>
              <a:ext uri="{FF2B5EF4-FFF2-40B4-BE49-F238E27FC236}">
                <a16:creationId xmlns:a16="http://schemas.microsoft.com/office/drawing/2014/main" xmlns="" id="{98855B5B-E925-44AD-9009-DE309257938B}"/>
              </a:ext>
            </a:extLst>
          </p:cNvPr>
          <p:cNvSpPr/>
          <p:nvPr userDrawn="1"/>
        </p:nvSpPr>
        <p:spPr>
          <a:xfrm>
            <a:off x="3772818" y="1106424"/>
            <a:ext cx="4646362" cy="4645152"/>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Title 1">
            <a:extLst>
              <a:ext uri="{FF2B5EF4-FFF2-40B4-BE49-F238E27FC236}">
                <a16:creationId xmlns:a16="http://schemas.microsoft.com/office/drawing/2014/main" xmlns="" id="{2B3CE755-2906-40A4-867D-D46C782283BD}"/>
              </a:ext>
            </a:extLst>
          </p:cNvPr>
          <p:cNvSpPr>
            <a:spLocks noGrp="1"/>
          </p:cNvSpPr>
          <p:nvPr>
            <p:ph type="ctrTitle" hasCustomPrompt="1"/>
          </p:nvPr>
        </p:nvSpPr>
        <p:spPr>
          <a:xfrm>
            <a:off x="3771136" y="2552563"/>
            <a:ext cx="4649730" cy="2095500"/>
          </a:xfrm>
        </p:spPr>
        <p:txBody>
          <a:bodyPr anchor="ctr"/>
          <a:lstStyle>
            <a:lvl1pPr algn="ctr">
              <a:lnSpc>
                <a:spcPct val="80000"/>
              </a:lnSpc>
              <a:defRPr sz="40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a16="http://schemas.microsoft.com/office/drawing/2014/main" xmlns="" id="{A6B1691B-8BE5-452A-A64A-26ABE13E0197}"/>
              </a:ext>
            </a:extLst>
          </p:cNvPr>
          <p:cNvSpPr>
            <a:spLocks noGrp="1"/>
          </p:cNvSpPr>
          <p:nvPr>
            <p:ph type="body" sz="quarter" idx="10" hasCustomPrompt="1"/>
          </p:nvPr>
        </p:nvSpPr>
        <p:spPr>
          <a:xfrm>
            <a:off x="5136825" y="1938968"/>
            <a:ext cx="1918348" cy="315913"/>
          </a:xfrm>
          <a:prstGeom prst="rect">
            <a:avLst/>
          </a:prstGeom>
        </p:spPr>
        <p:txBody>
          <a:bodyPr anchor="ctr">
            <a:noAutofit/>
          </a:bodyPr>
          <a:lstStyle>
            <a:lvl1pPr marL="0" indent="0" algn="ctr">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25" name="Picture Placeholder 19">
            <a:extLst>
              <a:ext uri="{FF2B5EF4-FFF2-40B4-BE49-F238E27FC236}">
                <a16:creationId xmlns:a16="http://schemas.microsoft.com/office/drawing/2014/main" xmlns="" id="{BBB6AD79-4BB3-4B00-81E0-23A147A8722D}"/>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34" name="Oval 33">
            <a:extLst>
              <a:ext uri="{FF2B5EF4-FFF2-40B4-BE49-F238E27FC236}">
                <a16:creationId xmlns:a16="http://schemas.microsoft.com/office/drawing/2014/main" xmlns="" id="{62724850-F4EF-40CD-8CEE-B0E45566D342}"/>
              </a:ext>
            </a:extLst>
          </p:cNvPr>
          <p:cNvSpPr/>
          <p:nvPr userDrawn="1"/>
        </p:nvSpPr>
        <p:spPr>
          <a:xfrm>
            <a:off x="6634200" y="4535266"/>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a16="http://schemas.microsoft.com/office/drawing/2014/main" xmlns="" id="{DDA26FD1-8103-47E4-A692-B1304618F741}"/>
              </a:ext>
            </a:extLst>
          </p:cNvPr>
          <p:cNvSpPr>
            <a:spLocks noGrp="1"/>
          </p:cNvSpPr>
          <p:nvPr>
            <p:ph type="subTitle" idx="1" hasCustomPrompt="1"/>
          </p:nvPr>
        </p:nvSpPr>
        <p:spPr>
          <a:xfrm>
            <a:off x="6753102" y="4900144"/>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pic>
        <p:nvPicPr>
          <p:cNvPr id="16" name="Picture Placeholder 2">
            <a:extLst>
              <a:ext uri="{FF2B5EF4-FFF2-40B4-BE49-F238E27FC236}">
                <a16:creationId xmlns:a16="http://schemas.microsoft.com/office/drawing/2014/main" xmlns="" id="{0722218A-F86B-4F46-ABF3-1D0489C8A00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Tree>
    <p:extLst>
      <p:ext uri="{BB962C8B-B14F-4D97-AF65-F5344CB8AC3E}">
        <p14:creationId xmlns:p14="http://schemas.microsoft.com/office/powerpoint/2010/main" val="33950678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v1 - with Presenters">
    <p:bg>
      <p:bgPr>
        <a:solidFill>
          <a:schemeClr val="accent5"/>
        </a:solidFill>
        <a:effectLst/>
      </p:bgPr>
    </p:bg>
    <p:spTree>
      <p:nvGrpSpPr>
        <p:cNvPr id="1" name=""/>
        <p:cNvGrpSpPr/>
        <p:nvPr/>
      </p:nvGrpSpPr>
      <p:grpSpPr>
        <a:xfrm>
          <a:off x="0" y="0"/>
          <a:ext cx="0" cy="0"/>
          <a:chOff x="0" y="0"/>
          <a:chExt cx="0" cy="0"/>
        </a:xfrm>
      </p:grpSpPr>
      <p:pic>
        <p:nvPicPr>
          <p:cNvPr id="35" name="Picture 34">
            <a:extLst>
              <a:ext uri="{FF2B5EF4-FFF2-40B4-BE49-F238E27FC236}">
                <a16:creationId xmlns:a16="http://schemas.microsoft.com/office/drawing/2014/main" xmlns="" id="{27CB389C-7477-4383-A9E8-C2245E730B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12192000" cy="6858000"/>
          </a:xfrm>
          <a:prstGeom prst="rect">
            <a:avLst/>
          </a:prstGeom>
        </p:spPr>
      </p:pic>
      <p:sp>
        <p:nvSpPr>
          <p:cNvPr id="11" name="Rectangle 10">
            <a:extLst>
              <a:ext uri="{FF2B5EF4-FFF2-40B4-BE49-F238E27FC236}">
                <a16:creationId xmlns:a16="http://schemas.microsoft.com/office/drawing/2014/main" xmlns=""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19" name="Oval 18">
            <a:extLst>
              <a:ext uri="{FF2B5EF4-FFF2-40B4-BE49-F238E27FC236}">
                <a16:creationId xmlns:a16="http://schemas.microsoft.com/office/drawing/2014/main" xmlns="" id="{98855B5B-E925-44AD-9009-DE309257938B}"/>
              </a:ext>
            </a:extLst>
          </p:cNvPr>
          <p:cNvSpPr/>
          <p:nvPr userDrawn="1"/>
        </p:nvSpPr>
        <p:spPr>
          <a:xfrm>
            <a:off x="1671996" y="1106424"/>
            <a:ext cx="4646362" cy="4645152"/>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Title 1">
            <a:extLst>
              <a:ext uri="{FF2B5EF4-FFF2-40B4-BE49-F238E27FC236}">
                <a16:creationId xmlns:a16="http://schemas.microsoft.com/office/drawing/2014/main" xmlns="" id="{2B3CE755-2906-40A4-867D-D46C782283BD}"/>
              </a:ext>
            </a:extLst>
          </p:cNvPr>
          <p:cNvSpPr>
            <a:spLocks noGrp="1"/>
          </p:cNvSpPr>
          <p:nvPr>
            <p:ph type="ctrTitle" hasCustomPrompt="1"/>
          </p:nvPr>
        </p:nvSpPr>
        <p:spPr>
          <a:xfrm>
            <a:off x="1670313" y="2552563"/>
            <a:ext cx="4649730" cy="2095500"/>
          </a:xfrm>
        </p:spPr>
        <p:txBody>
          <a:bodyPr anchor="ctr"/>
          <a:lstStyle>
            <a:lvl1pPr algn="ctr">
              <a:lnSpc>
                <a:spcPct val="80000"/>
              </a:lnSpc>
              <a:defRPr sz="40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a16="http://schemas.microsoft.com/office/drawing/2014/main" xmlns="" id="{A6B1691B-8BE5-452A-A64A-26ABE13E0197}"/>
              </a:ext>
            </a:extLst>
          </p:cNvPr>
          <p:cNvSpPr>
            <a:spLocks noGrp="1"/>
          </p:cNvSpPr>
          <p:nvPr>
            <p:ph type="body" sz="quarter" idx="10" hasCustomPrompt="1"/>
          </p:nvPr>
        </p:nvSpPr>
        <p:spPr>
          <a:xfrm>
            <a:off x="3036003" y="1938968"/>
            <a:ext cx="1918348" cy="315913"/>
          </a:xfrm>
          <a:prstGeom prst="rect">
            <a:avLst/>
          </a:prstGeom>
        </p:spPr>
        <p:txBody>
          <a:bodyPr anchor="ctr">
            <a:noAutofit/>
          </a:bodyPr>
          <a:lstStyle>
            <a:lvl1pPr marL="0" indent="0" algn="ctr">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34" name="Oval 33">
            <a:extLst>
              <a:ext uri="{FF2B5EF4-FFF2-40B4-BE49-F238E27FC236}">
                <a16:creationId xmlns:a16="http://schemas.microsoft.com/office/drawing/2014/main" xmlns="" id="{62724850-F4EF-40CD-8CEE-B0E45566D342}"/>
              </a:ext>
            </a:extLst>
          </p:cNvPr>
          <p:cNvSpPr/>
          <p:nvPr userDrawn="1"/>
        </p:nvSpPr>
        <p:spPr>
          <a:xfrm>
            <a:off x="4533378" y="4535266"/>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a16="http://schemas.microsoft.com/office/drawing/2014/main" xmlns="" id="{DDA26FD1-8103-47E4-A692-B1304618F741}"/>
              </a:ext>
            </a:extLst>
          </p:cNvPr>
          <p:cNvSpPr>
            <a:spLocks noGrp="1"/>
          </p:cNvSpPr>
          <p:nvPr>
            <p:ph type="subTitle" idx="1" hasCustomPrompt="1"/>
          </p:nvPr>
        </p:nvSpPr>
        <p:spPr>
          <a:xfrm>
            <a:off x="4652280" y="4900144"/>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
        <p:nvSpPr>
          <p:cNvPr id="15" name="Picture Placeholder 19">
            <a:extLst>
              <a:ext uri="{FF2B5EF4-FFF2-40B4-BE49-F238E27FC236}">
                <a16:creationId xmlns:a16="http://schemas.microsoft.com/office/drawing/2014/main" xmlns="" id="{F42F61E4-95F5-45EB-A16E-986F5CC77182}"/>
              </a:ext>
            </a:extLst>
          </p:cNvPr>
          <p:cNvSpPr>
            <a:spLocks noGrp="1"/>
          </p:cNvSpPr>
          <p:nvPr>
            <p:ph type="pic" sz="quarter" idx="12" hasCustomPrompt="1"/>
          </p:nvPr>
        </p:nvSpPr>
        <p:spPr>
          <a:xfrm>
            <a:off x="7554041"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3" name="Text Placeholder 2">
            <a:extLst>
              <a:ext uri="{FF2B5EF4-FFF2-40B4-BE49-F238E27FC236}">
                <a16:creationId xmlns:a16="http://schemas.microsoft.com/office/drawing/2014/main" xmlns="" id="{69DB7E39-16D3-4AAF-8DB5-F05C74688C93}"/>
              </a:ext>
            </a:extLst>
          </p:cNvPr>
          <p:cNvSpPr>
            <a:spLocks noGrp="1"/>
          </p:cNvSpPr>
          <p:nvPr>
            <p:ph type="body" sz="quarter" idx="13" hasCustomPrompt="1"/>
          </p:nvPr>
        </p:nvSpPr>
        <p:spPr>
          <a:xfrm>
            <a:off x="7420040"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1 Info</a:t>
            </a:r>
          </a:p>
        </p:txBody>
      </p:sp>
      <p:sp>
        <p:nvSpPr>
          <p:cNvPr id="43" name="Picture Placeholder 19">
            <a:extLst>
              <a:ext uri="{FF2B5EF4-FFF2-40B4-BE49-F238E27FC236}">
                <a16:creationId xmlns:a16="http://schemas.microsoft.com/office/drawing/2014/main" xmlns="" id="{125CEFA6-05AE-45D8-A1A3-F1D0A0552692}"/>
              </a:ext>
            </a:extLst>
          </p:cNvPr>
          <p:cNvSpPr>
            <a:spLocks noGrp="1"/>
          </p:cNvSpPr>
          <p:nvPr>
            <p:ph type="pic" sz="quarter" idx="14" hasCustomPrompt="1"/>
          </p:nvPr>
        </p:nvSpPr>
        <p:spPr>
          <a:xfrm>
            <a:off x="8491033"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44" name="Text Placeholder 2">
            <a:extLst>
              <a:ext uri="{FF2B5EF4-FFF2-40B4-BE49-F238E27FC236}">
                <a16:creationId xmlns:a16="http://schemas.microsoft.com/office/drawing/2014/main" xmlns="" id="{ACA2B04E-D901-4211-A62E-E7960290CB86}"/>
              </a:ext>
            </a:extLst>
          </p:cNvPr>
          <p:cNvSpPr>
            <a:spLocks noGrp="1"/>
          </p:cNvSpPr>
          <p:nvPr>
            <p:ph type="body" sz="quarter" idx="15" hasCustomPrompt="1"/>
          </p:nvPr>
        </p:nvSpPr>
        <p:spPr>
          <a:xfrm>
            <a:off x="8357032"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2 Info</a:t>
            </a:r>
          </a:p>
        </p:txBody>
      </p:sp>
      <p:sp>
        <p:nvSpPr>
          <p:cNvPr id="45" name="Picture Placeholder 19">
            <a:extLst>
              <a:ext uri="{FF2B5EF4-FFF2-40B4-BE49-F238E27FC236}">
                <a16:creationId xmlns:a16="http://schemas.microsoft.com/office/drawing/2014/main" xmlns="" id="{A68CD03B-FB07-4CDC-B7B8-4F39D0ECF4FA}"/>
              </a:ext>
            </a:extLst>
          </p:cNvPr>
          <p:cNvSpPr>
            <a:spLocks noGrp="1"/>
          </p:cNvSpPr>
          <p:nvPr>
            <p:ph type="pic" sz="quarter" idx="16" hasCustomPrompt="1"/>
          </p:nvPr>
        </p:nvSpPr>
        <p:spPr>
          <a:xfrm>
            <a:off x="9428025"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46" name="Text Placeholder 2">
            <a:extLst>
              <a:ext uri="{FF2B5EF4-FFF2-40B4-BE49-F238E27FC236}">
                <a16:creationId xmlns:a16="http://schemas.microsoft.com/office/drawing/2014/main" xmlns="" id="{57AE09AE-6FDA-4085-9804-E01790BF677C}"/>
              </a:ext>
            </a:extLst>
          </p:cNvPr>
          <p:cNvSpPr>
            <a:spLocks noGrp="1"/>
          </p:cNvSpPr>
          <p:nvPr>
            <p:ph type="body" sz="quarter" idx="17" hasCustomPrompt="1"/>
          </p:nvPr>
        </p:nvSpPr>
        <p:spPr>
          <a:xfrm>
            <a:off x="9294024"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3 Info</a:t>
            </a:r>
          </a:p>
        </p:txBody>
      </p:sp>
      <p:sp>
        <p:nvSpPr>
          <p:cNvPr id="47" name="Picture Placeholder 19">
            <a:extLst>
              <a:ext uri="{FF2B5EF4-FFF2-40B4-BE49-F238E27FC236}">
                <a16:creationId xmlns:a16="http://schemas.microsoft.com/office/drawing/2014/main" xmlns="" id="{792FB7E5-DBD8-47F7-92B3-B15C657815D4}"/>
              </a:ext>
            </a:extLst>
          </p:cNvPr>
          <p:cNvSpPr>
            <a:spLocks noGrp="1"/>
          </p:cNvSpPr>
          <p:nvPr>
            <p:ph type="pic" sz="quarter" idx="18" hasCustomPrompt="1"/>
          </p:nvPr>
        </p:nvSpPr>
        <p:spPr>
          <a:xfrm>
            <a:off x="10365017"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48" name="Text Placeholder 2">
            <a:extLst>
              <a:ext uri="{FF2B5EF4-FFF2-40B4-BE49-F238E27FC236}">
                <a16:creationId xmlns:a16="http://schemas.microsoft.com/office/drawing/2014/main" xmlns="" id="{62CACE4C-2D9A-4D8C-AD8B-53F5FDBC2020}"/>
              </a:ext>
            </a:extLst>
          </p:cNvPr>
          <p:cNvSpPr>
            <a:spLocks noGrp="1"/>
          </p:cNvSpPr>
          <p:nvPr>
            <p:ph type="body" sz="quarter" idx="19" hasCustomPrompt="1"/>
          </p:nvPr>
        </p:nvSpPr>
        <p:spPr>
          <a:xfrm>
            <a:off x="10231016"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4 Info</a:t>
            </a:r>
          </a:p>
        </p:txBody>
      </p:sp>
      <p:pic>
        <p:nvPicPr>
          <p:cNvPr id="29" name="Picture Placeholder 2">
            <a:extLst>
              <a:ext uri="{FF2B5EF4-FFF2-40B4-BE49-F238E27FC236}">
                <a16:creationId xmlns:a16="http://schemas.microsoft.com/office/drawing/2014/main" xmlns="" id="{BD41828A-6710-494A-826C-128A666EFB8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30" name="Picture Placeholder 19">
            <a:extLst>
              <a:ext uri="{FF2B5EF4-FFF2-40B4-BE49-F238E27FC236}">
                <a16:creationId xmlns:a16="http://schemas.microsoft.com/office/drawing/2014/main" xmlns="" id="{C56FA7D8-298C-485F-ADF4-A3B54BC3F47A}"/>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latin typeface="+mn-lt"/>
              </a:defRPr>
            </a:lvl1pPr>
          </a:lstStyle>
          <a:p>
            <a:r>
              <a:rPr lang="en-US" dirty="0"/>
              <a:t>Click on the picture icon</a:t>
            </a:r>
            <a:br>
              <a:rPr lang="en-US" dirty="0"/>
            </a:br>
            <a:r>
              <a:rPr lang="en-US" dirty="0"/>
              <a:t>to insert the Partner logo</a:t>
            </a:r>
          </a:p>
        </p:txBody>
      </p:sp>
    </p:spTree>
    <p:extLst>
      <p:ext uri="{BB962C8B-B14F-4D97-AF65-F5344CB8AC3E}">
        <p14:creationId xmlns:p14="http://schemas.microsoft.com/office/powerpoint/2010/main" val="19313790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1">
    <p:bg>
      <p:bgPr>
        <a:solidFill>
          <a:schemeClr val="accent5"/>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a16="http://schemas.microsoft.com/office/drawing/2014/main" xmlns="" id="{2B3CE755-2906-40A4-867D-D46C782283BD}"/>
              </a:ext>
            </a:extLst>
          </p:cNvPr>
          <p:cNvSpPr>
            <a:spLocks noGrp="1"/>
          </p:cNvSpPr>
          <p:nvPr>
            <p:ph type="ctrTitle" hasCustomPrompt="1"/>
          </p:nvPr>
        </p:nvSpPr>
        <p:spPr>
          <a:xfrm>
            <a:off x="767871" y="2872925"/>
            <a:ext cx="4115872" cy="209550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a16="http://schemas.microsoft.com/office/drawing/2014/main" xmlns=""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a:t>DDD, MMM YY</a:t>
            </a:r>
          </a:p>
        </p:txBody>
      </p:sp>
      <p:pic>
        <p:nvPicPr>
          <p:cNvPr id="13" name="Picture Placeholder 2">
            <a:extLst>
              <a:ext uri="{FF2B5EF4-FFF2-40B4-BE49-F238E27FC236}">
                <a16:creationId xmlns:a16="http://schemas.microsoft.com/office/drawing/2014/main" xmlns="" id="{45E66EA5-B756-4646-B7D3-9131530179B7}"/>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14" name="Picture Placeholder 19">
            <a:extLst>
              <a:ext uri="{FF2B5EF4-FFF2-40B4-BE49-F238E27FC236}">
                <a16:creationId xmlns:a16="http://schemas.microsoft.com/office/drawing/2014/main" xmlns="" id="{066CFE3F-F7A0-4123-BE7F-76E47C0997A1}"/>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10" name="Circle: Hollow 27">
            <a:extLst>
              <a:ext uri="{FF2B5EF4-FFF2-40B4-BE49-F238E27FC236}">
                <a16:creationId xmlns:a16="http://schemas.microsoft.com/office/drawing/2014/main" xmlns="" id="{50CF8BA7-9B1E-416B-B0C1-5320E2C70028}"/>
              </a:ext>
            </a:extLst>
          </p:cNvPr>
          <p:cNvSpPr/>
          <p:nvPr userDrawn="1"/>
        </p:nvSpPr>
        <p:spPr>
          <a:xfrm>
            <a:off x="5092704" y="-360991"/>
            <a:ext cx="7545767" cy="7543800"/>
          </a:xfrm>
          <a:prstGeom prst="donut">
            <a:avLst>
              <a:gd name="adj" fmla="val 240"/>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12" name="Circle: Hollow 28">
            <a:extLst>
              <a:ext uri="{FF2B5EF4-FFF2-40B4-BE49-F238E27FC236}">
                <a16:creationId xmlns:a16="http://schemas.microsoft.com/office/drawing/2014/main" xmlns="" id="{71DF058B-04F8-4167-B439-D9356F498502}"/>
              </a:ext>
            </a:extLst>
          </p:cNvPr>
          <p:cNvSpPr/>
          <p:nvPr userDrawn="1"/>
        </p:nvSpPr>
        <p:spPr>
          <a:xfrm>
            <a:off x="5104352" y="903642"/>
            <a:ext cx="5236807" cy="5276626"/>
          </a:xfrm>
          <a:prstGeom prst="donut">
            <a:avLst>
              <a:gd name="adj" fmla="val 359"/>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15" name="Circle: Hollow 29">
            <a:extLst>
              <a:ext uri="{FF2B5EF4-FFF2-40B4-BE49-F238E27FC236}">
                <a16:creationId xmlns:a16="http://schemas.microsoft.com/office/drawing/2014/main" xmlns="" id="{E10129F2-B3CB-45BD-BBA7-D14012824D90}"/>
              </a:ext>
            </a:extLst>
          </p:cNvPr>
          <p:cNvSpPr/>
          <p:nvPr userDrawn="1"/>
        </p:nvSpPr>
        <p:spPr>
          <a:xfrm>
            <a:off x="5116961" y="1963271"/>
            <a:ext cx="3314218" cy="3284590"/>
          </a:xfrm>
          <a:prstGeom prst="donut">
            <a:avLst>
              <a:gd name="adj" fmla="val 337"/>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a16="http://schemas.microsoft.com/office/drawing/2014/main" xmlns=""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a16="http://schemas.microsoft.com/office/drawing/2014/main" xmlns=""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2260415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heel(1)">
                                      <p:cBhvr>
                                        <p:cTn id="7" dur="2000"/>
                                        <p:tgtEl>
                                          <p:spTgt spid="15"/>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heel(1)">
                                      <p:cBhvr>
                                        <p:cTn id="11" dur="2000"/>
                                        <p:tgtEl>
                                          <p:spTgt spid="12"/>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heel(1)">
                                      <p:cBhvr>
                                        <p:cTn id="15"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5"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1- with Presenters">
    <p:bg>
      <p:bgPr>
        <a:solidFill>
          <a:schemeClr val="accent5"/>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a16="http://schemas.microsoft.com/office/drawing/2014/main" xmlns="" id="{2B3CE755-2906-40A4-867D-D46C782283BD}"/>
              </a:ext>
            </a:extLst>
          </p:cNvPr>
          <p:cNvSpPr>
            <a:spLocks noGrp="1"/>
          </p:cNvSpPr>
          <p:nvPr>
            <p:ph type="ctrTitle" hasCustomPrompt="1"/>
          </p:nvPr>
        </p:nvSpPr>
        <p:spPr>
          <a:xfrm>
            <a:off x="767871" y="2872925"/>
            <a:ext cx="4115872" cy="173736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a16="http://schemas.microsoft.com/office/drawing/2014/main" xmlns=""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13" name="Picture Placeholder 19">
            <a:extLst>
              <a:ext uri="{FF2B5EF4-FFF2-40B4-BE49-F238E27FC236}">
                <a16:creationId xmlns:a16="http://schemas.microsoft.com/office/drawing/2014/main" xmlns="" id="{1E2FE5FA-466C-4923-8F53-0734F9BF7807}"/>
              </a:ext>
            </a:extLst>
          </p:cNvPr>
          <p:cNvSpPr>
            <a:spLocks noGrp="1"/>
          </p:cNvSpPr>
          <p:nvPr>
            <p:ph type="pic" sz="quarter" idx="12" hasCustomPrompt="1"/>
          </p:nvPr>
        </p:nvSpPr>
        <p:spPr>
          <a:xfrm>
            <a:off x="767871"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4" name="Text Placeholder 2">
            <a:extLst>
              <a:ext uri="{FF2B5EF4-FFF2-40B4-BE49-F238E27FC236}">
                <a16:creationId xmlns:a16="http://schemas.microsoft.com/office/drawing/2014/main" xmlns="" id="{BF48F525-BAF8-4B02-A561-CE7E9720DC40}"/>
              </a:ext>
            </a:extLst>
          </p:cNvPr>
          <p:cNvSpPr>
            <a:spLocks noGrp="1"/>
          </p:cNvSpPr>
          <p:nvPr>
            <p:ph type="body" sz="quarter" idx="13" hasCustomPrompt="1"/>
          </p:nvPr>
        </p:nvSpPr>
        <p:spPr>
          <a:xfrm>
            <a:off x="633870"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1 Info</a:t>
            </a:r>
          </a:p>
        </p:txBody>
      </p:sp>
      <p:sp>
        <p:nvSpPr>
          <p:cNvPr id="15" name="Picture Placeholder 19">
            <a:extLst>
              <a:ext uri="{FF2B5EF4-FFF2-40B4-BE49-F238E27FC236}">
                <a16:creationId xmlns:a16="http://schemas.microsoft.com/office/drawing/2014/main" xmlns="" id="{5308E464-6C9F-49CD-B2F3-D574DBC3B7B2}"/>
              </a:ext>
            </a:extLst>
          </p:cNvPr>
          <p:cNvSpPr>
            <a:spLocks noGrp="1"/>
          </p:cNvSpPr>
          <p:nvPr>
            <p:ph type="pic" sz="quarter" idx="14" hasCustomPrompt="1"/>
          </p:nvPr>
        </p:nvSpPr>
        <p:spPr>
          <a:xfrm>
            <a:off x="1704863"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6" name="Text Placeholder 2">
            <a:extLst>
              <a:ext uri="{FF2B5EF4-FFF2-40B4-BE49-F238E27FC236}">
                <a16:creationId xmlns:a16="http://schemas.microsoft.com/office/drawing/2014/main" xmlns="" id="{047C9EE7-C7C3-4B3F-ACF6-E3942E7B4424}"/>
              </a:ext>
            </a:extLst>
          </p:cNvPr>
          <p:cNvSpPr>
            <a:spLocks noGrp="1"/>
          </p:cNvSpPr>
          <p:nvPr>
            <p:ph type="body" sz="quarter" idx="15" hasCustomPrompt="1"/>
          </p:nvPr>
        </p:nvSpPr>
        <p:spPr>
          <a:xfrm>
            <a:off x="1570862"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2 Info</a:t>
            </a:r>
          </a:p>
        </p:txBody>
      </p:sp>
      <p:sp>
        <p:nvSpPr>
          <p:cNvPr id="17" name="Picture Placeholder 19">
            <a:extLst>
              <a:ext uri="{FF2B5EF4-FFF2-40B4-BE49-F238E27FC236}">
                <a16:creationId xmlns:a16="http://schemas.microsoft.com/office/drawing/2014/main" xmlns="" id="{46D1E226-3E26-4463-99A8-340705B9597B}"/>
              </a:ext>
            </a:extLst>
          </p:cNvPr>
          <p:cNvSpPr>
            <a:spLocks noGrp="1"/>
          </p:cNvSpPr>
          <p:nvPr>
            <p:ph type="pic" sz="quarter" idx="16" hasCustomPrompt="1"/>
          </p:nvPr>
        </p:nvSpPr>
        <p:spPr>
          <a:xfrm>
            <a:off x="2641855"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8" name="Text Placeholder 2">
            <a:extLst>
              <a:ext uri="{FF2B5EF4-FFF2-40B4-BE49-F238E27FC236}">
                <a16:creationId xmlns:a16="http://schemas.microsoft.com/office/drawing/2014/main" xmlns="" id="{2AC2A269-AF55-4716-A12A-CB2396C70C17}"/>
              </a:ext>
            </a:extLst>
          </p:cNvPr>
          <p:cNvSpPr>
            <a:spLocks noGrp="1"/>
          </p:cNvSpPr>
          <p:nvPr>
            <p:ph type="body" sz="quarter" idx="17" hasCustomPrompt="1"/>
          </p:nvPr>
        </p:nvSpPr>
        <p:spPr>
          <a:xfrm>
            <a:off x="2507854"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3 Info</a:t>
            </a:r>
          </a:p>
        </p:txBody>
      </p:sp>
      <p:sp>
        <p:nvSpPr>
          <p:cNvPr id="19" name="Picture Placeholder 19">
            <a:extLst>
              <a:ext uri="{FF2B5EF4-FFF2-40B4-BE49-F238E27FC236}">
                <a16:creationId xmlns:a16="http://schemas.microsoft.com/office/drawing/2014/main" xmlns="" id="{4779B1B4-690B-49D2-A551-3CCFD54F284E}"/>
              </a:ext>
            </a:extLst>
          </p:cNvPr>
          <p:cNvSpPr>
            <a:spLocks noGrp="1"/>
          </p:cNvSpPr>
          <p:nvPr>
            <p:ph type="pic" sz="quarter" idx="18" hasCustomPrompt="1"/>
          </p:nvPr>
        </p:nvSpPr>
        <p:spPr>
          <a:xfrm>
            <a:off x="3578847"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20" name="Text Placeholder 2">
            <a:extLst>
              <a:ext uri="{FF2B5EF4-FFF2-40B4-BE49-F238E27FC236}">
                <a16:creationId xmlns:a16="http://schemas.microsoft.com/office/drawing/2014/main" xmlns="" id="{FE20F70F-96B7-4CD9-B23B-065D42654DD4}"/>
              </a:ext>
            </a:extLst>
          </p:cNvPr>
          <p:cNvSpPr>
            <a:spLocks noGrp="1"/>
          </p:cNvSpPr>
          <p:nvPr>
            <p:ph type="body" sz="quarter" idx="19" hasCustomPrompt="1"/>
          </p:nvPr>
        </p:nvSpPr>
        <p:spPr>
          <a:xfrm>
            <a:off x="3444846"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4 Info</a:t>
            </a:r>
          </a:p>
        </p:txBody>
      </p:sp>
      <p:pic>
        <p:nvPicPr>
          <p:cNvPr id="30" name="Picture Placeholder 2">
            <a:extLst>
              <a:ext uri="{FF2B5EF4-FFF2-40B4-BE49-F238E27FC236}">
                <a16:creationId xmlns:a16="http://schemas.microsoft.com/office/drawing/2014/main" xmlns="" id="{2B49ED0D-8D93-4049-BB9F-EA207C4E35D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31" name="Picture Placeholder 19">
            <a:extLst>
              <a:ext uri="{FF2B5EF4-FFF2-40B4-BE49-F238E27FC236}">
                <a16:creationId xmlns:a16="http://schemas.microsoft.com/office/drawing/2014/main" xmlns="" id="{9E1F4D62-6B64-47C1-9F68-73659971546E}"/>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21" name="Circle: Hollow 27">
            <a:extLst>
              <a:ext uri="{FF2B5EF4-FFF2-40B4-BE49-F238E27FC236}">
                <a16:creationId xmlns:a16="http://schemas.microsoft.com/office/drawing/2014/main" xmlns="" id="{50CF8BA7-9B1E-416B-B0C1-5320E2C70028}"/>
              </a:ext>
            </a:extLst>
          </p:cNvPr>
          <p:cNvSpPr/>
          <p:nvPr userDrawn="1"/>
        </p:nvSpPr>
        <p:spPr>
          <a:xfrm>
            <a:off x="5092704" y="-360991"/>
            <a:ext cx="7545767" cy="7543800"/>
          </a:xfrm>
          <a:prstGeom prst="donut">
            <a:avLst>
              <a:gd name="adj" fmla="val 240"/>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25" name="Circle: Hollow 28">
            <a:extLst>
              <a:ext uri="{FF2B5EF4-FFF2-40B4-BE49-F238E27FC236}">
                <a16:creationId xmlns:a16="http://schemas.microsoft.com/office/drawing/2014/main" xmlns="" id="{71DF058B-04F8-4167-B439-D9356F498502}"/>
              </a:ext>
            </a:extLst>
          </p:cNvPr>
          <p:cNvSpPr/>
          <p:nvPr userDrawn="1"/>
        </p:nvSpPr>
        <p:spPr>
          <a:xfrm>
            <a:off x="5104352" y="903642"/>
            <a:ext cx="5236807" cy="5276626"/>
          </a:xfrm>
          <a:prstGeom prst="donut">
            <a:avLst>
              <a:gd name="adj" fmla="val 359"/>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26" name="Circle: Hollow 29">
            <a:extLst>
              <a:ext uri="{FF2B5EF4-FFF2-40B4-BE49-F238E27FC236}">
                <a16:creationId xmlns:a16="http://schemas.microsoft.com/office/drawing/2014/main" xmlns="" id="{E10129F2-B3CB-45BD-BBA7-D14012824D90}"/>
              </a:ext>
            </a:extLst>
          </p:cNvPr>
          <p:cNvSpPr/>
          <p:nvPr userDrawn="1"/>
        </p:nvSpPr>
        <p:spPr>
          <a:xfrm>
            <a:off x="5116961" y="1963271"/>
            <a:ext cx="3314218" cy="3284590"/>
          </a:xfrm>
          <a:prstGeom prst="donut">
            <a:avLst>
              <a:gd name="adj" fmla="val 337"/>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a16="http://schemas.microsoft.com/office/drawing/2014/main" xmlns=""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a16="http://schemas.microsoft.com/office/drawing/2014/main" xmlns=""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3246532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heel(1)">
                                      <p:cBhvr>
                                        <p:cTn id="7" dur="2000"/>
                                        <p:tgtEl>
                                          <p:spTgt spid="26"/>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heel(1)">
                                      <p:cBhvr>
                                        <p:cTn id="11" dur="2000"/>
                                        <p:tgtEl>
                                          <p:spTgt spid="25"/>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wheel(1)">
                                      <p:cBhvr>
                                        <p:cTn id="15"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26"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2">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a16="http://schemas.microsoft.com/office/drawing/2014/main" xmlns="" id="{2B3CE755-2906-40A4-867D-D46C782283BD}"/>
              </a:ext>
            </a:extLst>
          </p:cNvPr>
          <p:cNvSpPr>
            <a:spLocks noGrp="1"/>
          </p:cNvSpPr>
          <p:nvPr>
            <p:ph type="ctrTitle" hasCustomPrompt="1"/>
          </p:nvPr>
        </p:nvSpPr>
        <p:spPr>
          <a:xfrm>
            <a:off x="767871" y="2872925"/>
            <a:ext cx="4115872" cy="209550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a16="http://schemas.microsoft.com/office/drawing/2014/main" xmlns=""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pic>
        <p:nvPicPr>
          <p:cNvPr id="13" name="Picture Placeholder 2">
            <a:extLst>
              <a:ext uri="{FF2B5EF4-FFF2-40B4-BE49-F238E27FC236}">
                <a16:creationId xmlns:a16="http://schemas.microsoft.com/office/drawing/2014/main" xmlns="" id="{45E66EA5-B756-4646-B7D3-9131530179B7}"/>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14" name="Picture Placeholder 19">
            <a:extLst>
              <a:ext uri="{FF2B5EF4-FFF2-40B4-BE49-F238E27FC236}">
                <a16:creationId xmlns:a16="http://schemas.microsoft.com/office/drawing/2014/main" xmlns="" id="{066CFE3F-F7A0-4123-BE7F-76E47C0997A1}"/>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10" name="Circle: Hollow 27">
            <a:extLst>
              <a:ext uri="{FF2B5EF4-FFF2-40B4-BE49-F238E27FC236}">
                <a16:creationId xmlns:a16="http://schemas.microsoft.com/office/drawing/2014/main" xmlns="" id="{50CF8BA7-9B1E-416B-B0C1-5320E2C70028}"/>
              </a:ext>
            </a:extLst>
          </p:cNvPr>
          <p:cNvSpPr/>
          <p:nvPr userDrawn="1"/>
        </p:nvSpPr>
        <p:spPr>
          <a:xfrm>
            <a:off x="5092704" y="-360991"/>
            <a:ext cx="7545767" cy="7543800"/>
          </a:xfrm>
          <a:prstGeom prst="donut">
            <a:avLst>
              <a:gd name="adj" fmla="val 24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12" name="Circle: Hollow 28">
            <a:extLst>
              <a:ext uri="{FF2B5EF4-FFF2-40B4-BE49-F238E27FC236}">
                <a16:creationId xmlns:a16="http://schemas.microsoft.com/office/drawing/2014/main" xmlns="" id="{71DF058B-04F8-4167-B439-D9356F498502}"/>
              </a:ext>
            </a:extLst>
          </p:cNvPr>
          <p:cNvSpPr/>
          <p:nvPr userDrawn="1"/>
        </p:nvSpPr>
        <p:spPr>
          <a:xfrm>
            <a:off x="5104352" y="903642"/>
            <a:ext cx="5236807" cy="5276626"/>
          </a:xfrm>
          <a:prstGeom prst="donut">
            <a:avLst>
              <a:gd name="adj" fmla="val 359"/>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15" name="Circle: Hollow 29">
            <a:extLst>
              <a:ext uri="{FF2B5EF4-FFF2-40B4-BE49-F238E27FC236}">
                <a16:creationId xmlns:a16="http://schemas.microsoft.com/office/drawing/2014/main" xmlns="" id="{E10129F2-B3CB-45BD-BBA7-D14012824D90}"/>
              </a:ext>
            </a:extLst>
          </p:cNvPr>
          <p:cNvSpPr/>
          <p:nvPr userDrawn="1"/>
        </p:nvSpPr>
        <p:spPr>
          <a:xfrm>
            <a:off x="5116961" y="1963271"/>
            <a:ext cx="3314218" cy="3284590"/>
          </a:xfrm>
          <a:prstGeom prst="donut">
            <a:avLst>
              <a:gd name="adj" fmla="val 337"/>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a16="http://schemas.microsoft.com/office/drawing/2014/main" xmlns=""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a16="http://schemas.microsoft.com/office/drawing/2014/main" xmlns=""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2031935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heel(1)">
                                      <p:cBhvr>
                                        <p:cTn id="7" dur="2000"/>
                                        <p:tgtEl>
                                          <p:spTgt spid="15"/>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heel(1)">
                                      <p:cBhvr>
                                        <p:cTn id="11" dur="2000"/>
                                        <p:tgtEl>
                                          <p:spTgt spid="12"/>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heel(1)">
                                      <p:cBhvr>
                                        <p:cTn id="15"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5" grpId="0" animBg="1"/>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2 - with Presenters">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a16="http://schemas.microsoft.com/office/drawing/2014/main" xmlns="" id="{2B3CE755-2906-40A4-867D-D46C782283BD}"/>
              </a:ext>
            </a:extLst>
          </p:cNvPr>
          <p:cNvSpPr>
            <a:spLocks noGrp="1"/>
          </p:cNvSpPr>
          <p:nvPr>
            <p:ph type="ctrTitle" hasCustomPrompt="1"/>
          </p:nvPr>
        </p:nvSpPr>
        <p:spPr>
          <a:xfrm>
            <a:off x="767871" y="2872925"/>
            <a:ext cx="4115872" cy="173736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a16="http://schemas.microsoft.com/office/drawing/2014/main" xmlns=""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13" name="Picture Placeholder 19">
            <a:extLst>
              <a:ext uri="{FF2B5EF4-FFF2-40B4-BE49-F238E27FC236}">
                <a16:creationId xmlns:a16="http://schemas.microsoft.com/office/drawing/2014/main" xmlns="" id="{1E2FE5FA-466C-4923-8F53-0734F9BF7807}"/>
              </a:ext>
            </a:extLst>
          </p:cNvPr>
          <p:cNvSpPr>
            <a:spLocks noGrp="1"/>
          </p:cNvSpPr>
          <p:nvPr>
            <p:ph type="pic" sz="quarter" idx="12" hasCustomPrompt="1"/>
          </p:nvPr>
        </p:nvSpPr>
        <p:spPr>
          <a:xfrm>
            <a:off x="767871"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4" name="Text Placeholder 2">
            <a:extLst>
              <a:ext uri="{FF2B5EF4-FFF2-40B4-BE49-F238E27FC236}">
                <a16:creationId xmlns:a16="http://schemas.microsoft.com/office/drawing/2014/main" xmlns="" id="{BF48F525-BAF8-4B02-A561-CE7E9720DC40}"/>
              </a:ext>
            </a:extLst>
          </p:cNvPr>
          <p:cNvSpPr>
            <a:spLocks noGrp="1"/>
          </p:cNvSpPr>
          <p:nvPr>
            <p:ph type="body" sz="quarter" idx="13" hasCustomPrompt="1"/>
          </p:nvPr>
        </p:nvSpPr>
        <p:spPr>
          <a:xfrm>
            <a:off x="633870"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1 Info</a:t>
            </a:r>
          </a:p>
        </p:txBody>
      </p:sp>
      <p:sp>
        <p:nvSpPr>
          <p:cNvPr id="15" name="Picture Placeholder 19">
            <a:extLst>
              <a:ext uri="{FF2B5EF4-FFF2-40B4-BE49-F238E27FC236}">
                <a16:creationId xmlns:a16="http://schemas.microsoft.com/office/drawing/2014/main" xmlns="" id="{5308E464-6C9F-49CD-B2F3-D574DBC3B7B2}"/>
              </a:ext>
            </a:extLst>
          </p:cNvPr>
          <p:cNvSpPr>
            <a:spLocks noGrp="1"/>
          </p:cNvSpPr>
          <p:nvPr>
            <p:ph type="pic" sz="quarter" idx="14" hasCustomPrompt="1"/>
          </p:nvPr>
        </p:nvSpPr>
        <p:spPr>
          <a:xfrm>
            <a:off x="1704863"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6" name="Text Placeholder 2">
            <a:extLst>
              <a:ext uri="{FF2B5EF4-FFF2-40B4-BE49-F238E27FC236}">
                <a16:creationId xmlns:a16="http://schemas.microsoft.com/office/drawing/2014/main" xmlns="" id="{047C9EE7-C7C3-4B3F-ACF6-E3942E7B4424}"/>
              </a:ext>
            </a:extLst>
          </p:cNvPr>
          <p:cNvSpPr>
            <a:spLocks noGrp="1"/>
          </p:cNvSpPr>
          <p:nvPr>
            <p:ph type="body" sz="quarter" idx="15" hasCustomPrompt="1"/>
          </p:nvPr>
        </p:nvSpPr>
        <p:spPr>
          <a:xfrm>
            <a:off x="1570862"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2 Info</a:t>
            </a:r>
          </a:p>
        </p:txBody>
      </p:sp>
      <p:sp>
        <p:nvSpPr>
          <p:cNvPr id="17" name="Picture Placeholder 19">
            <a:extLst>
              <a:ext uri="{FF2B5EF4-FFF2-40B4-BE49-F238E27FC236}">
                <a16:creationId xmlns:a16="http://schemas.microsoft.com/office/drawing/2014/main" xmlns="" id="{46D1E226-3E26-4463-99A8-340705B9597B}"/>
              </a:ext>
            </a:extLst>
          </p:cNvPr>
          <p:cNvSpPr>
            <a:spLocks noGrp="1"/>
          </p:cNvSpPr>
          <p:nvPr>
            <p:ph type="pic" sz="quarter" idx="16" hasCustomPrompt="1"/>
          </p:nvPr>
        </p:nvSpPr>
        <p:spPr>
          <a:xfrm>
            <a:off x="2641855"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8" name="Text Placeholder 2">
            <a:extLst>
              <a:ext uri="{FF2B5EF4-FFF2-40B4-BE49-F238E27FC236}">
                <a16:creationId xmlns:a16="http://schemas.microsoft.com/office/drawing/2014/main" xmlns="" id="{2AC2A269-AF55-4716-A12A-CB2396C70C17}"/>
              </a:ext>
            </a:extLst>
          </p:cNvPr>
          <p:cNvSpPr>
            <a:spLocks noGrp="1"/>
          </p:cNvSpPr>
          <p:nvPr>
            <p:ph type="body" sz="quarter" idx="17" hasCustomPrompt="1"/>
          </p:nvPr>
        </p:nvSpPr>
        <p:spPr>
          <a:xfrm>
            <a:off x="2507854"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3 Info</a:t>
            </a:r>
          </a:p>
        </p:txBody>
      </p:sp>
      <p:sp>
        <p:nvSpPr>
          <p:cNvPr id="19" name="Picture Placeholder 19">
            <a:extLst>
              <a:ext uri="{FF2B5EF4-FFF2-40B4-BE49-F238E27FC236}">
                <a16:creationId xmlns:a16="http://schemas.microsoft.com/office/drawing/2014/main" xmlns="" id="{4779B1B4-690B-49D2-A551-3CCFD54F284E}"/>
              </a:ext>
            </a:extLst>
          </p:cNvPr>
          <p:cNvSpPr>
            <a:spLocks noGrp="1"/>
          </p:cNvSpPr>
          <p:nvPr>
            <p:ph type="pic" sz="quarter" idx="18" hasCustomPrompt="1"/>
          </p:nvPr>
        </p:nvSpPr>
        <p:spPr>
          <a:xfrm>
            <a:off x="3578847"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20" name="Text Placeholder 2">
            <a:extLst>
              <a:ext uri="{FF2B5EF4-FFF2-40B4-BE49-F238E27FC236}">
                <a16:creationId xmlns:a16="http://schemas.microsoft.com/office/drawing/2014/main" xmlns="" id="{FE20F70F-96B7-4CD9-B23B-065D42654DD4}"/>
              </a:ext>
            </a:extLst>
          </p:cNvPr>
          <p:cNvSpPr>
            <a:spLocks noGrp="1"/>
          </p:cNvSpPr>
          <p:nvPr>
            <p:ph type="body" sz="quarter" idx="19" hasCustomPrompt="1"/>
          </p:nvPr>
        </p:nvSpPr>
        <p:spPr>
          <a:xfrm>
            <a:off x="3444846"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4 Info</a:t>
            </a:r>
          </a:p>
        </p:txBody>
      </p:sp>
      <p:pic>
        <p:nvPicPr>
          <p:cNvPr id="30" name="Picture Placeholder 2">
            <a:extLst>
              <a:ext uri="{FF2B5EF4-FFF2-40B4-BE49-F238E27FC236}">
                <a16:creationId xmlns:a16="http://schemas.microsoft.com/office/drawing/2014/main" xmlns="" id="{2B49ED0D-8D93-4049-BB9F-EA207C4E35D8}"/>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31" name="Picture Placeholder 19">
            <a:extLst>
              <a:ext uri="{FF2B5EF4-FFF2-40B4-BE49-F238E27FC236}">
                <a16:creationId xmlns:a16="http://schemas.microsoft.com/office/drawing/2014/main" xmlns="" id="{9E1F4D62-6B64-47C1-9F68-73659971546E}"/>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21" name="Circle: Hollow 27">
            <a:extLst>
              <a:ext uri="{FF2B5EF4-FFF2-40B4-BE49-F238E27FC236}">
                <a16:creationId xmlns:a16="http://schemas.microsoft.com/office/drawing/2014/main" xmlns="" id="{50CF8BA7-9B1E-416B-B0C1-5320E2C70028}"/>
              </a:ext>
            </a:extLst>
          </p:cNvPr>
          <p:cNvSpPr/>
          <p:nvPr userDrawn="1"/>
        </p:nvSpPr>
        <p:spPr>
          <a:xfrm>
            <a:off x="5092704" y="-360991"/>
            <a:ext cx="7545767" cy="7543800"/>
          </a:xfrm>
          <a:prstGeom prst="donut">
            <a:avLst>
              <a:gd name="adj" fmla="val 24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25" name="Circle: Hollow 28">
            <a:extLst>
              <a:ext uri="{FF2B5EF4-FFF2-40B4-BE49-F238E27FC236}">
                <a16:creationId xmlns:a16="http://schemas.microsoft.com/office/drawing/2014/main" xmlns="" id="{71DF058B-04F8-4167-B439-D9356F498502}"/>
              </a:ext>
            </a:extLst>
          </p:cNvPr>
          <p:cNvSpPr/>
          <p:nvPr userDrawn="1"/>
        </p:nvSpPr>
        <p:spPr>
          <a:xfrm>
            <a:off x="5104352" y="903642"/>
            <a:ext cx="5236807" cy="5276626"/>
          </a:xfrm>
          <a:prstGeom prst="donut">
            <a:avLst>
              <a:gd name="adj" fmla="val 359"/>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26" name="Circle: Hollow 29">
            <a:extLst>
              <a:ext uri="{FF2B5EF4-FFF2-40B4-BE49-F238E27FC236}">
                <a16:creationId xmlns:a16="http://schemas.microsoft.com/office/drawing/2014/main" xmlns="" id="{E10129F2-B3CB-45BD-BBA7-D14012824D90}"/>
              </a:ext>
            </a:extLst>
          </p:cNvPr>
          <p:cNvSpPr/>
          <p:nvPr userDrawn="1"/>
        </p:nvSpPr>
        <p:spPr>
          <a:xfrm>
            <a:off x="5116961" y="1963271"/>
            <a:ext cx="3314218" cy="3284590"/>
          </a:xfrm>
          <a:prstGeom prst="donut">
            <a:avLst>
              <a:gd name="adj" fmla="val 337"/>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a16="http://schemas.microsoft.com/office/drawing/2014/main" xmlns=""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a16="http://schemas.microsoft.com/office/drawing/2014/main" xmlns=""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2250743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heel(1)">
                                      <p:cBhvr>
                                        <p:cTn id="7" dur="2000"/>
                                        <p:tgtEl>
                                          <p:spTgt spid="26"/>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heel(1)">
                                      <p:cBhvr>
                                        <p:cTn id="11" dur="2000"/>
                                        <p:tgtEl>
                                          <p:spTgt spid="25"/>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wheel(1)">
                                      <p:cBhvr>
                                        <p:cTn id="15"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26" grpId="0"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 Divider v1 - with subtitle">
    <p:bg>
      <p:bgPr>
        <a:solidFill>
          <a:schemeClr val="bg2"/>
        </a:solidFill>
        <a:effectLst/>
      </p:bgPr>
    </p:bg>
    <p:spTree>
      <p:nvGrpSpPr>
        <p:cNvPr id="1" name=""/>
        <p:cNvGrpSpPr/>
        <p:nvPr/>
      </p:nvGrpSpPr>
      <p:grpSpPr>
        <a:xfrm>
          <a:off x="0" y="0"/>
          <a:ext cx="0" cy="0"/>
          <a:chOff x="0" y="0"/>
          <a:chExt cx="0" cy="0"/>
        </a:xfrm>
      </p:grpSpPr>
      <p:sp>
        <p:nvSpPr>
          <p:cNvPr id="32" name="TextBox 31">
            <a:extLst>
              <a:ext uri="{FF2B5EF4-FFF2-40B4-BE49-F238E27FC236}">
                <a16:creationId xmlns:a16="http://schemas.microsoft.com/office/drawing/2014/main" xmlns=""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a16="http://schemas.microsoft.com/office/drawing/2014/main" xmlns=""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38" name="Oval 37">
            <a:extLst>
              <a:ext uri="{FF2B5EF4-FFF2-40B4-BE49-F238E27FC236}">
                <a16:creationId xmlns:a16="http://schemas.microsoft.com/office/drawing/2014/main" xmlns="" id="{6223CD6E-27C2-414B-99FE-78D1D98AAD06}"/>
              </a:ext>
            </a:extLst>
          </p:cNvPr>
          <p:cNvSpPr/>
          <p:nvPr userDrawn="1"/>
        </p:nvSpPr>
        <p:spPr>
          <a:xfrm>
            <a:off x="3770931" y="898473"/>
            <a:ext cx="4650137" cy="4648926"/>
          </a:xfrm>
          <a:prstGeom prst="ellipse">
            <a:avLst/>
          </a:prstGeom>
          <a:solidFill>
            <a:schemeClr val="bg2"/>
          </a:solidFill>
          <a:ln w="317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41" name="Oval 40">
            <a:extLst>
              <a:ext uri="{FF2B5EF4-FFF2-40B4-BE49-F238E27FC236}">
                <a16:creationId xmlns:a16="http://schemas.microsoft.com/office/drawing/2014/main" xmlns="" id="{77C9A1D9-D296-458E-ACEC-E778E5EE2E32}"/>
              </a:ext>
            </a:extLst>
          </p:cNvPr>
          <p:cNvSpPr/>
          <p:nvPr userDrawn="1"/>
        </p:nvSpPr>
        <p:spPr>
          <a:xfrm>
            <a:off x="6822950" y="4186866"/>
            <a:ext cx="1598118" cy="159770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42" name="Subtitle 2">
            <a:extLst>
              <a:ext uri="{FF2B5EF4-FFF2-40B4-BE49-F238E27FC236}">
                <a16:creationId xmlns:a16="http://schemas.microsoft.com/office/drawing/2014/main" xmlns="" id="{3C5D5E26-EC47-4A53-A976-2798FA731462}"/>
              </a:ext>
            </a:extLst>
          </p:cNvPr>
          <p:cNvSpPr>
            <a:spLocks noGrp="1"/>
          </p:cNvSpPr>
          <p:nvPr>
            <p:ph type="subTitle" idx="1" hasCustomPrompt="1"/>
          </p:nvPr>
        </p:nvSpPr>
        <p:spPr>
          <a:xfrm>
            <a:off x="6943430" y="4363043"/>
            <a:ext cx="1357157" cy="1245348"/>
          </a:xfrm>
          <a:prstGeom prst="rect">
            <a:avLst/>
          </a:prstGeom>
        </p:spPr>
        <p:txBody>
          <a:bodyPr wrap="square" anchor="ctr">
            <a:noAutofit/>
          </a:bodyPr>
          <a:lstStyle>
            <a:lvl1pPr marL="0" indent="0" algn="ctr">
              <a:lnSpc>
                <a:spcPct val="90000"/>
              </a:lnSpc>
              <a:spcBef>
                <a:spcPts val="0"/>
              </a:spcBef>
              <a:buNone/>
              <a:defRPr sz="12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
        <p:nvSpPr>
          <p:cNvPr id="3" name="Text Placeholder 2">
            <a:extLst>
              <a:ext uri="{FF2B5EF4-FFF2-40B4-BE49-F238E27FC236}">
                <a16:creationId xmlns:a16="http://schemas.microsoft.com/office/drawing/2014/main" xmlns="" id="{5D6B3E54-5FB5-4437-A6B6-F6CA40F99F2C}"/>
              </a:ext>
            </a:extLst>
          </p:cNvPr>
          <p:cNvSpPr>
            <a:spLocks noGrp="1"/>
          </p:cNvSpPr>
          <p:nvPr>
            <p:ph type="body" sz="quarter" idx="10" hasCustomPrompt="1"/>
          </p:nvPr>
        </p:nvSpPr>
        <p:spPr>
          <a:xfrm>
            <a:off x="3770933" y="2102201"/>
            <a:ext cx="4650135" cy="2241470"/>
          </a:xfrm>
        </p:spPr>
        <p:txBody>
          <a:bodyPr anchor="ctr">
            <a:noAutofit/>
          </a:bodyPr>
          <a:lstStyle>
            <a:lvl1pPr marL="0" indent="0" algn="ctr">
              <a:lnSpc>
                <a:spcPct val="90000"/>
              </a:lnSpc>
              <a:spcBef>
                <a:spcPts val="0"/>
              </a:spcBef>
              <a:buNone/>
              <a:defRPr sz="4800">
                <a:solidFill>
                  <a:schemeClr val="bg1"/>
                </a:solidFill>
              </a:defRPr>
            </a:lvl1pPr>
          </a:lstStyle>
          <a:p>
            <a:pPr lvl="0"/>
            <a:r>
              <a:rPr lang="en-US" dirty="0"/>
              <a:t>Section Divider</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464998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Divider v1 - without subtitle">
    <p:bg>
      <p:bgPr>
        <a:solidFill>
          <a:schemeClr val="bg2"/>
        </a:solidFill>
        <a:effectLst/>
      </p:bgPr>
    </p:bg>
    <p:spTree>
      <p:nvGrpSpPr>
        <p:cNvPr id="1" name=""/>
        <p:cNvGrpSpPr/>
        <p:nvPr/>
      </p:nvGrpSpPr>
      <p:grpSpPr>
        <a:xfrm>
          <a:off x="0" y="0"/>
          <a:ext cx="0" cy="0"/>
          <a:chOff x="0" y="0"/>
          <a:chExt cx="0" cy="0"/>
        </a:xfrm>
      </p:grpSpPr>
      <p:sp>
        <p:nvSpPr>
          <p:cNvPr id="32" name="TextBox 31">
            <a:extLst>
              <a:ext uri="{FF2B5EF4-FFF2-40B4-BE49-F238E27FC236}">
                <a16:creationId xmlns:a16="http://schemas.microsoft.com/office/drawing/2014/main" xmlns=""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a16="http://schemas.microsoft.com/office/drawing/2014/main" xmlns=""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38" name="Oval 37">
            <a:extLst>
              <a:ext uri="{FF2B5EF4-FFF2-40B4-BE49-F238E27FC236}">
                <a16:creationId xmlns:a16="http://schemas.microsoft.com/office/drawing/2014/main" xmlns="" id="{6223CD6E-27C2-414B-99FE-78D1D98AAD06}"/>
              </a:ext>
            </a:extLst>
          </p:cNvPr>
          <p:cNvSpPr/>
          <p:nvPr userDrawn="1"/>
        </p:nvSpPr>
        <p:spPr>
          <a:xfrm>
            <a:off x="3770931" y="898473"/>
            <a:ext cx="4650137" cy="4648926"/>
          </a:xfrm>
          <a:prstGeom prst="ellipse">
            <a:avLst/>
          </a:prstGeom>
          <a:solidFill>
            <a:schemeClr val="bg2"/>
          </a:solidFill>
          <a:ln w="317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3" name="Text Placeholder 2">
            <a:extLst>
              <a:ext uri="{FF2B5EF4-FFF2-40B4-BE49-F238E27FC236}">
                <a16:creationId xmlns:a16="http://schemas.microsoft.com/office/drawing/2014/main" xmlns="" id="{5D6B3E54-5FB5-4437-A6B6-F6CA40F99F2C}"/>
              </a:ext>
            </a:extLst>
          </p:cNvPr>
          <p:cNvSpPr>
            <a:spLocks noGrp="1"/>
          </p:cNvSpPr>
          <p:nvPr>
            <p:ph type="body" sz="quarter" idx="10" hasCustomPrompt="1"/>
          </p:nvPr>
        </p:nvSpPr>
        <p:spPr>
          <a:xfrm>
            <a:off x="3770933" y="2102201"/>
            <a:ext cx="4650135" cy="2241470"/>
          </a:xfrm>
        </p:spPr>
        <p:txBody>
          <a:bodyPr anchor="ctr">
            <a:noAutofit/>
          </a:bodyPr>
          <a:lstStyle>
            <a:lvl1pPr marL="0" indent="0" algn="ctr">
              <a:lnSpc>
                <a:spcPct val="90000"/>
              </a:lnSpc>
              <a:spcBef>
                <a:spcPts val="0"/>
              </a:spcBef>
              <a:buNone/>
              <a:defRPr sz="4800">
                <a:solidFill>
                  <a:schemeClr val="bg1"/>
                </a:solidFill>
              </a:defRPr>
            </a:lvl1pPr>
          </a:lstStyle>
          <a:p>
            <a:pPr lvl="0"/>
            <a:r>
              <a:rPr lang="en-US" dirty="0"/>
              <a:t>Section Divider</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2066482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ection Divider v2">
    <p:bg>
      <p:bgPr>
        <a:solidFill>
          <a:schemeClr val="tx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767869" y="1582059"/>
            <a:ext cx="7151276" cy="315704"/>
          </a:xfrm>
        </p:spPr>
        <p:txBody>
          <a:bodyPr/>
          <a:lstStyle>
            <a:lvl1pPr>
              <a:defRPr baseline="0">
                <a:solidFill>
                  <a:schemeClr val="bg1"/>
                </a:solidFill>
              </a:defRPr>
            </a:lvl1pPr>
          </a:lstStyle>
          <a:p>
            <a:r>
              <a:rPr lang="en-US" dirty="0"/>
              <a:t>SECTION HEADING</a:t>
            </a:r>
          </a:p>
        </p:txBody>
      </p:sp>
      <p:sp>
        <p:nvSpPr>
          <p:cNvPr id="32" name="TextBox 31">
            <a:extLst>
              <a:ext uri="{FF2B5EF4-FFF2-40B4-BE49-F238E27FC236}">
                <a16:creationId xmlns:a16="http://schemas.microsoft.com/office/drawing/2014/main" xmlns=""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a16="http://schemas.microsoft.com/office/drawing/2014/main" xmlns=""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14" name="Text Placeholder 17">
            <a:extLst>
              <a:ext uri="{FF2B5EF4-FFF2-40B4-BE49-F238E27FC236}">
                <a16:creationId xmlns:a16="http://schemas.microsoft.com/office/drawing/2014/main" xmlns="" id="{B3E88B52-A8F8-42C0-A544-92EB6CF0687F}"/>
              </a:ext>
            </a:extLst>
          </p:cNvPr>
          <p:cNvSpPr>
            <a:spLocks noGrp="1"/>
          </p:cNvSpPr>
          <p:nvPr>
            <p:ph type="body" sz="quarter" idx="10" hasCustomPrompt="1"/>
          </p:nvPr>
        </p:nvSpPr>
        <p:spPr>
          <a:xfrm>
            <a:off x="767869" y="4012791"/>
            <a:ext cx="7151276" cy="315913"/>
          </a:xfrm>
          <a:prstGeom prst="rect">
            <a:avLst/>
          </a:prstGeom>
        </p:spPr>
        <p:txBody>
          <a:bodyPr lIns="0" tIns="0" rIns="0" bIns="0" anchor="t">
            <a:noAutofit/>
          </a:bodyPr>
          <a:lstStyle>
            <a:lvl1pPr marL="0" indent="0" algn="l">
              <a:spcBef>
                <a:spcPts val="0"/>
              </a:spcBef>
              <a:buNone/>
              <a:defRPr sz="1400" spc="0" baseline="0">
                <a:solidFill>
                  <a:schemeClr val="bg1"/>
                </a:solidFill>
              </a:defRPr>
            </a:lvl1pPr>
          </a:lstStyle>
          <a:p>
            <a:pPr lvl="0"/>
            <a:r>
              <a:rPr lang="en-US" dirty="0"/>
              <a:t>Place holder for subtitle</a:t>
            </a:r>
          </a:p>
        </p:txBody>
      </p:sp>
      <p:sp>
        <p:nvSpPr>
          <p:cNvPr id="17" name="Text Placeholder 17">
            <a:extLst>
              <a:ext uri="{FF2B5EF4-FFF2-40B4-BE49-F238E27FC236}">
                <a16:creationId xmlns:a16="http://schemas.microsoft.com/office/drawing/2014/main" xmlns="" id="{D95356D2-AFDD-42A5-A465-237B8096BB51}"/>
              </a:ext>
            </a:extLst>
          </p:cNvPr>
          <p:cNvSpPr>
            <a:spLocks noGrp="1"/>
          </p:cNvSpPr>
          <p:nvPr>
            <p:ph type="body" sz="quarter" idx="11" hasCustomPrompt="1"/>
          </p:nvPr>
        </p:nvSpPr>
        <p:spPr>
          <a:xfrm>
            <a:off x="767869" y="1993449"/>
            <a:ext cx="7151276" cy="1965093"/>
          </a:xfrm>
          <a:prstGeom prst="rect">
            <a:avLst/>
          </a:prstGeom>
        </p:spPr>
        <p:txBody>
          <a:bodyPr lIns="0" tIns="0" rIns="0" bIns="0" anchor="ctr">
            <a:noAutofit/>
          </a:bodyPr>
          <a:lstStyle>
            <a:lvl1pPr marL="0" indent="0" algn="l">
              <a:lnSpc>
                <a:spcPct val="90000"/>
              </a:lnSpc>
              <a:spcBef>
                <a:spcPts val="0"/>
              </a:spcBef>
              <a:buNone/>
              <a:defRPr sz="6000" spc="0" baseline="0">
                <a:solidFill>
                  <a:schemeClr val="bg1"/>
                </a:solidFill>
              </a:defRPr>
            </a:lvl1pPr>
          </a:lstStyle>
          <a:p>
            <a:pPr lvl="0"/>
            <a:r>
              <a:rPr lang="en-US" dirty="0"/>
              <a:t>Place holder for Section Divider</a:t>
            </a:r>
          </a:p>
        </p:txBody>
      </p:sp>
      <p:pic>
        <p:nvPicPr>
          <p:cNvPr id="9" name="Picture 8"/>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2695703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Divider v3">
    <p:bg>
      <p:bgPr>
        <a:solidFill>
          <a:schemeClr val="accent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767869" y="1582059"/>
            <a:ext cx="7151276" cy="315704"/>
          </a:xfrm>
        </p:spPr>
        <p:txBody>
          <a:bodyPr/>
          <a:lstStyle>
            <a:lvl1pPr>
              <a:defRPr baseline="0">
                <a:solidFill>
                  <a:schemeClr val="bg1"/>
                </a:solidFill>
              </a:defRPr>
            </a:lvl1pPr>
          </a:lstStyle>
          <a:p>
            <a:r>
              <a:rPr lang="en-US" dirty="0"/>
              <a:t>SECTION HEADING</a:t>
            </a:r>
          </a:p>
        </p:txBody>
      </p:sp>
      <p:sp>
        <p:nvSpPr>
          <p:cNvPr id="32" name="TextBox 31">
            <a:extLst>
              <a:ext uri="{FF2B5EF4-FFF2-40B4-BE49-F238E27FC236}">
                <a16:creationId xmlns:a16="http://schemas.microsoft.com/office/drawing/2014/main" xmlns=""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a16="http://schemas.microsoft.com/office/drawing/2014/main" xmlns=""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14" name="Text Placeholder 17">
            <a:extLst>
              <a:ext uri="{FF2B5EF4-FFF2-40B4-BE49-F238E27FC236}">
                <a16:creationId xmlns:a16="http://schemas.microsoft.com/office/drawing/2014/main" xmlns="" id="{B3E88B52-A8F8-42C0-A544-92EB6CF0687F}"/>
              </a:ext>
            </a:extLst>
          </p:cNvPr>
          <p:cNvSpPr>
            <a:spLocks noGrp="1"/>
          </p:cNvSpPr>
          <p:nvPr>
            <p:ph type="body" sz="quarter" idx="10" hasCustomPrompt="1"/>
          </p:nvPr>
        </p:nvSpPr>
        <p:spPr>
          <a:xfrm>
            <a:off x="767869" y="4012791"/>
            <a:ext cx="7151276" cy="315913"/>
          </a:xfrm>
          <a:prstGeom prst="rect">
            <a:avLst/>
          </a:prstGeom>
        </p:spPr>
        <p:txBody>
          <a:bodyPr lIns="0" tIns="0" rIns="0" bIns="0" anchor="t">
            <a:noAutofit/>
          </a:bodyPr>
          <a:lstStyle>
            <a:lvl1pPr marL="0" indent="0" algn="l">
              <a:spcBef>
                <a:spcPts val="0"/>
              </a:spcBef>
              <a:buNone/>
              <a:defRPr sz="1400" spc="0" baseline="0">
                <a:solidFill>
                  <a:schemeClr val="bg1"/>
                </a:solidFill>
              </a:defRPr>
            </a:lvl1pPr>
          </a:lstStyle>
          <a:p>
            <a:pPr lvl="0"/>
            <a:r>
              <a:rPr lang="en-US" dirty="0"/>
              <a:t>Place holder for subtitle</a:t>
            </a:r>
          </a:p>
        </p:txBody>
      </p:sp>
      <p:sp>
        <p:nvSpPr>
          <p:cNvPr id="17" name="Text Placeholder 17">
            <a:extLst>
              <a:ext uri="{FF2B5EF4-FFF2-40B4-BE49-F238E27FC236}">
                <a16:creationId xmlns:a16="http://schemas.microsoft.com/office/drawing/2014/main" xmlns="" id="{D95356D2-AFDD-42A5-A465-237B8096BB51}"/>
              </a:ext>
            </a:extLst>
          </p:cNvPr>
          <p:cNvSpPr>
            <a:spLocks noGrp="1"/>
          </p:cNvSpPr>
          <p:nvPr>
            <p:ph type="body" sz="quarter" idx="11" hasCustomPrompt="1"/>
          </p:nvPr>
        </p:nvSpPr>
        <p:spPr>
          <a:xfrm>
            <a:off x="767869" y="1993449"/>
            <a:ext cx="7151276" cy="1965093"/>
          </a:xfrm>
          <a:prstGeom prst="rect">
            <a:avLst/>
          </a:prstGeom>
        </p:spPr>
        <p:txBody>
          <a:bodyPr lIns="0" tIns="0" rIns="0" bIns="0" anchor="ctr">
            <a:noAutofit/>
          </a:bodyPr>
          <a:lstStyle>
            <a:lvl1pPr marL="0" indent="0" algn="l">
              <a:lnSpc>
                <a:spcPct val="90000"/>
              </a:lnSpc>
              <a:spcBef>
                <a:spcPts val="0"/>
              </a:spcBef>
              <a:buNone/>
              <a:defRPr sz="6000" spc="0" baseline="0">
                <a:solidFill>
                  <a:schemeClr val="bg1"/>
                </a:solidFill>
              </a:defRPr>
            </a:lvl1pPr>
          </a:lstStyle>
          <a:p>
            <a:pPr lvl="0"/>
            <a:r>
              <a:rPr lang="en-US" dirty="0"/>
              <a:t>Place holder for Section Divider</a:t>
            </a:r>
          </a:p>
        </p:txBody>
      </p:sp>
      <p:pic>
        <p:nvPicPr>
          <p:cNvPr id="9" name="Picture 8"/>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3242230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Section Divider v4">
    <p:bg>
      <p:bgPr>
        <a:solidFill>
          <a:schemeClr val="accent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767869" y="1582059"/>
            <a:ext cx="7151276" cy="315704"/>
          </a:xfrm>
        </p:spPr>
        <p:txBody>
          <a:bodyPr/>
          <a:lstStyle>
            <a:lvl1pPr>
              <a:defRPr baseline="0">
                <a:solidFill>
                  <a:schemeClr val="bg1"/>
                </a:solidFill>
              </a:defRPr>
            </a:lvl1pPr>
          </a:lstStyle>
          <a:p>
            <a:r>
              <a:rPr lang="en-US" dirty="0"/>
              <a:t>SECTION HEADING</a:t>
            </a:r>
          </a:p>
        </p:txBody>
      </p:sp>
      <p:sp>
        <p:nvSpPr>
          <p:cNvPr id="32" name="TextBox 31">
            <a:extLst>
              <a:ext uri="{FF2B5EF4-FFF2-40B4-BE49-F238E27FC236}">
                <a16:creationId xmlns:a16="http://schemas.microsoft.com/office/drawing/2014/main" xmlns=""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a16="http://schemas.microsoft.com/office/drawing/2014/main" xmlns=""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14" name="Text Placeholder 17">
            <a:extLst>
              <a:ext uri="{FF2B5EF4-FFF2-40B4-BE49-F238E27FC236}">
                <a16:creationId xmlns:a16="http://schemas.microsoft.com/office/drawing/2014/main" xmlns="" id="{B3E88B52-A8F8-42C0-A544-92EB6CF0687F}"/>
              </a:ext>
            </a:extLst>
          </p:cNvPr>
          <p:cNvSpPr>
            <a:spLocks noGrp="1"/>
          </p:cNvSpPr>
          <p:nvPr>
            <p:ph type="body" sz="quarter" idx="10" hasCustomPrompt="1"/>
          </p:nvPr>
        </p:nvSpPr>
        <p:spPr>
          <a:xfrm>
            <a:off x="767869" y="4012791"/>
            <a:ext cx="7151276" cy="315913"/>
          </a:xfrm>
          <a:prstGeom prst="rect">
            <a:avLst/>
          </a:prstGeom>
        </p:spPr>
        <p:txBody>
          <a:bodyPr lIns="0" tIns="0" rIns="0" bIns="0" anchor="t">
            <a:noAutofit/>
          </a:bodyPr>
          <a:lstStyle>
            <a:lvl1pPr marL="0" indent="0" algn="l">
              <a:spcBef>
                <a:spcPts val="0"/>
              </a:spcBef>
              <a:buNone/>
              <a:defRPr sz="1400" spc="0" baseline="0">
                <a:solidFill>
                  <a:schemeClr val="bg1"/>
                </a:solidFill>
              </a:defRPr>
            </a:lvl1pPr>
          </a:lstStyle>
          <a:p>
            <a:pPr lvl="0"/>
            <a:r>
              <a:rPr lang="en-US" dirty="0"/>
              <a:t>Place holder for subtitle</a:t>
            </a:r>
          </a:p>
        </p:txBody>
      </p:sp>
      <p:sp>
        <p:nvSpPr>
          <p:cNvPr id="17" name="Text Placeholder 17">
            <a:extLst>
              <a:ext uri="{FF2B5EF4-FFF2-40B4-BE49-F238E27FC236}">
                <a16:creationId xmlns:a16="http://schemas.microsoft.com/office/drawing/2014/main" xmlns="" id="{D95356D2-AFDD-42A5-A465-237B8096BB51}"/>
              </a:ext>
            </a:extLst>
          </p:cNvPr>
          <p:cNvSpPr>
            <a:spLocks noGrp="1"/>
          </p:cNvSpPr>
          <p:nvPr>
            <p:ph type="body" sz="quarter" idx="11" hasCustomPrompt="1"/>
          </p:nvPr>
        </p:nvSpPr>
        <p:spPr>
          <a:xfrm>
            <a:off x="767869" y="1993449"/>
            <a:ext cx="7151276" cy="1965093"/>
          </a:xfrm>
          <a:prstGeom prst="rect">
            <a:avLst/>
          </a:prstGeom>
        </p:spPr>
        <p:txBody>
          <a:bodyPr lIns="0" tIns="0" rIns="0" bIns="0" anchor="ctr">
            <a:noAutofit/>
          </a:bodyPr>
          <a:lstStyle>
            <a:lvl1pPr marL="0" indent="0" algn="l">
              <a:lnSpc>
                <a:spcPct val="90000"/>
              </a:lnSpc>
              <a:spcBef>
                <a:spcPts val="0"/>
              </a:spcBef>
              <a:buNone/>
              <a:defRPr sz="6000" spc="0" baseline="0">
                <a:solidFill>
                  <a:schemeClr val="bg1"/>
                </a:solidFill>
              </a:defRPr>
            </a:lvl1pPr>
          </a:lstStyle>
          <a:p>
            <a:pPr lvl="0"/>
            <a:r>
              <a:rPr lang="en-US" dirty="0"/>
              <a:t>Place holder for Section Divider</a:t>
            </a:r>
          </a:p>
        </p:txBody>
      </p:sp>
      <p:pic>
        <p:nvPicPr>
          <p:cNvPr id="9" name="Picture 8"/>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41557891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v1">
    <p:spTree>
      <p:nvGrpSpPr>
        <p:cNvPr id="1" name=""/>
        <p:cNvGrpSpPr/>
        <p:nvPr/>
      </p:nvGrpSpPr>
      <p:grpSpPr>
        <a:xfrm>
          <a:off x="0" y="0"/>
          <a:ext cx="0" cy="0"/>
          <a:chOff x="0" y="0"/>
          <a:chExt cx="0" cy="0"/>
        </a:xfrm>
      </p:grpSpPr>
      <p:pic>
        <p:nvPicPr>
          <p:cNvPr id="32" name="Picture 31">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27" name="Text Placeholder 2">
            <a:extLst>
              <a:ext uri="{FF2B5EF4-FFF2-40B4-BE49-F238E27FC236}">
                <a16:creationId xmlns:a16="http://schemas.microsoft.com/office/drawing/2014/main" xmlns="" id="{9B8F19A3-252D-4851-BB1A-796986E51EF6}"/>
              </a:ext>
            </a:extLst>
          </p:cNvPr>
          <p:cNvSpPr>
            <a:spLocks noGrp="1"/>
          </p:cNvSpPr>
          <p:nvPr>
            <p:ph type="body" sz="quarter" idx="18" hasCustomPrompt="1"/>
          </p:nvPr>
        </p:nvSpPr>
        <p:spPr>
          <a:xfrm>
            <a:off x="940885"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22" name="Text Placeholder 2">
            <a:extLst>
              <a:ext uri="{FF2B5EF4-FFF2-40B4-BE49-F238E27FC236}">
                <a16:creationId xmlns:a16="http://schemas.microsoft.com/office/drawing/2014/main" xmlns="" id="{BFFF5094-6ED3-40C7-BD93-86A550C2B1EA}"/>
              </a:ext>
            </a:extLst>
          </p:cNvPr>
          <p:cNvSpPr>
            <a:spLocks noGrp="1"/>
          </p:cNvSpPr>
          <p:nvPr>
            <p:ph type="body" sz="quarter" idx="13" hasCustomPrompt="1"/>
          </p:nvPr>
        </p:nvSpPr>
        <p:spPr>
          <a:xfrm>
            <a:off x="940886"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01</a:t>
            </a:r>
          </a:p>
        </p:txBody>
      </p:sp>
      <p:sp>
        <p:nvSpPr>
          <p:cNvPr id="23" name="Text Placeholder 2">
            <a:extLst>
              <a:ext uri="{FF2B5EF4-FFF2-40B4-BE49-F238E27FC236}">
                <a16:creationId xmlns:a16="http://schemas.microsoft.com/office/drawing/2014/main" xmlns="" id="{AE10F525-8785-40CE-95A6-6D01A7714D79}"/>
              </a:ext>
            </a:extLst>
          </p:cNvPr>
          <p:cNvSpPr>
            <a:spLocks noGrp="1"/>
          </p:cNvSpPr>
          <p:nvPr>
            <p:ph type="body" sz="quarter" idx="14" hasCustomPrompt="1"/>
          </p:nvPr>
        </p:nvSpPr>
        <p:spPr>
          <a:xfrm>
            <a:off x="3242540"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02</a:t>
            </a:r>
          </a:p>
        </p:txBody>
      </p:sp>
      <p:sp>
        <p:nvSpPr>
          <p:cNvPr id="24" name="Text Placeholder 2">
            <a:extLst>
              <a:ext uri="{FF2B5EF4-FFF2-40B4-BE49-F238E27FC236}">
                <a16:creationId xmlns:a16="http://schemas.microsoft.com/office/drawing/2014/main" xmlns="" id="{D36914D6-A688-48A8-B471-081AF08A391F}"/>
              </a:ext>
            </a:extLst>
          </p:cNvPr>
          <p:cNvSpPr>
            <a:spLocks noGrp="1"/>
          </p:cNvSpPr>
          <p:nvPr>
            <p:ph type="body" sz="quarter" idx="15" hasCustomPrompt="1"/>
          </p:nvPr>
        </p:nvSpPr>
        <p:spPr>
          <a:xfrm>
            <a:off x="5544195"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03</a:t>
            </a:r>
          </a:p>
        </p:txBody>
      </p:sp>
      <p:sp>
        <p:nvSpPr>
          <p:cNvPr id="25" name="Text Placeholder 2">
            <a:extLst>
              <a:ext uri="{FF2B5EF4-FFF2-40B4-BE49-F238E27FC236}">
                <a16:creationId xmlns:a16="http://schemas.microsoft.com/office/drawing/2014/main" xmlns="" id="{56673962-E048-4984-88F8-74B5C5793C52}"/>
              </a:ext>
            </a:extLst>
          </p:cNvPr>
          <p:cNvSpPr>
            <a:spLocks noGrp="1"/>
          </p:cNvSpPr>
          <p:nvPr>
            <p:ph type="body" sz="quarter" idx="16" hasCustomPrompt="1"/>
          </p:nvPr>
        </p:nvSpPr>
        <p:spPr>
          <a:xfrm>
            <a:off x="7845849"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04</a:t>
            </a:r>
          </a:p>
        </p:txBody>
      </p:sp>
      <p:sp>
        <p:nvSpPr>
          <p:cNvPr id="26" name="Text Placeholder 2">
            <a:extLst>
              <a:ext uri="{FF2B5EF4-FFF2-40B4-BE49-F238E27FC236}">
                <a16:creationId xmlns:a16="http://schemas.microsoft.com/office/drawing/2014/main" xmlns="" id="{02A799DF-1979-4FDB-A256-951A4204AF87}"/>
              </a:ext>
            </a:extLst>
          </p:cNvPr>
          <p:cNvSpPr>
            <a:spLocks noGrp="1"/>
          </p:cNvSpPr>
          <p:nvPr>
            <p:ph type="body" sz="quarter" idx="17" hasCustomPrompt="1"/>
          </p:nvPr>
        </p:nvSpPr>
        <p:spPr>
          <a:xfrm>
            <a:off x="10147504"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05</a:t>
            </a:r>
          </a:p>
        </p:txBody>
      </p:sp>
      <p:sp>
        <p:nvSpPr>
          <p:cNvPr id="28" name="Text Placeholder 2">
            <a:extLst>
              <a:ext uri="{FF2B5EF4-FFF2-40B4-BE49-F238E27FC236}">
                <a16:creationId xmlns:a16="http://schemas.microsoft.com/office/drawing/2014/main" xmlns="" id="{F339E161-0E60-4C55-BC72-7E29650E6436}"/>
              </a:ext>
            </a:extLst>
          </p:cNvPr>
          <p:cNvSpPr>
            <a:spLocks noGrp="1"/>
          </p:cNvSpPr>
          <p:nvPr>
            <p:ph type="body" sz="quarter" idx="19" hasCustomPrompt="1"/>
          </p:nvPr>
        </p:nvSpPr>
        <p:spPr>
          <a:xfrm>
            <a:off x="3242541"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29" name="Text Placeholder 2">
            <a:extLst>
              <a:ext uri="{FF2B5EF4-FFF2-40B4-BE49-F238E27FC236}">
                <a16:creationId xmlns:a16="http://schemas.microsoft.com/office/drawing/2014/main" xmlns="" id="{C7FC7771-48D6-4488-A089-A4699B8C9BB9}"/>
              </a:ext>
            </a:extLst>
          </p:cNvPr>
          <p:cNvSpPr>
            <a:spLocks noGrp="1"/>
          </p:cNvSpPr>
          <p:nvPr>
            <p:ph type="body" sz="quarter" idx="20" hasCustomPrompt="1"/>
          </p:nvPr>
        </p:nvSpPr>
        <p:spPr>
          <a:xfrm>
            <a:off x="5544196"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30" name="Text Placeholder 2">
            <a:extLst>
              <a:ext uri="{FF2B5EF4-FFF2-40B4-BE49-F238E27FC236}">
                <a16:creationId xmlns:a16="http://schemas.microsoft.com/office/drawing/2014/main" xmlns="" id="{A7DDF1D5-1765-4836-BBE1-849DFAB37631}"/>
              </a:ext>
            </a:extLst>
          </p:cNvPr>
          <p:cNvSpPr>
            <a:spLocks noGrp="1"/>
          </p:cNvSpPr>
          <p:nvPr>
            <p:ph type="body" sz="quarter" idx="21" hasCustomPrompt="1"/>
          </p:nvPr>
        </p:nvSpPr>
        <p:spPr>
          <a:xfrm>
            <a:off x="7845851"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31" name="Text Placeholder 2">
            <a:extLst>
              <a:ext uri="{FF2B5EF4-FFF2-40B4-BE49-F238E27FC236}">
                <a16:creationId xmlns:a16="http://schemas.microsoft.com/office/drawing/2014/main" xmlns="" id="{35D57064-67A8-4717-8F76-9AF1A1455ADB}"/>
              </a:ext>
            </a:extLst>
          </p:cNvPr>
          <p:cNvSpPr>
            <a:spLocks noGrp="1"/>
          </p:cNvSpPr>
          <p:nvPr>
            <p:ph type="body" sz="quarter" idx="22" hasCustomPrompt="1"/>
          </p:nvPr>
        </p:nvSpPr>
        <p:spPr>
          <a:xfrm>
            <a:off x="10147505"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3" name="Title 2">
            <a:extLst>
              <a:ext uri="{FF2B5EF4-FFF2-40B4-BE49-F238E27FC236}">
                <a16:creationId xmlns:a16="http://schemas.microsoft.com/office/drawing/2014/main" xmlns="" id="{D0D0F5C5-1FDE-456D-9C67-6F0A07724C6B}"/>
              </a:ext>
            </a:extLst>
          </p:cNvPr>
          <p:cNvSpPr>
            <a:spLocks noGrp="1"/>
          </p:cNvSpPr>
          <p:nvPr>
            <p:ph type="title" hasCustomPrompt="1"/>
          </p:nvPr>
        </p:nvSpPr>
        <p:spPr/>
        <p:txBody>
          <a:bodyPr/>
          <a:lstStyle>
            <a:lvl1pPr>
              <a:defRPr baseline="0"/>
            </a:lvl1pPr>
          </a:lstStyle>
          <a:p>
            <a:r>
              <a:rPr lang="en-US" dirty="0"/>
              <a:t>SECTION HEADING</a:t>
            </a:r>
          </a:p>
        </p:txBody>
      </p:sp>
    </p:spTree>
    <p:extLst>
      <p:ext uri="{BB962C8B-B14F-4D97-AF65-F5344CB8AC3E}">
        <p14:creationId xmlns:p14="http://schemas.microsoft.com/office/powerpoint/2010/main" val="28623275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v2">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27" name="Text Placeholder 2">
            <a:extLst>
              <a:ext uri="{FF2B5EF4-FFF2-40B4-BE49-F238E27FC236}">
                <a16:creationId xmlns:a16="http://schemas.microsoft.com/office/drawing/2014/main" xmlns="" id="{9B8F19A3-252D-4851-BB1A-796986E51EF6}"/>
              </a:ext>
            </a:extLst>
          </p:cNvPr>
          <p:cNvSpPr>
            <a:spLocks noGrp="1"/>
          </p:cNvSpPr>
          <p:nvPr>
            <p:ph type="body" sz="quarter" idx="18" hasCustomPrompt="1"/>
          </p:nvPr>
        </p:nvSpPr>
        <p:spPr>
          <a:xfrm>
            <a:off x="7569694" y="1714958"/>
            <a:ext cx="1609763" cy="3870342"/>
          </a:xfrm>
        </p:spPr>
        <p:txBody>
          <a:bodyPr lIns="0" tIns="0" rIns="0" bIns="0" anchor="t">
            <a:noAutofit/>
          </a:bodyPr>
          <a:lstStyle>
            <a:lvl1pPr marL="0" indent="0" algn="l">
              <a:spcBef>
                <a:spcPts val="800"/>
              </a:spcBef>
              <a:buNone/>
              <a:defRPr sz="1400" b="0">
                <a:solidFill>
                  <a:schemeClr val="tx1"/>
                </a:solidFill>
              </a:defRPr>
            </a:lvl1pPr>
          </a:lstStyle>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p:txBody>
      </p:sp>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34" name="Text Placeholder 2">
            <a:extLst>
              <a:ext uri="{FF2B5EF4-FFF2-40B4-BE49-F238E27FC236}">
                <a16:creationId xmlns:a16="http://schemas.microsoft.com/office/drawing/2014/main" xmlns="" id="{45886A50-D64D-414B-BB34-2694E084C2E5}"/>
              </a:ext>
            </a:extLst>
          </p:cNvPr>
          <p:cNvSpPr>
            <a:spLocks noGrp="1"/>
          </p:cNvSpPr>
          <p:nvPr>
            <p:ph type="body" sz="quarter" idx="19" hasCustomPrompt="1"/>
          </p:nvPr>
        </p:nvSpPr>
        <p:spPr>
          <a:xfrm>
            <a:off x="9388231" y="1714958"/>
            <a:ext cx="452813" cy="3870342"/>
          </a:xfrm>
        </p:spPr>
        <p:txBody>
          <a:bodyPr lIns="0" tIns="0" rIns="0" bIns="0" anchor="t">
            <a:noAutofit/>
          </a:bodyPr>
          <a:lstStyle>
            <a:lvl1pPr marL="0" indent="0" algn="ctr">
              <a:spcBef>
                <a:spcPts val="800"/>
              </a:spcBef>
              <a:buNone/>
              <a:defRPr sz="1400" b="0">
                <a:solidFill>
                  <a:schemeClr val="bg2"/>
                </a:solidFill>
              </a:defRPr>
            </a:lvl1pPr>
          </a:lstStyle>
          <a:p>
            <a:pPr lvl="0"/>
            <a:r>
              <a:rPr lang="en-US" dirty="0"/>
              <a:t>01</a:t>
            </a:r>
          </a:p>
          <a:p>
            <a:pPr lvl="0"/>
            <a:r>
              <a:rPr lang="en-US" dirty="0"/>
              <a:t>02</a:t>
            </a:r>
          </a:p>
          <a:p>
            <a:pPr lvl="0"/>
            <a:r>
              <a:rPr lang="en-US" dirty="0"/>
              <a:t>03</a:t>
            </a:r>
          </a:p>
          <a:p>
            <a:pPr lvl="0"/>
            <a:r>
              <a:rPr lang="en-US" dirty="0"/>
              <a:t>04</a:t>
            </a:r>
          </a:p>
          <a:p>
            <a:pPr lvl="0"/>
            <a:r>
              <a:rPr lang="en-US" dirty="0"/>
              <a:t>05</a:t>
            </a:r>
          </a:p>
          <a:p>
            <a:pPr lvl="0"/>
            <a:r>
              <a:rPr lang="en-US" dirty="0"/>
              <a:t>06</a:t>
            </a:r>
          </a:p>
          <a:p>
            <a:pPr lvl="0"/>
            <a:r>
              <a:rPr lang="en-US" dirty="0"/>
              <a:t>07</a:t>
            </a:r>
          </a:p>
          <a:p>
            <a:pPr lvl="0"/>
            <a:r>
              <a:rPr lang="en-US" dirty="0"/>
              <a:t>08</a:t>
            </a:r>
          </a:p>
          <a:p>
            <a:pPr lvl="0"/>
            <a:r>
              <a:rPr lang="en-US" dirty="0"/>
              <a:t>09</a:t>
            </a:r>
          </a:p>
          <a:p>
            <a:pPr lvl="0"/>
            <a:r>
              <a:rPr lang="en-US" dirty="0"/>
              <a:t>10</a:t>
            </a:r>
          </a:p>
          <a:p>
            <a:pPr lvl="0"/>
            <a:r>
              <a:rPr lang="en-US" dirty="0"/>
              <a:t>11</a:t>
            </a:r>
          </a:p>
          <a:p>
            <a:pPr lvl="0"/>
            <a:r>
              <a:rPr lang="en-US" dirty="0"/>
              <a:t>12</a:t>
            </a:r>
          </a:p>
        </p:txBody>
      </p:sp>
    </p:spTree>
    <p:extLst>
      <p:ext uri="{BB962C8B-B14F-4D97-AF65-F5344CB8AC3E}">
        <p14:creationId xmlns:p14="http://schemas.microsoft.com/office/powerpoint/2010/main" val="9283127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am info">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4" name="Picture Placeholder 19">
            <a:extLst>
              <a:ext uri="{FF2B5EF4-FFF2-40B4-BE49-F238E27FC236}">
                <a16:creationId xmlns:a16="http://schemas.microsoft.com/office/drawing/2014/main" xmlns="" id="{59269AFB-DEBB-4608-96E8-324707728B11}"/>
              </a:ext>
            </a:extLst>
          </p:cNvPr>
          <p:cNvSpPr>
            <a:spLocks noGrp="1"/>
          </p:cNvSpPr>
          <p:nvPr>
            <p:ph type="pic" sz="quarter" idx="15" hasCustomPrompt="1"/>
          </p:nvPr>
        </p:nvSpPr>
        <p:spPr>
          <a:xfrm>
            <a:off x="6363124" y="1433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15" name="Text Placeholder 2">
            <a:extLst>
              <a:ext uri="{FF2B5EF4-FFF2-40B4-BE49-F238E27FC236}">
                <a16:creationId xmlns:a16="http://schemas.microsoft.com/office/drawing/2014/main" xmlns="" id="{686E8F45-9142-4263-B45A-EC0ECAA59FAE}"/>
              </a:ext>
            </a:extLst>
          </p:cNvPr>
          <p:cNvSpPr>
            <a:spLocks noGrp="1"/>
          </p:cNvSpPr>
          <p:nvPr>
            <p:ph type="body" sz="quarter" idx="16" hasCustomPrompt="1"/>
          </p:nvPr>
        </p:nvSpPr>
        <p:spPr>
          <a:xfrm>
            <a:off x="7693651" y="1666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2</a:t>
            </a:r>
          </a:p>
        </p:txBody>
      </p:sp>
      <p:sp>
        <p:nvSpPr>
          <p:cNvPr id="16" name="Text Placeholder 2">
            <a:extLst>
              <a:ext uri="{FF2B5EF4-FFF2-40B4-BE49-F238E27FC236}">
                <a16:creationId xmlns:a16="http://schemas.microsoft.com/office/drawing/2014/main" xmlns="" id="{4DC11626-0644-4E2D-9226-6EB9E83BA064}"/>
              </a:ext>
            </a:extLst>
          </p:cNvPr>
          <p:cNvSpPr>
            <a:spLocks noGrp="1"/>
          </p:cNvSpPr>
          <p:nvPr>
            <p:ph type="body" sz="quarter" idx="17" hasCustomPrompt="1"/>
          </p:nvPr>
        </p:nvSpPr>
        <p:spPr>
          <a:xfrm>
            <a:off x="7693651" y="2000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5" name="Picture Placeholder 19">
            <a:extLst>
              <a:ext uri="{FF2B5EF4-FFF2-40B4-BE49-F238E27FC236}">
                <a16:creationId xmlns:a16="http://schemas.microsoft.com/office/drawing/2014/main" xmlns="" id="{A323A45E-FC75-4F7E-95A9-DB2AB53001BA}"/>
              </a:ext>
            </a:extLst>
          </p:cNvPr>
          <p:cNvSpPr>
            <a:spLocks noGrp="1"/>
          </p:cNvSpPr>
          <p:nvPr>
            <p:ph type="pic" sz="quarter" idx="12" hasCustomPrompt="1"/>
          </p:nvPr>
        </p:nvSpPr>
        <p:spPr>
          <a:xfrm>
            <a:off x="1758340" y="1433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7" name="Text Placeholder 2">
            <a:extLst>
              <a:ext uri="{FF2B5EF4-FFF2-40B4-BE49-F238E27FC236}">
                <a16:creationId xmlns:a16="http://schemas.microsoft.com/office/drawing/2014/main" xmlns="" id="{CC419ED4-1DC0-4B8A-B81D-02CC53DE3339}"/>
              </a:ext>
            </a:extLst>
          </p:cNvPr>
          <p:cNvSpPr>
            <a:spLocks noGrp="1"/>
          </p:cNvSpPr>
          <p:nvPr>
            <p:ph type="body" sz="quarter" idx="13" hasCustomPrompt="1"/>
          </p:nvPr>
        </p:nvSpPr>
        <p:spPr>
          <a:xfrm>
            <a:off x="3088867" y="1666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1</a:t>
            </a:r>
          </a:p>
        </p:txBody>
      </p:sp>
      <p:sp>
        <p:nvSpPr>
          <p:cNvPr id="12" name="Text Placeholder 2">
            <a:extLst>
              <a:ext uri="{FF2B5EF4-FFF2-40B4-BE49-F238E27FC236}">
                <a16:creationId xmlns:a16="http://schemas.microsoft.com/office/drawing/2014/main" xmlns="" id="{39191F7B-B907-4330-A0D0-AE2346533DD8}"/>
              </a:ext>
            </a:extLst>
          </p:cNvPr>
          <p:cNvSpPr>
            <a:spLocks noGrp="1"/>
          </p:cNvSpPr>
          <p:nvPr>
            <p:ph type="body" sz="quarter" idx="14" hasCustomPrompt="1"/>
          </p:nvPr>
        </p:nvSpPr>
        <p:spPr>
          <a:xfrm>
            <a:off x="3088867" y="2000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17" name="Picture Placeholder 19">
            <a:extLst>
              <a:ext uri="{FF2B5EF4-FFF2-40B4-BE49-F238E27FC236}">
                <a16:creationId xmlns:a16="http://schemas.microsoft.com/office/drawing/2014/main" xmlns="" id="{F983CCE9-9F44-4F5C-8034-00D82367E68F}"/>
              </a:ext>
            </a:extLst>
          </p:cNvPr>
          <p:cNvSpPr>
            <a:spLocks noGrp="1"/>
          </p:cNvSpPr>
          <p:nvPr>
            <p:ph type="pic" sz="quarter" idx="18" hasCustomPrompt="1"/>
          </p:nvPr>
        </p:nvSpPr>
        <p:spPr>
          <a:xfrm>
            <a:off x="6363124" y="2957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18" name="Text Placeholder 2">
            <a:extLst>
              <a:ext uri="{FF2B5EF4-FFF2-40B4-BE49-F238E27FC236}">
                <a16:creationId xmlns:a16="http://schemas.microsoft.com/office/drawing/2014/main" xmlns="" id="{1E02564C-71B0-404A-81D5-CBADB443DACA}"/>
              </a:ext>
            </a:extLst>
          </p:cNvPr>
          <p:cNvSpPr>
            <a:spLocks noGrp="1"/>
          </p:cNvSpPr>
          <p:nvPr>
            <p:ph type="body" sz="quarter" idx="19" hasCustomPrompt="1"/>
          </p:nvPr>
        </p:nvSpPr>
        <p:spPr>
          <a:xfrm>
            <a:off x="7693651" y="3190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4</a:t>
            </a:r>
          </a:p>
        </p:txBody>
      </p:sp>
      <p:sp>
        <p:nvSpPr>
          <p:cNvPr id="19" name="Text Placeholder 2">
            <a:extLst>
              <a:ext uri="{FF2B5EF4-FFF2-40B4-BE49-F238E27FC236}">
                <a16:creationId xmlns:a16="http://schemas.microsoft.com/office/drawing/2014/main" xmlns="" id="{37CB87B8-C293-4172-92CB-5A6B260A9911}"/>
              </a:ext>
            </a:extLst>
          </p:cNvPr>
          <p:cNvSpPr>
            <a:spLocks noGrp="1"/>
          </p:cNvSpPr>
          <p:nvPr>
            <p:ph type="body" sz="quarter" idx="20" hasCustomPrompt="1"/>
          </p:nvPr>
        </p:nvSpPr>
        <p:spPr>
          <a:xfrm>
            <a:off x="7693651" y="3524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20" name="Picture Placeholder 19">
            <a:extLst>
              <a:ext uri="{FF2B5EF4-FFF2-40B4-BE49-F238E27FC236}">
                <a16:creationId xmlns:a16="http://schemas.microsoft.com/office/drawing/2014/main" xmlns="" id="{3E8E0044-A58D-43FE-A641-0CAFFC620062}"/>
              </a:ext>
            </a:extLst>
          </p:cNvPr>
          <p:cNvSpPr>
            <a:spLocks noGrp="1"/>
          </p:cNvSpPr>
          <p:nvPr>
            <p:ph type="pic" sz="quarter" idx="21" hasCustomPrompt="1"/>
          </p:nvPr>
        </p:nvSpPr>
        <p:spPr>
          <a:xfrm>
            <a:off x="1758340" y="2957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21" name="Text Placeholder 2">
            <a:extLst>
              <a:ext uri="{FF2B5EF4-FFF2-40B4-BE49-F238E27FC236}">
                <a16:creationId xmlns:a16="http://schemas.microsoft.com/office/drawing/2014/main" xmlns="" id="{43E28C56-5783-4337-9D96-698FE5582A2E}"/>
              </a:ext>
            </a:extLst>
          </p:cNvPr>
          <p:cNvSpPr>
            <a:spLocks noGrp="1"/>
          </p:cNvSpPr>
          <p:nvPr>
            <p:ph type="body" sz="quarter" idx="22" hasCustomPrompt="1"/>
          </p:nvPr>
        </p:nvSpPr>
        <p:spPr>
          <a:xfrm>
            <a:off x="3088867" y="3190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3</a:t>
            </a:r>
          </a:p>
        </p:txBody>
      </p:sp>
      <p:sp>
        <p:nvSpPr>
          <p:cNvPr id="22" name="Text Placeholder 2">
            <a:extLst>
              <a:ext uri="{FF2B5EF4-FFF2-40B4-BE49-F238E27FC236}">
                <a16:creationId xmlns:a16="http://schemas.microsoft.com/office/drawing/2014/main" xmlns="" id="{03DD8706-19CE-4B18-B435-1B8EBC9D6F63}"/>
              </a:ext>
            </a:extLst>
          </p:cNvPr>
          <p:cNvSpPr>
            <a:spLocks noGrp="1"/>
          </p:cNvSpPr>
          <p:nvPr>
            <p:ph type="body" sz="quarter" idx="23" hasCustomPrompt="1"/>
          </p:nvPr>
        </p:nvSpPr>
        <p:spPr>
          <a:xfrm>
            <a:off x="3088867" y="3524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23" name="Picture Placeholder 19">
            <a:extLst>
              <a:ext uri="{FF2B5EF4-FFF2-40B4-BE49-F238E27FC236}">
                <a16:creationId xmlns:a16="http://schemas.microsoft.com/office/drawing/2014/main" xmlns="" id="{154DC02C-DF49-4166-8E8C-83B92BB515A3}"/>
              </a:ext>
            </a:extLst>
          </p:cNvPr>
          <p:cNvSpPr>
            <a:spLocks noGrp="1"/>
          </p:cNvSpPr>
          <p:nvPr>
            <p:ph type="pic" sz="quarter" idx="24" hasCustomPrompt="1"/>
          </p:nvPr>
        </p:nvSpPr>
        <p:spPr>
          <a:xfrm>
            <a:off x="6363124" y="4481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24" name="Text Placeholder 2">
            <a:extLst>
              <a:ext uri="{FF2B5EF4-FFF2-40B4-BE49-F238E27FC236}">
                <a16:creationId xmlns:a16="http://schemas.microsoft.com/office/drawing/2014/main" xmlns="" id="{0D389855-D3A3-4DEB-8A46-31D137D6F97D}"/>
              </a:ext>
            </a:extLst>
          </p:cNvPr>
          <p:cNvSpPr>
            <a:spLocks noGrp="1"/>
          </p:cNvSpPr>
          <p:nvPr>
            <p:ph type="body" sz="quarter" idx="25" hasCustomPrompt="1"/>
          </p:nvPr>
        </p:nvSpPr>
        <p:spPr>
          <a:xfrm>
            <a:off x="7693651" y="4714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6</a:t>
            </a:r>
          </a:p>
        </p:txBody>
      </p:sp>
      <p:sp>
        <p:nvSpPr>
          <p:cNvPr id="25" name="Text Placeholder 2">
            <a:extLst>
              <a:ext uri="{FF2B5EF4-FFF2-40B4-BE49-F238E27FC236}">
                <a16:creationId xmlns:a16="http://schemas.microsoft.com/office/drawing/2014/main" xmlns="" id="{8525DE8D-D94B-47A4-90AD-21FCC945217A}"/>
              </a:ext>
            </a:extLst>
          </p:cNvPr>
          <p:cNvSpPr>
            <a:spLocks noGrp="1"/>
          </p:cNvSpPr>
          <p:nvPr>
            <p:ph type="body" sz="quarter" idx="26" hasCustomPrompt="1"/>
          </p:nvPr>
        </p:nvSpPr>
        <p:spPr>
          <a:xfrm>
            <a:off x="7693651" y="5048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26" name="Picture Placeholder 19">
            <a:extLst>
              <a:ext uri="{FF2B5EF4-FFF2-40B4-BE49-F238E27FC236}">
                <a16:creationId xmlns:a16="http://schemas.microsoft.com/office/drawing/2014/main" xmlns="" id="{84F6A77C-9582-4BB2-90CC-4DC51D7549AE}"/>
              </a:ext>
            </a:extLst>
          </p:cNvPr>
          <p:cNvSpPr>
            <a:spLocks noGrp="1"/>
          </p:cNvSpPr>
          <p:nvPr>
            <p:ph type="pic" sz="quarter" idx="27" hasCustomPrompt="1"/>
          </p:nvPr>
        </p:nvSpPr>
        <p:spPr>
          <a:xfrm>
            <a:off x="1758340" y="4481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28" name="Text Placeholder 2">
            <a:extLst>
              <a:ext uri="{FF2B5EF4-FFF2-40B4-BE49-F238E27FC236}">
                <a16:creationId xmlns:a16="http://schemas.microsoft.com/office/drawing/2014/main" xmlns="" id="{29A25E6F-1680-44EA-B113-5C16F4728915}"/>
              </a:ext>
            </a:extLst>
          </p:cNvPr>
          <p:cNvSpPr>
            <a:spLocks noGrp="1"/>
          </p:cNvSpPr>
          <p:nvPr>
            <p:ph type="body" sz="quarter" idx="28" hasCustomPrompt="1"/>
          </p:nvPr>
        </p:nvSpPr>
        <p:spPr>
          <a:xfrm>
            <a:off x="3088867" y="4714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5</a:t>
            </a:r>
          </a:p>
        </p:txBody>
      </p:sp>
      <p:sp>
        <p:nvSpPr>
          <p:cNvPr id="29" name="Text Placeholder 2">
            <a:extLst>
              <a:ext uri="{FF2B5EF4-FFF2-40B4-BE49-F238E27FC236}">
                <a16:creationId xmlns:a16="http://schemas.microsoft.com/office/drawing/2014/main" xmlns="" id="{4D883057-323F-4A58-B78E-59B10B92544C}"/>
              </a:ext>
            </a:extLst>
          </p:cNvPr>
          <p:cNvSpPr>
            <a:spLocks noGrp="1"/>
          </p:cNvSpPr>
          <p:nvPr>
            <p:ph type="body" sz="quarter" idx="29" hasCustomPrompt="1"/>
          </p:nvPr>
        </p:nvSpPr>
        <p:spPr>
          <a:xfrm>
            <a:off x="3088867" y="5048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Tree>
    <p:extLst>
      <p:ext uri="{BB962C8B-B14F-4D97-AF65-F5344CB8AC3E}">
        <p14:creationId xmlns:p14="http://schemas.microsoft.com/office/powerpoint/2010/main" val="22619817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v1">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334938" y="245863"/>
            <a:ext cx="9154433" cy="315704"/>
          </a:xfrm>
        </p:spPr>
        <p:txBody>
          <a:bodyPr/>
          <a:lstStyle>
            <a:lvl1pPr marL="100584">
              <a:spcBef>
                <a:spcPts val="0"/>
              </a:spcBef>
              <a:defRPr sz="1600" baseline="0"/>
            </a:lvl1pPr>
          </a:lstStyle>
          <a:p>
            <a:r>
              <a:rPr lang="en-US" dirty="0"/>
              <a:t>SECTION HEADING</a:t>
            </a:r>
          </a:p>
        </p:txBody>
      </p:sp>
      <p:sp>
        <p:nvSpPr>
          <p:cNvPr id="17" name="Text Placeholder 16"/>
          <p:cNvSpPr>
            <a:spLocks noGrp="1"/>
          </p:cNvSpPr>
          <p:nvPr>
            <p:ph type="body" sz="quarter" idx="11" hasCustomPrompt="1"/>
          </p:nvPr>
        </p:nvSpPr>
        <p:spPr>
          <a:xfrm>
            <a:off x="334937" y="613084"/>
            <a:ext cx="10152484" cy="543708"/>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535966"/>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621396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v2">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173677"/>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703259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v3">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xmlns="" id="{3AFF631D-639E-49F9-AD67-8CEFCEC55099}"/>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3" name="Text Placeholder 2"/>
          <p:cNvSpPr>
            <a:spLocks noGrp="1"/>
          </p:cNvSpPr>
          <p:nvPr>
            <p:ph type="body" sz="quarter" idx="14"/>
          </p:nvPr>
        </p:nvSpPr>
        <p:spPr>
          <a:xfrm>
            <a:off x="4038064" y="1409702"/>
            <a:ext cx="3658553" cy="4754880"/>
          </a:xfrm>
        </p:spPr>
        <p:txBody>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a16="http://schemas.microsoft.com/office/drawing/2014/main" xmlns="" id="{FA384AA8-E329-48AE-A654-DB73F5111AE3}"/>
              </a:ext>
            </a:extLst>
          </p:cNvPr>
          <p:cNvSpPr>
            <a:spLocks noGrp="1"/>
          </p:cNvSpPr>
          <p:nvPr>
            <p:ph type="body" sz="quarter" idx="10" hasCustomPrompt="1"/>
          </p:nvPr>
        </p:nvSpPr>
        <p:spPr>
          <a:xfrm>
            <a:off x="438962" y="1409703"/>
            <a:ext cx="2835378" cy="1009033"/>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Double column text layout</a:t>
            </a:r>
          </a:p>
        </p:txBody>
      </p:sp>
      <p:sp>
        <p:nvSpPr>
          <p:cNvPr id="8" name="Text Placeholder 4">
            <a:extLst>
              <a:ext uri="{FF2B5EF4-FFF2-40B4-BE49-F238E27FC236}">
                <a16:creationId xmlns:a16="http://schemas.microsoft.com/office/drawing/2014/main" xmlns="" id="{4D28E0D2-FB60-4FE5-A488-EAC3FDC4F5D4}"/>
              </a:ext>
            </a:extLst>
          </p:cNvPr>
          <p:cNvSpPr>
            <a:spLocks noGrp="1"/>
          </p:cNvSpPr>
          <p:nvPr>
            <p:ph type="body" sz="quarter" idx="11" hasCustomPrompt="1"/>
          </p:nvPr>
        </p:nvSpPr>
        <p:spPr>
          <a:xfrm>
            <a:off x="438962" y="2508889"/>
            <a:ext cx="2835378" cy="1009033"/>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7" name="Text Placeholder 6"/>
          <p:cNvSpPr>
            <a:spLocks noGrp="1"/>
          </p:cNvSpPr>
          <p:nvPr>
            <p:ph type="body" sz="quarter" idx="15"/>
          </p:nvPr>
        </p:nvSpPr>
        <p:spPr>
          <a:xfrm>
            <a:off x="8188235" y="1409703"/>
            <a:ext cx="3658553" cy="475488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826950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v1">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334938" y="245863"/>
            <a:ext cx="9154433" cy="315704"/>
          </a:xfrm>
        </p:spPr>
        <p:txBody>
          <a:bodyPr/>
          <a:lstStyle>
            <a:lvl1pPr marL="100584">
              <a:spcBef>
                <a:spcPts val="0"/>
              </a:spcBef>
              <a:defRPr sz="1600" baseline="0"/>
            </a:lvl1pPr>
          </a:lstStyle>
          <a:p>
            <a:r>
              <a:rPr lang="en-US" dirty="0"/>
              <a:t>SECTION HEADING</a:t>
            </a:r>
          </a:p>
        </p:txBody>
      </p:sp>
      <p:sp>
        <p:nvSpPr>
          <p:cNvPr id="17" name="Text Placeholder 16"/>
          <p:cNvSpPr>
            <a:spLocks noGrp="1"/>
          </p:cNvSpPr>
          <p:nvPr>
            <p:ph type="body" sz="quarter" idx="11" hasCustomPrompt="1"/>
          </p:nvPr>
        </p:nvSpPr>
        <p:spPr>
          <a:xfrm>
            <a:off x="334937" y="613084"/>
            <a:ext cx="10152484" cy="543708"/>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Tree>
    <p:extLst>
      <p:ext uri="{BB962C8B-B14F-4D97-AF65-F5344CB8AC3E}">
        <p14:creationId xmlns:p14="http://schemas.microsoft.com/office/powerpoint/2010/main" val="3179215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v2">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Tree>
    <p:extLst>
      <p:ext uri="{BB962C8B-B14F-4D97-AF65-F5344CB8AC3E}">
        <p14:creationId xmlns:p14="http://schemas.microsoft.com/office/powerpoint/2010/main" val="36475652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 with logo">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Tree>
    <p:extLst>
      <p:ext uri="{BB962C8B-B14F-4D97-AF65-F5344CB8AC3E}">
        <p14:creationId xmlns:p14="http://schemas.microsoft.com/office/powerpoint/2010/main" val="40984528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 column text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D04FF6FD-F491-4A54-95BF-F82CCC6D03B5}"/>
              </a:ext>
            </a:extLst>
          </p:cNvPr>
          <p:cNvSpPr/>
          <p:nvPr userDrawn="1"/>
        </p:nvSpPr>
        <p:spPr>
          <a:xfrm>
            <a:off x="438962" y="1066801"/>
            <a:ext cx="5487829"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438962"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a16="http://schemas.microsoft.com/office/drawing/2014/main" xmlns="" id="{E7002E75-2D96-4F0E-AC8A-DDBCF5CBF536}"/>
              </a:ext>
            </a:extLst>
          </p:cNvPr>
          <p:cNvSpPr>
            <a:spLocks noGrp="1"/>
          </p:cNvSpPr>
          <p:nvPr>
            <p:ph type="body" sz="quarter" idx="14" hasCustomPrompt="1"/>
          </p:nvPr>
        </p:nvSpPr>
        <p:spPr>
          <a:xfrm>
            <a:off x="438962" y="1066801"/>
            <a:ext cx="5487829" cy="713232"/>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a16="http://schemas.microsoft.com/office/drawing/2014/main" xmlns="" id="{2F7D0692-8667-44A3-A1D3-D39E38AE92DD}"/>
              </a:ext>
            </a:extLst>
          </p:cNvPr>
          <p:cNvCxnSpPr/>
          <p:nvPr userDrawn="1"/>
        </p:nvCxnSpPr>
        <p:spPr>
          <a:xfrm>
            <a:off x="617066" y="1898350"/>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xmlns="" id="{10380C48-5BEB-4A6E-9DAB-A6429A58BD37}"/>
              </a:ext>
            </a:extLst>
          </p:cNvPr>
          <p:cNvSpPr/>
          <p:nvPr userDrawn="1"/>
        </p:nvSpPr>
        <p:spPr>
          <a:xfrm>
            <a:off x="6266733" y="1066801"/>
            <a:ext cx="5487829"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8" name="Text Placeholder 4">
            <a:extLst>
              <a:ext uri="{FF2B5EF4-FFF2-40B4-BE49-F238E27FC236}">
                <a16:creationId xmlns:a16="http://schemas.microsoft.com/office/drawing/2014/main" xmlns="" id="{84C5DFFB-6FF4-4318-9D0D-9CD77029DABD}"/>
              </a:ext>
            </a:extLst>
          </p:cNvPr>
          <p:cNvSpPr>
            <a:spLocks noGrp="1"/>
          </p:cNvSpPr>
          <p:nvPr>
            <p:ph type="body" sz="quarter" idx="16" hasCustomPrompt="1"/>
          </p:nvPr>
        </p:nvSpPr>
        <p:spPr>
          <a:xfrm>
            <a:off x="6266733" y="1066801"/>
            <a:ext cx="5487829" cy="713232"/>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29" name="Straight Connector 28">
            <a:extLst>
              <a:ext uri="{FF2B5EF4-FFF2-40B4-BE49-F238E27FC236}">
                <a16:creationId xmlns:a16="http://schemas.microsoft.com/office/drawing/2014/main" xmlns="" id="{D142C5A8-D7C7-4F2D-9CDF-834CB6B5513A}"/>
              </a:ext>
            </a:extLst>
          </p:cNvPr>
          <p:cNvCxnSpPr/>
          <p:nvPr userDrawn="1"/>
        </p:nvCxnSpPr>
        <p:spPr>
          <a:xfrm>
            <a:off x="6444837" y="1898350"/>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17"/>
          </p:nvPr>
        </p:nvSpPr>
        <p:spPr>
          <a:xfrm>
            <a:off x="438962" y="2016668"/>
            <a:ext cx="5487829" cy="4117431"/>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18"/>
          </p:nvPr>
        </p:nvSpPr>
        <p:spPr>
          <a:xfrm>
            <a:off x="6266733" y="2016667"/>
            <a:ext cx="5487829" cy="411743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674089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column text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D04FF6FD-F491-4A54-95BF-F82CCC6D03B5}"/>
              </a:ext>
            </a:extLst>
          </p:cNvPr>
          <p:cNvSpPr/>
          <p:nvPr userDrawn="1"/>
        </p:nvSpPr>
        <p:spPr>
          <a:xfrm>
            <a:off x="438962" y="1066801"/>
            <a:ext cx="365855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438962"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a16="http://schemas.microsoft.com/office/drawing/2014/main" xmlns="" id="{E7002E75-2D96-4F0E-AC8A-DDBCF5CBF536}"/>
              </a:ext>
            </a:extLst>
          </p:cNvPr>
          <p:cNvSpPr>
            <a:spLocks noGrp="1"/>
          </p:cNvSpPr>
          <p:nvPr>
            <p:ph type="body" sz="quarter" idx="14" hasCustomPrompt="1"/>
          </p:nvPr>
        </p:nvSpPr>
        <p:spPr>
          <a:xfrm>
            <a:off x="438962" y="1066801"/>
            <a:ext cx="3658553" cy="710484"/>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a16="http://schemas.microsoft.com/office/drawing/2014/main" xmlns="" id="{2F7D0692-8667-44A3-A1D3-D39E38AE92DD}"/>
              </a:ext>
            </a:extLst>
          </p:cNvPr>
          <p:cNvCxnSpPr>
            <a:cxnSpLocks/>
          </p:cNvCxnSpPr>
          <p:nvPr userDrawn="1"/>
        </p:nvCxnSpPr>
        <p:spPr>
          <a:xfrm>
            <a:off x="601009" y="1898350"/>
            <a:ext cx="3334461"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xmlns="" id="{911F2DDC-FE3D-47F1-B151-80B9AC9A2B70}"/>
              </a:ext>
            </a:extLst>
          </p:cNvPr>
          <p:cNvSpPr/>
          <p:nvPr userDrawn="1"/>
        </p:nvSpPr>
        <p:spPr>
          <a:xfrm>
            <a:off x="4267866" y="1066801"/>
            <a:ext cx="365855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0" name="Text Placeholder 4">
            <a:extLst>
              <a:ext uri="{FF2B5EF4-FFF2-40B4-BE49-F238E27FC236}">
                <a16:creationId xmlns:a16="http://schemas.microsoft.com/office/drawing/2014/main" xmlns="" id="{2FF590C8-B23E-4B58-825C-94072533798E}"/>
              </a:ext>
            </a:extLst>
          </p:cNvPr>
          <p:cNvSpPr>
            <a:spLocks noGrp="1"/>
          </p:cNvSpPr>
          <p:nvPr>
            <p:ph type="body" sz="quarter" idx="16" hasCustomPrompt="1"/>
          </p:nvPr>
        </p:nvSpPr>
        <p:spPr>
          <a:xfrm>
            <a:off x="4267866" y="1066801"/>
            <a:ext cx="3658553" cy="710484"/>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1" name="Straight Connector 30">
            <a:extLst>
              <a:ext uri="{FF2B5EF4-FFF2-40B4-BE49-F238E27FC236}">
                <a16:creationId xmlns:a16="http://schemas.microsoft.com/office/drawing/2014/main" xmlns="" id="{28967DD9-FE47-4475-A9A7-067F0E21789F}"/>
              </a:ext>
            </a:extLst>
          </p:cNvPr>
          <p:cNvCxnSpPr>
            <a:cxnSpLocks/>
          </p:cNvCxnSpPr>
          <p:nvPr userDrawn="1"/>
        </p:nvCxnSpPr>
        <p:spPr>
          <a:xfrm>
            <a:off x="4429913" y="1898350"/>
            <a:ext cx="3334461"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xmlns="" id="{C08E1826-9545-4505-B223-4C2468E7AED3}"/>
              </a:ext>
            </a:extLst>
          </p:cNvPr>
          <p:cNvSpPr/>
          <p:nvPr userDrawn="1"/>
        </p:nvSpPr>
        <p:spPr>
          <a:xfrm>
            <a:off x="8096771" y="1066801"/>
            <a:ext cx="365855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4" name="Text Placeholder 4">
            <a:extLst>
              <a:ext uri="{FF2B5EF4-FFF2-40B4-BE49-F238E27FC236}">
                <a16:creationId xmlns:a16="http://schemas.microsoft.com/office/drawing/2014/main" xmlns="" id="{BB585001-9257-45A9-92E7-3BCA73D57E9C}"/>
              </a:ext>
            </a:extLst>
          </p:cNvPr>
          <p:cNvSpPr>
            <a:spLocks noGrp="1"/>
          </p:cNvSpPr>
          <p:nvPr>
            <p:ph type="body" sz="quarter" idx="18" hasCustomPrompt="1"/>
          </p:nvPr>
        </p:nvSpPr>
        <p:spPr>
          <a:xfrm>
            <a:off x="8096771" y="1066801"/>
            <a:ext cx="3658553" cy="710484"/>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5" name="Straight Connector 34">
            <a:extLst>
              <a:ext uri="{FF2B5EF4-FFF2-40B4-BE49-F238E27FC236}">
                <a16:creationId xmlns:a16="http://schemas.microsoft.com/office/drawing/2014/main" xmlns="" id="{7945B1CF-4234-4EE4-9371-9C94C1D05433}"/>
              </a:ext>
            </a:extLst>
          </p:cNvPr>
          <p:cNvCxnSpPr>
            <a:cxnSpLocks/>
          </p:cNvCxnSpPr>
          <p:nvPr userDrawn="1"/>
        </p:nvCxnSpPr>
        <p:spPr>
          <a:xfrm>
            <a:off x="8258818" y="1898350"/>
            <a:ext cx="3334461"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19"/>
          </p:nvPr>
        </p:nvSpPr>
        <p:spPr>
          <a:xfrm>
            <a:off x="438962" y="2019416"/>
            <a:ext cx="3658553" cy="411468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20"/>
          </p:nvPr>
        </p:nvSpPr>
        <p:spPr>
          <a:xfrm>
            <a:off x="4267866" y="2019416"/>
            <a:ext cx="3658553"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p:cNvSpPr>
            <a:spLocks noGrp="1"/>
          </p:cNvSpPr>
          <p:nvPr>
            <p:ph type="body" sz="quarter" idx="21"/>
          </p:nvPr>
        </p:nvSpPr>
        <p:spPr>
          <a:xfrm>
            <a:off x="8096771" y="2019416"/>
            <a:ext cx="3658554" cy="411468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293041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 column text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D04FF6FD-F491-4A54-95BF-F82CCC6D03B5}"/>
              </a:ext>
            </a:extLst>
          </p:cNvPr>
          <p:cNvSpPr/>
          <p:nvPr userDrawn="1"/>
        </p:nvSpPr>
        <p:spPr>
          <a:xfrm>
            <a:off x="438962"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438961"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a16="http://schemas.microsoft.com/office/drawing/2014/main" xmlns="" id="{E7002E75-2D96-4F0E-AC8A-DDBCF5CBF536}"/>
              </a:ext>
            </a:extLst>
          </p:cNvPr>
          <p:cNvSpPr>
            <a:spLocks noGrp="1"/>
          </p:cNvSpPr>
          <p:nvPr>
            <p:ph type="body" sz="quarter" idx="14" hasCustomPrompt="1"/>
          </p:nvPr>
        </p:nvSpPr>
        <p:spPr>
          <a:xfrm>
            <a:off x="438962"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a16="http://schemas.microsoft.com/office/drawing/2014/main" xmlns="" id="{2F7D0692-8667-44A3-A1D3-D39E38AE92DD}"/>
              </a:ext>
            </a:extLst>
          </p:cNvPr>
          <p:cNvCxnSpPr>
            <a:cxnSpLocks/>
          </p:cNvCxnSpPr>
          <p:nvPr userDrawn="1"/>
        </p:nvCxnSpPr>
        <p:spPr>
          <a:xfrm>
            <a:off x="548017"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3" name="Rectangle 52">
            <a:extLst>
              <a:ext uri="{FF2B5EF4-FFF2-40B4-BE49-F238E27FC236}">
                <a16:creationId xmlns:a16="http://schemas.microsoft.com/office/drawing/2014/main" xmlns="" id="{27ADBF00-25EC-4063-A5A1-A28DFBEFA8FB}"/>
              </a:ext>
            </a:extLst>
          </p:cNvPr>
          <p:cNvSpPr/>
          <p:nvPr userDrawn="1"/>
        </p:nvSpPr>
        <p:spPr>
          <a:xfrm>
            <a:off x="3311688"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55" name="Text Placeholder 4">
            <a:extLst>
              <a:ext uri="{FF2B5EF4-FFF2-40B4-BE49-F238E27FC236}">
                <a16:creationId xmlns:a16="http://schemas.microsoft.com/office/drawing/2014/main" xmlns="" id="{9782D4D5-C774-4C2F-A646-929DB1D5A813}"/>
              </a:ext>
            </a:extLst>
          </p:cNvPr>
          <p:cNvSpPr>
            <a:spLocks noGrp="1"/>
          </p:cNvSpPr>
          <p:nvPr>
            <p:ph type="body" sz="quarter" idx="16" hasCustomPrompt="1"/>
          </p:nvPr>
        </p:nvSpPr>
        <p:spPr>
          <a:xfrm>
            <a:off x="3311688"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sp>
        <p:nvSpPr>
          <p:cNvPr id="57" name="Rectangle 56">
            <a:extLst>
              <a:ext uri="{FF2B5EF4-FFF2-40B4-BE49-F238E27FC236}">
                <a16:creationId xmlns:a16="http://schemas.microsoft.com/office/drawing/2014/main" xmlns="" id="{863DC7F1-9A08-485D-AB4F-EBA24FAD873D}"/>
              </a:ext>
            </a:extLst>
          </p:cNvPr>
          <p:cNvSpPr/>
          <p:nvPr userDrawn="1"/>
        </p:nvSpPr>
        <p:spPr>
          <a:xfrm>
            <a:off x="6184414"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59" name="Text Placeholder 4">
            <a:extLst>
              <a:ext uri="{FF2B5EF4-FFF2-40B4-BE49-F238E27FC236}">
                <a16:creationId xmlns:a16="http://schemas.microsoft.com/office/drawing/2014/main" xmlns="" id="{5BB687B2-DC0F-4085-A36C-576A4E6F0D3E}"/>
              </a:ext>
            </a:extLst>
          </p:cNvPr>
          <p:cNvSpPr>
            <a:spLocks noGrp="1"/>
          </p:cNvSpPr>
          <p:nvPr>
            <p:ph type="body" sz="quarter" idx="18" hasCustomPrompt="1"/>
          </p:nvPr>
        </p:nvSpPr>
        <p:spPr>
          <a:xfrm>
            <a:off x="6184414"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sp>
        <p:nvSpPr>
          <p:cNvPr id="61" name="Rectangle 60">
            <a:extLst>
              <a:ext uri="{FF2B5EF4-FFF2-40B4-BE49-F238E27FC236}">
                <a16:creationId xmlns:a16="http://schemas.microsoft.com/office/drawing/2014/main" xmlns="" id="{E7FA196A-9199-4FCC-9468-1A6324910F10}"/>
              </a:ext>
            </a:extLst>
          </p:cNvPr>
          <p:cNvSpPr/>
          <p:nvPr userDrawn="1"/>
        </p:nvSpPr>
        <p:spPr>
          <a:xfrm>
            <a:off x="9057141"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3" name="Text Placeholder 4">
            <a:extLst>
              <a:ext uri="{FF2B5EF4-FFF2-40B4-BE49-F238E27FC236}">
                <a16:creationId xmlns:a16="http://schemas.microsoft.com/office/drawing/2014/main" xmlns="" id="{068DA545-6794-4A0B-B242-4603AC0E98DA}"/>
              </a:ext>
            </a:extLst>
          </p:cNvPr>
          <p:cNvSpPr>
            <a:spLocks noGrp="1"/>
          </p:cNvSpPr>
          <p:nvPr>
            <p:ph type="body" sz="quarter" idx="20" hasCustomPrompt="1"/>
          </p:nvPr>
        </p:nvSpPr>
        <p:spPr>
          <a:xfrm>
            <a:off x="9057141"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66" name="Straight Connector 65">
            <a:extLst>
              <a:ext uri="{FF2B5EF4-FFF2-40B4-BE49-F238E27FC236}">
                <a16:creationId xmlns:a16="http://schemas.microsoft.com/office/drawing/2014/main" xmlns="" id="{043053F1-B968-43EE-871F-8A29BE96FB96}"/>
              </a:ext>
            </a:extLst>
          </p:cNvPr>
          <p:cNvCxnSpPr>
            <a:cxnSpLocks/>
          </p:cNvCxnSpPr>
          <p:nvPr userDrawn="1"/>
        </p:nvCxnSpPr>
        <p:spPr>
          <a:xfrm>
            <a:off x="3420743"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xmlns="" id="{EBF23B40-1E61-4543-B8B5-9D1F8DB33C7B}"/>
              </a:ext>
            </a:extLst>
          </p:cNvPr>
          <p:cNvCxnSpPr>
            <a:cxnSpLocks/>
          </p:cNvCxnSpPr>
          <p:nvPr userDrawn="1"/>
        </p:nvCxnSpPr>
        <p:spPr>
          <a:xfrm>
            <a:off x="6293469"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a16="http://schemas.microsoft.com/office/drawing/2014/main" xmlns="" id="{FA912EC7-D485-416D-9148-096803B58069}"/>
              </a:ext>
            </a:extLst>
          </p:cNvPr>
          <p:cNvCxnSpPr>
            <a:cxnSpLocks/>
          </p:cNvCxnSpPr>
          <p:nvPr userDrawn="1"/>
        </p:nvCxnSpPr>
        <p:spPr>
          <a:xfrm>
            <a:off x="9166196"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21"/>
          </p:nvPr>
        </p:nvSpPr>
        <p:spPr>
          <a:xfrm>
            <a:off x="438962" y="2019416"/>
            <a:ext cx="2698182"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22"/>
          </p:nvPr>
        </p:nvSpPr>
        <p:spPr>
          <a:xfrm>
            <a:off x="3311686" y="2019416"/>
            <a:ext cx="2698185"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23"/>
          </p:nvPr>
        </p:nvSpPr>
        <p:spPr>
          <a:xfrm>
            <a:off x="6184414" y="2019417"/>
            <a:ext cx="2698183"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15"/>
          <p:cNvSpPr>
            <a:spLocks noGrp="1"/>
          </p:cNvSpPr>
          <p:nvPr>
            <p:ph type="body" sz="quarter" idx="24"/>
          </p:nvPr>
        </p:nvSpPr>
        <p:spPr>
          <a:xfrm>
            <a:off x="9057458" y="2019416"/>
            <a:ext cx="2697866"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930236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 grid text layout">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xmlns="" id="{E2608241-4E05-46E8-9D0E-8DBE082943F4}"/>
              </a:ext>
            </a:extLst>
          </p:cNvPr>
          <p:cNvSpPr/>
          <p:nvPr userDrawn="1"/>
        </p:nvSpPr>
        <p:spPr>
          <a:xfrm>
            <a:off x="438962" y="3767989"/>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2" name="Rectangle 31">
            <a:extLst>
              <a:ext uri="{FF2B5EF4-FFF2-40B4-BE49-F238E27FC236}">
                <a16:creationId xmlns:a16="http://schemas.microsoft.com/office/drawing/2014/main" xmlns="" id="{ED14D64C-114A-4518-B391-E06AA8DAFFD2}"/>
              </a:ext>
            </a:extLst>
          </p:cNvPr>
          <p:cNvSpPr/>
          <p:nvPr userDrawn="1"/>
        </p:nvSpPr>
        <p:spPr>
          <a:xfrm>
            <a:off x="6266733" y="3767989"/>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4" name="Rectangle 3">
            <a:extLst>
              <a:ext uri="{FF2B5EF4-FFF2-40B4-BE49-F238E27FC236}">
                <a16:creationId xmlns:a16="http://schemas.microsoft.com/office/drawing/2014/main" xmlns="" id="{D04FF6FD-F491-4A54-95BF-F82CCC6D03B5}"/>
              </a:ext>
            </a:extLst>
          </p:cNvPr>
          <p:cNvSpPr/>
          <p:nvPr userDrawn="1"/>
        </p:nvSpPr>
        <p:spPr>
          <a:xfrm>
            <a:off x="438962" y="1066801"/>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438962"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a16="http://schemas.microsoft.com/office/drawing/2014/main" xmlns="" id="{E7002E75-2D96-4F0E-AC8A-DDBCF5CBF536}"/>
              </a:ext>
            </a:extLst>
          </p:cNvPr>
          <p:cNvSpPr>
            <a:spLocks noGrp="1"/>
          </p:cNvSpPr>
          <p:nvPr>
            <p:ph type="body" sz="quarter" idx="14" hasCustomPrompt="1"/>
          </p:nvPr>
        </p:nvSpPr>
        <p:spPr>
          <a:xfrm>
            <a:off x="438962" y="1080073"/>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a16="http://schemas.microsoft.com/office/drawing/2014/main" xmlns="" id="{2F7D0692-8667-44A3-A1D3-D39E38AE92DD}"/>
              </a:ext>
            </a:extLst>
          </p:cNvPr>
          <p:cNvCxnSpPr>
            <a:cxnSpLocks/>
          </p:cNvCxnSpPr>
          <p:nvPr userDrawn="1"/>
        </p:nvCxnSpPr>
        <p:spPr>
          <a:xfrm>
            <a:off x="617066" y="1700231"/>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xmlns="" id="{10380C48-5BEB-4A6E-9DAB-A6429A58BD37}"/>
              </a:ext>
            </a:extLst>
          </p:cNvPr>
          <p:cNvSpPr/>
          <p:nvPr userDrawn="1"/>
        </p:nvSpPr>
        <p:spPr>
          <a:xfrm>
            <a:off x="6266733" y="1066801"/>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8" name="Text Placeholder 4">
            <a:extLst>
              <a:ext uri="{FF2B5EF4-FFF2-40B4-BE49-F238E27FC236}">
                <a16:creationId xmlns:a16="http://schemas.microsoft.com/office/drawing/2014/main" xmlns="" id="{84C5DFFB-6FF4-4318-9D0D-9CD77029DABD}"/>
              </a:ext>
            </a:extLst>
          </p:cNvPr>
          <p:cNvSpPr>
            <a:spLocks noGrp="1"/>
          </p:cNvSpPr>
          <p:nvPr>
            <p:ph type="body" sz="quarter" idx="16" hasCustomPrompt="1"/>
          </p:nvPr>
        </p:nvSpPr>
        <p:spPr>
          <a:xfrm>
            <a:off x="6266733" y="1080073"/>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29" name="Straight Connector 28">
            <a:extLst>
              <a:ext uri="{FF2B5EF4-FFF2-40B4-BE49-F238E27FC236}">
                <a16:creationId xmlns:a16="http://schemas.microsoft.com/office/drawing/2014/main" xmlns="" id="{D142C5A8-D7C7-4F2D-9CDF-834CB6B5513A}"/>
              </a:ext>
            </a:extLst>
          </p:cNvPr>
          <p:cNvCxnSpPr>
            <a:cxnSpLocks/>
          </p:cNvCxnSpPr>
          <p:nvPr userDrawn="1"/>
        </p:nvCxnSpPr>
        <p:spPr>
          <a:xfrm>
            <a:off x="6444837" y="1700231"/>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2" name="Text Placeholder 4">
            <a:extLst>
              <a:ext uri="{FF2B5EF4-FFF2-40B4-BE49-F238E27FC236}">
                <a16:creationId xmlns:a16="http://schemas.microsoft.com/office/drawing/2014/main" xmlns="" id="{5C66F760-3895-44D3-9634-42CF098615A8}"/>
              </a:ext>
            </a:extLst>
          </p:cNvPr>
          <p:cNvSpPr>
            <a:spLocks noGrp="1"/>
          </p:cNvSpPr>
          <p:nvPr>
            <p:ph type="body" sz="quarter" idx="18" hasCustomPrompt="1"/>
          </p:nvPr>
        </p:nvSpPr>
        <p:spPr>
          <a:xfrm>
            <a:off x="438962" y="3767989"/>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23" name="Straight Connector 22">
            <a:extLst>
              <a:ext uri="{FF2B5EF4-FFF2-40B4-BE49-F238E27FC236}">
                <a16:creationId xmlns:a16="http://schemas.microsoft.com/office/drawing/2014/main" xmlns="" id="{5290E210-1D03-48FC-908F-C4D29CCF1398}"/>
              </a:ext>
            </a:extLst>
          </p:cNvPr>
          <p:cNvCxnSpPr>
            <a:cxnSpLocks/>
          </p:cNvCxnSpPr>
          <p:nvPr userDrawn="1"/>
        </p:nvCxnSpPr>
        <p:spPr>
          <a:xfrm>
            <a:off x="617066" y="4388146"/>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5" name="Text Placeholder 4">
            <a:extLst>
              <a:ext uri="{FF2B5EF4-FFF2-40B4-BE49-F238E27FC236}">
                <a16:creationId xmlns:a16="http://schemas.microsoft.com/office/drawing/2014/main" xmlns="" id="{04F20230-7417-458C-90FE-3DF401E4D1D5}"/>
              </a:ext>
            </a:extLst>
          </p:cNvPr>
          <p:cNvSpPr>
            <a:spLocks noGrp="1"/>
          </p:cNvSpPr>
          <p:nvPr>
            <p:ph type="body" sz="quarter" idx="20" hasCustomPrompt="1"/>
          </p:nvPr>
        </p:nvSpPr>
        <p:spPr>
          <a:xfrm>
            <a:off x="6266733" y="3767989"/>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0" name="Straight Connector 29">
            <a:extLst>
              <a:ext uri="{FF2B5EF4-FFF2-40B4-BE49-F238E27FC236}">
                <a16:creationId xmlns:a16="http://schemas.microsoft.com/office/drawing/2014/main" xmlns="" id="{E85F50F5-008F-4B71-8FA6-64E17A0CF360}"/>
              </a:ext>
            </a:extLst>
          </p:cNvPr>
          <p:cNvCxnSpPr>
            <a:cxnSpLocks/>
          </p:cNvCxnSpPr>
          <p:nvPr userDrawn="1"/>
        </p:nvCxnSpPr>
        <p:spPr>
          <a:xfrm>
            <a:off x="6444837" y="4388146"/>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21"/>
          </p:nvPr>
        </p:nvSpPr>
        <p:spPr>
          <a:xfrm>
            <a:off x="438962" y="1817468"/>
            <a:ext cx="5487829" cy="1620124"/>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22"/>
          </p:nvPr>
        </p:nvSpPr>
        <p:spPr>
          <a:xfrm>
            <a:off x="6266733" y="1817468"/>
            <a:ext cx="5487829" cy="1620124"/>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p:cNvSpPr>
            <a:spLocks noGrp="1"/>
          </p:cNvSpPr>
          <p:nvPr>
            <p:ph type="body" sz="quarter" idx="23"/>
          </p:nvPr>
        </p:nvSpPr>
        <p:spPr>
          <a:xfrm>
            <a:off x="6266733" y="4500507"/>
            <a:ext cx="5487829" cy="1638272"/>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24"/>
          </p:nvPr>
        </p:nvSpPr>
        <p:spPr>
          <a:xfrm>
            <a:off x="438962" y="4505384"/>
            <a:ext cx="5487829" cy="1633395"/>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2103953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Image on left">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xmlns="" id="{FA384AA8-E329-48AE-A654-DB73F5111AE3}"/>
              </a:ext>
            </a:extLst>
          </p:cNvPr>
          <p:cNvSpPr>
            <a:spLocks noGrp="1"/>
          </p:cNvSpPr>
          <p:nvPr>
            <p:ph type="body" sz="quarter" idx="10" hasCustomPrompt="1"/>
          </p:nvPr>
        </p:nvSpPr>
        <p:spPr>
          <a:xfrm>
            <a:off x="8188236" y="1409703"/>
            <a:ext cx="3564801" cy="1009033"/>
          </a:xfrm>
        </p:spPr>
        <p:txBody>
          <a:bodyPr lIns="0" tIns="0" rIns="0" bIns="0" anchor="b">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Text placement on the right with images…</a:t>
            </a:r>
          </a:p>
        </p:txBody>
      </p:sp>
      <p:sp>
        <p:nvSpPr>
          <p:cNvPr id="8" name="Text Placeholder 4">
            <a:extLst>
              <a:ext uri="{FF2B5EF4-FFF2-40B4-BE49-F238E27FC236}">
                <a16:creationId xmlns:a16="http://schemas.microsoft.com/office/drawing/2014/main" xmlns="" id="{4D28E0D2-FB60-4FE5-A488-EAC3FDC4F5D4}"/>
              </a:ext>
            </a:extLst>
          </p:cNvPr>
          <p:cNvSpPr>
            <a:spLocks noGrp="1"/>
          </p:cNvSpPr>
          <p:nvPr>
            <p:ph type="body" sz="quarter" idx="11" hasCustomPrompt="1"/>
          </p:nvPr>
        </p:nvSpPr>
        <p:spPr>
          <a:xfrm>
            <a:off x="8188236" y="2568887"/>
            <a:ext cx="3564801" cy="640080"/>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10" name="Text Placeholder 4">
            <a:extLst>
              <a:ext uri="{FF2B5EF4-FFF2-40B4-BE49-F238E27FC236}">
                <a16:creationId xmlns:a16="http://schemas.microsoft.com/office/drawing/2014/main" xmlns="" id="{D083492D-9303-43AC-B776-BB4E216D25FC}"/>
              </a:ext>
            </a:extLst>
          </p:cNvPr>
          <p:cNvSpPr>
            <a:spLocks noGrp="1"/>
          </p:cNvSpPr>
          <p:nvPr>
            <p:ph type="body" sz="quarter" idx="13" hasCustomPrompt="1"/>
          </p:nvPr>
        </p:nvSpPr>
        <p:spPr>
          <a:xfrm>
            <a:off x="8188235" y="3302080"/>
            <a:ext cx="3567089" cy="2982173"/>
          </a:xfrm>
        </p:spPr>
        <p:txBody>
          <a:bodyPr lIns="0" tIns="0" rIns="0" bIns="0" anchor="t">
            <a:noAutofit/>
          </a:bodyPr>
          <a:lstStyle>
            <a:lvl1pPr marL="0" indent="0">
              <a:spcBef>
                <a:spcPts val="0"/>
              </a:spcBef>
              <a:spcAft>
                <a:spcPts val="1200"/>
              </a:spcAft>
              <a:buNone/>
              <a:defRPr sz="14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7" name="TextBox 6">
            <a:extLst>
              <a:ext uri="{FF2B5EF4-FFF2-40B4-BE49-F238E27FC236}">
                <a16:creationId xmlns:a16="http://schemas.microsoft.com/office/drawing/2014/main" xmlns="" id="{627C5B98-7084-40B5-BEB1-C88745735293}"/>
              </a:ext>
            </a:extLst>
          </p:cNvPr>
          <p:cNvSpPr txBox="1"/>
          <p:nvPr userDrawn="1"/>
        </p:nvSpPr>
        <p:spPr>
          <a:xfrm>
            <a:off x="11470597" y="6596679"/>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lumMod val="50000"/>
                  </a:schemeClr>
                </a:solidFill>
                <a:latin typeface="Avenir Roman"/>
                <a:cs typeface="Avenir Roman"/>
              </a:rPr>
              <a:pPr algn="r"/>
              <a:t>‹#›</a:t>
            </a:fld>
            <a:endParaRPr kumimoji="0" lang="en-US" sz="1000" u="none" strike="noStrike" kern="1200" cap="none" spc="0" normalizeH="0" baseline="0" noProof="0" dirty="0">
              <a:ln>
                <a:noFill/>
              </a:ln>
              <a:solidFill>
                <a:schemeClr val="bg1">
                  <a:lumMod val="50000"/>
                </a:schemeClr>
              </a:solidFill>
              <a:effectLst/>
              <a:uLnTx/>
              <a:uFillTx/>
              <a:latin typeface="Avenir Roman"/>
              <a:cs typeface="Avenir Roman"/>
            </a:endParaRPr>
          </a:p>
        </p:txBody>
      </p:sp>
      <p:sp>
        <p:nvSpPr>
          <p:cNvPr id="3" name="Picture Placeholder 2">
            <a:extLst>
              <a:ext uri="{FF2B5EF4-FFF2-40B4-BE49-F238E27FC236}">
                <a16:creationId xmlns:a16="http://schemas.microsoft.com/office/drawing/2014/main" xmlns="" id="{B481D2D6-D3F9-47BA-B7FD-5810A8C443CC}"/>
              </a:ext>
            </a:extLst>
          </p:cNvPr>
          <p:cNvSpPr>
            <a:spLocks noGrp="1"/>
          </p:cNvSpPr>
          <p:nvPr>
            <p:ph type="pic" sz="quarter" idx="14" hasCustomPrompt="1"/>
          </p:nvPr>
        </p:nvSpPr>
        <p:spPr>
          <a:xfrm>
            <a:off x="1" y="0"/>
            <a:ext cx="7745842" cy="6858000"/>
          </a:xfrm>
        </p:spPr>
        <p:txBody>
          <a:bodyPr tIns="914400" bIns="91440" anchor="ctr">
            <a:normAutofit/>
          </a:bodyPr>
          <a:lstStyle>
            <a:lvl1pPr marL="0" indent="0" algn="ctr">
              <a:buNone/>
              <a:defRPr sz="1800" i="0"/>
            </a:lvl1pPr>
          </a:lstStyle>
          <a:p>
            <a:r>
              <a:rPr lang="en-US" dirty="0"/>
              <a:t>Click to add picture</a:t>
            </a:r>
          </a:p>
        </p:txBody>
      </p:sp>
      <p:pic>
        <p:nvPicPr>
          <p:cNvPr id="13"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13959643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Graph on righ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a16="http://schemas.microsoft.com/office/drawing/2014/main" xmlns="" id="{FA384AA8-E329-48AE-A654-DB73F5111AE3}"/>
              </a:ext>
            </a:extLst>
          </p:cNvPr>
          <p:cNvSpPr>
            <a:spLocks noGrp="1"/>
          </p:cNvSpPr>
          <p:nvPr>
            <p:ph type="body" sz="quarter" idx="10" hasCustomPrompt="1"/>
          </p:nvPr>
        </p:nvSpPr>
        <p:spPr>
          <a:xfrm>
            <a:off x="438962" y="1409703"/>
            <a:ext cx="2835378" cy="1183027"/>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Text placement</a:t>
            </a:r>
          </a:p>
          <a:p>
            <a:pPr lvl="0"/>
            <a:r>
              <a:rPr lang="en-US" dirty="0"/>
              <a:t>on the left</a:t>
            </a:r>
          </a:p>
          <a:p>
            <a:pPr lvl="0"/>
            <a:r>
              <a:rPr lang="en-US" dirty="0"/>
              <a:t>with graphs…</a:t>
            </a:r>
          </a:p>
        </p:txBody>
      </p:sp>
      <p:sp>
        <p:nvSpPr>
          <p:cNvPr id="8" name="Text Placeholder 4">
            <a:extLst>
              <a:ext uri="{FF2B5EF4-FFF2-40B4-BE49-F238E27FC236}">
                <a16:creationId xmlns:a16="http://schemas.microsoft.com/office/drawing/2014/main" xmlns="" id="{4D28E0D2-FB60-4FE5-A488-EAC3FDC4F5D4}"/>
              </a:ext>
            </a:extLst>
          </p:cNvPr>
          <p:cNvSpPr>
            <a:spLocks noGrp="1"/>
          </p:cNvSpPr>
          <p:nvPr>
            <p:ph type="body" sz="quarter" idx="11" hasCustomPrompt="1"/>
          </p:nvPr>
        </p:nvSpPr>
        <p:spPr>
          <a:xfrm>
            <a:off x="438962" y="2804180"/>
            <a:ext cx="2835378" cy="557526"/>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9" name="Text Placeholder 4">
            <a:extLst>
              <a:ext uri="{FF2B5EF4-FFF2-40B4-BE49-F238E27FC236}">
                <a16:creationId xmlns:a16="http://schemas.microsoft.com/office/drawing/2014/main" xmlns="" id="{C273D64F-4619-454D-AE59-A131CB2E91E5}"/>
              </a:ext>
            </a:extLst>
          </p:cNvPr>
          <p:cNvSpPr>
            <a:spLocks noGrp="1"/>
          </p:cNvSpPr>
          <p:nvPr>
            <p:ph type="body" sz="quarter" idx="12" hasCustomPrompt="1"/>
          </p:nvPr>
        </p:nvSpPr>
        <p:spPr>
          <a:xfrm>
            <a:off x="436675" y="3418610"/>
            <a:ext cx="2835378" cy="2500131"/>
          </a:xfrm>
        </p:spPr>
        <p:txBody>
          <a:bodyPr lIns="0" tIns="0" rIns="0" bIns="0" anchor="t">
            <a:noAutofit/>
          </a:bodyPr>
          <a:lstStyle>
            <a:lvl1pPr marL="0" indent="0">
              <a:spcBef>
                <a:spcPts val="0"/>
              </a:spcBef>
              <a:spcAft>
                <a:spcPts val="1200"/>
              </a:spcAft>
              <a:buNone/>
              <a:defRPr sz="14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3" name="Content Placeholder 2">
            <a:extLst>
              <a:ext uri="{FF2B5EF4-FFF2-40B4-BE49-F238E27FC236}">
                <a16:creationId xmlns:a16="http://schemas.microsoft.com/office/drawing/2014/main" xmlns="" id="{E08AC9F2-845D-4282-82E8-B51C55688597}"/>
              </a:ext>
            </a:extLst>
          </p:cNvPr>
          <p:cNvSpPr>
            <a:spLocks noGrp="1"/>
          </p:cNvSpPr>
          <p:nvPr>
            <p:ph sz="quarter" idx="13" hasCustomPrompt="1"/>
          </p:nvPr>
        </p:nvSpPr>
        <p:spPr>
          <a:xfrm>
            <a:off x="4038064" y="1409700"/>
            <a:ext cx="7717260" cy="4354492"/>
          </a:xfrm>
        </p:spPr>
        <p:txBody>
          <a:bodyPr tIns="1554480" bIns="91440" anchor="ctr">
            <a:normAutofit/>
          </a:bodyPr>
          <a:lstStyle>
            <a:lvl1pPr marL="0" indent="0" algn="ctr">
              <a:buNone/>
              <a:defRPr sz="1800"/>
            </a:lvl1pPr>
          </a:lstStyle>
          <a:p>
            <a:pPr lvl="0"/>
            <a:r>
              <a:rPr lang="en-US" dirty="0"/>
              <a:t>Click to add graphics</a:t>
            </a:r>
          </a:p>
        </p:txBody>
      </p:sp>
    </p:spTree>
    <p:extLst>
      <p:ext uri="{BB962C8B-B14F-4D97-AF65-F5344CB8AC3E}">
        <p14:creationId xmlns:p14="http://schemas.microsoft.com/office/powerpoint/2010/main" val="293739358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Graph on lef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438962" y="245863"/>
            <a:ext cx="9050409" cy="315704"/>
          </a:xfrm>
        </p:spPr>
        <p:txBody>
          <a:bodyPr/>
          <a:lstStyle>
            <a:lvl1pPr>
              <a:defRPr/>
            </a:lvl1pPr>
          </a:lstStyle>
          <a:p>
            <a:r>
              <a:rPr lang="en-US" dirty="0"/>
              <a:t>SECTION HEADING</a:t>
            </a:r>
          </a:p>
        </p:txBody>
      </p:sp>
      <p:sp>
        <p:nvSpPr>
          <p:cNvPr id="5" name="Text Placeholder 4">
            <a:extLst>
              <a:ext uri="{FF2B5EF4-FFF2-40B4-BE49-F238E27FC236}">
                <a16:creationId xmlns:a16="http://schemas.microsoft.com/office/drawing/2014/main" xmlns="" id="{FA384AA8-E329-48AE-A654-DB73F5111AE3}"/>
              </a:ext>
            </a:extLst>
          </p:cNvPr>
          <p:cNvSpPr>
            <a:spLocks noGrp="1"/>
          </p:cNvSpPr>
          <p:nvPr>
            <p:ph type="body" sz="quarter" idx="10" hasCustomPrompt="1"/>
          </p:nvPr>
        </p:nvSpPr>
        <p:spPr>
          <a:xfrm>
            <a:off x="8958632" y="1409703"/>
            <a:ext cx="2796693" cy="1183027"/>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Text placement</a:t>
            </a:r>
          </a:p>
          <a:p>
            <a:pPr lvl="0"/>
            <a:r>
              <a:rPr lang="en-US" dirty="0"/>
              <a:t>on the right</a:t>
            </a:r>
          </a:p>
          <a:p>
            <a:pPr lvl="0"/>
            <a:r>
              <a:rPr lang="en-US" dirty="0"/>
              <a:t>with graphs…</a:t>
            </a:r>
          </a:p>
        </p:txBody>
      </p:sp>
      <p:sp>
        <p:nvSpPr>
          <p:cNvPr id="8" name="Text Placeholder 4">
            <a:extLst>
              <a:ext uri="{FF2B5EF4-FFF2-40B4-BE49-F238E27FC236}">
                <a16:creationId xmlns:a16="http://schemas.microsoft.com/office/drawing/2014/main" xmlns="" id="{4D28E0D2-FB60-4FE5-A488-EAC3FDC4F5D4}"/>
              </a:ext>
            </a:extLst>
          </p:cNvPr>
          <p:cNvSpPr>
            <a:spLocks noGrp="1"/>
          </p:cNvSpPr>
          <p:nvPr>
            <p:ph type="body" sz="quarter" idx="11" hasCustomPrompt="1"/>
          </p:nvPr>
        </p:nvSpPr>
        <p:spPr>
          <a:xfrm>
            <a:off x="8958632" y="2804180"/>
            <a:ext cx="2796693" cy="557526"/>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9" name="Text Placeholder 4">
            <a:extLst>
              <a:ext uri="{FF2B5EF4-FFF2-40B4-BE49-F238E27FC236}">
                <a16:creationId xmlns:a16="http://schemas.microsoft.com/office/drawing/2014/main" xmlns="" id="{C273D64F-4619-454D-AE59-A131CB2E91E5}"/>
              </a:ext>
            </a:extLst>
          </p:cNvPr>
          <p:cNvSpPr>
            <a:spLocks noGrp="1"/>
          </p:cNvSpPr>
          <p:nvPr>
            <p:ph type="body" sz="quarter" idx="12" hasCustomPrompt="1"/>
          </p:nvPr>
        </p:nvSpPr>
        <p:spPr>
          <a:xfrm>
            <a:off x="8958632" y="3418610"/>
            <a:ext cx="2796693" cy="2500131"/>
          </a:xfrm>
        </p:spPr>
        <p:txBody>
          <a:bodyPr lIns="0" tIns="0" rIns="0" bIns="0" anchor="t">
            <a:noAutofit/>
          </a:bodyPr>
          <a:lstStyle>
            <a:lvl1pPr marL="0" indent="0">
              <a:spcBef>
                <a:spcPts val="0"/>
              </a:spcBef>
              <a:spcAft>
                <a:spcPts val="1200"/>
              </a:spcAft>
              <a:buNone/>
              <a:defRPr sz="14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3" name="Content Placeholder 2">
            <a:extLst>
              <a:ext uri="{FF2B5EF4-FFF2-40B4-BE49-F238E27FC236}">
                <a16:creationId xmlns:a16="http://schemas.microsoft.com/office/drawing/2014/main" xmlns="" id="{E08AC9F2-845D-4282-82E8-B51C55688597}"/>
              </a:ext>
            </a:extLst>
          </p:cNvPr>
          <p:cNvSpPr>
            <a:spLocks noGrp="1"/>
          </p:cNvSpPr>
          <p:nvPr>
            <p:ph sz="quarter" idx="13" hasCustomPrompt="1"/>
          </p:nvPr>
        </p:nvSpPr>
        <p:spPr>
          <a:xfrm>
            <a:off x="438962" y="1409700"/>
            <a:ext cx="7717260" cy="4354492"/>
          </a:xfrm>
        </p:spPr>
        <p:txBody>
          <a:bodyPr tIns="1554480" anchor="ctr">
            <a:normAutofit/>
          </a:bodyPr>
          <a:lstStyle>
            <a:lvl1pPr marL="0" indent="0" algn="ctr">
              <a:buNone/>
              <a:defRPr sz="1800"/>
            </a:lvl1pPr>
          </a:lstStyle>
          <a:p>
            <a:pPr lvl="0"/>
            <a:r>
              <a:rPr lang="en-US" dirty="0"/>
              <a:t>Click to add graphics</a:t>
            </a:r>
          </a:p>
        </p:txBody>
      </p:sp>
    </p:spTree>
    <p:extLst>
      <p:ext uri="{BB962C8B-B14F-4D97-AF65-F5344CB8AC3E}">
        <p14:creationId xmlns:p14="http://schemas.microsoft.com/office/powerpoint/2010/main" val="11151629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Video layout">
    <p:spTree>
      <p:nvGrpSpPr>
        <p:cNvPr id="1" name=""/>
        <p:cNvGrpSpPr/>
        <p:nvPr/>
      </p:nvGrpSpPr>
      <p:grpSpPr>
        <a:xfrm>
          <a:off x="0" y="0"/>
          <a:ext cx="0" cy="0"/>
          <a:chOff x="0" y="0"/>
          <a:chExt cx="0" cy="0"/>
        </a:xfrm>
      </p:grpSpPr>
      <p:sp>
        <p:nvSpPr>
          <p:cNvPr id="4" name="Media Placeholder 3">
            <a:extLst>
              <a:ext uri="{FF2B5EF4-FFF2-40B4-BE49-F238E27FC236}">
                <a16:creationId xmlns:a16="http://schemas.microsoft.com/office/drawing/2014/main" xmlns="" id="{57F838CA-1797-4E5B-8118-8D29A3E14884}"/>
              </a:ext>
            </a:extLst>
          </p:cNvPr>
          <p:cNvSpPr>
            <a:spLocks noGrp="1"/>
          </p:cNvSpPr>
          <p:nvPr>
            <p:ph type="media" sz="quarter" idx="14" hasCustomPrompt="1"/>
          </p:nvPr>
        </p:nvSpPr>
        <p:spPr>
          <a:xfrm>
            <a:off x="1" y="0"/>
            <a:ext cx="12192000" cy="6858000"/>
          </a:xfrm>
        </p:spPr>
        <p:txBody>
          <a:bodyPr tIns="731520" anchor="ctr">
            <a:normAutofit/>
          </a:bodyPr>
          <a:lstStyle>
            <a:lvl1pPr marL="0" indent="0" algn="ctr">
              <a:buNone/>
              <a:defRPr sz="1600"/>
            </a:lvl1pPr>
          </a:lstStyle>
          <a:p>
            <a:r>
              <a:rPr lang="en-US" dirty="0"/>
              <a:t>Click to add video</a:t>
            </a:r>
          </a:p>
        </p:txBody>
      </p:sp>
    </p:spTree>
    <p:extLst>
      <p:ext uri="{BB962C8B-B14F-4D97-AF65-F5344CB8AC3E}">
        <p14:creationId xmlns:p14="http://schemas.microsoft.com/office/powerpoint/2010/main" val="2198527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ingle column text layout">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xmlns="" id="{3AFF631D-639E-49F9-AD67-8CEFCEC55099}"/>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a16="http://schemas.microsoft.com/office/drawing/2014/main" xmlns="" id="{FA384AA8-E329-48AE-A654-DB73F5111AE3}"/>
              </a:ext>
            </a:extLst>
          </p:cNvPr>
          <p:cNvSpPr>
            <a:spLocks noGrp="1"/>
          </p:cNvSpPr>
          <p:nvPr>
            <p:ph type="body" sz="quarter" idx="10" hasCustomPrompt="1"/>
          </p:nvPr>
        </p:nvSpPr>
        <p:spPr>
          <a:xfrm>
            <a:off x="438962" y="1409703"/>
            <a:ext cx="2835378" cy="1009033"/>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Single column text layout</a:t>
            </a:r>
          </a:p>
        </p:txBody>
      </p:sp>
      <p:sp>
        <p:nvSpPr>
          <p:cNvPr id="8" name="Text Placeholder 4">
            <a:extLst>
              <a:ext uri="{FF2B5EF4-FFF2-40B4-BE49-F238E27FC236}">
                <a16:creationId xmlns:a16="http://schemas.microsoft.com/office/drawing/2014/main" xmlns="" id="{4D28E0D2-FB60-4FE5-A488-EAC3FDC4F5D4}"/>
              </a:ext>
            </a:extLst>
          </p:cNvPr>
          <p:cNvSpPr>
            <a:spLocks noGrp="1"/>
          </p:cNvSpPr>
          <p:nvPr>
            <p:ph type="body" sz="quarter" idx="11" hasCustomPrompt="1"/>
          </p:nvPr>
        </p:nvSpPr>
        <p:spPr>
          <a:xfrm>
            <a:off x="438962" y="2508889"/>
            <a:ext cx="2835378" cy="1009033"/>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10" name="Text Placeholder 4">
            <a:extLst>
              <a:ext uri="{FF2B5EF4-FFF2-40B4-BE49-F238E27FC236}">
                <a16:creationId xmlns:a16="http://schemas.microsoft.com/office/drawing/2014/main" xmlns="" id="{D083492D-9303-43AC-B776-BB4E216D25FC}"/>
              </a:ext>
            </a:extLst>
          </p:cNvPr>
          <p:cNvSpPr>
            <a:spLocks noGrp="1"/>
          </p:cNvSpPr>
          <p:nvPr>
            <p:ph type="body" sz="quarter" idx="13" hasCustomPrompt="1"/>
          </p:nvPr>
        </p:nvSpPr>
        <p:spPr>
          <a:xfrm>
            <a:off x="4038064" y="1409702"/>
            <a:ext cx="7717260" cy="4754880"/>
          </a:xfrm>
        </p:spPr>
        <p:txBody>
          <a:bodyPr lIns="0" tIns="0" rIns="0" bIns="0" anchor="t">
            <a:noAutofit/>
          </a:bodyPr>
          <a:lstStyle>
            <a:lvl1pPr marL="0" indent="0">
              <a:spcBef>
                <a:spcPts val="0"/>
              </a:spcBef>
              <a:spcAft>
                <a:spcPts val="1200"/>
              </a:spcAft>
              <a:buNone/>
              <a:defRPr sz="16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Tree>
    <p:extLst>
      <p:ext uri="{BB962C8B-B14F-4D97-AF65-F5344CB8AC3E}">
        <p14:creationId xmlns:p14="http://schemas.microsoft.com/office/powerpoint/2010/main" val="266983203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ouble column text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a16="http://schemas.microsoft.com/office/drawing/2014/main" xmlns="" id="{FA384AA8-E329-48AE-A654-DB73F5111AE3}"/>
              </a:ext>
            </a:extLst>
          </p:cNvPr>
          <p:cNvSpPr>
            <a:spLocks noGrp="1"/>
          </p:cNvSpPr>
          <p:nvPr>
            <p:ph type="body" sz="quarter" idx="10" hasCustomPrompt="1"/>
          </p:nvPr>
        </p:nvSpPr>
        <p:spPr>
          <a:xfrm>
            <a:off x="438962" y="1409703"/>
            <a:ext cx="2835378" cy="1009033"/>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Double column text layout</a:t>
            </a:r>
          </a:p>
        </p:txBody>
      </p:sp>
      <p:sp>
        <p:nvSpPr>
          <p:cNvPr id="8" name="Text Placeholder 4">
            <a:extLst>
              <a:ext uri="{FF2B5EF4-FFF2-40B4-BE49-F238E27FC236}">
                <a16:creationId xmlns:a16="http://schemas.microsoft.com/office/drawing/2014/main" xmlns="" id="{4D28E0D2-FB60-4FE5-A488-EAC3FDC4F5D4}"/>
              </a:ext>
            </a:extLst>
          </p:cNvPr>
          <p:cNvSpPr>
            <a:spLocks noGrp="1"/>
          </p:cNvSpPr>
          <p:nvPr>
            <p:ph type="body" sz="quarter" idx="11" hasCustomPrompt="1"/>
          </p:nvPr>
        </p:nvSpPr>
        <p:spPr>
          <a:xfrm>
            <a:off x="438962" y="2508889"/>
            <a:ext cx="2835378" cy="1009033"/>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9" name="Text Placeholder 4">
            <a:extLst>
              <a:ext uri="{FF2B5EF4-FFF2-40B4-BE49-F238E27FC236}">
                <a16:creationId xmlns:a16="http://schemas.microsoft.com/office/drawing/2014/main" xmlns="" id="{C273D64F-4619-454D-AE59-A131CB2E91E5}"/>
              </a:ext>
            </a:extLst>
          </p:cNvPr>
          <p:cNvSpPr>
            <a:spLocks noGrp="1"/>
          </p:cNvSpPr>
          <p:nvPr>
            <p:ph type="body" sz="quarter" idx="12" hasCustomPrompt="1"/>
          </p:nvPr>
        </p:nvSpPr>
        <p:spPr>
          <a:xfrm>
            <a:off x="4038065" y="1409702"/>
            <a:ext cx="3567089" cy="4754880"/>
          </a:xfrm>
        </p:spPr>
        <p:txBody>
          <a:bodyPr lIns="0" tIns="0" rIns="0" bIns="0" anchor="t">
            <a:noAutofit/>
          </a:bodyPr>
          <a:lstStyle>
            <a:lvl1pPr marL="0" indent="0">
              <a:spcBef>
                <a:spcPts val="0"/>
              </a:spcBef>
              <a:spcAft>
                <a:spcPts val="1200"/>
              </a:spcAft>
              <a:buNone/>
              <a:defRPr sz="16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10" name="Text Placeholder 4">
            <a:extLst>
              <a:ext uri="{FF2B5EF4-FFF2-40B4-BE49-F238E27FC236}">
                <a16:creationId xmlns:a16="http://schemas.microsoft.com/office/drawing/2014/main" xmlns="" id="{D083492D-9303-43AC-B776-BB4E216D25FC}"/>
              </a:ext>
            </a:extLst>
          </p:cNvPr>
          <p:cNvSpPr>
            <a:spLocks noGrp="1"/>
          </p:cNvSpPr>
          <p:nvPr>
            <p:ph type="body" sz="quarter" idx="13" hasCustomPrompt="1"/>
          </p:nvPr>
        </p:nvSpPr>
        <p:spPr>
          <a:xfrm>
            <a:off x="8188235" y="1409702"/>
            <a:ext cx="3567089" cy="4754880"/>
          </a:xfrm>
        </p:spPr>
        <p:txBody>
          <a:bodyPr lIns="0" tIns="0" rIns="0" bIns="0" anchor="t">
            <a:noAutofit/>
          </a:bodyPr>
          <a:lstStyle>
            <a:lvl1pPr marL="0" indent="0">
              <a:spcBef>
                <a:spcPts val="0"/>
              </a:spcBef>
              <a:spcAft>
                <a:spcPts val="1200"/>
              </a:spcAft>
              <a:buNone/>
              <a:defRPr sz="16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pic>
        <p:nvPicPr>
          <p:cNvPr id="12" name="Picture 11">
            <a:extLst>
              <a:ext uri="{FF2B5EF4-FFF2-40B4-BE49-F238E27FC236}">
                <a16:creationId xmlns:a16="http://schemas.microsoft.com/office/drawing/2014/main" xmlns="" id="{3AFF631D-639E-49F9-AD67-8CEFCEC55099}"/>
              </a:ext>
            </a:extLst>
          </p:cNvPr>
          <p:cNvPicPr>
            <a:picLocks noChangeAspect="1"/>
          </p:cNvPicPr>
          <p:nvPr userDrawn="1"/>
        </p:nvPicPr>
        <p:blipFill>
          <a:blip r:embed="rId2"/>
          <a:stretch>
            <a:fillRect/>
          </a:stretch>
        </p:blipFill>
        <p:spPr>
          <a:xfrm>
            <a:off x="6590634" y="940740"/>
            <a:ext cx="5194713" cy="5193360"/>
          </a:xfrm>
          <a:prstGeom prst="rect">
            <a:avLst/>
          </a:prstGeom>
        </p:spPr>
      </p:pic>
    </p:spTree>
    <p:extLst>
      <p:ext uri="{BB962C8B-B14F-4D97-AF65-F5344CB8AC3E}">
        <p14:creationId xmlns:p14="http://schemas.microsoft.com/office/powerpoint/2010/main" val="77122988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82" name="Picture 81"/>
          <p:cNvPicPr>
            <a:picLocks noChangeAspect="1"/>
          </p:cNvPicPr>
          <p:nvPr userDrawn="1"/>
        </p:nvPicPr>
        <p:blipFill rotWithShape="1">
          <a:blip r:embed="rId2" cstate="print">
            <a:alphaModFix amt="4000"/>
            <a:extLst>
              <a:ext uri="{28A0092B-C50C-407E-A947-70E740481C1C}">
                <a14:useLocalDpi xmlns:a14="http://schemas.microsoft.com/office/drawing/2010/main" val="0"/>
              </a:ext>
            </a:extLst>
          </a:blip>
          <a:srcRect/>
          <a:stretch/>
        </p:blipFill>
        <p:spPr>
          <a:xfrm>
            <a:off x="7604521" y="0"/>
            <a:ext cx="4591311" cy="6858000"/>
          </a:xfrm>
          <a:prstGeom prst="rect">
            <a:avLst/>
          </a:prstGeom>
        </p:spPr>
      </p:pic>
      <p:pic>
        <p:nvPicPr>
          <p:cNvPr id="83" name="Picture 8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216767" cy="6858000"/>
          </a:xfrm>
          <a:prstGeom prst="rect">
            <a:avLst/>
          </a:prstGeom>
        </p:spPr>
      </p:pic>
      <p:sp>
        <p:nvSpPr>
          <p:cNvPr id="55" name="Rectangle 54"/>
          <p:cNvSpPr/>
          <p:nvPr userDrawn="1"/>
        </p:nvSpPr>
        <p:spPr>
          <a:xfrm>
            <a:off x="1" y="2"/>
            <a:ext cx="12192000" cy="6486377"/>
          </a:xfrm>
          <a:prstGeom prst="rect">
            <a:avLst/>
          </a:prstGeom>
          <a:gradFill>
            <a:gsLst>
              <a:gs pos="100000">
                <a:schemeClr val="bg1">
                  <a:alpha val="0"/>
                </a:schemeClr>
              </a:gs>
              <a:gs pos="34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49"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Rectangle 1"/>
          <p:cNvSpPr/>
          <p:nvPr userDrawn="1"/>
        </p:nvSpPr>
        <p:spPr>
          <a:xfrm>
            <a:off x="7573465" y="0"/>
            <a:ext cx="4618536" cy="6858000"/>
          </a:xfrm>
          <a:prstGeom prst="rect">
            <a:avLst/>
          </a:prstGeom>
          <a:solidFill>
            <a:srgbClr val="1B41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49"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8" name="TextBox 7"/>
          <p:cNvSpPr txBox="1"/>
          <p:nvPr userDrawn="1"/>
        </p:nvSpPr>
        <p:spPr>
          <a:xfrm>
            <a:off x="7775369" y="687987"/>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Infogain Corporation, HQ</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485 Alberto Way</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100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Los Gatos, CA 95032</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408-355-6000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9" name="TextBox 8"/>
          <p:cNvSpPr txBox="1"/>
          <p:nvPr userDrawn="1"/>
        </p:nvSpPr>
        <p:spPr>
          <a:xfrm>
            <a:off x="7775371" y="2834347"/>
            <a:ext cx="2009758"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Austin</a:t>
            </a:r>
            <a:endPar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111 W. Anderson Lane</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E336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Austin, TX 78752 </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512-212-4070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10" name="TextBox 9"/>
          <p:cNvSpPr txBox="1"/>
          <p:nvPr userDrawn="1"/>
        </p:nvSpPr>
        <p:spPr>
          <a:xfrm>
            <a:off x="9921983" y="687987"/>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Noida</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A-16 &amp; 21, Sector 60</a:t>
            </a:r>
            <a:b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Gautam Budh Nagar </a:t>
            </a:r>
            <a:b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Noida – 201 301, India </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+91 12 0244 5144</a:t>
            </a:r>
          </a:p>
        </p:txBody>
      </p:sp>
      <p:sp>
        <p:nvSpPr>
          <p:cNvPr id="11" name="TextBox 10"/>
          <p:cNvSpPr txBox="1"/>
          <p:nvPr userDrawn="1"/>
        </p:nvSpPr>
        <p:spPr>
          <a:xfrm>
            <a:off x="9909581" y="1760105"/>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Mumbai</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Unit No. 74, 2</a:t>
            </a:r>
            <a:r>
              <a:rPr kumimoji="0" lang="en-US" sz="1000" b="0" i="0" u="none" strike="noStrike" kern="1200" cap="none" spc="0" normalizeH="0" baseline="30000" noProof="0" dirty="0">
                <a:ln>
                  <a:noFill/>
                </a:ln>
                <a:solidFill>
                  <a:srgbClr val="FFFFFF"/>
                </a:solidFill>
                <a:effectLst/>
                <a:uLnTx/>
                <a:uFillTx/>
                <a:latin typeface="Avenir Roman" panose="020B0503020203020204"/>
                <a:ea typeface="Lato" charset="0"/>
                <a:cs typeface="Lato" charset="0"/>
              </a:rPr>
              <a:t>nd</a:t>
            </a: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 Floor, SDF 3</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SEEPZ, Andheri East</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Mumbai – 400 096, India</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+91 22 6114 6969</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12" name="TextBox 11"/>
          <p:cNvSpPr txBox="1"/>
          <p:nvPr userDrawn="1"/>
        </p:nvSpPr>
        <p:spPr>
          <a:xfrm>
            <a:off x="7775370" y="1761667"/>
            <a:ext cx="2009758"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Irvine</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41 Corporate Park</a:t>
            </a:r>
            <a:b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390</a:t>
            </a:r>
            <a:b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Irvine, CA 92606</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949-223-5100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13" name="TextBox 12"/>
          <p:cNvSpPr txBox="1"/>
          <p:nvPr userDrawn="1"/>
        </p:nvSpPr>
        <p:spPr>
          <a:xfrm>
            <a:off x="9879784" y="2832222"/>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Bengaluru</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#7, 18th Main Road, 7th Block</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err="1">
                <a:ln>
                  <a:noFill/>
                </a:ln>
                <a:solidFill>
                  <a:srgbClr val="FFFFFF"/>
                </a:solidFill>
                <a:effectLst/>
                <a:uLnTx/>
                <a:uFillTx/>
                <a:latin typeface="Avenir Roman" panose="020B0503020203020204"/>
                <a:ea typeface="Lato" charset="0"/>
                <a:cs typeface="Lato" charset="0"/>
              </a:rPr>
              <a:t>Koramangala</a:t>
            </a: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Bengaluru - 560 095, India</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+91 80 4110 4560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36" name="TextBox 35"/>
          <p:cNvSpPr txBox="1"/>
          <p:nvPr userDrawn="1"/>
        </p:nvSpPr>
        <p:spPr>
          <a:xfrm>
            <a:off x="7775369" y="4976456"/>
            <a:ext cx="200975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London</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Millbank Tower, Citibase 21-24 Millbank, office no 1.7</a:t>
            </a:r>
            <a:b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London SW1P 4DP </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+44 (0)20 3355 7594</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37" name="TextBox 36"/>
          <p:cNvSpPr txBox="1"/>
          <p:nvPr userDrawn="1"/>
        </p:nvSpPr>
        <p:spPr>
          <a:xfrm>
            <a:off x="9909581" y="3904340"/>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Dubai	</a:t>
            </a:r>
            <a:endParaRPr kumimoji="0" lang="pt-BR"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Office No. 255, Building No. 17 Dubai Internet City</a:t>
            </a:r>
            <a:br>
              <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Dubai, UAE</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+971-4-458-7336</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56" name="TextBox 55"/>
          <p:cNvSpPr txBox="1"/>
          <p:nvPr userDrawn="1"/>
        </p:nvSpPr>
        <p:spPr>
          <a:xfrm>
            <a:off x="7775370" y="3908673"/>
            <a:ext cx="200975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Phoenix</a:t>
            </a:r>
            <a:endPar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21410 North 19</a:t>
            </a:r>
            <a:r>
              <a:rPr kumimoji="0" lang="en-US" sz="1000" b="0" i="0" u="none" strike="noStrike" kern="1200" cap="none" spc="0" normalizeH="0" baseline="30000" noProof="0" dirty="0">
                <a:ln>
                  <a:noFill/>
                </a:ln>
                <a:solidFill>
                  <a:srgbClr val="FFFFFF"/>
                </a:solidFill>
                <a:effectLst/>
                <a:uLnTx/>
                <a:uFillTx/>
                <a:latin typeface="Avenir Roman" panose="020B0503020203020204"/>
                <a:ea typeface="Lato" charset="0"/>
                <a:cs typeface="Lato" charset="0"/>
              </a:rPr>
              <a:t>th</a:t>
            </a: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 Ave</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114</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Phoenix, AZ 85027</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602-455-1860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57" name="TextBox 56"/>
          <p:cNvSpPr txBox="1"/>
          <p:nvPr userDrawn="1"/>
        </p:nvSpPr>
        <p:spPr>
          <a:xfrm>
            <a:off x="9879784" y="4976456"/>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Singapore</a:t>
            </a:r>
            <a:endPar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144 Robinson Road, #13-01 Robinson Square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Singapore 068908</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+65 62741455</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pic>
        <p:nvPicPr>
          <p:cNvPr id="5" name="Picture 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71732" y="4529860"/>
            <a:ext cx="2648305" cy="1076706"/>
          </a:xfrm>
          <a:prstGeom prst="rect">
            <a:avLst/>
          </a:prstGeom>
        </p:spPr>
      </p:pic>
      <p:sp>
        <p:nvSpPr>
          <p:cNvPr id="85" name="TextBox 84">
            <a:extLst>
              <a:ext uri="{FF2B5EF4-FFF2-40B4-BE49-F238E27FC236}">
                <a16:creationId xmlns:a16="http://schemas.microsoft.com/office/drawing/2014/main" xmlns="" id="{3230B90F-242E-4EDF-94F3-70B9791F7EF3}"/>
              </a:ext>
            </a:extLst>
          </p:cNvPr>
          <p:cNvSpPr txBox="1"/>
          <p:nvPr userDrawn="1"/>
        </p:nvSpPr>
        <p:spPr>
          <a:xfrm>
            <a:off x="11511853" y="6569254"/>
            <a:ext cx="325815" cy="230832"/>
          </a:xfrm>
          <a:prstGeom prst="rect">
            <a:avLst/>
          </a:prstGeom>
        </p:spPr>
        <p:txBody>
          <a:bodyPr wrap="none">
            <a:spAutoFit/>
          </a:bodyPr>
          <a:lstStyle>
            <a:defPPr>
              <a:defRPr lang="en-US"/>
            </a:defPPr>
            <a:lvl1pPr>
              <a:defRPr sz="900">
                <a:solidFill>
                  <a:prstClr val="white">
                    <a:lumMod val="50000"/>
                  </a:prstClr>
                </a:solidFill>
                <a:latin typeface="Avenir Roman"/>
                <a:cs typeface="Avenir Roman"/>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D32B1299-5D1F-4CF7-9AC0-55CF30817FA5}" type="slidenum">
              <a:rPr kumimoji="0" lang="en-US" sz="900" b="0" i="0" u="none" strike="noStrike" kern="1200" cap="none" spc="0" normalizeH="0" baseline="0" noProof="0" smtClean="0">
                <a:ln>
                  <a:noFill/>
                </a:ln>
                <a:solidFill>
                  <a:prstClr val="white">
                    <a:lumMod val="50000"/>
                  </a:prstClr>
                </a:solidFill>
                <a:effectLst/>
                <a:uLnTx/>
                <a:uFillTx/>
                <a:latin typeface="Avenir Roman"/>
                <a:ea typeface="+mn-ea"/>
              </a:rPr>
              <a:pPr marL="0" marR="0" lvl="0" indent="0" algn="l" defTabSz="4572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prstClr val="white">
                  <a:lumMod val="50000"/>
                </a:prstClr>
              </a:solidFill>
              <a:effectLst/>
              <a:uLnTx/>
              <a:uFillTx/>
              <a:latin typeface="Avenir Roman"/>
              <a:ea typeface="+mn-ea"/>
            </a:endParaRPr>
          </a:p>
        </p:txBody>
      </p:sp>
      <p:grpSp>
        <p:nvGrpSpPr>
          <p:cNvPr id="84" name="Group 83"/>
          <p:cNvGrpSpPr/>
          <p:nvPr userDrawn="1"/>
        </p:nvGrpSpPr>
        <p:grpSpPr>
          <a:xfrm>
            <a:off x="311395" y="493922"/>
            <a:ext cx="7115217" cy="3544058"/>
            <a:chOff x="415233" y="658562"/>
            <a:chExt cx="9487883" cy="4725411"/>
          </a:xfrm>
        </p:grpSpPr>
        <p:pic>
          <p:nvPicPr>
            <p:cNvPr id="86" name="Picture 85"/>
            <p:cNvPicPr>
              <a:picLocks noChangeAspect="1"/>
            </p:cNvPicPr>
            <p:nvPr userDrawn="1"/>
          </p:nvPicPr>
          <p:blipFill>
            <a:blip r:embed="rId5">
              <a:alphaModFix amt="60000"/>
              <a:extLst>
                <a:ext uri="{28A0092B-C50C-407E-A947-70E740481C1C}">
                  <a14:useLocalDpi xmlns:a14="http://schemas.microsoft.com/office/drawing/2010/main" val="0"/>
                </a:ext>
              </a:extLst>
            </a:blip>
            <a:stretch>
              <a:fillRect/>
            </a:stretch>
          </p:blipFill>
          <p:spPr>
            <a:xfrm>
              <a:off x="415233" y="658562"/>
              <a:ext cx="9487883" cy="4725411"/>
            </a:xfrm>
            <a:prstGeom prst="trapezoid">
              <a:avLst>
                <a:gd name="adj" fmla="val 0"/>
              </a:avLst>
            </a:prstGeom>
          </p:spPr>
        </p:pic>
        <p:grpSp>
          <p:nvGrpSpPr>
            <p:cNvPr id="87" name="Group 86"/>
            <p:cNvGrpSpPr/>
            <p:nvPr userDrawn="1"/>
          </p:nvGrpSpPr>
          <p:grpSpPr>
            <a:xfrm>
              <a:off x="1674327" y="2274851"/>
              <a:ext cx="188768" cy="361833"/>
              <a:chOff x="-1994126" y="1399268"/>
              <a:chExt cx="525462" cy="985838"/>
            </a:xfrm>
          </p:grpSpPr>
          <p:sp>
            <p:nvSpPr>
              <p:cNvPr id="115" name="Freeform 5"/>
              <p:cNvSpPr>
                <a:spLocks/>
              </p:cNvSpPr>
              <p:nvPr/>
            </p:nvSpPr>
            <p:spPr bwMode="auto">
              <a:xfrm>
                <a:off x="-1994126" y="1399268"/>
                <a:ext cx="525462" cy="985838"/>
              </a:xfrm>
              <a:custGeom>
                <a:avLst/>
                <a:gdLst>
                  <a:gd name="T0" fmla="*/ 140 w 140"/>
                  <a:gd name="T1" fmla="*/ 70 h 262"/>
                  <a:gd name="T2" fmla="*/ 136 w 140"/>
                  <a:gd name="T3" fmla="*/ 95 h 262"/>
                  <a:gd name="T4" fmla="*/ 66 w 140"/>
                  <a:gd name="T5" fmla="*/ 262 h 262"/>
                  <a:gd name="T6" fmla="*/ 4 w 140"/>
                  <a:gd name="T7" fmla="*/ 92 h 262"/>
                  <a:gd name="T8" fmla="*/ 0 w 140"/>
                  <a:gd name="T9" fmla="*/ 70 h 262"/>
                  <a:gd name="T10" fmla="*/ 70 w 140"/>
                  <a:gd name="T11" fmla="*/ 0 h 262"/>
                  <a:gd name="T12" fmla="*/ 140 w 140"/>
                  <a:gd name="T13" fmla="*/ 70 h 262"/>
                </a:gdLst>
                <a:ahLst/>
                <a:cxnLst>
                  <a:cxn ang="0">
                    <a:pos x="T0" y="T1"/>
                  </a:cxn>
                  <a:cxn ang="0">
                    <a:pos x="T2" y="T3"/>
                  </a:cxn>
                  <a:cxn ang="0">
                    <a:pos x="T4" y="T5"/>
                  </a:cxn>
                  <a:cxn ang="0">
                    <a:pos x="T6" y="T7"/>
                  </a:cxn>
                  <a:cxn ang="0">
                    <a:pos x="T8" y="T9"/>
                  </a:cxn>
                  <a:cxn ang="0">
                    <a:pos x="T10" y="T11"/>
                  </a:cxn>
                  <a:cxn ang="0">
                    <a:pos x="T12" y="T13"/>
                  </a:cxn>
                </a:cxnLst>
                <a:rect l="0" t="0" r="r" b="b"/>
                <a:pathLst>
                  <a:path w="140" h="262">
                    <a:moveTo>
                      <a:pt x="140" y="70"/>
                    </a:moveTo>
                    <a:cubicBezTo>
                      <a:pt x="140" y="79"/>
                      <a:pt x="139" y="87"/>
                      <a:pt x="136" y="95"/>
                    </a:cubicBezTo>
                    <a:cubicBezTo>
                      <a:pt x="127" y="122"/>
                      <a:pt x="66" y="262"/>
                      <a:pt x="66" y="262"/>
                    </a:cubicBezTo>
                    <a:cubicBezTo>
                      <a:pt x="66" y="262"/>
                      <a:pt x="9" y="109"/>
                      <a:pt x="4" y="92"/>
                    </a:cubicBezTo>
                    <a:cubicBezTo>
                      <a:pt x="2" y="85"/>
                      <a:pt x="0" y="78"/>
                      <a:pt x="0" y="70"/>
                    </a:cubicBezTo>
                    <a:cubicBezTo>
                      <a:pt x="0" y="31"/>
                      <a:pt x="32" y="0"/>
                      <a:pt x="70" y="0"/>
                    </a:cubicBezTo>
                    <a:cubicBezTo>
                      <a:pt x="109" y="0"/>
                      <a:pt x="140" y="31"/>
                      <a:pt x="140" y="70"/>
                    </a:cubicBezTo>
                    <a:close/>
                  </a:path>
                </a:pathLst>
              </a:custGeom>
              <a:solidFill>
                <a:srgbClr val="E15D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6" name="Oval 6"/>
              <p:cNvSpPr>
                <a:spLocks noChangeArrowheads="1"/>
              </p:cNvSpPr>
              <p:nvPr/>
            </p:nvSpPr>
            <p:spPr bwMode="auto">
              <a:xfrm>
                <a:off x="-1863952" y="1531031"/>
                <a:ext cx="268287" cy="26670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88" name="Group 87"/>
            <p:cNvGrpSpPr/>
            <p:nvPr userDrawn="1"/>
          </p:nvGrpSpPr>
          <p:grpSpPr>
            <a:xfrm>
              <a:off x="1740462" y="2443835"/>
              <a:ext cx="187035" cy="360245"/>
              <a:chOff x="1387249" y="1191305"/>
              <a:chExt cx="525462" cy="990600"/>
            </a:xfrm>
          </p:grpSpPr>
          <p:sp>
            <p:nvSpPr>
              <p:cNvPr id="113"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FEBB1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4"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89" name="Group 88"/>
            <p:cNvGrpSpPr/>
            <p:nvPr userDrawn="1"/>
          </p:nvGrpSpPr>
          <p:grpSpPr>
            <a:xfrm>
              <a:off x="2235524" y="2500361"/>
              <a:ext cx="187035" cy="360245"/>
              <a:chOff x="1086061" y="1463637"/>
              <a:chExt cx="525462" cy="990599"/>
            </a:xfrm>
          </p:grpSpPr>
          <p:sp>
            <p:nvSpPr>
              <p:cNvPr id="111" name="Freeform 11"/>
              <p:cNvSpPr>
                <a:spLocks/>
              </p:cNvSpPr>
              <p:nvPr/>
            </p:nvSpPr>
            <p:spPr bwMode="auto">
              <a:xfrm>
                <a:off x="1086061" y="1463637"/>
                <a:ext cx="525462" cy="990599"/>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1B417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2" name="Oval 12"/>
              <p:cNvSpPr>
                <a:spLocks noChangeArrowheads="1"/>
              </p:cNvSpPr>
              <p:nvPr/>
            </p:nvSpPr>
            <p:spPr bwMode="auto">
              <a:xfrm>
                <a:off x="1217823" y="1595401"/>
                <a:ext cx="261937" cy="26828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0" name="Group 89"/>
            <p:cNvGrpSpPr/>
            <p:nvPr userDrawn="1"/>
          </p:nvGrpSpPr>
          <p:grpSpPr>
            <a:xfrm>
              <a:off x="6224559" y="2767033"/>
              <a:ext cx="187035" cy="360245"/>
              <a:chOff x="2073854" y="1134222"/>
              <a:chExt cx="525462" cy="990600"/>
            </a:xfrm>
          </p:grpSpPr>
          <p:sp>
            <p:nvSpPr>
              <p:cNvPr id="109" name="Freeform 11"/>
              <p:cNvSpPr>
                <a:spLocks/>
              </p:cNvSpPr>
              <p:nvPr/>
            </p:nvSpPr>
            <p:spPr bwMode="auto">
              <a:xfrm>
                <a:off x="2073854" y="1134222"/>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07D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0" name="Oval 12"/>
              <p:cNvSpPr>
                <a:spLocks noChangeArrowheads="1"/>
              </p:cNvSpPr>
              <p:nvPr/>
            </p:nvSpPr>
            <p:spPr bwMode="auto">
              <a:xfrm>
                <a:off x="2205616" y="1265984"/>
                <a:ext cx="261937" cy="26828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1" name="Group 90"/>
            <p:cNvGrpSpPr/>
            <p:nvPr userDrawn="1"/>
          </p:nvGrpSpPr>
          <p:grpSpPr>
            <a:xfrm>
              <a:off x="6857006" y="2767033"/>
              <a:ext cx="187035" cy="360245"/>
              <a:chOff x="1387249" y="1191305"/>
              <a:chExt cx="525462" cy="990600"/>
            </a:xfrm>
          </p:grpSpPr>
          <p:sp>
            <p:nvSpPr>
              <p:cNvPr id="107"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8"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2" name="Group 91"/>
            <p:cNvGrpSpPr/>
            <p:nvPr userDrawn="1"/>
          </p:nvGrpSpPr>
          <p:grpSpPr>
            <a:xfrm>
              <a:off x="6775924" y="2916688"/>
              <a:ext cx="187035" cy="360245"/>
              <a:chOff x="1387249" y="1191305"/>
              <a:chExt cx="525462" cy="990600"/>
            </a:xfrm>
          </p:grpSpPr>
          <p:sp>
            <p:nvSpPr>
              <p:cNvPr id="105"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F9A535">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6"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3" name="Group 92"/>
            <p:cNvGrpSpPr/>
            <p:nvPr userDrawn="1"/>
          </p:nvGrpSpPr>
          <p:grpSpPr>
            <a:xfrm>
              <a:off x="4713704" y="1743233"/>
              <a:ext cx="187035" cy="360245"/>
              <a:chOff x="1387249" y="1191305"/>
              <a:chExt cx="525462" cy="990600"/>
            </a:xfrm>
          </p:grpSpPr>
          <p:sp>
            <p:nvSpPr>
              <p:cNvPr id="103"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703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4"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4" name="Group 93"/>
            <p:cNvGrpSpPr/>
            <p:nvPr userDrawn="1"/>
          </p:nvGrpSpPr>
          <p:grpSpPr>
            <a:xfrm>
              <a:off x="7562750" y="3424057"/>
              <a:ext cx="187035" cy="360245"/>
              <a:chOff x="1387249" y="1191305"/>
              <a:chExt cx="525462" cy="990600"/>
            </a:xfrm>
          </p:grpSpPr>
          <p:sp>
            <p:nvSpPr>
              <p:cNvPr id="101"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8705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2"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5" name="Group 94"/>
            <p:cNvGrpSpPr/>
            <p:nvPr userDrawn="1"/>
          </p:nvGrpSpPr>
          <p:grpSpPr>
            <a:xfrm>
              <a:off x="6843791" y="2905166"/>
              <a:ext cx="187035" cy="360245"/>
              <a:chOff x="1387249" y="1191305"/>
              <a:chExt cx="525462" cy="990600"/>
            </a:xfrm>
          </p:grpSpPr>
          <p:sp>
            <p:nvSpPr>
              <p:cNvPr id="99"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07D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0"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6" name="Group 95"/>
            <p:cNvGrpSpPr/>
            <p:nvPr userDrawn="1"/>
          </p:nvGrpSpPr>
          <p:grpSpPr>
            <a:xfrm>
              <a:off x="6857005" y="3004321"/>
              <a:ext cx="187035" cy="360245"/>
              <a:chOff x="1387249" y="1191305"/>
              <a:chExt cx="525462" cy="990600"/>
            </a:xfrm>
          </p:grpSpPr>
          <p:sp>
            <p:nvSpPr>
              <p:cNvPr id="97"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87058">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98"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sp>
        <p:nvSpPr>
          <p:cNvPr id="135" name="TextBox 134"/>
          <p:cNvSpPr txBox="1"/>
          <p:nvPr userDrawn="1"/>
        </p:nvSpPr>
        <p:spPr>
          <a:xfrm>
            <a:off x="3898270" y="4596825"/>
            <a:ext cx="1172834" cy="210965"/>
          </a:xfrm>
          <a:prstGeom prst="rect">
            <a:avLst/>
          </a:prstGeom>
        </p:spPr>
        <p:txBody>
          <a:bodyPr vert="horz" wrap="none" lIns="76065" tIns="38032" rIns="76065" bIns="38032" rtlCol="0" anchor="ctr">
            <a:noAutofit/>
          </a:bodyPr>
          <a:lstStyle/>
          <a:p>
            <a:pPr algn="l"/>
            <a:r>
              <a:rPr lang="en-IN" sz="1331" b="0" i="0" dirty="0">
                <a:solidFill>
                  <a:srgbClr val="1B417B"/>
                </a:solidFill>
                <a:latin typeface="Avenir Roman" panose="020B0503020203020204"/>
                <a:ea typeface="Lato" charset="0"/>
                <a:cs typeface="Lato" charset="0"/>
              </a:rPr>
              <a:t>Contact :</a:t>
            </a:r>
          </a:p>
        </p:txBody>
      </p:sp>
      <p:cxnSp>
        <p:nvCxnSpPr>
          <p:cNvPr id="136" name="Straight Connector 135"/>
          <p:cNvCxnSpPr/>
          <p:nvPr userDrawn="1"/>
        </p:nvCxnSpPr>
        <p:spPr>
          <a:xfrm>
            <a:off x="3898269" y="5302574"/>
            <a:ext cx="2740078" cy="0"/>
          </a:xfrm>
          <a:prstGeom prst="line">
            <a:avLst/>
          </a:prstGeom>
          <a:ln w="12700">
            <a:solidFill>
              <a:srgbClr val="1B417B"/>
            </a:solidFill>
            <a:prstDash val="solid"/>
          </a:ln>
        </p:spPr>
        <p:style>
          <a:lnRef idx="1">
            <a:schemeClr val="dk1"/>
          </a:lnRef>
          <a:fillRef idx="0">
            <a:schemeClr val="dk1"/>
          </a:fillRef>
          <a:effectRef idx="0">
            <a:schemeClr val="dk1"/>
          </a:effectRef>
          <a:fontRef idx="minor">
            <a:schemeClr val="tx1"/>
          </a:fontRef>
        </p:style>
      </p:cxnSp>
      <p:sp>
        <p:nvSpPr>
          <p:cNvPr id="137" name="Text Placeholder 23"/>
          <p:cNvSpPr>
            <a:spLocks noGrp="1"/>
          </p:cNvSpPr>
          <p:nvPr>
            <p:ph type="body" sz="quarter" idx="13"/>
          </p:nvPr>
        </p:nvSpPr>
        <p:spPr>
          <a:xfrm>
            <a:off x="3898269" y="4899493"/>
            <a:ext cx="2740078" cy="339328"/>
          </a:xfrm>
          <a:prstGeom prst="rect">
            <a:avLst/>
          </a:prstGeom>
        </p:spPr>
        <p:txBody>
          <a:bodyPr/>
          <a:lstStyle>
            <a:lvl1pPr marL="0" indent="0">
              <a:buNone/>
              <a:defRPr sz="1499" b="1" i="0">
                <a:solidFill>
                  <a:srgbClr val="1B417B"/>
                </a:solidFill>
                <a:latin typeface="Avenir Roman" panose="020B0503020203020204"/>
                <a:ea typeface="Avenir Roman" panose="020B0503020203020204"/>
                <a:cs typeface="Avenir Roman" panose="020B0503020203020204"/>
              </a:defRPr>
            </a:lvl1pPr>
            <a:lvl2pPr marL="457006" indent="0">
              <a:buNone/>
              <a:defRPr sz="1200"/>
            </a:lvl2pPr>
            <a:lvl3pPr marL="914012" indent="0">
              <a:buNone/>
              <a:defRPr sz="1050"/>
            </a:lvl3pPr>
            <a:lvl4pPr marL="1371018" indent="0">
              <a:buNone/>
              <a:defRPr sz="900"/>
            </a:lvl4pPr>
            <a:lvl5pPr marL="1828023" indent="0">
              <a:buNone/>
              <a:defRPr sz="900"/>
            </a:lvl5pPr>
          </a:lstStyle>
          <a:p>
            <a:pPr lvl="0"/>
            <a:r>
              <a:rPr lang="en-US" dirty="0"/>
              <a:t>Click to edit Master text styles</a:t>
            </a:r>
          </a:p>
        </p:txBody>
      </p:sp>
      <p:sp>
        <p:nvSpPr>
          <p:cNvPr id="138" name="Text Placeholder 27"/>
          <p:cNvSpPr>
            <a:spLocks noGrp="1"/>
          </p:cNvSpPr>
          <p:nvPr>
            <p:ph type="body" sz="quarter" idx="15" hasCustomPrompt="1"/>
          </p:nvPr>
        </p:nvSpPr>
        <p:spPr>
          <a:xfrm>
            <a:off x="3898712" y="5414817"/>
            <a:ext cx="2739635" cy="741760"/>
          </a:xfrm>
          <a:prstGeom prst="rect">
            <a:avLst/>
          </a:prstGeom>
        </p:spPr>
        <p:txBody>
          <a:bodyPr/>
          <a:lstStyle>
            <a:lvl1pPr marL="0" indent="0">
              <a:lnSpc>
                <a:spcPct val="100000"/>
              </a:lnSpc>
              <a:spcAft>
                <a:spcPts val="1349"/>
              </a:spcAft>
              <a:buNone/>
              <a:defRPr sz="1349" baseline="0">
                <a:solidFill>
                  <a:srgbClr val="1B417B"/>
                </a:solidFill>
                <a:latin typeface="Avenir Roman" panose="020B0503020203020204"/>
              </a:defRPr>
            </a:lvl1pPr>
            <a:lvl2pPr marL="457006" indent="0">
              <a:buNone/>
              <a:defRPr sz="1349">
                <a:solidFill>
                  <a:schemeClr val="bg1"/>
                </a:solidFill>
              </a:defRPr>
            </a:lvl2pPr>
            <a:lvl3pPr marL="914012" indent="0">
              <a:buNone/>
              <a:defRPr sz="1200">
                <a:solidFill>
                  <a:schemeClr val="bg1"/>
                </a:solidFill>
              </a:defRPr>
            </a:lvl3pPr>
            <a:lvl4pPr marL="1371018" indent="0">
              <a:buNone/>
              <a:defRPr sz="1050">
                <a:solidFill>
                  <a:schemeClr val="bg1"/>
                </a:solidFill>
              </a:defRPr>
            </a:lvl4pPr>
            <a:lvl5pPr marL="1828023" indent="0">
              <a:buNone/>
              <a:defRPr sz="1050">
                <a:solidFill>
                  <a:schemeClr val="bg1"/>
                </a:solidFill>
              </a:defRPr>
            </a:lvl5pPr>
          </a:lstStyle>
          <a:p>
            <a:pPr lvl="0"/>
            <a:r>
              <a:rPr lang="en-US" dirty="0"/>
              <a:t>Designation, </a:t>
            </a:r>
            <a:br>
              <a:rPr lang="en-US" dirty="0"/>
            </a:br>
            <a:r>
              <a:rPr lang="en-US" dirty="0"/>
              <a:t>Email address</a:t>
            </a:r>
          </a:p>
        </p:txBody>
      </p:sp>
    </p:spTree>
    <p:extLst>
      <p:ext uri="{BB962C8B-B14F-4D97-AF65-F5344CB8AC3E}">
        <p14:creationId xmlns:p14="http://schemas.microsoft.com/office/powerpoint/2010/main" val="341203661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pic>
        <p:nvPicPr>
          <p:cNvPr id="11" name="Content Placeholder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2524"/>
            <a:ext cx="12188950" cy="6857999"/>
          </a:xfrm>
          <a:prstGeom prst="rect">
            <a:avLst/>
          </a:prstGeom>
        </p:spPr>
      </p:pic>
      <p:sp>
        <p:nvSpPr>
          <p:cNvPr id="8" name="Rectangle 7"/>
          <p:cNvSpPr/>
          <p:nvPr userDrawn="1"/>
        </p:nvSpPr>
        <p:spPr>
          <a:xfrm>
            <a:off x="11484429" y="6565557"/>
            <a:ext cx="276260" cy="292443"/>
          </a:xfrm>
          <a:prstGeom prst="rect">
            <a:avLst/>
          </a:prstGeom>
          <a:solidFill>
            <a:srgbClr val="26A8DF"/>
          </a:solidFill>
          <a:ln>
            <a:noFill/>
          </a:ln>
          <a:effectLst>
            <a:outerShdw blurRad="50800" dist="38100" dir="16200000"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fld id="{0F1269E9-5B8B-4D8F-B9F6-F90DDC202404}" type="slidenum">
              <a:rPr lang="en-US" sz="1000" smtClean="0"/>
              <a:pPr marL="0" marR="0" lvl="0" indent="0" algn="ctr" defTabSz="914400" rtl="0" eaLnBrk="1" fontAlgn="auto" latinLnBrk="0" hangingPunct="1">
                <a:lnSpc>
                  <a:spcPct val="100000"/>
                </a:lnSpc>
                <a:spcBef>
                  <a:spcPts val="0"/>
                </a:spcBef>
                <a:spcAft>
                  <a:spcPts val="0"/>
                </a:spcAft>
                <a:buClrTx/>
                <a:buSzTx/>
                <a:buFontTx/>
                <a:buNone/>
                <a:tabLst/>
                <a:defRPr/>
              </a:pPr>
              <a:t>‹#›</a:t>
            </a:fld>
            <a:endParaRPr lang="en-US" sz="1100" dirty="0"/>
          </a:p>
        </p:txBody>
      </p:sp>
      <p:sp>
        <p:nvSpPr>
          <p:cNvPr id="2" name="Title 1"/>
          <p:cNvSpPr>
            <a:spLocks noGrp="1"/>
          </p:cNvSpPr>
          <p:nvPr>
            <p:ph type="title"/>
          </p:nvPr>
        </p:nvSpPr>
        <p:spPr>
          <a:xfrm>
            <a:off x="224588" y="1"/>
            <a:ext cx="9986211" cy="1002632"/>
          </a:xfrm>
        </p:spPr>
        <p:txBody>
          <a:bodyPr>
            <a:normAutofit/>
          </a:bodyPr>
          <a:lstStyle>
            <a:lvl1pPr>
              <a:defRPr sz="3200">
                <a:solidFill>
                  <a:srgbClr val="27AAE2"/>
                </a:solidFill>
                <a:latin typeface="+mj-lt"/>
              </a:defRPr>
            </a:lvl1pPr>
          </a:lstStyle>
          <a:p>
            <a:r>
              <a:rPr lang="en-US" dirty="0"/>
              <a:t>Click to edit Master title style</a:t>
            </a:r>
          </a:p>
        </p:txBody>
      </p:sp>
      <p:sp>
        <p:nvSpPr>
          <p:cNvPr id="3" name="Content Placeholder 2"/>
          <p:cNvSpPr>
            <a:spLocks noGrp="1"/>
          </p:cNvSpPr>
          <p:nvPr>
            <p:ph idx="1"/>
          </p:nvPr>
        </p:nvSpPr>
        <p:spPr>
          <a:xfrm>
            <a:off x="224587" y="1167898"/>
            <a:ext cx="11606465" cy="5051927"/>
          </a:xfrm>
        </p:spPr>
        <p:txBody>
          <a:bodyPr>
            <a:normAutofit/>
          </a:bodyPr>
          <a:lstStyle>
            <a:lvl1pPr>
              <a:defRPr sz="1800"/>
            </a:lvl1pPr>
            <a:lvl2pPr>
              <a:defRPr sz="1600"/>
            </a:lvl2pPr>
            <a:lvl3pPr>
              <a:defRPr sz="1400"/>
            </a:lvl3pPr>
            <a:lvl4pPr>
              <a:defRPr sz="12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a:p>
        </p:txBody>
      </p:sp>
      <p:pic>
        <p:nvPicPr>
          <p:cNvPr id="9" name="Picture 8"/>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368842" y="299372"/>
            <a:ext cx="1391847" cy="435398"/>
          </a:xfrm>
          <a:prstGeom prst="rect">
            <a:avLst/>
          </a:prstGeom>
        </p:spPr>
      </p:pic>
      <p:sp>
        <p:nvSpPr>
          <p:cNvPr id="12" name="TextBox 11"/>
          <p:cNvSpPr txBox="1"/>
          <p:nvPr userDrawn="1"/>
        </p:nvSpPr>
        <p:spPr>
          <a:xfrm>
            <a:off x="10451136" y="683192"/>
            <a:ext cx="1391871" cy="405555"/>
          </a:xfrm>
          <a:prstGeom prst="rect">
            <a:avLst/>
          </a:prstGeom>
          <a:noFill/>
        </p:spPr>
        <p:txBody>
          <a:bodyPr wrap="square" rtlCol="0">
            <a:spAutoFit/>
          </a:bodyPr>
          <a:lstStyle/>
          <a:p>
            <a:r>
              <a:rPr lang="en-IN" sz="1200" dirty="0">
                <a:hlinkClick r:id="rId4"/>
              </a:rPr>
              <a:t>www.infogain.com</a:t>
            </a:r>
            <a:endParaRPr lang="en-IN" sz="1200" dirty="0"/>
          </a:p>
        </p:txBody>
      </p:sp>
    </p:spTree>
    <p:extLst>
      <p:ext uri="{BB962C8B-B14F-4D97-AF65-F5344CB8AC3E}">
        <p14:creationId xmlns:p14="http://schemas.microsoft.com/office/powerpoint/2010/main" val="428709927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181"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a16="http://schemas.microsoft.com/office/drawing/2014/main" xmlns=""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a16="http://schemas.microsoft.com/office/drawing/2014/main" xmlns=""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3401893378"/>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le Slide (Carbon)">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205"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a16="http://schemas.microsoft.com/office/drawing/2014/main" xmlns=""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a16="http://schemas.microsoft.com/office/drawing/2014/main" xmlns=""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75000"/>
              <a:lumOff val="2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627033950"/>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1_Title Slide tan with sub">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229"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a16="http://schemas.microsoft.com/office/drawing/2014/main" xmlns=""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a16="http://schemas.microsoft.com/office/drawing/2014/main" xmlns=""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139250"/>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
        <p:nvSpPr>
          <p:cNvPr id="4" name="Rectangle 3">
            <a:extLst>
              <a:ext uri="{FF2B5EF4-FFF2-40B4-BE49-F238E27FC236}">
                <a16:creationId xmlns:a16="http://schemas.microsoft.com/office/drawing/2014/main" xmlns="" id="{B6EC5BDD-FA11-9E4A-077F-9E7A240FE274}"/>
              </a:ext>
            </a:extLst>
          </p:cNvPr>
          <p:cNvSpPr/>
          <p:nvPr userDrawn="1"/>
        </p:nvSpPr>
        <p:spPr>
          <a:xfrm>
            <a:off x="351131" y="6569272"/>
            <a:ext cx="2457724" cy="215444"/>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1"/>
                </a:solidFill>
                <a:effectLst/>
                <a:uLnTx/>
                <a:uFillTx/>
                <a:latin typeface="+mj-lt"/>
                <a:ea typeface="+mn-ea"/>
                <a:cs typeface="Arial" panose="020B0604020202020204" pitchFamily="34" charset="0"/>
              </a:rPr>
              <a:t>Copyright 2026, Strictly Confidential, All rights reserved</a:t>
            </a:r>
          </a:p>
        </p:txBody>
      </p:sp>
      <p:sp>
        <p:nvSpPr>
          <p:cNvPr id="6" name="Text Placeholder 5">
            <a:extLst>
              <a:ext uri="{FF2B5EF4-FFF2-40B4-BE49-F238E27FC236}">
                <a16:creationId xmlns:a16="http://schemas.microsoft.com/office/drawing/2014/main" xmlns="" id="{F3E166E2-167C-03A2-FB2E-A293D36B3F0D}"/>
              </a:ext>
            </a:extLst>
          </p:cNvPr>
          <p:cNvSpPr>
            <a:spLocks noGrp="1"/>
          </p:cNvSpPr>
          <p:nvPr>
            <p:ph type="body" sz="quarter" idx="11" hasCustomPrompt="1"/>
          </p:nvPr>
        </p:nvSpPr>
        <p:spPr>
          <a:xfrm>
            <a:off x="463550" y="4358333"/>
            <a:ext cx="4522786"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2318749275"/>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2_Title Slide Carbon with sub">
    <p:bg>
      <p:bgPr>
        <a:solidFill>
          <a:schemeClr val="tx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253"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a16="http://schemas.microsoft.com/office/drawing/2014/main" xmlns=""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a16="http://schemas.microsoft.com/office/drawing/2014/main" xmlns=""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alpha val="1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0" y="2137803"/>
            <a:ext cx="4522787" cy="2139250"/>
          </a:xfrm>
        </p:spPr>
        <p:txBody>
          <a:bodyPr vert="horz" anchor="t"/>
          <a:lstStyle>
            <a:lvl1pPr algn="l">
              <a:defRPr sz="4800">
                <a:solidFill>
                  <a:schemeClr val="bg1"/>
                </a:solidFill>
              </a:defRPr>
            </a:lvl1pPr>
          </a:lstStyle>
          <a:p>
            <a:r>
              <a:rPr lang="en-US" dirty="0"/>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date</a:t>
            </a:r>
            <a:br>
              <a:rPr lang="en-US" dirty="0"/>
            </a:br>
            <a:r>
              <a:rPr lang="en-US" dirty="0"/>
              <a:t>presenter</a:t>
            </a:r>
            <a:br>
              <a:rPr lang="en-US" dirty="0"/>
            </a:br>
            <a:r>
              <a:rPr lang="en-US" dirty="0"/>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
        <p:nvSpPr>
          <p:cNvPr id="4" name="Rectangle 3">
            <a:extLst>
              <a:ext uri="{FF2B5EF4-FFF2-40B4-BE49-F238E27FC236}">
                <a16:creationId xmlns:a16="http://schemas.microsoft.com/office/drawing/2014/main" xmlns="" id="{B6EC5BDD-FA11-9E4A-077F-9E7A240FE274}"/>
              </a:ext>
            </a:extLst>
          </p:cNvPr>
          <p:cNvSpPr/>
          <p:nvPr userDrawn="1"/>
        </p:nvSpPr>
        <p:spPr>
          <a:xfrm>
            <a:off x="351131" y="6569272"/>
            <a:ext cx="2457724" cy="215444"/>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1"/>
                </a:solidFill>
                <a:effectLst/>
                <a:uLnTx/>
                <a:uFillTx/>
                <a:latin typeface="+mj-lt"/>
                <a:ea typeface="+mn-ea"/>
                <a:cs typeface="Arial" panose="020B0604020202020204" pitchFamily="34" charset="0"/>
              </a:rPr>
              <a:t>Copyright 2026, Strictly Confidential, All rights reserved</a:t>
            </a:r>
          </a:p>
        </p:txBody>
      </p:sp>
      <p:sp>
        <p:nvSpPr>
          <p:cNvPr id="6" name="Text Placeholder 5">
            <a:extLst>
              <a:ext uri="{FF2B5EF4-FFF2-40B4-BE49-F238E27FC236}">
                <a16:creationId xmlns:a16="http://schemas.microsoft.com/office/drawing/2014/main" xmlns="" id="{F3E166E2-167C-03A2-FB2E-A293D36B3F0D}"/>
              </a:ext>
            </a:extLst>
          </p:cNvPr>
          <p:cNvSpPr>
            <a:spLocks noGrp="1"/>
          </p:cNvSpPr>
          <p:nvPr>
            <p:ph type="body" sz="quarter" idx="11" hasCustomPrompt="1"/>
          </p:nvPr>
        </p:nvSpPr>
        <p:spPr>
          <a:xfrm>
            <a:off x="463550" y="4358333"/>
            <a:ext cx="4522787" cy="1067435"/>
          </a:xfrm>
        </p:spPr>
        <p:txBody>
          <a:bodyPr/>
          <a:lstStyle>
            <a:lvl1pPr>
              <a:defRPr sz="1800">
                <a:solidFill>
                  <a:schemeClr val="bg1"/>
                </a:solidFill>
              </a:defRPr>
            </a:lvl1pPr>
            <a:lvl2pPr>
              <a:buNone/>
              <a:defRPr/>
            </a:lvl2pPr>
          </a:lstStyle>
          <a:p>
            <a:pPr lvl="0"/>
            <a:r>
              <a:rPr lang="en-US" dirty="0"/>
              <a:t>Click to edit Subtitle text styles</a:t>
            </a:r>
          </a:p>
        </p:txBody>
      </p:sp>
    </p:spTree>
    <p:extLst>
      <p:ext uri="{BB962C8B-B14F-4D97-AF65-F5344CB8AC3E}">
        <p14:creationId xmlns:p14="http://schemas.microsoft.com/office/powerpoint/2010/main" val="3376379661"/>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277"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a16="http://schemas.microsoft.com/office/drawing/2014/main" xmlns=""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
        <p:nvSpPr>
          <p:cNvPr id="4" name="Picture Placeholder 4">
            <a:extLst>
              <a:ext uri="{FF2B5EF4-FFF2-40B4-BE49-F238E27FC236}">
                <a16:creationId xmlns:a16="http://schemas.microsoft.com/office/drawing/2014/main" xmlns="" id="{5074A656-4209-042E-A015-9A2825318D2A}"/>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Tree>
    <p:extLst>
      <p:ext uri="{BB962C8B-B14F-4D97-AF65-F5344CB8AC3E}">
        <p14:creationId xmlns:p14="http://schemas.microsoft.com/office/powerpoint/2010/main" val="3244807063"/>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Carbon)">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35594808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2301"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a16="http://schemas.microsoft.com/office/drawing/2014/main" xmlns=""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a16="http://schemas.microsoft.com/office/drawing/2014/main" xmlns="" id="{94747D76-6149-DBD8-9CEB-464D55C94191}"/>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3803463182"/>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itle Slide Image with Sub">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325"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a16="http://schemas.microsoft.com/office/drawing/2014/main" xmlns=""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ctrTitle"/>
          </p:nvPr>
        </p:nvSpPr>
        <p:spPr>
          <a:xfrm>
            <a:off x="463551" y="2137803"/>
            <a:ext cx="4522787" cy="2572528"/>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
        <p:nvSpPr>
          <p:cNvPr id="4" name="Picture Placeholder 4">
            <a:extLst>
              <a:ext uri="{FF2B5EF4-FFF2-40B4-BE49-F238E27FC236}">
                <a16:creationId xmlns:a16="http://schemas.microsoft.com/office/drawing/2014/main" xmlns="" id="{5074A656-4209-042E-A015-9A2825318D2A}"/>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5" name="Text Placeholder 5">
            <a:extLst>
              <a:ext uri="{FF2B5EF4-FFF2-40B4-BE49-F238E27FC236}">
                <a16:creationId xmlns:a16="http://schemas.microsoft.com/office/drawing/2014/main" xmlns="" id="{4807174D-FDC5-E4A1-2632-800C1838B05D}"/>
              </a:ext>
            </a:extLst>
          </p:cNvPr>
          <p:cNvSpPr>
            <a:spLocks noGrp="1"/>
          </p:cNvSpPr>
          <p:nvPr>
            <p:ph type="body" sz="quarter" idx="11" hasCustomPrompt="1"/>
          </p:nvPr>
        </p:nvSpPr>
        <p:spPr>
          <a:xfrm>
            <a:off x="463551" y="4750971"/>
            <a:ext cx="4551681"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2444204196"/>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Title Slide Image (Carbon) with sub">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35594808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349"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a16="http://schemas.microsoft.com/office/drawing/2014/main" xmlns=""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a16="http://schemas.microsoft.com/office/drawing/2014/main" xmlns="" id="{94747D76-6149-DBD8-9CEB-464D55C94191}"/>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2" name="Title 1"/>
          <p:cNvSpPr>
            <a:spLocks noGrp="1"/>
          </p:cNvSpPr>
          <p:nvPr>
            <p:ph type="ctrTitle"/>
          </p:nvPr>
        </p:nvSpPr>
        <p:spPr>
          <a:xfrm>
            <a:off x="463551" y="2137803"/>
            <a:ext cx="4522787" cy="2572528"/>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
        <p:nvSpPr>
          <p:cNvPr id="4" name="Text Placeholder 5">
            <a:extLst>
              <a:ext uri="{FF2B5EF4-FFF2-40B4-BE49-F238E27FC236}">
                <a16:creationId xmlns:a16="http://schemas.microsoft.com/office/drawing/2014/main" xmlns="" id="{DFBA4D4C-B779-20CD-83F2-4B8BF48E5510}"/>
              </a:ext>
            </a:extLst>
          </p:cNvPr>
          <p:cNvSpPr>
            <a:spLocks noGrp="1"/>
          </p:cNvSpPr>
          <p:nvPr>
            <p:ph type="body" sz="quarter" idx="11" hasCustomPrompt="1"/>
          </p:nvPr>
        </p:nvSpPr>
        <p:spPr>
          <a:xfrm>
            <a:off x="463551" y="4750971"/>
            <a:ext cx="4551681"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1801812116"/>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373"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3310146" y="1305349"/>
            <a:ext cx="5571718" cy="4247317"/>
          </a:xfrm>
          <a:prstGeom prst="rect">
            <a:avLst/>
          </a:prstGeom>
          <a:noFill/>
        </p:spPr>
        <p:txBody>
          <a:bodyPr wrap="none" lIns="0" tIns="0" rIns="0" bIns="0" rtlCol="0" anchor="ctr">
            <a:spAutoFit/>
          </a:bodyPr>
          <a:lstStyle/>
          <a:p>
            <a:pPr algn="ctr"/>
            <a:r>
              <a:rPr lang="en-US" sz="13800"/>
              <a:t>Text </a:t>
            </a:r>
          </a:p>
          <a:p>
            <a:pPr algn="ctr"/>
            <a:r>
              <a:rPr lang="en-US" sz="13800"/>
              <a:t>layouts</a:t>
            </a:r>
          </a:p>
        </p:txBody>
      </p:sp>
    </p:spTree>
    <p:extLst>
      <p:ext uri="{BB962C8B-B14F-4D97-AF65-F5344CB8AC3E}">
        <p14:creationId xmlns:p14="http://schemas.microsoft.com/office/powerpoint/2010/main" val="173265446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397"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Tree>
    <p:extLst>
      <p:ext uri="{BB962C8B-B14F-4D97-AF65-F5344CB8AC3E}">
        <p14:creationId xmlns:p14="http://schemas.microsoft.com/office/powerpoint/2010/main" val="163539166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4_Text, 1 colm">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421"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Tree>
    <p:extLst>
      <p:ext uri="{BB962C8B-B14F-4D97-AF65-F5344CB8AC3E}">
        <p14:creationId xmlns:p14="http://schemas.microsoft.com/office/powerpoint/2010/main" val="356928914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5_Text, 1 colm">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445"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a:defRPr>
                <a:solidFill>
                  <a:schemeClr val="bg1"/>
                </a:solidFill>
              </a:defRPr>
            </a:lvl1pPr>
          </a:lstStyle>
          <a:p>
            <a:r>
              <a:rPr lang="en-US" dirty="0"/>
              <a:t>Click to edit Master title style</a:t>
            </a:r>
          </a:p>
        </p:txBody>
      </p:sp>
      <p:sp>
        <p:nvSpPr>
          <p:cNvPr id="3" name="Slide Number Placeholder 5">
            <a:extLst>
              <a:ext uri="{FF2B5EF4-FFF2-40B4-BE49-F238E27FC236}">
                <a16:creationId xmlns:a16="http://schemas.microsoft.com/office/drawing/2014/main" xmlns="" id="{CC8AF0B6-0637-CB51-5AF0-8CB1F1E91D71}"/>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4" name="Page# static">
            <a:extLst>
              <a:ext uri="{FF2B5EF4-FFF2-40B4-BE49-F238E27FC236}">
                <a16:creationId xmlns:a16="http://schemas.microsoft.com/office/drawing/2014/main" xmlns="" id="{56D23D15-E61C-2B0F-9932-CD8A555451CC}"/>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5" name="TextBox 4">
            <a:extLst>
              <a:ext uri="{FF2B5EF4-FFF2-40B4-BE49-F238E27FC236}">
                <a16:creationId xmlns:a16="http://schemas.microsoft.com/office/drawing/2014/main" xmlns="" id="{1F217B56-9CBB-6830-CE79-981D5D5BA8FD}"/>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6" name="TextBox 5">
            <a:extLst>
              <a:ext uri="{FF2B5EF4-FFF2-40B4-BE49-F238E27FC236}">
                <a16:creationId xmlns:a16="http://schemas.microsoft.com/office/drawing/2014/main" xmlns="" id="{C812D442-5F38-93DE-FFA5-DD2464B12E3F}"/>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298837965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_Text, segment tit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469"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dirty="0"/>
              <a:t>Click to edit Master title style</a:t>
            </a:r>
          </a:p>
        </p:txBody>
      </p:sp>
      <p:sp>
        <p:nvSpPr>
          <p:cNvPr id="4" name="Content Placeholder 3">
            <a:extLst>
              <a:ext uri="{FF2B5EF4-FFF2-40B4-BE49-F238E27FC236}">
                <a16:creationId xmlns:a16="http://schemas.microsoft.com/office/drawing/2014/main" xmlns=""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a:solidFill>
                  <a:srgbClr val="8E867E"/>
                </a:solidFill>
                <a:latin typeface="+mn-lt"/>
              </a:defRPr>
            </a:lvl1pPr>
          </a:lstStyle>
          <a:p>
            <a:pPr lvl="0"/>
            <a:r>
              <a:rPr lang="en-US" dirty="0"/>
              <a:t>Segment Title</a:t>
            </a:r>
          </a:p>
        </p:txBody>
      </p:sp>
    </p:spTree>
    <p:extLst>
      <p:ext uri="{BB962C8B-B14F-4D97-AF65-F5344CB8AC3E}">
        <p14:creationId xmlns:p14="http://schemas.microsoft.com/office/powerpoint/2010/main" val="370990501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6_Text, segment title">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493"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dirty="0"/>
              <a:t>Click to edit Master title style</a:t>
            </a:r>
          </a:p>
        </p:txBody>
      </p:sp>
      <p:sp>
        <p:nvSpPr>
          <p:cNvPr id="4" name="Content Placeholder 3">
            <a:extLst>
              <a:ext uri="{FF2B5EF4-FFF2-40B4-BE49-F238E27FC236}">
                <a16:creationId xmlns:a16="http://schemas.microsoft.com/office/drawing/2014/main" xmlns=""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a:solidFill>
                  <a:srgbClr val="8E867E"/>
                </a:solidFill>
                <a:latin typeface="+mn-lt"/>
              </a:defRPr>
            </a:lvl1pPr>
          </a:lstStyle>
          <a:p>
            <a:pPr lvl="0"/>
            <a:r>
              <a:rPr lang="en-US" dirty="0"/>
              <a:t>Segment Title</a:t>
            </a:r>
          </a:p>
        </p:txBody>
      </p:sp>
    </p:spTree>
    <p:extLst>
      <p:ext uri="{BB962C8B-B14F-4D97-AF65-F5344CB8AC3E}">
        <p14:creationId xmlns:p14="http://schemas.microsoft.com/office/powerpoint/2010/main" val="130368937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7_Text, segment title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517"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lvl1pPr>
              <a:defRPr baseline="0">
                <a:solidFill>
                  <a:schemeClr val="bg1"/>
                </a:solidFill>
              </a:defRPr>
            </a:lvl1pPr>
          </a:lstStyle>
          <a:p>
            <a:r>
              <a:rPr lang="en-US" dirty="0"/>
              <a:t>Click to edit Master title style</a:t>
            </a:r>
          </a:p>
        </p:txBody>
      </p:sp>
      <p:sp>
        <p:nvSpPr>
          <p:cNvPr id="4" name="Content Placeholder 3">
            <a:extLst>
              <a:ext uri="{FF2B5EF4-FFF2-40B4-BE49-F238E27FC236}">
                <a16:creationId xmlns:a16="http://schemas.microsoft.com/office/drawing/2014/main" xmlns=""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baseline="0">
                <a:solidFill>
                  <a:srgbClr val="DAD2CB"/>
                </a:solidFill>
                <a:latin typeface="+mn-lt"/>
              </a:defRPr>
            </a:lvl1pPr>
          </a:lstStyle>
          <a:p>
            <a:pPr lvl="0"/>
            <a:r>
              <a:rPr lang="en-US" dirty="0"/>
              <a:t>Segment Title</a:t>
            </a:r>
          </a:p>
        </p:txBody>
      </p:sp>
      <p:sp>
        <p:nvSpPr>
          <p:cNvPr id="3" name="Slide Number Placeholder 5">
            <a:extLst>
              <a:ext uri="{FF2B5EF4-FFF2-40B4-BE49-F238E27FC236}">
                <a16:creationId xmlns:a16="http://schemas.microsoft.com/office/drawing/2014/main" xmlns="" id="{7828F419-9D5C-E883-4CC0-CCBA4E68824B}"/>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5" name="Page# static">
            <a:extLst>
              <a:ext uri="{FF2B5EF4-FFF2-40B4-BE49-F238E27FC236}">
                <a16:creationId xmlns:a16="http://schemas.microsoft.com/office/drawing/2014/main" xmlns="" id="{33E709FB-3860-930F-75A5-DF2DB1EB704B}"/>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6" name="TextBox 5">
            <a:extLst>
              <a:ext uri="{FF2B5EF4-FFF2-40B4-BE49-F238E27FC236}">
                <a16:creationId xmlns:a16="http://schemas.microsoft.com/office/drawing/2014/main" xmlns="" id="{431FF450-A988-F9C4-8920-02798A20AF99}"/>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7" name="TextBox 6">
            <a:extLst>
              <a:ext uri="{FF2B5EF4-FFF2-40B4-BE49-F238E27FC236}">
                <a16:creationId xmlns:a16="http://schemas.microsoft.com/office/drawing/2014/main" xmlns="" id="{55F1D2FB-B878-4758-E599-AB15A50C4F89}"/>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36334173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_Text, Subtitle whit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541"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p:nvPr>
        </p:nvSpPr>
        <p:spPr>
          <a:xfrm>
            <a:off x="566420" y="1218883"/>
            <a:ext cx="11104563" cy="477837"/>
          </a:xfrm>
        </p:spPr>
        <p:txBody>
          <a:bodyPr/>
          <a:lstStyle>
            <a:lvl1pPr>
              <a:defRPr sz="1800" baseline="0">
                <a:solidFill>
                  <a:srgbClr val="8E867E"/>
                </a:solidFill>
              </a:defRPr>
            </a:lvl1pPr>
          </a:lstStyle>
          <a:p>
            <a:pPr lvl="0"/>
            <a:r>
              <a:rPr lang="en-US" dirty="0"/>
              <a:t>Click to edit Master text styles</a:t>
            </a:r>
          </a:p>
        </p:txBody>
      </p:sp>
    </p:spTree>
    <p:extLst>
      <p:ext uri="{BB962C8B-B14F-4D97-AF65-F5344CB8AC3E}">
        <p14:creationId xmlns:p14="http://schemas.microsoft.com/office/powerpoint/2010/main" val="25396130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7_Text, Subtitle Tan">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565"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p:nvPr>
        </p:nvSpPr>
        <p:spPr>
          <a:xfrm>
            <a:off x="566420" y="1218883"/>
            <a:ext cx="11104563" cy="477837"/>
          </a:xfrm>
        </p:spPr>
        <p:txBody>
          <a:bodyPr/>
          <a:lstStyle>
            <a:lvl1pPr>
              <a:defRPr sz="2000" baseline="0">
                <a:solidFill>
                  <a:srgbClr val="8E867E"/>
                </a:solidFill>
              </a:defRPr>
            </a:lvl1pPr>
          </a:lstStyle>
          <a:p>
            <a:pPr lvl="0"/>
            <a:r>
              <a:rPr lang="en-US" dirty="0"/>
              <a:t>Click to edit Master text styles</a:t>
            </a:r>
          </a:p>
        </p:txBody>
      </p:sp>
    </p:spTree>
    <p:extLst>
      <p:ext uri="{BB962C8B-B14F-4D97-AF65-F5344CB8AC3E}">
        <p14:creationId xmlns:p14="http://schemas.microsoft.com/office/powerpoint/2010/main" val="117462889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8_Text, Subtitle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4589"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a:defRPr baseline="0">
                <a:solidFill>
                  <a:schemeClr val="bg1"/>
                </a:solidFill>
              </a:defRPr>
            </a:lvl1pPr>
          </a:lstStyle>
          <a:p>
            <a:r>
              <a:rPr lang="en-US" dirty="0"/>
              <a:t>Click to edit Master title style</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p:nvPr>
        </p:nvSpPr>
        <p:spPr>
          <a:xfrm>
            <a:off x="566420" y="1218883"/>
            <a:ext cx="11104563" cy="477837"/>
          </a:xfrm>
        </p:spPr>
        <p:txBody>
          <a:bodyPr/>
          <a:lstStyle>
            <a:lvl1pPr>
              <a:defRPr sz="2000" baseline="0">
                <a:solidFill>
                  <a:srgbClr val="DAD2CB"/>
                </a:solidFill>
              </a:defRPr>
            </a:lvl1pPr>
          </a:lstStyle>
          <a:p>
            <a:pPr lvl="0"/>
            <a:r>
              <a:rPr lang="en-US" dirty="0"/>
              <a:t>Click to edit Master text styles</a:t>
            </a:r>
          </a:p>
        </p:txBody>
      </p:sp>
      <p:sp>
        <p:nvSpPr>
          <p:cNvPr id="3" name="Slide Number Placeholder 5">
            <a:extLst>
              <a:ext uri="{FF2B5EF4-FFF2-40B4-BE49-F238E27FC236}">
                <a16:creationId xmlns:a16="http://schemas.microsoft.com/office/drawing/2014/main" xmlns="" id="{5C04FE88-5B63-D42D-FB0F-8DCAA2CC1B5F}"/>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4" name="Page# static">
            <a:extLst>
              <a:ext uri="{FF2B5EF4-FFF2-40B4-BE49-F238E27FC236}">
                <a16:creationId xmlns:a16="http://schemas.microsoft.com/office/drawing/2014/main" xmlns="" id="{0C3F33B2-F41C-7E62-B0F4-3A640446E682}"/>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6" name="TextBox 5">
            <a:extLst>
              <a:ext uri="{FF2B5EF4-FFF2-40B4-BE49-F238E27FC236}">
                <a16:creationId xmlns:a16="http://schemas.microsoft.com/office/drawing/2014/main" xmlns="" id="{1B27042B-4786-DA51-FE00-470E352278C5}"/>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7" name="TextBox 6">
            <a:extLst>
              <a:ext uri="{FF2B5EF4-FFF2-40B4-BE49-F238E27FC236}">
                <a16:creationId xmlns:a16="http://schemas.microsoft.com/office/drawing/2014/main" xmlns="" id="{32866130-ED2C-3529-A118-1BF6B828C553}"/>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383144530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7_Text, Subtitle 2 line whit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5613"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a:lvl1pPr>
          </a:lstStyle>
          <a:p>
            <a:r>
              <a:rPr lang="en-US" dirty="0"/>
              <a:t>Click to edit Master title style 2 lines</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8E867E"/>
                </a:solidFill>
              </a:defRPr>
            </a:lvl1pPr>
          </a:lstStyle>
          <a:p>
            <a:pPr lvl="0"/>
            <a:r>
              <a:rPr lang="en-US" dirty="0"/>
              <a:t>Click to edit Sub title text styles</a:t>
            </a:r>
          </a:p>
        </p:txBody>
      </p:sp>
    </p:spTree>
    <p:extLst>
      <p:ext uri="{BB962C8B-B14F-4D97-AF65-F5344CB8AC3E}">
        <p14:creationId xmlns:p14="http://schemas.microsoft.com/office/powerpoint/2010/main" val="277455561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8_Text, Subtitle 2 line white">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6637"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a:lvl1pPr>
          </a:lstStyle>
          <a:p>
            <a:r>
              <a:rPr lang="en-US" dirty="0"/>
              <a:t>Click to edit Master title style 2 lines</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8E867E"/>
                </a:solidFill>
              </a:defRPr>
            </a:lvl1pPr>
          </a:lstStyle>
          <a:p>
            <a:pPr lvl="0"/>
            <a:r>
              <a:rPr lang="en-US" dirty="0"/>
              <a:t>Click to edit Sub title text styles</a:t>
            </a:r>
          </a:p>
        </p:txBody>
      </p:sp>
    </p:spTree>
    <p:extLst>
      <p:ext uri="{BB962C8B-B14F-4D97-AF65-F5344CB8AC3E}">
        <p14:creationId xmlns:p14="http://schemas.microsoft.com/office/powerpoint/2010/main" val="399507392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9_Text, Subtitle 2 line bal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7661"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baseline="0">
                <a:solidFill>
                  <a:schemeClr val="bg1"/>
                </a:solidFill>
              </a:defRPr>
            </a:lvl1pPr>
          </a:lstStyle>
          <a:p>
            <a:r>
              <a:rPr lang="en-US" dirty="0"/>
              <a:t>Click to edit Master title style 2 lines</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BEB4AA"/>
                </a:solidFill>
              </a:defRPr>
            </a:lvl1pPr>
          </a:lstStyle>
          <a:p>
            <a:pPr lvl="0"/>
            <a:r>
              <a:rPr lang="en-US" dirty="0"/>
              <a:t>Click to edit Sub title text styles</a:t>
            </a:r>
          </a:p>
        </p:txBody>
      </p:sp>
      <p:sp>
        <p:nvSpPr>
          <p:cNvPr id="3" name="Slide Number Placeholder 5">
            <a:extLst>
              <a:ext uri="{FF2B5EF4-FFF2-40B4-BE49-F238E27FC236}">
                <a16:creationId xmlns:a16="http://schemas.microsoft.com/office/drawing/2014/main" xmlns="" id="{221AE987-34E9-A564-0E09-610171BEF8D0}"/>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4" name="Page# static">
            <a:extLst>
              <a:ext uri="{FF2B5EF4-FFF2-40B4-BE49-F238E27FC236}">
                <a16:creationId xmlns:a16="http://schemas.microsoft.com/office/drawing/2014/main" xmlns="" id="{F0A5C614-D4E6-0B1C-28F8-18F3C0215C0F}"/>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6" name="TextBox 5">
            <a:extLst>
              <a:ext uri="{FF2B5EF4-FFF2-40B4-BE49-F238E27FC236}">
                <a16:creationId xmlns:a16="http://schemas.microsoft.com/office/drawing/2014/main" xmlns="" id="{199D4CD5-5CA8-A6AE-C4DA-AC34CBB80A96}"/>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7" name="TextBox 6">
            <a:extLst>
              <a:ext uri="{FF2B5EF4-FFF2-40B4-BE49-F238E27FC236}">
                <a16:creationId xmlns:a16="http://schemas.microsoft.com/office/drawing/2014/main" xmlns="" id="{DB465DA4-4FF4-125F-8FD7-C47DE183D946}"/>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214518747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3_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8685"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Tree>
    <p:extLst>
      <p:ext uri="{BB962C8B-B14F-4D97-AF65-F5344CB8AC3E}">
        <p14:creationId xmlns:p14="http://schemas.microsoft.com/office/powerpoint/2010/main" val="146347042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6_Text, 1 colm">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9709"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Slide Number Placeholder 5">
            <a:extLst>
              <a:ext uri="{FF2B5EF4-FFF2-40B4-BE49-F238E27FC236}">
                <a16:creationId xmlns:a16="http://schemas.microsoft.com/office/drawing/2014/main" xmlns="" id="{D8B7D274-6871-B216-3351-206532447276}"/>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3" name="Page# static">
            <a:extLst>
              <a:ext uri="{FF2B5EF4-FFF2-40B4-BE49-F238E27FC236}">
                <a16:creationId xmlns:a16="http://schemas.microsoft.com/office/drawing/2014/main" xmlns="" id="{D9C90822-4E17-2BF3-F599-CDBF42ACC741}"/>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4" name="TextBox 3">
            <a:extLst>
              <a:ext uri="{FF2B5EF4-FFF2-40B4-BE49-F238E27FC236}">
                <a16:creationId xmlns:a16="http://schemas.microsoft.com/office/drawing/2014/main" xmlns="" id="{C6B7901C-9B47-1346-B4DA-693BBAFF1CA7}"/>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5" name="TextBox 4">
            <a:extLst>
              <a:ext uri="{FF2B5EF4-FFF2-40B4-BE49-F238E27FC236}">
                <a16:creationId xmlns:a16="http://schemas.microsoft.com/office/drawing/2014/main" xmlns="" id="{9409BF9A-824C-C273-8FFE-DCDB8505A75C}"/>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102819473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2_Text, 1 colm">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0733"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Tree>
    <p:extLst>
      <p:ext uri="{BB962C8B-B14F-4D97-AF65-F5344CB8AC3E}">
        <p14:creationId xmlns:p14="http://schemas.microsoft.com/office/powerpoint/2010/main" val="61700184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1757"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idx="1"/>
          </p:nvPr>
        </p:nvSpPr>
        <p:spPr>
          <a:xfrm>
            <a:off x="565149" y="1617663"/>
            <a:ext cx="5381626"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xmlns="" id="{5DF034D4-F3BF-A3BC-2682-92693FE66700}"/>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95740892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ext, 1 colm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2781"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idx="1"/>
          </p:nvPr>
        </p:nvSpPr>
        <p:spPr>
          <a:xfrm>
            <a:off x="565149" y="1617663"/>
            <a:ext cx="5381626"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xmlns="" id="{AF7CFF7C-DD05-FBD0-EC42-5B3B2623C614}"/>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21972812"/>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ext, 2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78285648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3805"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sz="half" idx="1"/>
          </p:nvPr>
        </p:nvSpPr>
        <p:spPr>
          <a:xfrm>
            <a:off x="565149" y="1617663"/>
            <a:ext cx="4421189"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617663"/>
            <a:ext cx="442118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xmlns="" id="{2039CF61-BC0B-0C5A-4B1F-29A1408D08E6}"/>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
        <p:nvSpPr>
          <p:cNvPr id="9" name="Slide Number Placeholder 8">
            <a:extLst>
              <a:ext uri="{FF2B5EF4-FFF2-40B4-BE49-F238E27FC236}">
                <a16:creationId xmlns:a16="http://schemas.microsoft.com/office/drawing/2014/main" xmlns="" id="{79E224EB-2584-4586-5CAE-B2DA13E47865}"/>
              </a:ext>
            </a:extLst>
          </p:cNvPr>
          <p:cNvSpPr>
            <a:spLocks noGrp="1"/>
          </p:cNvSpPr>
          <p:nvPr>
            <p:ph type="sldNum" sz="quarter" idx="15"/>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49088240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xt, 2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78285648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4829"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sz="half" idx="1"/>
          </p:nvPr>
        </p:nvSpPr>
        <p:spPr>
          <a:xfrm>
            <a:off x="565149" y="1617663"/>
            <a:ext cx="4421189"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617663"/>
            <a:ext cx="442118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xmlns="" id="{34BDFC45-26E7-B22B-E2E3-D1E25A860398}"/>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
        <p:nvSpPr>
          <p:cNvPr id="9" name="Slide Number Placeholder 8">
            <a:extLst>
              <a:ext uri="{FF2B5EF4-FFF2-40B4-BE49-F238E27FC236}">
                <a16:creationId xmlns:a16="http://schemas.microsoft.com/office/drawing/2014/main" xmlns="" id="{333DF1E7-E105-0A8E-CEAC-430E638AD763}"/>
              </a:ext>
            </a:extLst>
          </p:cNvPr>
          <p:cNvSpPr>
            <a:spLocks noGrp="1"/>
          </p:cNvSpPr>
          <p:nvPr>
            <p:ph type="sldNum" sz="quarter" idx="15"/>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3996250744"/>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ext, 3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0041137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5853"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49" y="1617663"/>
            <a:ext cx="3479801"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46576"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xmlns="" id="{55F3D43D-82CD-066B-8157-E896219583BF}"/>
              </a:ext>
            </a:extLst>
          </p:cNvPr>
          <p:cNvSpPr>
            <a:spLocks noGrp="1"/>
          </p:cNvSpPr>
          <p:nvPr>
            <p:ph sz="half" idx="13"/>
          </p:nvPr>
        </p:nvSpPr>
        <p:spPr>
          <a:xfrm>
            <a:off x="8151811" y="1617663"/>
            <a:ext cx="3479801" cy="3773487"/>
          </a:xfrm>
        </p:spPr>
        <p:txBody>
          <a:bodyPr/>
          <a:lstStyle>
            <a:lvl1pPr indent="0">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xmlns="" id="{07D28B80-9D26-C148-BDC5-AAE69000AB65}"/>
              </a:ext>
            </a:extLst>
          </p:cNvPr>
          <p:cNvSpPr>
            <a:spLocks noGrp="1"/>
          </p:cNvSpPr>
          <p:nvPr>
            <p:ph type="body" sz="quarter" idx="14"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65838509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ext, 3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0041137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6877"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49" y="1617663"/>
            <a:ext cx="3479801"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46576"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xmlns="" id="{55F3D43D-82CD-066B-8157-E896219583BF}"/>
              </a:ext>
            </a:extLst>
          </p:cNvPr>
          <p:cNvSpPr>
            <a:spLocks noGrp="1"/>
          </p:cNvSpPr>
          <p:nvPr>
            <p:ph sz="half" idx="13"/>
          </p:nvPr>
        </p:nvSpPr>
        <p:spPr>
          <a:xfrm>
            <a:off x="8151811"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xmlns="" id="{B0402912-59DF-6C93-730A-EB759B71CC4D}"/>
              </a:ext>
            </a:extLst>
          </p:cNvPr>
          <p:cNvSpPr>
            <a:spLocks noGrp="1"/>
          </p:cNvSpPr>
          <p:nvPr>
            <p:ph type="body" sz="quarter" idx="14"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08026809"/>
      </p:ext>
    </p:extLst>
  </p:cSld>
  <p:clrMapOvr>
    <a:overrideClrMapping bg1="dk1" tx1="lt1" bg2="dk2" tx2="lt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ext, 4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0041137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7901"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50" y="1617663"/>
            <a:ext cx="2538414"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05189" y="1617663"/>
            <a:ext cx="2538414"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xmlns="" id="{55F3D43D-82CD-066B-8157-E896219583BF}"/>
              </a:ext>
            </a:extLst>
          </p:cNvPr>
          <p:cNvSpPr>
            <a:spLocks noGrp="1"/>
          </p:cNvSpPr>
          <p:nvPr>
            <p:ph sz="half" idx="13"/>
          </p:nvPr>
        </p:nvSpPr>
        <p:spPr>
          <a:xfrm>
            <a:off x="6248401" y="1617663"/>
            <a:ext cx="253999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xmlns="" id="{106D7F20-A54F-733E-A9C9-300FDBD522BB}"/>
              </a:ext>
            </a:extLst>
          </p:cNvPr>
          <p:cNvSpPr>
            <a:spLocks noGrp="1"/>
          </p:cNvSpPr>
          <p:nvPr>
            <p:ph sz="half" idx="14"/>
          </p:nvPr>
        </p:nvSpPr>
        <p:spPr>
          <a:xfrm>
            <a:off x="9090025" y="1617663"/>
            <a:ext cx="2536825"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xmlns="" id="{114DB186-44E3-D211-630F-C6A35B18B5B6}"/>
              </a:ext>
            </a:extLst>
          </p:cNvPr>
          <p:cNvSpPr>
            <a:spLocks noGrp="1"/>
          </p:cNvSpPr>
          <p:nvPr>
            <p:ph type="body" sz="quarter" idx="15"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49375898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ext, 4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0041137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8925"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50" y="1617663"/>
            <a:ext cx="2538414"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05189" y="1617663"/>
            <a:ext cx="2538414"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xmlns="" id="{55F3D43D-82CD-066B-8157-E896219583BF}"/>
              </a:ext>
            </a:extLst>
          </p:cNvPr>
          <p:cNvSpPr>
            <a:spLocks noGrp="1"/>
          </p:cNvSpPr>
          <p:nvPr>
            <p:ph sz="half" idx="13"/>
          </p:nvPr>
        </p:nvSpPr>
        <p:spPr>
          <a:xfrm>
            <a:off x="6248401" y="1617663"/>
            <a:ext cx="253999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xmlns="" id="{106D7F20-A54F-733E-A9C9-300FDBD522BB}"/>
              </a:ext>
            </a:extLst>
          </p:cNvPr>
          <p:cNvSpPr>
            <a:spLocks noGrp="1"/>
          </p:cNvSpPr>
          <p:nvPr>
            <p:ph sz="half" idx="14"/>
          </p:nvPr>
        </p:nvSpPr>
        <p:spPr>
          <a:xfrm>
            <a:off x="9090025" y="1617663"/>
            <a:ext cx="2536825"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xmlns="" id="{55FFEBE0-720A-1ACB-64EA-FFAABCF68577}"/>
              </a:ext>
            </a:extLst>
          </p:cNvPr>
          <p:cNvSpPr>
            <a:spLocks noGrp="1"/>
          </p:cNvSpPr>
          <p:nvPr>
            <p:ph type="body" sz="quarter" idx="15"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011219420"/>
      </p:ext>
    </p:extLst>
  </p:cSld>
  <p:clrMapOvr>
    <a:overrideClrMapping bg1="dk1" tx1="lt1" bg2="dk2" tx2="lt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ext, 2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9949"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p:nvPr userDrawn="1"/>
        </p:nvSpPr>
        <p:spPr>
          <a:xfrm>
            <a:off x="463550" y="1617663"/>
            <a:ext cx="558698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92D2E64-6BB9-928D-83F1-D878F96BBED4}"/>
              </a:ext>
            </a:extLst>
          </p:cNvPr>
          <p:cNvSpPr/>
          <p:nvPr userDrawn="1"/>
        </p:nvSpPr>
        <p:spPr>
          <a:xfrm>
            <a:off x="6148388" y="1617663"/>
            <a:ext cx="558698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72033" y="1768475"/>
            <a:ext cx="649288" cy="646113"/>
          </a:xfrm>
        </p:spPr>
        <p:txBody>
          <a:bodyPr/>
          <a:lstStyle>
            <a:lvl1pPr>
              <a:defRPr sz="800"/>
            </a:lvl1pPr>
          </a:lstStyle>
          <a:p>
            <a:r>
              <a:rPr lang="en-US"/>
              <a:t>Icon</a:t>
            </a:r>
          </a:p>
        </p:txBody>
      </p:sp>
      <p:sp>
        <p:nvSpPr>
          <p:cNvPr id="15" name="Picture Placeholder 13">
            <a:extLst>
              <a:ext uri="{FF2B5EF4-FFF2-40B4-BE49-F238E27FC236}">
                <a16:creationId xmlns:a16="http://schemas.microsoft.com/office/drawing/2014/main" xmlns="" id="{754D2A9F-A973-3F3C-9274-4715E5274C14}"/>
              </a:ext>
            </a:extLst>
          </p:cNvPr>
          <p:cNvSpPr>
            <a:spLocks noGrp="1"/>
          </p:cNvSpPr>
          <p:nvPr>
            <p:ph type="pic" sz="quarter" idx="14" hasCustomPrompt="1"/>
          </p:nvPr>
        </p:nvSpPr>
        <p:spPr>
          <a:xfrm>
            <a:off x="6353877"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5162" y="4648782"/>
            <a:ext cx="3479800"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a16="http://schemas.microsoft.com/office/drawing/2014/main" xmlns="" id="{B5442419-EE56-AC34-88CB-69C70F0FABCB}"/>
              </a:ext>
            </a:extLst>
          </p:cNvPr>
          <p:cNvSpPr>
            <a:spLocks noGrp="1"/>
          </p:cNvSpPr>
          <p:nvPr>
            <p:ph type="body" idx="15"/>
          </p:nvPr>
        </p:nvSpPr>
        <p:spPr>
          <a:xfrm>
            <a:off x="6353986" y="4648782"/>
            <a:ext cx="346946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92761254"/>
      </p:ext>
    </p:extLst>
  </p:cSld>
  <p:clrMapOvr>
    <a:overrideClrMapping bg1="lt1" tx1="dk1" bg2="lt2" tx2="dk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ext, 2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0973"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a:spLocks noGrp="1" noRot="1" noMove="1" noResize="1" noEditPoints="1" noAdjustHandles="1" noChangeArrowheads="1" noChangeShapeType="1"/>
          </p:cNvSpPr>
          <p:nvPr userDrawn="1"/>
        </p:nvSpPr>
        <p:spPr>
          <a:xfrm>
            <a:off x="463550" y="1617663"/>
            <a:ext cx="558698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92D2E64-6BB9-928D-83F1-D878F96BBED4}"/>
              </a:ext>
            </a:extLst>
          </p:cNvPr>
          <p:cNvSpPr>
            <a:spLocks noGrp="1" noRot="1" noMove="1" noResize="1" noEditPoints="1" noAdjustHandles="1" noChangeArrowheads="1" noChangeShapeType="1"/>
          </p:cNvSpPr>
          <p:nvPr userDrawn="1"/>
        </p:nvSpPr>
        <p:spPr>
          <a:xfrm>
            <a:off x="6148388" y="1617663"/>
            <a:ext cx="558698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72033" y="1768475"/>
            <a:ext cx="649288" cy="646113"/>
          </a:xfrm>
        </p:spPr>
        <p:txBody>
          <a:bodyPr/>
          <a:lstStyle>
            <a:lvl1pPr>
              <a:defRPr sz="800"/>
            </a:lvl1pPr>
          </a:lstStyle>
          <a:p>
            <a:r>
              <a:rPr lang="en-US"/>
              <a:t>Icon</a:t>
            </a:r>
          </a:p>
        </p:txBody>
      </p:sp>
      <p:sp>
        <p:nvSpPr>
          <p:cNvPr id="15" name="Picture Placeholder 13">
            <a:extLst>
              <a:ext uri="{FF2B5EF4-FFF2-40B4-BE49-F238E27FC236}">
                <a16:creationId xmlns:a16="http://schemas.microsoft.com/office/drawing/2014/main" xmlns="" id="{754D2A9F-A973-3F3C-9274-4715E5274C14}"/>
              </a:ext>
            </a:extLst>
          </p:cNvPr>
          <p:cNvSpPr>
            <a:spLocks noGrp="1"/>
          </p:cNvSpPr>
          <p:nvPr>
            <p:ph type="pic" sz="quarter" idx="14" hasCustomPrompt="1"/>
          </p:nvPr>
        </p:nvSpPr>
        <p:spPr>
          <a:xfrm>
            <a:off x="6353877"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5162" y="4648782"/>
            <a:ext cx="3479800"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a16="http://schemas.microsoft.com/office/drawing/2014/main" xmlns="" id="{B5442419-EE56-AC34-88CB-69C70F0FABCB}"/>
              </a:ext>
            </a:extLst>
          </p:cNvPr>
          <p:cNvSpPr>
            <a:spLocks noGrp="1"/>
          </p:cNvSpPr>
          <p:nvPr>
            <p:ph type="body" idx="15"/>
          </p:nvPr>
        </p:nvSpPr>
        <p:spPr>
          <a:xfrm>
            <a:off x="6353986" y="4648782"/>
            <a:ext cx="346946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703785534"/>
      </p:ext>
    </p:extLst>
  </p:cSld>
  <p:clrMapOvr>
    <a:overrideClrMapping bg1="dk1" tx1="lt1" bg2="dk2" tx2="lt2" accent1="accent1" accent2="accent2" accent3="accent3" accent4="accent4" accent5="accent5" accent6="accent6" hlink="hlink" folHlink="folHlink"/>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ext, 3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1997"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p:nvPr userDrawn="1"/>
        </p:nvSpPr>
        <p:spPr>
          <a:xfrm>
            <a:off x="463550" y="1617663"/>
            <a:ext cx="3681413"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92D2E64-6BB9-928D-83F1-D878F96BBED4}"/>
              </a:ext>
            </a:extLst>
          </p:cNvPr>
          <p:cNvSpPr/>
          <p:nvPr userDrawn="1"/>
        </p:nvSpPr>
        <p:spPr>
          <a:xfrm>
            <a:off x="4253436" y="1617663"/>
            <a:ext cx="368141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68397" y="1768475"/>
            <a:ext cx="649288" cy="646113"/>
          </a:xfrm>
        </p:spPr>
        <p:txBody>
          <a:bodyPr/>
          <a:lstStyle>
            <a:lvl1pPr>
              <a:defRPr sz="800"/>
            </a:lvl1pPr>
          </a:lstStyle>
          <a:p>
            <a:r>
              <a:rPr lang="en-US"/>
              <a:t>Icon</a:t>
            </a:r>
          </a:p>
        </p:txBody>
      </p:sp>
      <p:sp>
        <p:nvSpPr>
          <p:cNvPr id="15" name="Picture Placeholder 13">
            <a:extLst>
              <a:ext uri="{FF2B5EF4-FFF2-40B4-BE49-F238E27FC236}">
                <a16:creationId xmlns:a16="http://schemas.microsoft.com/office/drawing/2014/main" xmlns="" id="{754D2A9F-A973-3F3C-9274-4715E5274C14}"/>
              </a:ext>
            </a:extLst>
          </p:cNvPr>
          <p:cNvSpPr>
            <a:spLocks noGrp="1"/>
          </p:cNvSpPr>
          <p:nvPr>
            <p:ph type="pic" sz="quarter" idx="14" hasCustomPrompt="1"/>
          </p:nvPr>
        </p:nvSpPr>
        <p:spPr>
          <a:xfrm>
            <a:off x="4442950"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1525" y="4648782"/>
            <a:ext cx="253841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a16="http://schemas.microsoft.com/office/drawing/2014/main" xmlns="" id="{B5442419-EE56-AC34-88CB-69C70F0FABCB}"/>
              </a:ext>
            </a:extLst>
          </p:cNvPr>
          <p:cNvSpPr>
            <a:spLocks noGrp="1"/>
          </p:cNvSpPr>
          <p:nvPr>
            <p:ph type="body" idx="15"/>
          </p:nvPr>
        </p:nvSpPr>
        <p:spPr>
          <a:xfrm>
            <a:off x="4443059"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3" name="Rectangle 2">
            <a:extLst>
              <a:ext uri="{FF2B5EF4-FFF2-40B4-BE49-F238E27FC236}">
                <a16:creationId xmlns:a16="http://schemas.microsoft.com/office/drawing/2014/main" xmlns="" id="{03B89EE7-E754-D1FA-1426-29223B3B4CC6}"/>
              </a:ext>
            </a:extLst>
          </p:cNvPr>
          <p:cNvSpPr/>
          <p:nvPr userDrawn="1"/>
        </p:nvSpPr>
        <p:spPr>
          <a:xfrm>
            <a:off x="8043659" y="1617663"/>
            <a:ext cx="368141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icture Placeholder 13">
            <a:extLst>
              <a:ext uri="{FF2B5EF4-FFF2-40B4-BE49-F238E27FC236}">
                <a16:creationId xmlns:a16="http://schemas.microsoft.com/office/drawing/2014/main" xmlns="" id="{5AFC5DED-0840-16E5-8F18-4379BF12D5F2}"/>
              </a:ext>
            </a:extLst>
          </p:cNvPr>
          <p:cNvSpPr>
            <a:spLocks noGrp="1"/>
          </p:cNvSpPr>
          <p:nvPr>
            <p:ph type="pic" sz="quarter" idx="16" hasCustomPrompt="1"/>
          </p:nvPr>
        </p:nvSpPr>
        <p:spPr>
          <a:xfrm>
            <a:off x="8233173" y="1768475"/>
            <a:ext cx="649288" cy="646113"/>
          </a:xfrm>
        </p:spPr>
        <p:txBody>
          <a:bodyPr/>
          <a:lstStyle>
            <a:lvl1pPr>
              <a:defRPr sz="800"/>
            </a:lvl1pPr>
          </a:lstStyle>
          <a:p>
            <a:r>
              <a:rPr lang="en-US"/>
              <a:t>Icon</a:t>
            </a:r>
          </a:p>
        </p:txBody>
      </p:sp>
      <p:sp>
        <p:nvSpPr>
          <p:cNvPr id="5" name="Text Placeholder 2">
            <a:extLst>
              <a:ext uri="{FF2B5EF4-FFF2-40B4-BE49-F238E27FC236}">
                <a16:creationId xmlns:a16="http://schemas.microsoft.com/office/drawing/2014/main" xmlns="" id="{1D9C80B5-F2B1-5142-E9EE-47BC3FF2F2C1}"/>
              </a:ext>
            </a:extLst>
          </p:cNvPr>
          <p:cNvSpPr>
            <a:spLocks noGrp="1"/>
          </p:cNvSpPr>
          <p:nvPr>
            <p:ph type="body" idx="17"/>
          </p:nvPr>
        </p:nvSpPr>
        <p:spPr>
          <a:xfrm>
            <a:off x="8233282"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87668371"/>
      </p:ext>
    </p:extLst>
  </p:cSld>
  <p:clrMapOvr>
    <a:overrideClrMapping bg1="lt1" tx1="dk1" bg2="lt2" tx2="dk2" accent1="accent1" accent2="accent2" accent3="accent3" accent4="accent4" accent5="accent5" accent6="accent6" hlink="hlink" folHlink="folHlink"/>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ext, 3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29038428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3021"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a:spLocks noGrp="1" noRot="1" noMove="1" noResize="1" noEditPoints="1" noAdjustHandles="1" noChangeArrowheads="1" noChangeShapeType="1"/>
          </p:cNvSpPr>
          <p:nvPr userDrawn="1"/>
        </p:nvSpPr>
        <p:spPr>
          <a:xfrm>
            <a:off x="463550" y="1617663"/>
            <a:ext cx="3681413"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92D2E64-6BB9-928D-83F1-D878F96BBED4}"/>
              </a:ext>
            </a:extLst>
          </p:cNvPr>
          <p:cNvSpPr>
            <a:spLocks noGrp="1" noRot="1" noMove="1" noResize="1" noEditPoints="1" noAdjustHandles="1" noChangeArrowheads="1" noChangeShapeType="1"/>
          </p:cNvSpPr>
          <p:nvPr userDrawn="1"/>
        </p:nvSpPr>
        <p:spPr>
          <a:xfrm>
            <a:off x="4253436" y="1617663"/>
            <a:ext cx="368141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xmlns="" id="{03B89EE7-E754-D1FA-1426-29223B3B4CC6}"/>
              </a:ext>
            </a:extLst>
          </p:cNvPr>
          <p:cNvSpPr>
            <a:spLocks noGrp="1" noRot="1" noMove="1" noResize="1" noEditPoints="1" noAdjustHandles="1" noChangeArrowheads="1" noChangeShapeType="1"/>
          </p:cNvSpPr>
          <p:nvPr userDrawn="1"/>
        </p:nvSpPr>
        <p:spPr>
          <a:xfrm>
            <a:off x="8043659" y="1617663"/>
            <a:ext cx="368141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72034" y="1768475"/>
            <a:ext cx="649288" cy="646113"/>
          </a:xfrm>
        </p:spPr>
        <p:txBody>
          <a:bodyPr/>
          <a:lstStyle>
            <a:lvl1pPr>
              <a:defRPr sz="800"/>
            </a:lvl1pPr>
          </a:lstStyle>
          <a:p>
            <a:r>
              <a:rPr lang="en-US"/>
              <a:t>Icon</a:t>
            </a:r>
          </a:p>
        </p:txBody>
      </p:sp>
      <p:sp>
        <p:nvSpPr>
          <p:cNvPr id="15" name="Picture Placeholder 13">
            <a:extLst>
              <a:ext uri="{FF2B5EF4-FFF2-40B4-BE49-F238E27FC236}">
                <a16:creationId xmlns:a16="http://schemas.microsoft.com/office/drawing/2014/main" xmlns="" id="{754D2A9F-A973-3F3C-9274-4715E5274C14}"/>
              </a:ext>
            </a:extLst>
          </p:cNvPr>
          <p:cNvSpPr>
            <a:spLocks noGrp="1"/>
          </p:cNvSpPr>
          <p:nvPr>
            <p:ph type="pic" sz="quarter" idx="14" hasCustomPrompt="1"/>
          </p:nvPr>
        </p:nvSpPr>
        <p:spPr>
          <a:xfrm>
            <a:off x="4446587"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5162" y="4648782"/>
            <a:ext cx="253841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a16="http://schemas.microsoft.com/office/drawing/2014/main" xmlns="" id="{B5442419-EE56-AC34-88CB-69C70F0FABCB}"/>
              </a:ext>
            </a:extLst>
          </p:cNvPr>
          <p:cNvSpPr>
            <a:spLocks noGrp="1"/>
          </p:cNvSpPr>
          <p:nvPr>
            <p:ph type="body" idx="15"/>
          </p:nvPr>
        </p:nvSpPr>
        <p:spPr>
          <a:xfrm>
            <a:off x="4446696"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4" name="Picture Placeholder 13">
            <a:extLst>
              <a:ext uri="{FF2B5EF4-FFF2-40B4-BE49-F238E27FC236}">
                <a16:creationId xmlns:a16="http://schemas.microsoft.com/office/drawing/2014/main" xmlns="" id="{5AFC5DED-0840-16E5-8F18-4379BF12D5F2}"/>
              </a:ext>
            </a:extLst>
          </p:cNvPr>
          <p:cNvSpPr>
            <a:spLocks noGrp="1"/>
          </p:cNvSpPr>
          <p:nvPr>
            <p:ph type="pic" sz="quarter" idx="16" hasCustomPrompt="1"/>
          </p:nvPr>
        </p:nvSpPr>
        <p:spPr>
          <a:xfrm>
            <a:off x="8236810" y="1768475"/>
            <a:ext cx="649288" cy="646113"/>
          </a:xfrm>
        </p:spPr>
        <p:txBody>
          <a:bodyPr/>
          <a:lstStyle>
            <a:lvl1pPr>
              <a:defRPr sz="800"/>
            </a:lvl1pPr>
          </a:lstStyle>
          <a:p>
            <a:r>
              <a:rPr lang="en-US"/>
              <a:t>Icon</a:t>
            </a:r>
          </a:p>
        </p:txBody>
      </p:sp>
      <p:sp>
        <p:nvSpPr>
          <p:cNvPr id="5" name="Text Placeholder 2">
            <a:extLst>
              <a:ext uri="{FF2B5EF4-FFF2-40B4-BE49-F238E27FC236}">
                <a16:creationId xmlns:a16="http://schemas.microsoft.com/office/drawing/2014/main" xmlns="" id="{1D9C80B5-F2B1-5142-E9EE-47BC3FF2F2C1}"/>
              </a:ext>
            </a:extLst>
          </p:cNvPr>
          <p:cNvSpPr>
            <a:spLocks noGrp="1"/>
          </p:cNvSpPr>
          <p:nvPr>
            <p:ph type="body" idx="17"/>
          </p:nvPr>
        </p:nvSpPr>
        <p:spPr>
          <a:xfrm>
            <a:off x="8236919"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968536738"/>
      </p:ext>
    </p:extLst>
  </p:cSld>
  <p:clrMapOvr>
    <a:overrideClrMapping bg1="dk1" tx1="lt1" bg2="dk2" tx2="lt2" accent1="accent1" accent2="accent2" accent3="accent3" accent4="accent4" accent5="accent5" accent6="accent6" hlink="hlink" folHlink="folHlink"/>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ext, 4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4045"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p:nvPr userDrawn="1"/>
        </p:nvSpPr>
        <p:spPr>
          <a:xfrm>
            <a:off x="463550"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75044"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8172"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8" name="Rectangle 7">
            <a:extLst>
              <a:ext uri="{FF2B5EF4-FFF2-40B4-BE49-F238E27FC236}">
                <a16:creationId xmlns:a16="http://schemas.microsoft.com/office/drawing/2014/main" xmlns="" id="{6B57E3F4-9F43-3E4F-CF14-23C7A7BC11D4}"/>
              </a:ext>
            </a:extLst>
          </p:cNvPr>
          <p:cNvSpPr/>
          <p:nvPr userDrawn="1"/>
        </p:nvSpPr>
        <p:spPr>
          <a:xfrm>
            <a:off x="3311452"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13">
            <a:extLst>
              <a:ext uri="{FF2B5EF4-FFF2-40B4-BE49-F238E27FC236}">
                <a16:creationId xmlns:a16="http://schemas.microsoft.com/office/drawing/2014/main" xmlns="" id="{22728A29-21C1-FE17-D872-29F33FF55B6B}"/>
              </a:ext>
            </a:extLst>
          </p:cNvPr>
          <p:cNvSpPr>
            <a:spLocks noGrp="1"/>
          </p:cNvSpPr>
          <p:nvPr>
            <p:ph type="pic" sz="quarter" idx="14" hasCustomPrompt="1"/>
          </p:nvPr>
        </p:nvSpPr>
        <p:spPr>
          <a:xfrm>
            <a:off x="3522946" y="1768475"/>
            <a:ext cx="649288" cy="646113"/>
          </a:xfrm>
        </p:spPr>
        <p:txBody>
          <a:bodyPr/>
          <a:lstStyle>
            <a:lvl1pPr>
              <a:defRPr sz="800"/>
            </a:lvl1pPr>
          </a:lstStyle>
          <a:p>
            <a:r>
              <a:rPr lang="en-US"/>
              <a:t>Icon</a:t>
            </a:r>
          </a:p>
        </p:txBody>
      </p:sp>
      <p:sp>
        <p:nvSpPr>
          <p:cNvPr id="13" name="Text Placeholder 2">
            <a:extLst>
              <a:ext uri="{FF2B5EF4-FFF2-40B4-BE49-F238E27FC236}">
                <a16:creationId xmlns:a16="http://schemas.microsoft.com/office/drawing/2014/main" xmlns="" id="{F8ED409C-9BB0-C0DE-2DC1-0D8C059AB7DE}"/>
              </a:ext>
            </a:extLst>
          </p:cNvPr>
          <p:cNvSpPr>
            <a:spLocks noGrp="1"/>
          </p:cNvSpPr>
          <p:nvPr>
            <p:ph type="body" idx="15"/>
          </p:nvPr>
        </p:nvSpPr>
        <p:spPr>
          <a:xfrm>
            <a:off x="3516074"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8" name="Rectangle 17">
            <a:extLst>
              <a:ext uri="{FF2B5EF4-FFF2-40B4-BE49-F238E27FC236}">
                <a16:creationId xmlns:a16="http://schemas.microsoft.com/office/drawing/2014/main" xmlns="" id="{D9C6F735-C3A7-934E-F16F-4C50B49CC156}"/>
              </a:ext>
            </a:extLst>
          </p:cNvPr>
          <p:cNvSpPr/>
          <p:nvPr userDrawn="1"/>
        </p:nvSpPr>
        <p:spPr>
          <a:xfrm>
            <a:off x="6159949"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Picture Placeholder 13">
            <a:extLst>
              <a:ext uri="{FF2B5EF4-FFF2-40B4-BE49-F238E27FC236}">
                <a16:creationId xmlns:a16="http://schemas.microsoft.com/office/drawing/2014/main" xmlns="" id="{F6DF4CC7-B693-843D-35B9-07755D443698}"/>
              </a:ext>
            </a:extLst>
          </p:cNvPr>
          <p:cNvSpPr>
            <a:spLocks noGrp="1"/>
          </p:cNvSpPr>
          <p:nvPr>
            <p:ph type="pic" sz="quarter" idx="16" hasCustomPrompt="1"/>
          </p:nvPr>
        </p:nvSpPr>
        <p:spPr>
          <a:xfrm>
            <a:off x="6371443" y="1768475"/>
            <a:ext cx="649288" cy="646113"/>
          </a:xfrm>
        </p:spPr>
        <p:txBody>
          <a:bodyPr/>
          <a:lstStyle>
            <a:lvl1pPr>
              <a:defRPr sz="800"/>
            </a:lvl1pPr>
          </a:lstStyle>
          <a:p>
            <a:r>
              <a:rPr lang="en-US"/>
              <a:t>Icon</a:t>
            </a:r>
          </a:p>
        </p:txBody>
      </p:sp>
      <p:sp>
        <p:nvSpPr>
          <p:cNvPr id="20" name="Text Placeholder 2">
            <a:extLst>
              <a:ext uri="{FF2B5EF4-FFF2-40B4-BE49-F238E27FC236}">
                <a16:creationId xmlns:a16="http://schemas.microsoft.com/office/drawing/2014/main" xmlns="" id="{DA02A4FC-804F-D905-C80A-508F4B13855C}"/>
              </a:ext>
            </a:extLst>
          </p:cNvPr>
          <p:cNvSpPr>
            <a:spLocks noGrp="1"/>
          </p:cNvSpPr>
          <p:nvPr>
            <p:ph type="body" idx="17"/>
          </p:nvPr>
        </p:nvSpPr>
        <p:spPr>
          <a:xfrm>
            <a:off x="6364571"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21" name="Rectangle 20">
            <a:extLst>
              <a:ext uri="{FF2B5EF4-FFF2-40B4-BE49-F238E27FC236}">
                <a16:creationId xmlns:a16="http://schemas.microsoft.com/office/drawing/2014/main" xmlns="" id="{D3073047-8DDC-8072-C8AA-70E1791CFDFC}"/>
              </a:ext>
            </a:extLst>
          </p:cNvPr>
          <p:cNvSpPr/>
          <p:nvPr userDrawn="1"/>
        </p:nvSpPr>
        <p:spPr>
          <a:xfrm>
            <a:off x="9001466"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icture Placeholder 13">
            <a:extLst>
              <a:ext uri="{FF2B5EF4-FFF2-40B4-BE49-F238E27FC236}">
                <a16:creationId xmlns:a16="http://schemas.microsoft.com/office/drawing/2014/main" xmlns="" id="{E7725F3D-5680-EE14-2B2D-2F8650B78913}"/>
              </a:ext>
            </a:extLst>
          </p:cNvPr>
          <p:cNvSpPr>
            <a:spLocks noGrp="1"/>
          </p:cNvSpPr>
          <p:nvPr>
            <p:ph type="pic" sz="quarter" idx="18" hasCustomPrompt="1"/>
          </p:nvPr>
        </p:nvSpPr>
        <p:spPr>
          <a:xfrm>
            <a:off x="9212960" y="1768475"/>
            <a:ext cx="649288" cy="646113"/>
          </a:xfrm>
        </p:spPr>
        <p:txBody>
          <a:bodyPr/>
          <a:lstStyle>
            <a:lvl1pPr>
              <a:defRPr sz="800"/>
            </a:lvl1pPr>
          </a:lstStyle>
          <a:p>
            <a:r>
              <a:rPr lang="en-US"/>
              <a:t>Icon</a:t>
            </a:r>
          </a:p>
        </p:txBody>
      </p:sp>
      <p:sp>
        <p:nvSpPr>
          <p:cNvPr id="23" name="Text Placeholder 2">
            <a:extLst>
              <a:ext uri="{FF2B5EF4-FFF2-40B4-BE49-F238E27FC236}">
                <a16:creationId xmlns:a16="http://schemas.microsoft.com/office/drawing/2014/main" xmlns="" id="{47911148-2128-D9C7-8E63-A4AABC6503AB}"/>
              </a:ext>
            </a:extLst>
          </p:cNvPr>
          <p:cNvSpPr>
            <a:spLocks noGrp="1"/>
          </p:cNvSpPr>
          <p:nvPr>
            <p:ph type="body" idx="19"/>
          </p:nvPr>
        </p:nvSpPr>
        <p:spPr>
          <a:xfrm>
            <a:off x="9206088"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833833254"/>
      </p:ext>
    </p:extLst>
  </p:cSld>
  <p:clrMapOvr>
    <a:overrideClrMapping bg1="lt1" tx1="dk1" bg2="lt2" tx2="dk2" accent1="accent1" accent2="accent2" accent3="accent3" accent4="accent4" accent5="accent5" accent6="accent6" hlink="hlink" folHlink="folHlink"/>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ext, 4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5069"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a:spLocks noGrp="1" noRot="1" noMove="1" noResize="1" noEditPoints="1" noAdjustHandles="1" noChangeArrowheads="1" noChangeShapeType="1"/>
          </p:cNvSpPr>
          <p:nvPr userDrawn="1"/>
        </p:nvSpPr>
        <p:spPr>
          <a:xfrm>
            <a:off x="463550"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72034"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5162"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8" name="Rectangle 7">
            <a:extLst>
              <a:ext uri="{FF2B5EF4-FFF2-40B4-BE49-F238E27FC236}">
                <a16:creationId xmlns:a16="http://schemas.microsoft.com/office/drawing/2014/main" xmlns="" id="{6B57E3F4-9F43-3E4F-CF14-23C7A7BC11D4}"/>
              </a:ext>
            </a:extLst>
          </p:cNvPr>
          <p:cNvSpPr>
            <a:spLocks noGrp="1" noRot="1" noMove="1" noResize="1" noEditPoints="1" noAdjustHandles="1" noChangeArrowheads="1" noChangeShapeType="1"/>
          </p:cNvSpPr>
          <p:nvPr userDrawn="1"/>
        </p:nvSpPr>
        <p:spPr>
          <a:xfrm>
            <a:off x="3311452"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13">
            <a:extLst>
              <a:ext uri="{FF2B5EF4-FFF2-40B4-BE49-F238E27FC236}">
                <a16:creationId xmlns:a16="http://schemas.microsoft.com/office/drawing/2014/main" xmlns="" id="{22728A29-21C1-FE17-D872-29F33FF55B6B}"/>
              </a:ext>
            </a:extLst>
          </p:cNvPr>
          <p:cNvSpPr>
            <a:spLocks noGrp="1"/>
          </p:cNvSpPr>
          <p:nvPr>
            <p:ph type="pic" sz="quarter" idx="14" hasCustomPrompt="1"/>
          </p:nvPr>
        </p:nvSpPr>
        <p:spPr>
          <a:xfrm>
            <a:off x="3519936" y="1768475"/>
            <a:ext cx="649288" cy="646113"/>
          </a:xfrm>
        </p:spPr>
        <p:txBody>
          <a:bodyPr/>
          <a:lstStyle>
            <a:lvl1pPr>
              <a:defRPr sz="800"/>
            </a:lvl1pPr>
          </a:lstStyle>
          <a:p>
            <a:r>
              <a:rPr lang="en-US"/>
              <a:t>Icon</a:t>
            </a:r>
          </a:p>
        </p:txBody>
      </p:sp>
      <p:sp>
        <p:nvSpPr>
          <p:cNvPr id="13" name="Text Placeholder 2">
            <a:extLst>
              <a:ext uri="{FF2B5EF4-FFF2-40B4-BE49-F238E27FC236}">
                <a16:creationId xmlns:a16="http://schemas.microsoft.com/office/drawing/2014/main" xmlns="" id="{F8ED409C-9BB0-C0DE-2DC1-0D8C059AB7DE}"/>
              </a:ext>
            </a:extLst>
          </p:cNvPr>
          <p:cNvSpPr>
            <a:spLocks noGrp="1"/>
          </p:cNvSpPr>
          <p:nvPr>
            <p:ph type="body" idx="15"/>
          </p:nvPr>
        </p:nvSpPr>
        <p:spPr>
          <a:xfrm>
            <a:off x="3513064"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8" name="Rectangle 17">
            <a:extLst>
              <a:ext uri="{FF2B5EF4-FFF2-40B4-BE49-F238E27FC236}">
                <a16:creationId xmlns:a16="http://schemas.microsoft.com/office/drawing/2014/main" xmlns="" id="{D9C6F735-C3A7-934E-F16F-4C50B49CC156}"/>
              </a:ext>
            </a:extLst>
          </p:cNvPr>
          <p:cNvSpPr>
            <a:spLocks noGrp="1" noRot="1" noMove="1" noResize="1" noEditPoints="1" noAdjustHandles="1" noChangeArrowheads="1" noChangeShapeType="1"/>
          </p:cNvSpPr>
          <p:nvPr userDrawn="1"/>
        </p:nvSpPr>
        <p:spPr>
          <a:xfrm>
            <a:off x="6159949"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Picture Placeholder 13">
            <a:extLst>
              <a:ext uri="{FF2B5EF4-FFF2-40B4-BE49-F238E27FC236}">
                <a16:creationId xmlns:a16="http://schemas.microsoft.com/office/drawing/2014/main" xmlns="" id="{F6DF4CC7-B693-843D-35B9-07755D443698}"/>
              </a:ext>
            </a:extLst>
          </p:cNvPr>
          <p:cNvSpPr>
            <a:spLocks noGrp="1"/>
          </p:cNvSpPr>
          <p:nvPr>
            <p:ph type="pic" sz="quarter" idx="16" hasCustomPrompt="1"/>
          </p:nvPr>
        </p:nvSpPr>
        <p:spPr>
          <a:xfrm>
            <a:off x="6368433" y="1768475"/>
            <a:ext cx="649288" cy="646113"/>
          </a:xfrm>
        </p:spPr>
        <p:txBody>
          <a:bodyPr/>
          <a:lstStyle>
            <a:lvl1pPr>
              <a:defRPr sz="800"/>
            </a:lvl1pPr>
          </a:lstStyle>
          <a:p>
            <a:r>
              <a:rPr lang="en-US"/>
              <a:t>Icon</a:t>
            </a:r>
          </a:p>
        </p:txBody>
      </p:sp>
      <p:sp>
        <p:nvSpPr>
          <p:cNvPr id="20" name="Text Placeholder 2">
            <a:extLst>
              <a:ext uri="{FF2B5EF4-FFF2-40B4-BE49-F238E27FC236}">
                <a16:creationId xmlns:a16="http://schemas.microsoft.com/office/drawing/2014/main" xmlns="" id="{DA02A4FC-804F-D905-C80A-508F4B13855C}"/>
              </a:ext>
            </a:extLst>
          </p:cNvPr>
          <p:cNvSpPr>
            <a:spLocks noGrp="1"/>
          </p:cNvSpPr>
          <p:nvPr>
            <p:ph type="body" idx="17"/>
          </p:nvPr>
        </p:nvSpPr>
        <p:spPr>
          <a:xfrm>
            <a:off x="6361561"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21" name="Rectangle 20">
            <a:extLst>
              <a:ext uri="{FF2B5EF4-FFF2-40B4-BE49-F238E27FC236}">
                <a16:creationId xmlns:a16="http://schemas.microsoft.com/office/drawing/2014/main" xmlns="" id="{D3073047-8DDC-8072-C8AA-70E1791CFDFC}"/>
              </a:ext>
            </a:extLst>
          </p:cNvPr>
          <p:cNvSpPr>
            <a:spLocks noGrp="1" noRot="1" noMove="1" noResize="1" noEditPoints="1" noAdjustHandles="1" noChangeArrowheads="1" noChangeShapeType="1"/>
          </p:cNvSpPr>
          <p:nvPr userDrawn="1"/>
        </p:nvSpPr>
        <p:spPr>
          <a:xfrm>
            <a:off x="9001466"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icture Placeholder 13">
            <a:extLst>
              <a:ext uri="{FF2B5EF4-FFF2-40B4-BE49-F238E27FC236}">
                <a16:creationId xmlns:a16="http://schemas.microsoft.com/office/drawing/2014/main" xmlns="" id="{E7725F3D-5680-EE14-2B2D-2F8650B78913}"/>
              </a:ext>
            </a:extLst>
          </p:cNvPr>
          <p:cNvSpPr>
            <a:spLocks noGrp="1"/>
          </p:cNvSpPr>
          <p:nvPr>
            <p:ph type="pic" sz="quarter" idx="18" hasCustomPrompt="1"/>
          </p:nvPr>
        </p:nvSpPr>
        <p:spPr>
          <a:xfrm>
            <a:off x="9209950" y="1768475"/>
            <a:ext cx="649288" cy="646113"/>
          </a:xfrm>
        </p:spPr>
        <p:txBody>
          <a:bodyPr/>
          <a:lstStyle>
            <a:lvl1pPr>
              <a:defRPr sz="800"/>
            </a:lvl1pPr>
          </a:lstStyle>
          <a:p>
            <a:r>
              <a:rPr lang="en-US"/>
              <a:t>Icon</a:t>
            </a:r>
          </a:p>
        </p:txBody>
      </p:sp>
      <p:sp>
        <p:nvSpPr>
          <p:cNvPr id="23" name="Text Placeholder 2">
            <a:extLst>
              <a:ext uri="{FF2B5EF4-FFF2-40B4-BE49-F238E27FC236}">
                <a16:creationId xmlns:a16="http://schemas.microsoft.com/office/drawing/2014/main" xmlns="" id="{47911148-2128-D9C7-8E63-A4AABC6503AB}"/>
              </a:ext>
            </a:extLst>
          </p:cNvPr>
          <p:cNvSpPr>
            <a:spLocks noGrp="1"/>
          </p:cNvSpPr>
          <p:nvPr>
            <p:ph type="body" idx="19"/>
          </p:nvPr>
        </p:nvSpPr>
        <p:spPr>
          <a:xfrm>
            <a:off x="9203078"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214145648"/>
      </p:ext>
    </p:extLst>
  </p:cSld>
  <p:clrMapOvr>
    <a:overrideClrMapping bg1="dk1" tx1="lt1" bg2="dk2" tx2="lt2" accent1="accent1" accent2="accent2" accent3="accent3" accent4="accent4" accent5="accent5" accent6="accent6" hlink="hlink" folHlink="folHlink"/>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a16="http://schemas.microsoft.com/office/drawing/2014/main" xmlns="" id="{71717D90-43C9-C972-4D0A-8F8DB9E4B985}"/>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73329289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Only (Carbon)">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a16="http://schemas.microsoft.com/office/drawing/2014/main" xmlns="" id="{5B85D50D-E1D8-C209-D561-71978631B8F4}"/>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729911104"/>
      </p:ext>
    </p:extLst>
  </p:cSld>
  <p:clrMapOvr>
    <a:overrideClrMapping bg1="dk1" tx1="lt1" bg2="dk2" tx2="lt2" accent1="accent1" accent2="accent2" accent3="accent3" accent4="accent4" accent5="accent5" accent6="accent6" hlink="hlink" folHlink="folHlink"/>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xmlns="" id="{8AB8394B-8C24-A652-FDAD-A12D9786C379}"/>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296824776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Blank (Carbon)">
    <p:bg>
      <p:bgPr>
        <a:solidFill>
          <a:schemeClr val="bg1"/>
        </a:solidFill>
        <a:effectLst/>
      </p:bgPr>
    </p:bg>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xmlns="" id="{D9A041E9-D37B-F094-0DEB-67D1437229D7}"/>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2982887658"/>
      </p:ext>
    </p:extLst>
  </p:cSld>
  <p:clrMapOvr>
    <a:overrideClrMapping bg1="dk1" tx1="lt1" bg2="dk2" tx2="lt2" accent1="accent1" accent2="accent2" accent3="accent3" accent4="accent4" accent5="accent5" accent6="accent6" hlink="hlink" folHlink="folHlink"/>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6093"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3310147" y="1305349"/>
            <a:ext cx="5571717" cy="4247317"/>
          </a:xfrm>
          <a:prstGeom prst="rect">
            <a:avLst/>
          </a:prstGeom>
          <a:noFill/>
        </p:spPr>
        <p:txBody>
          <a:bodyPr wrap="none" lIns="0" tIns="0" rIns="0" bIns="0" rtlCol="0" anchor="ctr">
            <a:spAutoFit/>
          </a:bodyPr>
          <a:lstStyle/>
          <a:p>
            <a:pPr algn="ctr"/>
            <a:r>
              <a:rPr lang="en-US" sz="13800"/>
              <a:t>Data</a:t>
            </a:r>
          </a:p>
          <a:p>
            <a:pPr algn="ctr"/>
            <a:r>
              <a:rPr lang="en-US" sz="13800"/>
              <a:t>layouts</a:t>
            </a:r>
          </a:p>
        </p:txBody>
      </p:sp>
    </p:spTree>
    <p:extLst>
      <p:ext uri="{BB962C8B-B14F-4D97-AF65-F5344CB8AC3E}">
        <p14:creationId xmlns:p14="http://schemas.microsoft.com/office/powerpoint/2010/main" val="102402670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Data 1">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109232167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7117"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EE477F8F-6692-5296-4EE7-501A58D2B2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37C2CDB7-C805-4574-12AD-751C92140439}"/>
              </a:ext>
            </a:extLst>
          </p:cNvPr>
          <p:cNvSpPr>
            <a:spLocks noGrp="1"/>
          </p:cNvSpPr>
          <p:nvPr>
            <p:ph type="title" hasCustomPrompt="1"/>
          </p:nvPr>
        </p:nvSpPr>
        <p:spPr>
          <a:xfrm>
            <a:off x="565149" y="460375"/>
            <a:ext cx="4421189" cy="731520"/>
          </a:xfrm>
        </p:spPr>
        <p:txBody>
          <a:bodyPr vert="horz"/>
          <a:lstStyle/>
          <a:p>
            <a:r>
              <a:rPr lang="en-US"/>
              <a:t>Click to add title</a:t>
            </a:r>
          </a:p>
        </p:txBody>
      </p:sp>
      <p:sp>
        <p:nvSpPr>
          <p:cNvPr id="9" name="Text Placeholder 11">
            <a:extLst>
              <a:ext uri="{FF2B5EF4-FFF2-40B4-BE49-F238E27FC236}">
                <a16:creationId xmlns:a16="http://schemas.microsoft.com/office/drawing/2014/main" xmlns="" id="{45FED2EC-A49F-30F9-9C6A-12C70193719E}"/>
              </a:ext>
            </a:extLst>
          </p:cNvPr>
          <p:cNvSpPr>
            <a:spLocks noGrp="1"/>
          </p:cNvSpPr>
          <p:nvPr>
            <p:ph type="body" sz="quarter" idx="13"/>
          </p:nvPr>
        </p:nvSpPr>
        <p:spPr>
          <a:xfrm>
            <a:off x="565150" y="2980224"/>
            <a:ext cx="3155271" cy="2109302"/>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
        <p:nvSpPr>
          <p:cNvPr id="5" name="Text Placeholder 6">
            <a:extLst>
              <a:ext uri="{FF2B5EF4-FFF2-40B4-BE49-F238E27FC236}">
                <a16:creationId xmlns:a16="http://schemas.microsoft.com/office/drawing/2014/main" xmlns="" id="{D4167920-63DE-54BB-E65F-1733269DFA65}"/>
              </a:ext>
            </a:extLst>
          </p:cNvPr>
          <p:cNvSpPr>
            <a:spLocks noGrp="1"/>
          </p:cNvSpPr>
          <p:nvPr>
            <p:ph type="body" sz="quarter" idx="14"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69183665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Data 1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99115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8141"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EE477F8F-6692-5296-4EE7-501A58D2B2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a16="http://schemas.microsoft.com/office/drawing/2014/main" xmlns="" id="{45FED2EC-A49F-30F9-9C6A-12C70193719E}"/>
              </a:ext>
            </a:extLst>
          </p:cNvPr>
          <p:cNvSpPr>
            <a:spLocks noGrp="1"/>
          </p:cNvSpPr>
          <p:nvPr>
            <p:ph type="body" sz="quarter" idx="13"/>
          </p:nvPr>
        </p:nvSpPr>
        <p:spPr>
          <a:xfrm>
            <a:off x="565150" y="2980224"/>
            <a:ext cx="3155271" cy="2109302"/>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6DE963B-81EE-2860-268D-B3A54072AD04}"/>
              </a:ext>
            </a:extLst>
          </p:cNvPr>
          <p:cNvSpPr>
            <a:spLocks noGrp="1"/>
          </p:cNvSpPr>
          <p:nvPr>
            <p:ph type="title" hasCustomPrompt="1"/>
          </p:nvPr>
        </p:nvSpPr>
        <p:spPr>
          <a:xfrm>
            <a:off x="565149" y="460375"/>
            <a:ext cx="4421189" cy="731520"/>
          </a:xfrm>
        </p:spPr>
        <p:txBody>
          <a:bodyPr vert="horz"/>
          <a:lstStyle/>
          <a:p>
            <a:r>
              <a:rPr lang="en-US"/>
              <a:t>Click to add title</a:t>
            </a:r>
          </a:p>
        </p:txBody>
      </p:sp>
      <p:sp>
        <p:nvSpPr>
          <p:cNvPr id="2" name="Text Placeholder 6">
            <a:extLst>
              <a:ext uri="{FF2B5EF4-FFF2-40B4-BE49-F238E27FC236}">
                <a16:creationId xmlns:a16="http://schemas.microsoft.com/office/drawing/2014/main" xmlns="" id="{A936678D-9654-7C99-C080-9E3A2B10C629}"/>
              </a:ext>
            </a:extLst>
          </p:cNvPr>
          <p:cNvSpPr>
            <a:spLocks noGrp="1"/>
          </p:cNvSpPr>
          <p:nvPr>
            <p:ph type="body" sz="quarter" idx="14"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667999480"/>
      </p:ext>
    </p:extLst>
  </p:cSld>
  <p:clrMapOvr>
    <a:overrideClrMapping bg1="dk1" tx1="lt1" bg2="dk2" tx2="lt2" accent1="accent1" accent2="accent2" accent3="accent3" accent4="accent4" accent5="accent5" accent6="accent6" hlink="hlink" folHlink="folHlink"/>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Data 2">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19857800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9165"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EE477F8F-6692-5296-4EE7-501A58D2B2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a16="http://schemas.microsoft.com/office/drawing/2014/main" xmlns="" id="{45FED2EC-A49F-30F9-9C6A-12C70193719E}"/>
              </a:ext>
            </a:extLst>
          </p:cNvPr>
          <p:cNvSpPr>
            <a:spLocks noGrp="1"/>
          </p:cNvSpPr>
          <p:nvPr>
            <p:ph type="body" sz="quarter" idx="13"/>
          </p:nvPr>
        </p:nvSpPr>
        <p:spPr>
          <a:xfrm>
            <a:off x="565150" y="2980224"/>
            <a:ext cx="2233891" cy="2109302"/>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954394C-9F22-4B5A-7E4B-43D03EE746EF}"/>
              </a:ext>
            </a:extLst>
          </p:cNvPr>
          <p:cNvSpPr>
            <a:spLocks noGrp="1"/>
          </p:cNvSpPr>
          <p:nvPr>
            <p:ph type="title"/>
          </p:nvPr>
        </p:nvSpPr>
        <p:spPr/>
        <p:txBody>
          <a:bodyPr vert="horz"/>
          <a:lstStyle/>
          <a:p>
            <a:r>
              <a:rPr lang="en-US"/>
              <a:t>Click to edit Master title style</a:t>
            </a:r>
          </a:p>
        </p:txBody>
      </p:sp>
      <p:sp>
        <p:nvSpPr>
          <p:cNvPr id="14" name="Chart Placeholder 13">
            <a:extLst>
              <a:ext uri="{FF2B5EF4-FFF2-40B4-BE49-F238E27FC236}">
                <a16:creationId xmlns:a16="http://schemas.microsoft.com/office/drawing/2014/main" xmlns="" id="{5113F86D-1D68-351E-ADD3-B7DE5D59EAE7}"/>
              </a:ext>
            </a:extLst>
          </p:cNvPr>
          <p:cNvSpPr>
            <a:spLocks noGrp="1"/>
          </p:cNvSpPr>
          <p:nvPr>
            <p:ph type="chart" sz="quarter" idx="14"/>
          </p:nvPr>
        </p:nvSpPr>
        <p:spPr>
          <a:xfrm>
            <a:off x="3203575" y="1466850"/>
            <a:ext cx="8578850" cy="4829175"/>
          </a:xfrm>
        </p:spPr>
        <p:txBody>
          <a:bodyPr/>
          <a:lstStyle/>
          <a:p>
            <a:r>
              <a:rPr lang="en-US"/>
              <a:t>Click icon to add chart</a:t>
            </a:r>
          </a:p>
        </p:txBody>
      </p:sp>
      <p:sp>
        <p:nvSpPr>
          <p:cNvPr id="2" name="Text Placeholder 6">
            <a:extLst>
              <a:ext uri="{FF2B5EF4-FFF2-40B4-BE49-F238E27FC236}">
                <a16:creationId xmlns:a16="http://schemas.microsoft.com/office/drawing/2014/main" xmlns="" id="{41FFC367-0203-EC0E-10DF-B81D77491CB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61907066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Data 2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19857800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0189"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EE477F8F-6692-5296-4EE7-501A58D2B2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a16="http://schemas.microsoft.com/office/drawing/2014/main" xmlns="" id="{45FED2EC-A49F-30F9-9C6A-12C70193719E}"/>
              </a:ext>
            </a:extLst>
          </p:cNvPr>
          <p:cNvSpPr>
            <a:spLocks noGrp="1"/>
          </p:cNvSpPr>
          <p:nvPr>
            <p:ph type="body" sz="quarter" idx="13"/>
          </p:nvPr>
        </p:nvSpPr>
        <p:spPr>
          <a:xfrm>
            <a:off x="565150" y="2980224"/>
            <a:ext cx="2233891" cy="2109302"/>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954394C-9F22-4B5A-7E4B-43D03EE746EF}"/>
              </a:ext>
            </a:extLst>
          </p:cNvPr>
          <p:cNvSpPr>
            <a:spLocks noGrp="1"/>
          </p:cNvSpPr>
          <p:nvPr>
            <p:ph type="title"/>
          </p:nvPr>
        </p:nvSpPr>
        <p:spPr/>
        <p:txBody>
          <a:bodyPr vert="horz"/>
          <a:lstStyle/>
          <a:p>
            <a:r>
              <a:rPr lang="en-US"/>
              <a:t>Click to edit Master title style</a:t>
            </a:r>
          </a:p>
        </p:txBody>
      </p:sp>
      <p:sp>
        <p:nvSpPr>
          <p:cNvPr id="14" name="Chart Placeholder 13">
            <a:extLst>
              <a:ext uri="{FF2B5EF4-FFF2-40B4-BE49-F238E27FC236}">
                <a16:creationId xmlns:a16="http://schemas.microsoft.com/office/drawing/2014/main" xmlns="" id="{5113F86D-1D68-351E-ADD3-B7DE5D59EAE7}"/>
              </a:ext>
            </a:extLst>
          </p:cNvPr>
          <p:cNvSpPr>
            <a:spLocks noGrp="1"/>
          </p:cNvSpPr>
          <p:nvPr>
            <p:ph type="chart" sz="quarter" idx="14"/>
          </p:nvPr>
        </p:nvSpPr>
        <p:spPr>
          <a:xfrm>
            <a:off x="3203575" y="1466850"/>
            <a:ext cx="8578850" cy="4829175"/>
          </a:xfrm>
        </p:spPr>
        <p:txBody>
          <a:bodyPr/>
          <a:lstStyle/>
          <a:p>
            <a:r>
              <a:rPr lang="en-US"/>
              <a:t>Click icon to add chart</a:t>
            </a:r>
          </a:p>
        </p:txBody>
      </p:sp>
      <p:sp>
        <p:nvSpPr>
          <p:cNvPr id="2" name="Text Placeholder 6">
            <a:extLst>
              <a:ext uri="{FF2B5EF4-FFF2-40B4-BE49-F238E27FC236}">
                <a16:creationId xmlns:a16="http://schemas.microsoft.com/office/drawing/2014/main" xmlns="" id="{BA9A9E04-9AC1-B2EA-811C-A2EBF8AC04EE}"/>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284486658"/>
      </p:ext>
    </p:extLst>
  </p:cSld>
  <p:clrMapOvr>
    <a:overrideClrMapping bg1="dk1" tx1="lt1" bg2="dk2" tx2="lt2" accent1="accent1" accent2="accent2" accent3="accent3" accent4="accent4" accent5="accent5" accent6="accent6" hlink="hlink" folHlink="folHlink"/>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Data, ful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A19A38-4850-E5CA-EB9F-F82D965F923D}"/>
              </a:ext>
            </a:extLst>
          </p:cNvPr>
          <p:cNvSpPr>
            <a:spLocks noGrp="1"/>
          </p:cNvSpPr>
          <p:nvPr>
            <p:ph type="title"/>
          </p:nvPr>
        </p:nvSpPr>
        <p:spPr/>
        <p:txBody>
          <a:bodyPr/>
          <a:lstStyle/>
          <a:p>
            <a:r>
              <a:rPr lang="en-US"/>
              <a:t>Click to edit Master title style</a:t>
            </a:r>
          </a:p>
        </p:txBody>
      </p:sp>
      <p:sp>
        <p:nvSpPr>
          <p:cNvPr id="5" name="Content Placeholder 2">
            <a:extLst>
              <a:ext uri="{FF2B5EF4-FFF2-40B4-BE49-F238E27FC236}">
                <a16:creationId xmlns:a16="http://schemas.microsoft.com/office/drawing/2014/main" xmlns="" id="{0C5DB361-3B1E-9FE8-36F0-4FD95E6B270D}"/>
              </a:ext>
            </a:extLst>
          </p:cNvPr>
          <p:cNvSpPr>
            <a:spLocks noGrp="1"/>
          </p:cNvSpPr>
          <p:nvPr>
            <p:ph idx="1"/>
          </p:nvPr>
        </p:nvSpPr>
        <p:spPr>
          <a:xfrm>
            <a:off x="565149" y="1617663"/>
            <a:ext cx="11066462"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a16="http://schemas.microsoft.com/office/drawing/2014/main" xmlns="" id="{CAED40FF-941F-42AC-B9C9-FBF2A861FE5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16468143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Data, full (Carbo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A19A38-4850-E5CA-EB9F-F82D965F923D}"/>
              </a:ext>
            </a:extLst>
          </p:cNvPr>
          <p:cNvSpPr>
            <a:spLocks noGrp="1"/>
          </p:cNvSpPr>
          <p:nvPr>
            <p:ph type="title"/>
          </p:nvPr>
        </p:nvSpPr>
        <p:spPr/>
        <p:txBody>
          <a:bodyPr/>
          <a:lstStyle/>
          <a:p>
            <a:r>
              <a:rPr lang="en-US"/>
              <a:t>Click to edit Master title style</a:t>
            </a:r>
          </a:p>
        </p:txBody>
      </p:sp>
      <p:sp>
        <p:nvSpPr>
          <p:cNvPr id="5" name="Content Placeholder 2">
            <a:extLst>
              <a:ext uri="{FF2B5EF4-FFF2-40B4-BE49-F238E27FC236}">
                <a16:creationId xmlns:a16="http://schemas.microsoft.com/office/drawing/2014/main" xmlns="" id="{0C5DB361-3B1E-9FE8-36F0-4FD95E6B270D}"/>
              </a:ext>
            </a:extLst>
          </p:cNvPr>
          <p:cNvSpPr>
            <a:spLocks noGrp="1"/>
          </p:cNvSpPr>
          <p:nvPr>
            <p:ph idx="1"/>
          </p:nvPr>
        </p:nvSpPr>
        <p:spPr>
          <a:xfrm>
            <a:off x="565149" y="1617663"/>
            <a:ext cx="11066462"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a16="http://schemas.microsoft.com/office/drawing/2014/main" xmlns="" id="{CAED40FF-941F-42AC-B9C9-FBF2A861FE5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466620873"/>
      </p:ext>
    </p:extLst>
  </p:cSld>
  <p:clrMapOvr>
    <a:overrideClrMapping bg1="dk1" tx1="lt1" bg2="dk2" tx2="lt2" accent1="accent1" accent2="accent2" accent3="accent3" accent4="accent4" accent5="accent5" accent6="accent6" hlink="hlink" folHlink="folHlink"/>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1213"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433400" y="1305349"/>
            <a:ext cx="11325216" cy="4247317"/>
          </a:xfrm>
          <a:prstGeom prst="rect">
            <a:avLst/>
          </a:prstGeom>
          <a:noFill/>
        </p:spPr>
        <p:txBody>
          <a:bodyPr wrap="none" lIns="0" tIns="0" rIns="0" bIns="0" rtlCol="0" anchor="ctr">
            <a:spAutoFit/>
          </a:bodyPr>
          <a:lstStyle/>
          <a:p>
            <a:pPr algn="ctr"/>
            <a:r>
              <a:rPr lang="en-US" sz="13800"/>
              <a:t>Section divider</a:t>
            </a:r>
          </a:p>
          <a:p>
            <a:pPr algn="ctr"/>
            <a:r>
              <a:rPr lang="en-US" sz="13800"/>
              <a:t>layouts</a:t>
            </a:r>
          </a:p>
        </p:txBody>
      </p:sp>
    </p:spTree>
    <p:extLst>
      <p:ext uri="{BB962C8B-B14F-4D97-AF65-F5344CB8AC3E}">
        <p14:creationId xmlns:p14="http://schemas.microsoft.com/office/powerpoint/2010/main" val="79202132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Divider 1 (Tan)">
    <p:bg>
      <p:bgRef idx="1001">
        <a:schemeClr val="bg2"/>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27471323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2237"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a16="http://schemas.microsoft.com/office/drawing/2014/main" xmlns=""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27050"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4137114648"/>
      </p:ext>
    </p:extLst>
  </p:cSld>
  <p:clrMapOvr>
    <a:overrideClrMapping bg1="lt1" tx1="dk1" bg2="lt2" tx2="dk2" accent1="accent1" accent2="accent2" accent3="accent3" accent4="accent4" accent5="accent5" accent6="accent6" hlink="hlink" folHlink="folHlink"/>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Divider 2 (Tan)">
    <p:bg>
      <p:bgRef idx="1001">
        <a:schemeClr val="bg2"/>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4630666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3261"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a16="http://schemas.microsoft.com/office/drawing/2014/main" xmlns=""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tx1"/>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582189056"/>
      </p:ext>
    </p:extLst>
  </p:cSld>
  <p:clrMapOvr>
    <a:overrideClrMapping bg1="lt1" tx1="dk1" bg2="lt2" tx2="dk2" accent1="accent1" accent2="accent2" accent3="accent3" accent4="accent4" accent5="accent5" accent6="accent6" hlink="hlink" folHlink="folHlink"/>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Divider 1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318974389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4285"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a16="http://schemas.microsoft.com/office/drawing/2014/main" xmlns=""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rgbClr val="BEB4AA"/>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627735879"/>
      </p:ext>
    </p:extLst>
  </p:cSld>
  <p:clrMapOvr>
    <a:overrideClrMapping bg1="dk1" tx1="lt1" bg2="dk2" tx2="lt2" accent1="accent1" accent2="accent2" accent3="accent3" accent4="accent4" accent5="accent5" accent6="accent6" hlink="hlink" folHlink="folHlink"/>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Divider 2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90724929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5309"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a16="http://schemas.microsoft.com/office/drawing/2014/main" xmlns=""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chemeClr val="bg2"/>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765093722"/>
      </p:ext>
    </p:extLst>
  </p:cSld>
  <p:clrMapOvr>
    <a:overrideClrMapping bg1="dk1" tx1="lt1" bg2="dk2" tx2="lt2" accent1="accent1" accent2="accent2" accent3="accent3" accent4="accent4" accent5="accent5" accent6="accent6" hlink="hlink" folHlink="folHlink"/>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Divider 3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242813344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6333"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a16="http://schemas.microsoft.com/office/drawing/2014/main" xmlns=""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bg2"/>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685114311"/>
      </p:ext>
    </p:extLst>
  </p:cSld>
  <p:clrMapOvr>
    <a:overrideClrMapping bg1="dk1" tx1="lt1" bg2="dk2" tx2="lt2" accent1="accent1" accent2="accent2" accent3="accent3" accent4="accent4" accent5="accent5" accent6="accent6" hlink="hlink" folHlink="folHlink"/>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Divider 1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403139182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7357"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a16="http://schemas.microsoft.com/office/drawing/2014/main" xmlns=""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rgbClr val="BEB4AA"/>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2077188696"/>
      </p:ext>
    </p:extLst>
  </p:cSld>
  <p:clrMapOvr>
    <a:overrideClrMapping bg1="dk1" tx1="lt1" bg2="dk2" tx2="lt2" accent1="accent1" accent2="accent2" accent3="accent3" accent4="accent4" accent5="accent5" accent6="accent6" hlink="hlink" folHlink="folHlink"/>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Divider 2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109969869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8381"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a16="http://schemas.microsoft.com/office/drawing/2014/main" xmlns=""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chemeClr val="bg2"/>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187393522"/>
      </p:ext>
    </p:extLst>
  </p:cSld>
  <p:clrMapOvr>
    <a:overrideClrMapping bg1="dk1" tx1="lt1" bg2="dk2" tx2="lt2" accent1="accent1" accent2="accent2" accent3="accent3" accent4="accent4" accent5="accent5" accent6="accent6" hlink="hlink" folHlink="folHlink"/>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Divider 3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60890081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9405"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a16="http://schemas.microsoft.com/office/drawing/2014/main" xmlns=""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bg2"/>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35177267"/>
      </p:ext>
    </p:extLst>
  </p:cSld>
  <p:clrMapOvr>
    <a:overrideClrMapping bg1="dk1" tx1="lt1" bg2="dk2" tx2="lt2" accent1="accent1" accent2="accent2" accent3="accent3" accent4="accent4" accent5="accent5" accent6="accent6" hlink="hlink" folHlink="folHlink"/>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0429"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2232864" y="1305349"/>
            <a:ext cx="7726282" cy="4247317"/>
          </a:xfrm>
          <a:prstGeom prst="rect">
            <a:avLst/>
          </a:prstGeom>
          <a:noFill/>
        </p:spPr>
        <p:txBody>
          <a:bodyPr wrap="none" lIns="0" tIns="0" rIns="0" bIns="0" rtlCol="0" anchor="ctr">
            <a:spAutoFit/>
          </a:bodyPr>
          <a:lstStyle/>
          <a:p>
            <a:pPr algn="ctr"/>
            <a:r>
              <a:rPr lang="en-US" sz="13800"/>
              <a:t>Large text </a:t>
            </a:r>
          </a:p>
          <a:p>
            <a:pPr algn="ctr"/>
            <a:r>
              <a:rPr lang="en-US" sz="13800"/>
              <a:t>layouts</a:t>
            </a:r>
          </a:p>
        </p:txBody>
      </p:sp>
    </p:spTree>
    <p:extLst>
      <p:ext uri="{BB962C8B-B14F-4D97-AF65-F5344CB8AC3E}">
        <p14:creationId xmlns:p14="http://schemas.microsoft.com/office/powerpoint/2010/main" val="268090737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Large Text">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959877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1453"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345491014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Large Text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959877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2477"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3611418797"/>
      </p:ext>
    </p:extLst>
  </p:cSld>
  <p:clrMapOvr>
    <a:overrideClrMapping bg1="lt1" tx1="dk1" bg2="lt2" tx2="dk2" accent1="accent1" accent2="accent2" accent3="accent3" accent4="accent4" accent5="accent5" accent6="accent6" hlink="hlink" folHlink="folHlink"/>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Large Text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959877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3501"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2575330997"/>
      </p:ext>
    </p:extLst>
  </p:cSld>
  <p:clrMapOvr>
    <a:overrideClrMapping bg1="dk1" tx1="lt1" bg2="dk2" tx2="lt2" accent1="accent1" accent2="accent2" accent3="accent3" accent4="accent4" accent5="accent5" accent6="accent6" hlink="hlink" folHlink="folHlink"/>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Large Text, patter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2221633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4525"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xmlns="" id="{703D0EC0-800C-017B-115C-E6C2A79F739E}"/>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
        <p:nvSpPr>
          <p:cNvPr id="9" name="Page# static">
            <a:extLst>
              <a:ext uri="{FF2B5EF4-FFF2-40B4-BE49-F238E27FC236}">
                <a16:creationId xmlns:a16="http://schemas.microsoft.com/office/drawing/2014/main" xmlns="" id="{961FCCAC-9A14-EABD-E6FC-0250DF9CC614}"/>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3" name="TextBox 2">
            <a:extLst>
              <a:ext uri="{FF2B5EF4-FFF2-40B4-BE49-F238E27FC236}">
                <a16:creationId xmlns:a16="http://schemas.microsoft.com/office/drawing/2014/main" xmlns="" id="{C5A28A1E-C0C1-68F9-2CC0-E47E8E939C27}"/>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t>Tenarai</a:t>
            </a:r>
          </a:p>
        </p:txBody>
      </p:sp>
    </p:spTree>
    <p:extLst>
      <p:ext uri="{BB962C8B-B14F-4D97-AF65-F5344CB8AC3E}">
        <p14:creationId xmlns:p14="http://schemas.microsoft.com/office/powerpoint/2010/main" val="1084336887"/>
      </p:ext>
    </p:extLst>
  </p:cSld>
  <p:clrMapOvr>
    <a:overrideClrMapping bg1="lt1" tx1="dk1" bg2="lt2" tx2="dk2" accent1="accent1" accent2="accent2" accent3="accent3" accent4="accent4" accent5="accent5" accent6="accent6" hlink="hlink" folHlink="folHlink"/>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Large Text, pattern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8848687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5549"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4" name="Graphic 3">
            <a:extLst>
              <a:ext uri="{FF2B5EF4-FFF2-40B4-BE49-F238E27FC236}">
                <a16:creationId xmlns:a16="http://schemas.microsoft.com/office/drawing/2014/main" xmlns="" id="{0EAE06A4-0CF9-D5F6-2C1C-A4EA49DA4107}"/>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
        <p:nvSpPr>
          <p:cNvPr id="12" name="Page# static">
            <a:extLst>
              <a:ext uri="{FF2B5EF4-FFF2-40B4-BE49-F238E27FC236}">
                <a16:creationId xmlns:a16="http://schemas.microsoft.com/office/drawing/2014/main" xmlns="" id="{CFD9CA61-A5D4-A8B1-D137-7AE49157FD8B}"/>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3" name="TextBox 2">
            <a:extLst>
              <a:ext uri="{FF2B5EF4-FFF2-40B4-BE49-F238E27FC236}">
                <a16:creationId xmlns:a16="http://schemas.microsoft.com/office/drawing/2014/main" xmlns="" id="{D2A8C3E6-DD95-5B46-D797-E225A8A1F31E}"/>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t>Tenarai</a:t>
            </a:r>
          </a:p>
        </p:txBody>
      </p:sp>
    </p:spTree>
    <p:extLst>
      <p:ext uri="{BB962C8B-B14F-4D97-AF65-F5344CB8AC3E}">
        <p14:creationId xmlns:p14="http://schemas.microsoft.com/office/powerpoint/2010/main" val="2585207842"/>
      </p:ext>
    </p:extLst>
  </p:cSld>
  <p:clrMapOvr>
    <a:overrideClrMapping bg1="dk1" tx1="lt1" bg2="dk2" tx2="lt2" accent1="accent1" accent2="accent2" accent3="accent3" accent4="accent4" accent5="accent5" accent6="accent6" hlink="hlink" folHlink="folHlink"/>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Quote Large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1218237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6573"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a16="http://schemas.microsoft.com/office/drawing/2014/main" xmlns="" id="{9BBEBE0E-152D-A16F-3630-C71A21EECEDC}"/>
              </a:ext>
            </a:extLst>
          </p:cNvPr>
          <p:cNvSpPr>
            <a:spLocks noGrp="1" noRot="1" noMove="1" noResize="1" noEditPoints="1" noAdjustHandles="1" noChangeArrowheads="1" noChangeShapeType="1"/>
          </p:cNvSpPr>
          <p:nvPr/>
        </p:nvSpPr>
        <p:spPr>
          <a:xfrm>
            <a:off x="8491622"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chemeClr val="tx2"/>
          </a:solidFill>
          <a:ln w="9525" cap="flat">
            <a:noFill/>
            <a:prstDash val="solid"/>
            <a:miter/>
          </a:ln>
        </p:spPr>
        <p:txBody>
          <a:bodyPr/>
          <a:lstStyle/>
          <a:p>
            <a:endParaRPr lang="en-US"/>
          </a:p>
        </p:txBody>
      </p:sp>
      <p:sp>
        <p:nvSpPr>
          <p:cNvPr id="13" name="Graphic 6">
            <a:extLst>
              <a:ext uri="{FF2B5EF4-FFF2-40B4-BE49-F238E27FC236}">
                <a16:creationId xmlns:a16="http://schemas.microsoft.com/office/drawing/2014/main" xmlns="" id="{5704A31B-9B6E-C2A6-8DE0-7AD2C158968C}"/>
              </a:ext>
            </a:extLst>
          </p:cNvPr>
          <p:cNvSpPr>
            <a:spLocks noGrp="1" noRot="1" noMove="1" noResize="1" noEditPoints="1" noAdjustHandles="1" noChangeArrowheads="1" noChangeShapeType="1"/>
          </p:cNvSpPr>
          <p:nvPr userDrawn="1"/>
        </p:nvSpPr>
        <p:spPr>
          <a:xfrm>
            <a:off x="4512935"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chemeClr val="tx2"/>
          </a:solidFill>
          <a:ln w="9525" cap="flat">
            <a:noFill/>
            <a:prstDash val="solid"/>
            <a:miter/>
          </a:ln>
        </p:spPr>
        <p:txBody>
          <a:bodyPr/>
          <a:lstStyle/>
          <a:p>
            <a:endParaRPr lang="en-US"/>
          </a:p>
        </p:txBody>
      </p:sp>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617663"/>
            <a:ext cx="9158288" cy="3773488"/>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3663239371"/>
      </p:ext>
    </p:extLst>
  </p:cSld>
  <p:clrMapOvr>
    <a:overrideClrMapping bg1="lt1" tx1="dk1" bg2="lt2" tx2="dk2" accent1="accent1" accent2="accent2" accent3="accent3" accent4="accent4" accent5="accent5" accent6="accent6" hlink="hlink" folHlink="folHlink"/>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Quote Large (Carbon)">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1218237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7597"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a16="http://schemas.microsoft.com/office/drawing/2014/main" xmlns="" id="{9BBEBE0E-152D-A16F-3630-C71A21EECEDC}"/>
              </a:ext>
            </a:extLst>
          </p:cNvPr>
          <p:cNvSpPr>
            <a:spLocks noGrp="1" noRot="1" noMove="1" noResize="1" noEditPoints="1" noAdjustHandles="1" noChangeArrowheads="1" noChangeShapeType="1"/>
          </p:cNvSpPr>
          <p:nvPr/>
        </p:nvSpPr>
        <p:spPr>
          <a:xfrm>
            <a:off x="8491622"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rgbClr val="1E321E"/>
          </a:solidFill>
          <a:ln w="9525" cap="flat">
            <a:noFill/>
            <a:prstDash val="solid"/>
            <a:miter/>
          </a:ln>
        </p:spPr>
        <p:txBody>
          <a:bodyPr/>
          <a:lstStyle/>
          <a:p>
            <a:endParaRPr lang="en-US"/>
          </a:p>
        </p:txBody>
      </p:sp>
      <p:sp>
        <p:nvSpPr>
          <p:cNvPr id="13" name="Graphic 6">
            <a:extLst>
              <a:ext uri="{FF2B5EF4-FFF2-40B4-BE49-F238E27FC236}">
                <a16:creationId xmlns:a16="http://schemas.microsoft.com/office/drawing/2014/main" xmlns="" id="{5704A31B-9B6E-C2A6-8DE0-7AD2C158968C}"/>
              </a:ext>
            </a:extLst>
          </p:cNvPr>
          <p:cNvSpPr>
            <a:spLocks noGrp="1" noRot="1" noMove="1" noResize="1" noEditPoints="1" noAdjustHandles="1" noChangeArrowheads="1" noChangeShapeType="1"/>
          </p:cNvSpPr>
          <p:nvPr userDrawn="1"/>
        </p:nvSpPr>
        <p:spPr>
          <a:xfrm>
            <a:off x="4512935"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rgbClr val="1E321E"/>
          </a:solidFill>
          <a:ln w="9525" cap="flat">
            <a:noFill/>
            <a:prstDash val="solid"/>
            <a:miter/>
          </a:ln>
        </p:spPr>
        <p:txBody>
          <a:bodyPr/>
          <a:lstStyle/>
          <a:p>
            <a:endParaRPr lang="en-US"/>
          </a:p>
        </p:txBody>
      </p:sp>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617663"/>
            <a:ext cx="9158288" cy="3773488"/>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2510580788"/>
      </p:ext>
    </p:extLst>
  </p:cSld>
  <p:clrMapOvr>
    <a:overrideClrMapping bg1="dk1" tx1="lt1" bg2="dk2" tx2="lt2" accent1="accent1" accent2="accent2" accent3="accent3" accent4="accent4" accent5="accent5" accent6="accent6" hlink="hlink" folHlink="folHlink"/>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Quote Small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108311216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8621"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a16="http://schemas.microsoft.com/office/drawing/2014/main" xmlns="" id="{9BBEBE0E-152D-A16F-3630-C71A21EECEDC}"/>
              </a:ext>
            </a:extLst>
          </p:cNvPr>
          <p:cNvSpPr>
            <a:spLocks noGrp="1" noRot="1" noChangeAspect="1" noMove="1" noResize="1" noEditPoints="1" noAdjustHandles="1" noChangeArrowheads="1" noChangeShapeType="1"/>
          </p:cNvSpPr>
          <p:nvPr/>
        </p:nvSpPr>
        <p:spPr>
          <a:xfrm>
            <a:off x="10145268"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bg2"/>
            </a:solidFill>
            <a:prstDash val="solid"/>
            <a:miter/>
          </a:ln>
        </p:spPr>
        <p:txBody>
          <a:bodyPr/>
          <a:lstStyle/>
          <a:p>
            <a:endParaRPr lang="en-US"/>
          </a:p>
        </p:txBody>
      </p:sp>
      <p:sp>
        <p:nvSpPr>
          <p:cNvPr id="5" name="Graphic 6">
            <a:extLst>
              <a:ext uri="{FF2B5EF4-FFF2-40B4-BE49-F238E27FC236}">
                <a16:creationId xmlns:a16="http://schemas.microsoft.com/office/drawing/2014/main" xmlns="" id="{8A7C7FDA-9484-79E1-3FBC-E8E366DADB95}"/>
              </a:ext>
            </a:extLst>
          </p:cNvPr>
          <p:cNvSpPr>
            <a:spLocks noGrp="1" noRot="1" noChangeAspect="1" noMove="1" noResize="1" noEditPoints="1" noAdjustHandles="1" noChangeArrowheads="1" noChangeShapeType="1"/>
          </p:cNvSpPr>
          <p:nvPr userDrawn="1"/>
        </p:nvSpPr>
        <p:spPr>
          <a:xfrm>
            <a:off x="8239686"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bg2"/>
            </a:solidFill>
            <a:prstDash val="solid"/>
            <a:miter/>
          </a:ln>
        </p:spPr>
        <p:txBody>
          <a:bodyPr/>
          <a:lstStyle/>
          <a:p>
            <a:endParaRPr lang="en-US"/>
          </a:p>
        </p:txBody>
      </p:sp>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3353556208"/>
      </p:ext>
    </p:extLst>
  </p:cSld>
  <p:clrMapOvr>
    <a:overrideClrMapping bg1="dk1" tx1="lt1" bg2="dk2" tx2="lt2" accent1="accent1" accent2="accent2" accent3="accent3" accent4="accent4" accent5="accent5" accent6="accent6" hlink="hlink" folHlink="folHlink"/>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Quote Small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108311216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9645"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a16="http://schemas.microsoft.com/office/drawing/2014/main" xmlns="" id="{9BBEBE0E-152D-A16F-3630-C71A21EECEDC}"/>
              </a:ext>
            </a:extLst>
          </p:cNvPr>
          <p:cNvSpPr>
            <a:spLocks noGrp="1" noRot="1" noChangeAspect="1" noMove="1" noResize="1" noEditPoints="1" noAdjustHandles="1" noChangeArrowheads="1" noChangeShapeType="1"/>
          </p:cNvSpPr>
          <p:nvPr/>
        </p:nvSpPr>
        <p:spPr>
          <a:xfrm>
            <a:off x="10145268"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tx2"/>
            </a:solidFill>
            <a:prstDash val="solid"/>
            <a:miter/>
          </a:ln>
        </p:spPr>
        <p:txBody>
          <a:bodyPr/>
          <a:lstStyle/>
          <a:p>
            <a:endParaRPr lang="en-US"/>
          </a:p>
        </p:txBody>
      </p:sp>
      <p:sp>
        <p:nvSpPr>
          <p:cNvPr id="5" name="Graphic 6">
            <a:extLst>
              <a:ext uri="{FF2B5EF4-FFF2-40B4-BE49-F238E27FC236}">
                <a16:creationId xmlns:a16="http://schemas.microsoft.com/office/drawing/2014/main" xmlns="" id="{8A7C7FDA-9484-79E1-3FBC-E8E366DADB95}"/>
              </a:ext>
            </a:extLst>
          </p:cNvPr>
          <p:cNvSpPr>
            <a:spLocks noGrp="1" noRot="1" noChangeAspect="1" noMove="1" noResize="1" noEditPoints="1" noAdjustHandles="1" noChangeArrowheads="1" noChangeShapeType="1"/>
          </p:cNvSpPr>
          <p:nvPr userDrawn="1"/>
        </p:nvSpPr>
        <p:spPr>
          <a:xfrm>
            <a:off x="8239686"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tx2"/>
            </a:solidFill>
            <a:prstDash val="solid"/>
            <a:miter/>
          </a:ln>
        </p:spPr>
        <p:txBody>
          <a:bodyPr/>
          <a:lstStyle/>
          <a:p>
            <a:endParaRPr lang="en-US"/>
          </a:p>
        </p:txBody>
      </p:sp>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1009917161"/>
      </p:ext>
    </p:extLst>
  </p:cSld>
  <p:clrMapOvr>
    <a:overrideClrMapping bg1="lt1" tx1="dk1" bg2="lt2" tx2="dk2" accent1="accent1" accent2="accent2" accent3="accent3" accent4="accent4" accent5="accent5" accent6="accent6" hlink="hlink" folHlink="folHlink"/>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0669"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1437038" y="1305349"/>
            <a:ext cx="9317936" cy="4247317"/>
          </a:xfrm>
          <a:prstGeom prst="rect">
            <a:avLst/>
          </a:prstGeom>
          <a:noFill/>
        </p:spPr>
        <p:txBody>
          <a:bodyPr wrap="none" lIns="0" tIns="0" rIns="0" bIns="0" rtlCol="0" anchor="ctr">
            <a:spAutoFit/>
          </a:bodyPr>
          <a:lstStyle/>
          <a:p>
            <a:pPr algn="ctr"/>
            <a:r>
              <a:rPr lang="en-US" sz="13800"/>
              <a:t>Text + Image</a:t>
            </a:r>
          </a:p>
          <a:p>
            <a:pPr algn="ctr"/>
            <a:r>
              <a:rPr lang="en-US" sz="13800"/>
              <a:t>layouts</a:t>
            </a:r>
          </a:p>
        </p:txBody>
      </p:sp>
    </p:spTree>
    <p:extLst>
      <p:ext uri="{BB962C8B-B14F-4D97-AF65-F5344CB8AC3E}">
        <p14:creationId xmlns:p14="http://schemas.microsoft.com/office/powerpoint/2010/main" val="97980201"/>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Title Only + Image (white logo)">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4469674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1693"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FBCDB304-8E7D-662C-000E-F6107BE26C4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xmlns="" id="{D4560061-E12B-343E-74A9-8D141BE850FC}"/>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50000"/>
              <a:lumOff val="50000"/>
            </a:schemeClr>
          </a:solidFill>
        </p:spPr>
        <p:txBody>
          <a:bodyPr wrap="square">
            <a:noAutofit/>
          </a:bodyPr>
          <a:lstStyle/>
          <a:p>
            <a:r>
              <a:rPr lang="en-US"/>
              <a:t>Click icon to add picture</a:t>
            </a:r>
          </a:p>
        </p:txBody>
      </p:sp>
      <p:sp>
        <p:nvSpPr>
          <p:cNvPr id="5" name="Title 4">
            <a:extLst>
              <a:ext uri="{FF2B5EF4-FFF2-40B4-BE49-F238E27FC236}">
                <a16:creationId xmlns:a16="http://schemas.microsoft.com/office/drawing/2014/main" xmlns="" id="{1E261A2D-5A29-90C5-B92E-37A00CDF7A06}"/>
              </a:ext>
            </a:extLst>
          </p:cNvPr>
          <p:cNvSpPr>
            <a:spLocks noGrp="1"/>
          </p:cNvSpPr>
          <p:nvPr>
            <p:ph type="title"/>
          </p:nvPr>
        </p:nvSpPr>
        <p:spPr/>
        <p:txBody>
          <a:bodyPr vert="horz"/>
          <a:lstStyle>
            <a:lvl1pPr>
              <a:defRPr>
                <a:solidFill>
                  <a:schemeClr val="bg1"/>
                </a:solidFill>
              </a:defRPr>
            </a:lvl1pPr>
          </a:lstStyle>
          <a:p>
            <a:r>
              <a:rPr lang="en-US"/>
              <a:t>Click to edit Master title style</a:t>
            </a:r>
            <a:endParaRPr lang="en-US" dirty="0"/>
          </a:p>
        </p:txBody>
      </p:sp>
      <p:sp>
        <p:nvSpPr>
          <p:cNvPr id="6" name="Slide Number Placeholder 5">
            <a:extLst>
              <a:ext uri="{FF2B5EF4-FFF2-40B4-BE49-F238E27FC236}">
                <a16:creationId xmlns:a16="http://schemas.microsoft.com/office/drawing/2014/main" xmlns="" id="{9EA11B80-ED54-BA49-69A0-DA418072FEF3}"/>
              </a:ext>
            </a:extLst>
          </p:cNvPr>
          <p:cNvSpPr>
            <a:spLocks noGrp="1"/>
          </p:cNvSpPr>
          <p:nvPr>
            <p:ph type="sldNum" sz="quarter" idx="15"/>
          </p:nvPr>
        </p:nvSpPr>
        <p:spPr/>
        <p:txBody>
          <a:bodyPr/>
          <a:lstStyle>
            <a:lvl1pPr>
              <a:defRPr>
                <a:solidFill>
                  <a:schemeClr val="bg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89959411"/>
      </p:ext>
    </p:extLst>
  </p:cSld>
  <p:clrMapOvr>
    <a:overrideClrMapping bg1="lt1" tx1="dk1" bg2="lt2" tx2="dk2" accent1="accent1" accent2="accent2" accent3="accent3" accent4="accent4" accent5="accent5" accent6="accent6" hlink="hlink" folHlink="folHlink"/>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Title Only + Image (dark logo)">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74925352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2717"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FBCDB304-8E7D-662C-000E-F6107BE26C4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xmlns="" id="{27A1CDB2-CCE0-BB20-550A-00A6A2BF7F12}"/>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95000"/>
            </a:schemeClr>
          </a:solidFill>
        </p:spPr>
        <p:txBody>
          <a:bodyPr wrap="square">
            <a:noAutofit/>
          </a:bodyPr>
          <a:lstStyle/>
          <a:p>
            <a:r>
              <a:rPr lang="en-US"/>
              <a:t>Click icon to add picture</a:t>
            </a:r>
          </a:p>
        </p:txBody>
      </p:sp>
      <p:sp>
        <p:nvSpPr>
          <p:cNvPr id="5" name="Title 4">
            <a:extLst>
              <a:ext uri="{FF2B5EF4-FFF2-40B4-BE49-F238E27FC236}">
                <a16:creationId xmlns:a16="http://schemas.microsoft.com/office/drawing/2014/main" xmlns="" id="{1E261A2D-5A29-90C5-B92E-37A00CDF7A06}"/>
              </a:ext>
            </a:extLst>
          </p:cNvPr>
          <p:cNvSpPr>
            <a:spLocks noGrp="1"/>
          </p:cNvSpPr>
          <p:nvPr>
            <p:ph type="title"/>
          </p:nvPr>
        </p:nvSpPr>
        <p:spPr/>
        <p:txBody>
          <a:bodyPr vert="horz"/>
          <a:lstStyle>
            <a:lvl1pPr>
              <a:defRPr>
                <a:solidFill>
                  <a:schemeClr val="bg1"/>
                </a:solidFill>
              </a:defRPr>
            </a:lvl1pPr>
          </a:lstStyle>
          <a:p>
            <a:r>
              <a:rPr lang="en-US"/>
              <a:t>Click to edit Master title style</a:t>
            </a:r>
            <a:endParaRPr lang="en-US" dirty="0"/>
          </a:p>
        </p:txBody>
      </p:sp>
      <p:sp>
        <p:nvSpPr>
          <p:cNvPr id="6" name="Slide Number Placeholder 5">
            <a:extLst>
              <a:ext uri="{FF2B5EF4-FFF2-40B4-BE49-F238E27FC236}">
                <a16:creationId xmlns:a16="http://schemas.microsoft.com/office/drawing/2014/main" xmlns="" id="{773BFFBA-BDD4-3A19-5F77-2115BCF77AE5}"/>
              </a:ext>
            </a:extLst>
          </p:cNvPr>
          <p:cNvSpPr>
            <a:spLocks noGrp="1"/>
          </p:cNvSpPr>
          <p:nvPr>
            <p:ph type="sldNum" sz="quarter" idx="15"/>
          </p:nvPr>
        </p:nvSpPr>
        <p:spPr>
          <a:noFill/>
        </p:spPr>
        <p:txBody>
          <a:bodyPr/>
          <a:lstStyle>
            <a:lvl1pPr>
              <a:defRPr>
                <a:solidFill>
                  <a:schemeClr val="bg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3109982044"/>
      </p:ext>
    </p:extLst>
  </p:cSld>
  <p:clrMapOvr>
    <a:overrideClrMapping bg1="dk1" tx1="lt1" bg2="dk2" tx2="lt2" accent1="accent1" accent2="accent2" accent3="accent3" accent4="accent4" accent5="accent5" accent6="accent6" hlink="hlink" folHlink="folHlink"/>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ext + Image, overlay white">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319953968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3741"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FBCDB304-8E7D-662C-000E-F6107BE26C4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xmlns="" id="{203AE294-C7C7-AF77-7408-9188832D4394}"/>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95000"/>
            </a:schemeClr>
          </a:solidFill>
        </p:spPr>
        <p:txBody>
          <a:bodyPr wrap="square">
            <a:noAutofit/>
          </a:bodyPr>
          <a:lstStyle/>
          <a:p>
            <a:r>
              <a:rPr lang="en-US"/>
              <a:t>Click icon to add picture</a:t>
            </a:r>
          </a:p>
        </p:txBody>
      </p:sp>
      <p:sp>
        <p:nvSpPr>
          <p:cNvPr id="2" name="Title 1">
            <a:extLst>
              <a:ext uri="{FF2B5EF4-FFF2-40B4-BE49-F238E27FC236}">
                <a16:creationId xmlns:a16="http://schemas.microsoft.com/office/drawing/2014/main" xmlns="" id="{2A8160C1-257C-7AAE-C491-296AF113DC78}"/>
              </a:ext>
            </a:extLst>
          </p:cNvPr>
          <p:cNvSpPr>
            <a:spLocks noGrp="1"/>
          </p:cNvSpPr>
          <p:nvPr>
            <p:ph type="title"/>
          </p:nvPr>
        </p:nvSpPr>
        <p:spPr>
          <a:xfrm>
            <a:off x="565150" y="460374"/>
            <a:ext cx="3479800" cy="2212975"/>
          </a:xfrm>
        </p:spPr>
        <p:txBody>
          <a:bodyPr vert="horz"/>
          <a:lstStyle>
            <a:lvl1pPr>
              <a:defRPr>
                <a:solidFill>
                  <a:schemeClr val="bg1"/>
                </a:solidFill>
              </a:defRPr>
            </a:lvl1pPr>
          </a:lstStyle>
          <a:p>
            <a:r>
              <a:rPr lang="en-US"/>
              <a:t>Click to edit Master title style</a:t>
            </a:r>
          </a:p>
        </p:txBody>
      </p:sp>
      <p:sp>
        <p:nvSpPr>
          <p:cNvPr id="13" name="Text Placeholder 12">
            <a:extLst>
              <a:ext uri="{FF2B5EF4-FFF2-40B4-BE49-F238E27FC236}">
                <a16:creationId xmlns:a16="http://schemas.microsoft.com/office/drawing/2014/main" xmlns="" id="{70DF3DD5-61B4-B393-5871-2AF2ADD0C804}"/>
              </a:ext>
            </a:extLst>
          </p:cNvPr>
          <p:cNvSpPr>
            <a:spLocks noGrp="1"/>
          </p:cNvSpPr>
          <p:nvPr>
            <p:ph type="body" sz="quarter" idx="14"/>
          </p:nvPr>
        </p:nvSpPr>
        <p:spPr>
          <a:xfrm>
            <a:off x="5334000" y="0"/>
            <a:ext cx="6858000" cy="6858000"/>
          </a:xfrm>
          <a:custGeom>
            <a:avLst/>
            <a:gdLst>
              <a:gd name="csX0" fmla="*/ 0 w 6858000"/>
              <a:gd name="csY0" fmla="*/ 0 h 6858000"/>
              <a:gd name="csX1" fmla="*/ 6858000 w 6858000"/>
              <a:gd name="csY1" fmla="*/ 0 h 6858000"/>
              <a:gd name="csX2" fmla="*/ 6858000 w 6858000"/>
              <a:gd name="csY2" fmla="*/ 6858000 h 6858000"/>
              <a:gd name="csX3" fmla="*/ 3429007 w 6858000"/>
              <a:gd name="csY3" fmla="*/ 6858000 h 6858000"/>
              <a:gd name="csX4" fmla="*/ 3429007 w 6858000"/>
              <a:gd name="csY4" fmla="*/ 3428993 h 6858000"/>
              <a:gd name="csX5" fmla="*/ 0 w 6858000"/>
              <a:gd name="csY5" fmla="*/ 3428993 h 6858000"/>
            </a:gdLst>
            <a:ahLst/>
            <a:cxnLst>
              <a:cxn ang="0">
                <a:pos x="csX0" y="csY0"/>
              </a:cxn>
              <a:cxn ang="0">
                <a:pos x="csX1" y="csY1"/>
              </a:cxn>
              <a:cxn ang="0">
                <a:pos x="csX2" y="csY2"/>
              </a:cxn>
              <a:cxn ang="0">
                <a:pos x="csX3" y="csY3"/>
              </a:cxn>
              <a:cxn ang="0">
                <a:pos x="csX4" y="csY4"/>
              </a:cxn>
              <a:cxn ang="0">
                <a:pos x="csX5" y="csY5"/>
              </a:cxn>
            </a:cxnLst>
            <a:rect l="l" t="t" r="r" b="b"/>
            <a:pathLst>
              <a:path w="6858000" h="6858000">
                <a:moveTo>
                  <a:pt x="0" y="0"/>
                </a:moveTo>
                <a:lnTo>
                  <a:pt x="6858000" y="0"/>
                </a:lnTo>
                <a:lnTo>
                  <a:pt x="6858000" y="6858000"/>
                </a:lnTo>
                <a:lnTo>
                  <a:pt x="3429007" y="6858000"/>
                </a:lnTo>
                <a:lnTo>
                  <a:pt x="3429007" y="3428993"/>
                </a:lnTo>
                <a:lnTo>
                  <a:pt x="0" y="3428993"/>
                </a:lnTo>
                <a:close/>
              </a:path>
            </a:pathLst>
          </a:custGeom>
          <a:solidFill>
            <a:schemeClr val="tx1">
              <a:alpha val="65000"/>
            </a:schemeClr>
          </a:solidFill>
        </p:spPr>
        <p:txBody>
          <a:bodyPr wrap="square" lIns="914400" tIns="402336" rIns="1371600">
            <a:noAutofit/>
          </a:bodyPr>
          <a:lstStyle>
            <a:lvl1pPr>
              <a:defRPr sz="1800">
                <a:solidFill>
                  <a:schemeClr val="bg1"/>
                </a:solidFill>
              </a:defRPr>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5">
            <a:extLst>
              <a:ext uri="{FF2B5EF4-FFF2-40B4-BE49-F238E27FC236}">
                <a16:creationId xmlns:a16="http://schemas.microsoft.com/office/drawing/2014/main" xmlns="" id="{CA7C3122-E6F9-FD8C-5516-A3734BC187BE}"/>
              </a:ext>
            </a:extLst>
          </p:cNvPr>
          <p:cNvSpPr>
            <a:spLocks noGrp="1"/>
          </p:cNvSpPr>
          <p:nvPr>
            <p:ph type="sldNum" sz="quarter" idx="16"/>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307908238"/>
      </p:ext>
    </p:extLst>
  </p:cSld>
  <p:clrMapOvr>
    <a:overrideClrMapping bg1="dk1" tx1="lt1" bg2="dk2" tx2="lt2" accent1="accent1" accent2="accent2" accent3="accent3" accent4="accent4" accent5="accent5" accent6="accent6" hlink="hlink" folHlink="folHlink"/>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ext + Image, overlay dark">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4438657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4765"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FBCDB304-8E7D-662C-000E-F6107BE26C4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xmlns="" id="{185C2D0C-55B8-E2AC-5B89-356BBDF1C98D}"/>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bg1">
              <a:lumMod val="50000"/>
              <a:lumOff val="50000"/>
            </a:schemeClr>
          </a:solidFill>
        </p:spPr>
        <p:txBody>
          <a:bodyPr wrap="square">
            <a:noAutofit/>
          </a:bodyPr>
          <a:lstStyle/>
          <a:p>
            <a:r>
              <a:rPr lang="en-US"/>
              <a:t>Click icon to add picture</a:t>
            </a:r>
          </a:p>
        </p:txBody>
      </p:sp>
      <p:sp>
        <p:nvSpPr>
          <p:cNvPr id="2" name="Title 1">
            <a:extLst>
              <a:ext uri="{FF2B5EF4-FFF2-40B4-BE49-F238E27FC236}">
                <a16:creationId xmlns:a16="http://schemas.microsoft.com/office/drawing/2014/main" xmlns="" id="{2A8160C1-257C-7AAE-C491-296AF113DC78}"/>
              </a:ext>
            </a:extLst>
          </p:cNvPr>
          <p:cNvSpPr>
            <a:spLocks noGrp="1"/>
          </p:cNvSpPr>
          <p:nvPr>
            <p:ph type="title"/>
          </p:nvPr>
        </p:nvSpPr>
        <p:spPr>
          <a:xfrm>
            <a:off x="565150" y="460374"/>
            <a:ext cx="3479800" cy="2212975"/>
          </a:xfrm>
        </p:spPr>
        <p:txBody>
          <a:bodyPr vert="horz"/>
          <a:lstStyle/>
          <a:p>
            <a:r>
              <a:rPr lang="en-US"/>
              <a:t>Click to edit Master title style</a:t>
            </a:r>
          </a:p>
        </p:txBody>
      </p:sp>
      <p:sp>
        <p:nvSpPr>
          <p:cNvPr id="13" name="Text Placeholder 12">
            <a:extLst>
              <a:ext uri="{FF2B5EF4-FFF2-40B4-BE49-F238E27FC236}">
                <a16:creationId xmlns:a16="http://schemas.microsoft.com/office/drawing/2014/main" xmlns="" id="{70DF3DD5-61B4-B393-5871-2AF2ADD0C804}"/>
              </a:ext>
            </a:extLst>
          </p:cNvPr>
          <p:cNvSpPr>
            <a:spLocks noGrp="1"/>
          </p:cNvSpPr>
          <p:nvPr>
            <p:ph type="body" sz="quarter" idx="14"/>
          </p:nvPr>
        </p:nvSpPr>
        <p:spPr>
          <a:xfrm>
            <a:off x="5334000" y="0"/>
            <a:ext cx="6858000" cy="6858000"/>
          </a:xfrm>
          <a:custGeom>
            <a:avLst/>
            <a:gdLst>
              <a:gd name="csX0" fmla="*/ 0 w 6858000"/>
              <a:gd name="csY0" fmla="*/ 0 h 6858000"/>
              <a:gd name="csX1" fmla="*/ 6858000 w 6858000"/>
              <a:gd name="csY1" fmla="*/ 0 h 6858000"/>
              <a:gd name="csX2" fmla="*/ 6858000 w 6858000"/>
              <a:gd name="csY2" fmla="*/ 6858000 h 6858000"/>
              <a:gd name="csX3" fmla="*/ 3429007 w 6858000"/>
              <a:gd name="csY3" fmla="*/ 6858000 h 6858000"/>
              <a:gd name="csX4" fmla="*/ 3429007 w 6858000"/>
              <a:gd name="csY4" fmla="*/ 3428993 h 6858000"/>
              <a:gd name="csX5" fmla="*/ 0 w 6858000"/>
              <a:gd name="csY5" fmla="*/ 3428993 h 6858000"/>
            </a:gdLst>
            <a:ahLst/>
            <a:cxnLst>
              <a:cxn ang="0">
                <a:pos x="csX0" y="csY0"/>
              </a:cxn>
              <a:cxn ang="0">
                <a:pos x="csX1" y="csY1"/>
              </a:cxn>
              <a:cxn ang="0">
                <a:pos x="csX2" y="csY2"/>
              </a:cxn>
              <a:cxn ang="0">
                <a:pos x="csX3" y="csY3"/>
              </a:cxn>
              <a:cxn ang="0">
                <a:pos x="csX4" y="csY4"/>
              </a:cxn>
              <a:cxn ang="0">
                <a:pos x="csX5" y="csY5"/>
              </a:cxn>
            </a:cxnLst>
            <a:rect l="l" t="t" r="r" b="b"/>
            <a:pathLst>
              <a:path w="6858000" h="6858000">
                <a:moveTo>
                  <a:pt x="0" y="0"/>
                </a:moveTo>
                <a:lnTo>
                  <a:pt x="6858000" y="0"/>
                </a:lnTo>
                <a:lnTo>
                  <a:pt x="6858000" y="6858000"/>
                </a:lnTo>
                <a:lnTo>
                  <a:pt x="3429007" y="6858000"/>
                </a:lnTo>
                <a:lnTo>
                  <a:pt x="3429007" y="3428993"/>
                </a:lnTo>
                <a:lnTo>
                  <a:pt x="0" y="3428993"/>
                </a:lnTo>
                <a:close/>
              </a:path>
            </a:pathLst>
          </a:custGeom>
          <a:solidFill>
            <a:schemeClr val="bg1">
              <a:alpha val="30000"/>
            </a:schemeClr>
          </a:solidFill>
        </p:spPr>
        <p:txBody>
          <a:bodyPr wrap="square" lIns="914400" tIns="402336" rIns="1371600">
            <a:noAutofit/>
          </a:bodyPr>
          <a:lstStyle>
            <a:lvl1pPr>
              <a:defRPr sz="1800"/>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5">
            <a:extLst>
              <a:ext uri="{FF2B5EF4-FFF2-40B4-BE49-F238E27FC236}">
                <a16:creationId xmlns:a16="http://schemas.microsoft.com/office/drawing/2014/main" xmlns="" id="{34A4401C-3313-2C03-438B-0B7C7043CEB2}"/>
              </a:ext>
            </a:extLst>
          </p:cNvPr>
          <p:cNvSpPr>
            <a:spLocks noGrp="1"/>
          </p:cNvSpPr>
          <p:nvPr>
            <p:ph type="sldNum" sz="quarter" idx="16"/>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886828760"/>
      </p:ext>
    </p:extLst>
  </p:cSld>
  <p:clrMapOvr>
    <a:overrideClrMapping bg1="dk1" tx1="lt1" bg2="dk2" tx2="lt2" accent1="accent1" accent2="accent2" accent3="accent3" accent4="accent4" accent5="accent5" accent6="accent6" hlink="hlink" folHlink="folHlink"/>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ext + Image, 33% lef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68420183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5789"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4346575" y="0"/>
            <a:ext cx="7845425" cy="6858000"/>
          </a:xfrm>
          <a:solidFill>
            <a:schemeClr val="bg1">
              <a:lumMod val="95000"/>
            </a:schemeClr>
          </a:solidFill>
        </p:spPr>
        <p:txBody>
          <a:bodyPr/>
          <a:lstStyle/>
          <a:p>
            <a:r>
              <a:rPr lang="en-US"/>
              <a:t>Click icon to add picture</a:t>
            </a:r>
          </a:p>
        </p:txBody>
      </p:sp>
      <p:sp>
        <p:nvSpPr>
          <p:cNvPr id="2" name="Title 1">
            <a:extLst>
              <a:ext uri="{FF2B5EF4-FFF2-40B4-BE49-F238E27FC236}">
                <a16:creationId xmlns:a16="http://schemas.microsoft.com/office/drawing/2014/main" xmlns=""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10" name="Text Placeholder 9">
            <a:extLst>
              <a:ext uri="{FF2B5EF4-FFF2-40B4-BE49-F238E27FC236}">
                <a16:creationId xmlns:a16="http://schemas.microsoft.com/office/drawing/2014/main" xmlns="" id="{88403ECA-F93D-BE4E-2FD5-BD8E047A9F00}"/>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7" name="Slide Number Placeholder 6">
            <a:extLst>
              <a:ext uri="{FF2B5EF4-FFF2-40B4-BE49-F238E27FC236}">
                <a16:creationId xmlns:a16="http://schemas.microsoft.com/office/drawing/2014/main" xmlns="" id="{1B7C2440-A050-99BC-6EE3-70279BE5C5F5}"/>
              </a:ext>
            </a:extLst>
          </p:cNvPr>
          <p:cNvSpPr>
            <a:spLocks noGrp="1"/>
          </p:cNvSpPr>
          <p:nvPr>
            <p:ph type="sldNum" sz="quarter" idx="15"/>
          </p:nvPr>
        </p:nvSpPr>
        <p:spPr/>
        <p:txBody>
          <a:bodyPr/>
          <a:lstStyle>
            <a:lvl1pPr>
              <a:defRPr>
                <a:solidFill>
                  <a:schemeClr val="bg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468471065"/>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ext + Image, 33% Left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16617100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6813"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4346575" y="0"/>
            <a:ext cx="7845425" cy="6858000"/>
          </a:xfrm>
          <a:solidFill>
            <a:schemeClr val="bg1">
              <a:lumMod val="50000"/>
              <a:lumOff val="50000"/>
            </a:schemeClr>
          </a:solidFill>
        </p:spPr>
        <p:txBody>
          <a:bodyPr/>
          <a:lstStyle/>
          <a:p>
            <a:r>
              <a:rPr lang="en-US"/>
              <a:t>Click icon to add picture</a:t>
            </a:r>
          </a:p>
        </p:txBody>
      </p:sp>
      <p:sp>
        <p:nvSpPr>
          <p:cNvPr id="2" name="Title 1">
            <a:extLst>
              <a:ext uri="{FF2B5EF4-FFF2-40B4-BE49-F238E27FC236}">
                <a16:creationId xmlns:a16="http://schemas.microsoft.com/office/drawing/2014/main" xmlns=""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a16="http://schemas.microsoft.com/office/drawing/2014/main" xmlns="" id="{388A1134-0987-22DD-8DD0-0A995B637E47}"/>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9" name="Slide Number Placeholder 8">
            <a:extLst>
              <a:ext uri="{FF2B5EF4-FFF2-40B4-BE49-F238E27FC236}">
                <a16:creationId xmlns:a16="http://schemas.microsoft.com/office/drawing/2014/main" xmlns="" id="{1E8D5F67-F09B-F6C0-93DE-F3E9F433FD94}"/>
              </a:ext>
            </a:extLst>
          </p:cNvPr>
          <p:cNvSpPr>
            <a:spLocks noGrp="1"/>
          </p:cNvSpPr>
          <p:nvPr>
            <p:ph type="sldNum" sz="quarter" idx="15"/>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9047549"/>
      </p:ext>
    </p:extLst>
  </p:cSld>
  <p:clrMapOvr>
    <a:overrideClrMapping bg1="dk1" tx1="lt1" bg2="dk2" tx2="lt2" accent1="accent1" accent2="accent2" accent3="accent3" accent4="accent4" accent5="accent5" accent6="accent6" hlink="hlink" folHlink="folHlink"/>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ext + Image, inse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187979771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7837"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4346575" y="260350"/>
            <a:ext cx="7516368" cy="6035675"/>
          </a:xfrm>
          <a:solidFill>
            <a:schemeClr val="bg1">
              <a:lumMod val="95000"/>
            </a:schemeClr>
          </a:solidFill>
        </p:spPr>
        <p:txBody>
          <a:bodyPr/>
          <a:lstStyle/>
          <a:p>
            <a:r>
              <a:rPr lang="en-US"/>
              <a:t>Click icon to add picture</a:t>
            </a:r>
          </a:p>
        </p:txBody>
      </p:sp>
      <p:sp>
        <p:nvSpPr>
          <p:cNvPr id="2" name="Title 1">
            <a:extLst>
              <a:ext uri="{FF2B5EF4-FFF2-40B4-BE49-F238E27FC236}">
                <a16:creationId xmlns:a16="http://schemas.microsoft.com/office/drawing/2014/main" xmlns=""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5890174"/>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ext + Image, inset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19638589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8861"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4346575" y="260350"/>
            <a:ext cx="7516368" cy="6035675"/>
          </a:xfrm>
          <a:solidFill>
            <a:schemeClr val="bg1">
              <a:lumMod val="50000"/>
              <a:lumOff val="50000"/>
            </a:schemeClr>
          </a:solidFill>
        </p:spPr>
        <p:txBody>
          <a:bodyPr/>
          <a:lstStyle/>
          <a:p>
            <a:r>
              <a:rPr lang="en-US"/>
              <a:t>Click icon to add picture</a:t>
            </a:r>
          </a:p>
        </p:txBody>
      </p:sp>
      <p:sp>
        <p:nvSpPr>
          <p:cNvPr id="2" name="Title 1">
            <a:extLst>
              <a:ext uri="{FF2B5EF4-FFF2-40B4-BE49-F238E27FC236}">
                <a16:creationId xmlns:a16="http://schemas.microsoft.com/office/drawing/2014/main" xmlns=""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a16="http://schemas.microsoft.com/office/drawing/2014/main" xmlns="" id="{C8533EED-4FDE-C8A5-79CA-8C8A0202D107}"/>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971719178"/>
      </p:ext>
    </p:extLst>
  </p:cSld>
  <p:clrMapOvr>
    <a:overrideClrMapping bg1="dk1" tx1="lt1" bg2="dk2" tx2="lt2" accent1="accent1" accent2="accent2" accent3="accent3" accent4="accent4" accent5="accent5" accent6="accent6" hlink="hlink" folHlink="folHlink"/>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ext + Image, 2">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455188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9885"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5394960"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539496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p:txBody>
          <a:bodyPr vert="horz"/>
          <a:lstStyle/>
          <a:p>
            <a:r>
              <a:rPr lang="en-US"/>
              <a:t>Click to edit Master title style</a:t>
            </a:r>
          </a:p>
        </p:txBody>
      </p:sp>
      <p:sp>
        <p:nvSpPr>
          <p:cNvPr id="12" name="Picture Placeholder 7">
            <a:extLst>
              <a:ext uri="{FF2B5EF4-FFF2-40B4-BE49-F238E27FC236}">
                <a16:creationId xmlns:a16="http://schemas.microsoft.com/office/drawing/2014/main" xmlns="" id="{F3162975-62F4-436D-4FC6-1EF79CDD4AC2}"/>
              </a:ext>
            </a:extLst>
          </p:cNvPr>
          <p:cNvSpPr>
            <a:spLocks noGrp="1"/>
          </p:cNvSpPr>
          <p:nvPr>
            <p:ph type="pic" sz="quarter" idx="14"/>
          </p:nvPr>
        </p:nvSpPr>
        <p:spPr>
          <a:xfrm>
            <a:off x="6248400" y="1481052"/>
            <a:ext cx="5394960" cy="2416683"/>
          </a:xfrm>
          <a:solidFill>
            <a:schemeClr val="bg1">
              <a:lumMod val="95000"/>
            </a:schemeClr>
          </a:solidFill>
        </p:spPr>
        <p:txBody>
          <a:bodyPr/>
          <a:lstStyle/>
          <a:p>
            <a:r>
              <a:rPr lang="en-US"/>
              <a:t>Click icon to add picture</a:t>
            </a:r>
          </a:p>
        </p:txBody>
      </p:sp>
      <p:sp>
        <p:nvSpPr>
          <p:cNvPr id="13" name="Text Placeholder 9">
            <a:extLst>
              <a:ext uri="{FF2B5EF4-FFF2-40B4-BE49-F238E27FC236}">
                <a16:creationId xmlns:a16="http://schemas.microsoft.com/office/drawing/2014/main" xmlns="" id="{2C720AD6-ACB0-70C4-C4D3-72062B4A44CD}"/>
              </a:ext>
            </a:extLst>
          </p:cNvPr>
          <p:cNvSpPr>
            <a:spLocks noGrp="1"/>
          </p:cNvSpPr>
          <p:nvPr>
            <p:ph type="body" sz="quarter" idx="15"/>
          </p:nvPr>
        </p:nvSpPr>
        <p:spPr>
          <a:xfrm>
            <a:off x="6248399" y="4191001"/>
            <a:ext cx="539496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453052436"/>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ext + Image, 2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455188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0909"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5394960"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539496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p:txBody>
          <a:bodyPr vert="horz"/>
          <a:lstStyle/>
          <a:p>
            <a:r>
              <a:rPr lang="en-US"/>
              <a:t>Click to edit Master title style</a:t>
            </a:r>
          </a:p>
        </p:txBody>
      </p:sp>
      <p:sp>
        <p:nvSpPr>
          <p:cNvPr id="12" name="Picture Placeholder 7">
            <a:extLst>
              <a:ext uri="{FF2B5EF4-FFF2-40B4-BE49-F238E27FC236}">
                <a16:creationId xmlns:a16="http://schemas.microsoft.com/office/drawing/2014/main" xmlns="" id="{F3162975-62F4-436D-4FC6-1EF79CDD4AC2}"/>
              </a:ext>
            </a:extLst>
          </p:cNvPr>
          <p:cNvSpPr>
            <a:spLocks noGrp="1"/>
          </p:cNvSpPr>
          <p:nvPr>
            <p:ph type="pic" sz="quarter" idx="14"/>
          </p:nvPr>
        </p:nvSpPr>
        <p:spPr>
          <a:xfrm>
            <a:off x="6248400" y="1481052"/>
            <a:ext cx="5394960" cy="2416683"/>
          </a:xfrm>
          <a:solidFill>
            <a:schemeClr val="bg1">
              <a:lumMod val="50000"/>
              <a:lumOff val="50000"/>
            </a:schemeClr>
          </a:solidFill>
        </p:spPr>
        <p:txBody>
          <a:bodyPr/>
          <a:lstStyle/>
          <a:p>
            <a:r>
              <a:rPr lang="en-US"/>
              <a:t>Click icon to add picture</a:t>
            </a:r>
          </a:p>
        </p:txBody>
      </p:sp>
      <p:sp>
        <p:nvSpPr>
          <p:cNvPr id="13" name="Text Placeholder 9">
            <a:extLst>
              <a:ext uri="{FF2B5EF4-FFF2-40B4-BE49-F238E27FC236}">
                <a16:creationId xmlns:a16="http://schemas.microsoft.com/office/drawing/2014/main" xmlns="" id="{2C720AD6-ACB0-70C4-C4D3-72062B4A44CD}"/>
              </a:ext>
            </a:extLst>
          </p:cNvPr>
          <p:cNvSpPr>
            <a:spLocks noGrp="1"/>
          </p:cNvSpPr>
          <p:nvPr>
            <p:ph type="body" sz="quarter" idx="15"/>
          </p:nvPr>
        </p:nvSpPr>
        <p:spPr>
          <a:xfrm>
            <a:off x="6248399" y="4191001"/>
            <a:ext cx="539496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61210422"/>
      </p:ext>
    </p:extLst>
  </p:cSld>
  <p:clrMapOvr>
    <a:overrideClrMapping bg1="dk1" tx1="lt1" bg2="dk2" tx2="lt2" accent1="accent1" accent2="accent2" accent3="accent3" accent4="accent4" accent5="accent5" accent6="accent6" hlink="hlink" folHlink="folHlink"/>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ext + Image, 3">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455188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1933"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3479800"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p:txBody>
          <a:bodyPr vert="horz"/>
          <a:lstStyle/>
          <a:p>
            <a:r>
              <a:rPr lang="en-US"/>
              <a:t>Click to edit Master title style</a:t>
            </a:r>
          </a:p>
        </p:txBody>
      </p:sp>
      <p:sp>
        <p:nvSpPr>
          <p:cNvPr id="2" name="Picture Placeholder 7">
            <a:extLst>
              <a:ext uri="{FF2B5EF4-FFF2-40B4-BE49-F238E27FC236}">
                <a16:creationId xmlns:a16="http://schemas.microsoft.com/office/drawing/2014/main" xmlns="" id="{C426DFC7-77AC-5D09-1D2D-DF1BDDB507BC}"/>
              </a:ext>
            </a:extLst>
          </p:cNvPr>
          <p:cNvSpPr>
            <a:spLocks noGrp="1"/>
          </p:cNvSpPr>
          <p:nvPr>
            <p:ph type="pic" sz="quarter" idx="14"/>
          </p:nvPr>
        </p:nvSpPr>
        <p:spPr>
          <a:xfrm>
            <a:off x="4355373" y="1481052"/>
            <a:ext cx="3479800" cy="2416683"/>
          </a:xfrm>
          <a:solidFill>
            <a:schemeClr val="bg1">
              <a:lumMod val="95000"/>
            </a:schemeClr>
          </a:solidFill>
        </p:spPr>
        <p:txBody>
          <a:bodyPr/>
          <a:lstStyle/>
          <a:p>
            <a:r>
              <a:rPr lang="en-US"/>
              <a:t>Click icon to add picture</a:t>
            </a:r>
          </a:p>
        </p:txBody>
      </p:sp>
      <p:sp>
        <p:nvSpPr>
          <p:cNvPr id="9" name="Text Placeholder 9">
            <a:extLst>
              <a:ext uri="{FF2B5EF4-FFF2-40B4-BE49-F238E27FC236}">
                <a16:creationId xmlns:a16="http://schemas.microsoft.com/office/drawing/2014/main" xmlns="" id="{E61938BC-BFC8-5C34-14B6-ABA4979B2378}"/>
              </a:ext>
            </a:extLst>
          </p:cNvPr>
          <p:cNvSpPr>
            <a:spLocks noGrp="1"/>
          </p:cNvSpPr>
          <p:nvPr>
            <p:ph type="body" sz="quarter" idx="15"/>
          </p:nvPr>
        </p:nvSpPr>
        <p:spPr>
          <a:xfrm>
            <a:off x="4355372"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a16="http://schemas.microsoft.com/office/drawing/2014/main" xmlns="" id="{F0E6370C-4B6C-16C6-400E-ADA71B718584}"/>
              </a:ext>
            </a:extLst>
          </p:cNvPr>
          <p:cNvSpPr>
            <a:spLocks noGrp="1"/>
          </p:cNvSpPr>
          <p:nvPr>
            <p:ph type="pic" sz="quarter" idx="16"/>
          </p:nvPr>
        </p:nvSpPr>
        <p:spPr>
          <a:xfrm>
            <a:off x="8145596" y="1481052"/>
            <a:ext cx="3479800" cy="2416683"/>
          </a:xfrm>
          <a:solidFill>
            <a:schemeClr val="bg1">
              <a:lumMod val="95000"/>
            </a:schemeClr>
          </a:solidFill>
        </p:spPr>
        <p:txBody>
          <a:bodyPr/>
          <a:lstStyle/>
          <a:p>
            <a:r>
              <a:rPr lang="en-US"/>
              <a:t>Click icon to add picture</a:t>
            </a:r>
          </a:p>
        </p:txBody>
      </p:sp>
      <p:sp>
        <p:nvSpPr>
          <p:cNvPr id="11" name="Text Placeholder 9">
            <a:extLst>
              <a:ext uri="{FF2B5EF4-FFF2-40B4-BE49-F238E27FC236}">
                <a16:creationId xmlns:a16="http://schemas.microsoft.com/office/drawing/2014/main" xmlns="" id="{BDDDA5D0-45B3-08F4-D76C-47407E4CD0CF}"/>
              </a:ext>
            </a:extLst>
          </p:cNvPr>
          <p:cNvSpPr>
            <a:spLocks noGrp="1"/>
          </p:cNvSpPr>
          <p:nvPr>
            <p:ph type="body" sz="quarter" idx="17"/>
          </p:nvPr>
        </p:nvSpPr>
        <p:spPr>
          <a:xfrm>
            <a:off x="8145595"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85498001"/>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ext + Image, 3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455188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2957"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3479800"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p:txBody>
          <a:bodyPr vert="horz"/>
          <a:lstStyle/>
          <a:p>
            <a:r>
              <a:rPr lang="en-US"/>
              <a:t>Click to edit Master title style</a:t>
            </a:r>
          </a:p>
        </p:txBody>
      </p:sp>
      <p:sp>
        <p:nvSpPr>
          <p:cNvPr id="2" name="Picture Placeholder 7">
            <a:extLst>
              <a:ext uri="{FF2B5EF4-FFF2-40B4-BE49-F238E27FC236}">
                <a16:creationId xmlns:a16="http://schemas.microsoft.com/office/drawing/2014/main" xmlns="" id="{C426DFC7-77AC-5D09-1D2D-DF1BDDB507BC}"/>
              </a:ext>
            </a:extLst>
          </p:cNvPr>
          <p:cNvSpPr>
            <a:spLocks noGrp="1"/>
          </p:cNvSpPr>
          <p:nvPr>
            <p:ph type="pic" sz="quarter" idx="14"/>
          </p:nvPr>
        </p:nvSpPr>
        <p:spPr>
          <a:xfrm>
            <a:off x="4355373" y="1481052"/>
            <a:ext cx="3479800" cy="2416683"/>
          </a:xfrm>
          <a:solidFill>
            <a:schemeClr val="bg1">
              <a:lumMod val="50000"/>
              <a:lumOff val="50000"/>
            </a:schemeClr>
          </a:solidFill>
        </p:spPr>
        <p:txBody>
          <a:bodyPr/>
          <a:lstStyle/>
          <a:p>
            <a:r>
              <a:rPr lang="en-US"/>
              <a:t>Click icon to add picture</a:t>
            </a:r>
          </a:p>
        </p:txBody>
      </p:sp>
      <p:sp>
        <p:nvSpPr>
          <p:cNvPr id="9" name="Text Placeholder 9">
            <a:extLst>
              <a:ext uri="{FF2B5EF4-FFF2-40B4-BE49-F238E27FC236}">
                <a16:creationId xmlns:a16="http://schemas.microsoft.com/office/drawing/2014/main" xmlns="" id="{E61938BC-BFC8-5C34-14B6-ABA4979B2378}"/>
              </a:ext>
            </a:extLst>
          </p:cNvPr>
          <p:cNvSpPr>
            <a:spLocks noGrp="1"/>
          </p:cNvSpPr>
          <p:nvPr>
            <p:ph type="body" sz="quarter" idx="15"/>
          </p:nvPr>
        </p:nvSpPr>
        <p:spPr>
          <a:xfrm>
            <a:off x="4355372"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a16="http://schemas.microsoft.com/office/drawing/2014/main" xmlns="" id="{F0E6370C-4B6C-16C6-400E-ADA71B718584}"/>
              </a:ext>
            </a:extLst>
          </p:cNvPr>
          <p:cNvSpPr>
            <a:spLocks noGrp="1"/>
          </p:cNvSpPr>
          <p:nvPr>
            <p:ph type="pic" sz="quarter" idx="16"/>
          </p:nvPr>
        </p:nvSpPr>
        <p:spPr>
          <a:xfrm>
            <a:off x="8145596" y="1481052"/>
            <a:ext cx="3479800" cy="2416683"/>
          </a:xfrm>
          <a:solidFill>
            <a:schemeClr val="bg1">
              <a:lumMod val="50000"/>
              <a:lumOff val="50000"/>
            </a:schemeClr>
          </a:solidFill>
        </p:spPr>
        <p:txBody>
          <a:bodyPr/>
          <a:lstStyle/>
          <a:p>
            <a:r>
              <a:rPr lang="en-US"/>
              <a:t>Click icon to add picture</a:t>
            </a:r>
          </a:p>
        </p:txBody>
      </p:sp>
      <p:sp>
        <p:nvSpPr>
          <p:cNvPr id="11" name="Text Placeholder 9">
            <a:extLst>
              <a:ext uri="{FF2B5EF4-FFF2-40B4-BE49-F238E27FC236}">
                <a16:creationId xmlns:a16="http://schemas.microsoft.com/office/drawing/2014/main" xmlns="" id="{BDDDA5D0-45B3-08F4-D76C-47407E4CD0CF}"/>
              </a:ext>
            </a:extLst>
          </p:cNvPr>
          <p:cNvSpPr>
            <a:spLocks noGrp="1"/>
          </p:cNvSpPr>
          <p:nvPr>
            <p:ph type="body" sz="quarter" idx="17"/>
          </p:nvPr>
        </p:nvSpPr>
        <p:spPr>
          <a:xfrm>
            <a:off x="8145595"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243544058"/>
      </p:ext>
    </p:extLst>
  </p:cSld>
  <p:clrMapOvr>
    <a:overrideClrMapping bg1="dk1" tx1="lt1" bg2="dk2" tx2="lt2" accent1="accent1" accent2="accent2" accent3="accent3" accent4="accent4" accent5="accent5" accent6="accent6" hlink="hlink" folHlink="folHlink"/>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ext + Image, 4">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8046704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3981"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2542032"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2542032"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2" name="Picture Placeholder 7">
            <a:extLst>
              <a:ext uri="{FF2B5EF4-FFF2-40B4-BE49-F238E27FC236}">
                <a16:creationId xmlns:a16="http://schemas.microsoft.com/office/drawing/2014/main" xmlns="" id="{C426DFC7-77AC-5D09-1D2D-DF1BDDB507BC}"/>
              </a:ext>
            </a:extLst>
          </p:cNvPr>
          <p:cNvSpPr>
            <a:spLocks noGrp="1"/>
          </p:cNvSpPr>
          <p:nvPr>
            <p:ph type="pic" sz="quarter" idx="14"/>
          </p:nvPr>
        </p:nvSpPr>
        <p:spPr>
          <a:xfrm>
            <a:off x="3406627" y="1481052"/>
            <a:ext cx="2542032" cy="2416683"/>
          </a:xfrm>
          <a:solidFill>
            <a:schemeClr val="bg1">
              <a:lumMod val="95000"/>
            </a:schemeClr>
          </a:solidFill>
        </p:spPr>
        <p:txBody>
          <a:bodyPr/>
          <a:lstStyle/>
          <a:p>
            <a:r>
              <a:rPr lang="en-US"/>
              <a:t>Click icon to add picture</a:t>
            </a:r>
          </a:p>
        </p:txBody>
      </p:sp>
      <p:sp>
        <p:nvSpPr>
          <p:cNvPr id="9" name="Text Placeholder 9">
            <a:extLst>
              <a:ext uri="{FF2B5EF4-FFF2-40B4-BE49-F238E27FC236}">
                <a16:creationId xmlns:a16="http://schemas.microsoft.com/office/drawing/2014/main" xmlns="" id="{E61938BC-BFC8-5C34-14B6-ABA4979B2378}"/>
              </a:ext>
            </a:extLst>
          </p:cNvPr>
          <p:cNvSpPr>
            <a:spLocks noGrp="1"/>
          </p:cNvSpPr>
          <p:nvPr>
            <p:ph type="body" sz="quarter" idx="15"/>
          </p:nvPr>
        </p:nvSpPr>
        <p:spPr>
          <a:xfrm>
            <a:off x="3408658"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a16="http://schemas.microsoft.com/office/drawing/2014/main" xmlns="" id="{F0E6370C-4B6C-16C6-400E-ADA71B718584}"/>
              </a:ext>
            </a:extLst>
          </p:cNvPr>
          <p:cNvSpPr>
            <a:spLocks noGrp="1"/>
          </p:cNvSpPr>
          <p:nvPr>
            <p:ph type="pic" sz="quarter" idx="16"/>
          </p:nvPr>
        </p:nvSpPr>
        <p:spPr>
          <a:xfrm>
            <a:off x="6248104" y="1481052"/>
            <a:ext cx="2542032" cy="2416683"/>
          </a:xfrm>
          <a:solidFill>
            <a:schemeClr val="bg1">
              <a:lumMod val="95000"/>
            </a:schemeClr>
          </a:solidFill>
        </p:spPr>
        <p:txBody>
          <a:bodyPr/>
          <a:lstStyle/>
          <a:p>
            <a:r>
              <a:rPr lang="en-US"/>
              <a:t>Click icon to add picture</a:t>
            </a:r>
          </a:p>
        </p:txBody>
      </p:sp>
      <p:sp>
        <p:nvSpPr>
          <p:cNvPr id="11" name="Text Placeholder 9">
            <a:extLst>
              <a:ext uri="{FF2B5EF4-FFF2-40B4-BE49-F238E27FC236}">
                <a16:creationId xmlns:a16="http://schemas.microsoft.com/office/drawing/2014/main" xmlns="" id="{BDDDA5D0-45B3-08F4-D76C-47407E4CD0CF}"/>
              </a:ext>
            </a:extLst>
          </p:cNvPr>
          <p:cNvSpPr>
            <a:spLocks noGrp="1"/>
          </p:cNvSpPr>
          <p:nvPr>
            <p:ph type="body" sz="quarter" idx="17"/>
          </p:nvPr>
        </p:nvSpPr>
        <p:spPr>
          <a:xfrm>
            <a:off x="6250135"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2" name="Picture Placeholder 7">
            <a:extLst>
              <a:ext uri="{FF2B5EF4-FFF2-40B4-BE49-F238E27FC236}">
                <a16:creationId xmlns:a16="http://schemas.microsoft.com/office/drawing/2014/main" xmlns="" id="{F46AC7D4-BC15-6A84-4467-242C1C4BAFE1}"/>
              </a:ext>
            </a:extLst>
          </p:cNvPr>
          <p:cNvSpPr>
            <a:spLocks noGrp="1"/>
          </p:cNvSpPr>
          <p:nvPr>
            <p:ph type="pic" sz="quarter" idx="18"/>
          </p:nvPr>
        </p:nvSpPr>
        <p:spPr>
          <a:xfrm>
            <a:off x="9089580" y="1481052"/>
            <a:ext cx="2542032" cy="2416683"/>
          </a:xfrm>
          <a:solidFill>
            <a:schemeClr val="bg1">
              <a:lumMod val="95000"/>
            </a:schemeClr>
          </a:solidFill>
        </p:spPr>
        <p:txBody>
          <a:bodyPr/>
          <a:lstStyle/>
          <a:p>
            <a:r>
              <a:rPr lang="en-US"/>
              <a:t>Click icon to add picture</a:t>
            </a:r>
          </a:p>
        </p:txBody>
      </p:sp>
      <p:sp>
        <p:nvSpPr>
          <p:cNvPr id="13" name="Text Placeholder 9">
            <a:extLst>
              <a:ext uri="{FF2B5EF4-FFF2-40B4-BE49-F238E27FC236}">
                <a16:creationId xmlns:a16="http://schemas.microsoft.com/office/drawing/2014/main" xmlns="" id="{9903FE93-7DD1-D9EC-1426-97509BCD2DCB}"/>
              </a:ext>
            </a:extLst>
          </p:cNvPr>
          <p:cNvSpPr>
            <a:spLocks noGrp="1"/>
          </p:cNvSpPr>
          <p:nvPr>
            <p:ph type="body" sz="quarter" idx="19"/>
          </p:nvPr>
        </p:nvSpPr>
        <p:spPr>
          <a:xfrm>
            <a:off x="9091612"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117082583"/>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ext + Image, 4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8046704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5005"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2542032"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2542032"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2" name="Picture Placeholder 7">
            <a:extLst>
              <a:ext uri="{FF2B5EF4-FFF2-40B4-BE49-F238E27FC236}">
                <a16:creationId xmlns:a16="http://schemas.microsoft.com/office/drawing/2014/main" xmlns="" id="{C426DFC7-77AC-5D09-1D2D-DF1BDDB507BC}"/>
              </a:ext>
            </a:extLst>
          </p:cNvPr>
          <p:cNvSpPr>
            <a:spLocks noGrp="1"/>
          </p:cNvSpPr>
          <p:nvPr>
            <p:ph type="pic" sz="quarter" idx="14"/>
          </p:nvPr>
        </p:nvSpPr>
        <p:spPr>
          <a:xfrm>
            <a:off x="3406627" y="1481052"/>
            <a:ext cx="2542032" cy="2416683"/>
          </a:xfrm>
          <a:solidFill>
            <a:schemeClr val="bg1">
              <a:lumMod val="50000"/>
              <a:lumOff val="50000"/>
            </a:schemeClr>
          </a:solidFill>
        </p:spPr>
        <p:txBody>
          <a:bodyPr/>
          <a:lstStyle/>
          <a:p>
            <a:r>
              <a:rPr lang="en-US"/>
              <a:t>Click icon to add picture</a:t>
            </a:r>
          </a:p>
        </p:txBody>
      </p:sp>
      <p:sp>
        <p:nvSpPr>
          <p:cNvPr id="9" name="Text Placeholder 9">
            <a:extLst>
              <a:ext uri="{FF2B5EF4-FFF2-40B4-BE49-F238E27FC236}">
                <a16:creationId xmlns:a16="http://schemas.microsoft.com/office/drawing/2014/main" xmlns="" id="{E61938BC-BFC8-5C34-14B6-ABA4979B2378}"/>
              </a:ext>
            </a:extLst>
          </p:cNvPr>
          <p:cNvSpPr>
            <a:spLocks noGrp="1"/>
          </p:cNvSpPr>
          <p:nvPr>
            <p:ph type="body" sz="quarter" idx="15"/>
          </p:nvPr>
        </p:nvSpPr>
        <p:spPr>
          <a:xfrm>
            <a:off x="3408658"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a16="http://schemas.microsoft.com/office/drawing/2014/main" xmlns="" id="{F0E6370C-4B6C-16C6-400E-ADA71B718584}"/>
              </a:ext>
            </a:extLst>
          </p:cNvPr>
          <p:cNvSpPr>
            <a:spLocks noGrp="1"/>
          </p:cNvSpPr>
          <p:nvPr>
            <p:ph type="pic" sz="quarter" idx="16"/>
          </p:nvPr>
        </p:nvSpPr>
        <p:spPr>
          <a:xfrm>
            <a:off x="6248104" y="1481052"/>
            <a:ext cx="2542032" cy="2416683"/>
          </a:xfrm>
          <a:solidFill>
            <a:schemeClr val="bg1">
              <a:lumMod val="50000"/>
              <a:lumOff val="50000"/>
            </a:schemeClr>
          </a:solidFill>
        </p:spPr>
        <p:txBody>
          <a:bodyPr/>
          <a:lstStyle/>
          <a:p>
            <a:r>
              <a:rPr lang="en-US"/>
              <a:t>Click icon to add picture</a:t>
            </a:r>
          </a:p>
        </p:txBody>
      </p:sp>
      <p:sp>
        <p:nvSpPr>
          <p:cNvPr id="11" name="Text Placeholder 9">
            <a:extLst>
              <a:ext uri="{FF2B5EF4-FFF2-40B4-BE49-F238E27FC236}">
                <a16:creationId xmlns:a16="http://schemas.microsoft.com/office/drawing/2014/main" xmlns="" id="{BDDDA5D0-45B3-08F4-D76C-47407E4CD0CF}"/>
              </a:ext>
            </a:extLst>
          </p:cNvPr>
          <p:cNvSpPr>
            <a:spLocks noGrp="1"/>
          </p:cNvSpPr>
          <p:nvPr>
            <p:ph type="body" sz="quarter" idx="17"/>
          </p:nvPr>
        </p:nvSpPr>
        <p:spPr>
          <a:xfrm>
            <a:off x="6250135"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2" name="Picture Placeholder 7">
            <a:extLst>
              <a:ext uri="{FF2B5EF4-FFF2-40B4-BE49-F238E27FC236}">
                <a16:creationId xmlns:a16="http://schemas.microsoft.com/office/drawing/2014/main" xmlns="" id="{F46AC7D4-BC15-6A84-4467-242C1C4BAFE1}"/>
              </a:ext>
            </a:extLst>
          </p:cNvPr>
          <p:cNvSpPr>
            <a:spLocks noGrp="1"/>
          </p:cNvSpPr>
          <p:nvPr>
            <p:ph type="pic" sz="quarter" idx="18"/>
          </p:nvPr>
        </p:nvSpPr>
        <p:spPr>
          <a:xfrm>
            <a:off x="9089580" y="1481052"/>
            <a:ext cx="2542032" cy="2416683"/>
          </a:xfrm>
          <a:solidFill>
            <a:schemeClr val="bg1">
              <a:lumMod val="50000"/>
              <a:lumOff val="50000"/>
            </a:schemeClr>
          </a:solidFill>
        </p:spPr>
        <p:txBody>
          <a:bodyPr/>
          <a:lstStyle/>
          <a:p>
            <a:r>
              <a:rPr lang="en-US"/>
              <a:t>Click icon to add picture</a:t>
            </a:r>
          </a:p>
        </p:txBody>
      </p:sp>
      <p:sp>
        <p:nvSpPr>
          <p:cNvPr id="13" name="Text Placeholder 9">
            <a:extLst>
              <a:ext uri="{FF2B5EF4-FFF2-40B4-BE49-F238E27FC236}">
                <a16:creationId xmlns:a16="http://schemas.microsoft.com/office/drawing/2014/main" xmlns="" id="{9903FE93-7DD1-D9EC-1426-97509BCD2DCB}"/>
              </a:ext>
            </a:extLst>
          </p:cNvPr>
          <p:cNvSpPr>
            <a:spLocks noGrp="1"/>
          </p:cNvSpPr>
          <p:nvPr>
            <p:ph type="body" sz="quarter" idx="19"/>
          </p:nvPr>
        </p:nvSpPr>
        <p:spPr>
          <a:xfrm>
            <a:off x="9091612"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529378398"/>
      </p:ext>
    </p:extLst>
  </p:cSld>
  <p:clrMapOvr>
    <a:overrideClrMapping bg1="dk1" tx1="lt1" bg2="dk2" tx2="lt2" accent1="accent1" accent2="accent2" accent3="accent3" accent4="accent4" accent5="accent5" accent6="accent6" hlink="hlink" folHlink="folHlink"/>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6029"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3310147" y="1305349"/>
            <a:ext cx="5571717" cy="4247317"/>
          </a:xfrm>
          <a:prstGeom prst="rect">
            <a:avLst/>
          </a:prstGeom>
          <a:noFill/>
        </p:spPr>
        <p:txBody>
          <a:bodyPr wrap="none" lIns="0" tIns="0" rIns="0" bIns="0" rtlCol="0" anchor="ctr">
            <a:spAutoFit/>
          </a:bodyPr>
          <a:lstStyle/>
          <a:p>
            <a:pPr algn="ctr"/>
            <a:r>
              <a:rPr lang="en-US" sz="13800"/>
              <a:t>Case</a:t>
            </a:r>
          </a:p>
          <a:p>
            <a:pPr algn="ctr"/>
            <a:r>
              <a:rPr lang="en-US" sz="13800"/>
              <a:t>layouts</a:t>
            </a:r>
          </a:p>
        </p:txBody>
      </p:sp>
    </p:spTree>
    <p:extLst>
      <p:ext uri="{BB962C8B-B14F-4D97-AF65-F5344CB8AC3E}">
        <p14:creationId xmlns:p14="http://schemas.microsoft.com/office/powerpoint/2010/main" val="89257111"/>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6_Cas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D59692DF-901F-96E4-737C-0C9F729D125A}"/>
              </a:ext>
            </a:extLst>
          </p:cNvPr>
          <p:cNvSpPr/>
          <p:nvPr/>
        </p:nvSpPr>
        <p:spPr>
          <a:xfrm>
            <a:off x="4985640" y="1"/>
            <a:ext cx="7246467"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xmlns="" id="{EDF65D57-7405-B1F1-189F-3EA07B19BDD8}"/>
              </a:ext>
            </a:extLst>
          </p:cNvPr>
          <p:cNvSpPr/>
          <p:nvPr userDrawn="1"/>
        </p:nvSpPr>
        <p:spPr>
          <a:xfrm>
            <a:off x="5525393" y="5300630"/>
            <a:ext cx="6316085" cy="1124607"/>
          </a:xfrm>
          <a:prstGeom prst="rect">
            <a:avLst/>
          </a:prstGeom>
          <a:solidFill>
            <a:srgbClr val="F5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chemeClr val="tx1"/>
              </a:solidFill>
            </a:endParaRPr>
          </a:p>
        </p:txBody>
      </p:sp>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7064" name="think-cell Slide" r:id="rId5" imgW="7772400" imgH="10058400" progId="TCLayout.ActiveDocument.1">
                  <p:embed/>
                </p:oleObj>
              </mc:Choice>
              <mc:Fallback>
                <p:oleObj name="think-cell Slide" r:id="rId5"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49" y="460375"/>
            <a:ext cx="4109385" cy="1124586"/>
          </a:xfrm>
        </p:spPr>
        <p:txBody>
          <a:bodyPr vert="horz"/>
          <a:lstStyle/>
          <a:p>
            <a:r>
              <a:rPr lang="en-US" dirty="0"/>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a16="http://schemas.microsoft.com/office/drawing/2014/main" xmlns=""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a16="http://schemas.microsoft.com/office/drawing/2014/main" xmlns=""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6" name="TextBox 5">
            <a:extLst>
              <a:ext uri="{FF2B5EF4-FFF2-40B4-BE49-F238E27FC236}">
                <a16:creationId xmlns:a16="http://schemas.microsoft.com/office/drawing/2014/main" xmlns="" id="{7DB752B6-A013-4EB6-8E20-8EA33B1FE962}"/>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sp>
        <p:nvSpPr>
          <p:cNvPr id="15" name="Text Placeholder 13">
            <a:extLst>
              <a:ext uri="{FF2B5EF4-FFF2-40B4-BE49-F238E27FC236}">
                <a16:creationId xmlns:a16="http://schemas.microsoft.com/office/drawing/2014/main" xmlns=""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a16="http://schemas.microsoft.com/office/drawing/2014/main" xmlns=""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200" baseline="0">
                <a:solidFill>
                  <a:schemeClr val="tx1">
                    <a:lumMod val="65000"/>
                    <a:lumOff val="3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a16="http://schemas.microsoft.com/office/drawing/2014/main" xmlns=""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7065" name="think-cell Slide" r:id="rId7" imgW="7772400" imgH="10058400" progId="TCLayout.ActiveDocument.1">
                  <p:embed/>
                </p:oleObj>
              </mc:Choice>
              <mc:Fallback>
                <p:oleObj name="think-cell Slide" r:id="rId7" imgW="7772400" imgH="10058400" progId="TCLayout.ActiveDocument.1">
                  <p:embed/>
                  <p:pic>
                    <p:nvPicPr>
                      <p:cNvPr id="9" name="think-cell data - do not delete" hidden="1">
                        <a:extLst>
                          <a:ext uri="{FF2B5EF4-FFF2-40B4-BE49-F238E27FC236}">
                            <a16:creationId xmlns:a16="http://schemas.microsoft.com/office/drawing/2014/main" xmlns="" id="{E9CF367F-EB2F-5DA8-CED2-E9AB28E8814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a16="http://schemas.microsoft.com/office/drawing/2014/main" xmlns=""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26" name="Text Placeholder 11">
            <a:extLst>
              <a:ext uri="{FF2B5EF4-FFF2-40B4-BE49-F238E27FC236}">
                <a16:creationId xmlns:a16="http://schemas.microsoft.com/office/drawing/2014/main" xmlns=""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a16="http://schemas.microsoft.com/office/drawing/2014/main" xmlns="" id="{D738CE7C-9AC6-FCC5-F504-B9842892C1D3}"/>
              </a:ext>
            </a:extLst>
          </p:cNvPr>
          <p:cNvSpPr>
            <a:spLocks noGrp="1"/>
          </p:cNvSpPr>
          <p:nvPr>
            <p:ph type="body" sz="quarter" idx="22" hasCustomPrompt="1"/>
          </p:nvPr>
        </p:nvSpPr>
        <p:spPr>
          <a:xfrm>
            <a:off x="5525393" y="897678"/>
            <a:ext cx="1992072"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CHALLENGE</a:t>
            </a:r>
            <a:endParaRPr lang="en-US" dirty="0"/>
          </a:p>
        </p:txBody>
      </p:sp>
      <p:cxnSp>
        <p:nvCxnSpPr>
          <p:cNvPr id="32" name="Straight Connector 31">
            <a:extLst>
              <a:ext uri="{FF2B5EF4-FFF2-40B4-BE49-F238E27FC236}">
                <a16:creationId xmlns:a16="http://schemas.microsoft.com/office/drawing/2014/main" xmlns=""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a16="http://schemas.microsoft.com/office/drawing/2014/main" xmlns=""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200" baseline="0">
                <a:solidFill>
                  <a:schemeClr val="tx1">
                    <a:lumMod val="65000"/>
                    <a:lumOff val="3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a16="http://schemas.microsoft.com/office/drawing/2014/main" xmlns="" id="{87E1CC24-D75A-C013-9495-53F0C22A2596}"/>
              </a:ext>
            </a:extLst>
          </p:cNvPr>
          <p:cNvSpPr>
            <a:spLocks noGrp="1"/>
          </p:cNvSpPr>
          <p:nvPr>
            <p:ph type="body" sz="quarter" idx="24" hasCustomPrompt="1"/>
          </p:nvPr>
        </p:nvSpPr>
        <p:spPr>
          <a:xfrm>
            <a:off x="5525393" y="2646243"/>
            <a:ext cx="1952367"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a16="http://schemas.microsoft.com/office/drawing/2014/main" xmlns=""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a16="http://schemas.microsoft.com/office/drawing/2014/main" xmlns=""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a:t>
            </a:r>
            <a:endParaRPr lang="en-US" dirty="0"/>
          </a:p>
        </p:txBody>
      </p:sp>
      <p:cxnSp>
        <p:nvCxnSpPr>
          <p:cNvPr id="40" name="Straight Connector 39">
            <a:extLst>
              <a:ext uri="{FF2B5EF4-FFF2-40B4-BE49-F238E27FC236}">
                <a16:creationId xmlns:a16="http://schemas.microsoft.com/office/drawing/2014/main" xmlns="" id="{CD84A50B-F2B1-C6BE-E6EE-6BEF58E99BCB}"/>
              </a:ext>
            </a:extLst>
          </p:cNvPr>
          <p:cNvCxnSpPr>
            <a:cxnSpLocks/>
          </p:cNvCxnSpPr>
          <p:nvPr userDrawn="1"/>
        </p:nvCxnSpPr>
        <p:spPr>
          <a:xfrm>
            <a:off x="5525393" y="5300630"/>
            <a:ext cx="0" cy="112460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xmlns="" id="{E7B7D991-8F48-A2FE-48B9-5DE04A8FC96C}"/>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tx1"/>
                </a:solidFill>
              </a:rPr>
              <a:t>Tenarai</a:t>
            </a:r>
          </a:p>
        </p:txBody>
      </p:sp>
    </p:spTree>
    <p:extLst>
      <p:ext uri="{BB962C8B-B14F-4D97-AF65-F5344CB8AC3E}">
        <p14:creationId xmlns:p14="http://schemas.microsoft.com/office/powerpoint/2010/main" val="4150625118"/>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7_Cas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D59692DF-901F-96E4-737C-0C9F729D125A}"/>
              </a:ext>
            </a:extLst>
          </p:cNvPr>
          <p:cNvSpPr/>
          <p:nvPr/>
        </p:nvSpPr>
        <p:spPr>
          <a:xfrm>
            <a:off x="4985640" y="1"/>
            <a:ext cx="7246467"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xmlns="" id="{ACF7983F-BA5F-CFFA-A0A8-08DDC8806E6C}"/>
              </a:ext>
            </a:extLst>
          </p:cNvPr>
          <p:cNvSpPr/>
          <p:nvPr userDrawn="1"/>
        </p:nvSpPr>
        <p:spPr>
          <a:xfrm>
            <a:off x="5525393" y="5300630"/>
            <a:ext cx="6316085" cy="1124607"/>
          </a:xfrm>
          <a:prstGeom prst="rect">
            <a:avLst/>
          </a:prstGeom>
          <a:solidFill>
            <a:srgbClr val="DAD2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chemeClr val="tx1"/>
              </a:solidFill>
            </a:endParaRPr>
          </a:p>
        </p:txBody>
      </p:sp>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8088" name="think-cell Slide" r:id="rId5" imgW="7772400" imgH="10058400" progId="TCLayout.ActiveDocument.1">
                  <p:embed/>
                </p:oleObj>
              </mc:Choice>
              <mc:Fallback>
                <p:oleObj name="think-cell Slide" r:id="rId5"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49" y="460375"/>
            <a:ext cx="4109385" cy="1124586"/>
          </a:xfrm>
        </p:spPr>
        <p:txBody>
          <a:bodyPr vert="horz"/>
          <a:lstStyle/>
          <a:p>
            <a:r>
              <a:rPr lang="en-US" dirty="0"/>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a16="http://schemas.microsoft.com/office/drawing/2014/main" xmlns=""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a16="http://schemas.microsoft.com/office/drawing/2014/main" xmlns=""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6" name="TextBox 5">
            <a:extLst>
              <a:ext uri="{FF2B5EF4-FFF2-40B4-BE49-F238E27FC236}">
                <a16:creationId xmlns:a16="http://schemas.microsoft.com/office/drawing/2014/main" xmlns=""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sp>
        <p:nvSpPr>
          <p:cNvPr id="15" name="Text Placeholder 13">
            <a:extLst>
              <a:ext uri="{FF2B5EF4-FFF2-40B4-BE49-F238E27FC236}">
                <a16:creationId xmlns:a16="http://schemas.microsoft.com/office/drawing/2014/main" xmlns=""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a16="http://schemas.microsoft.com/office/drawing/2014/main" xmlns=""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200" baseline="0">
                <a:solidFill>
                  <a:srgbClr val="5E575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a16="http://schemas.microsoft.com/office/drawing/2014/main" xmlns=""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8089" name="think-cell Slide" r:id="rId7" imgW="7772400" imgH="10058400" progId="TCLayout.ActiveDocument.1">
                  <p:embed/>
                </p:oleObj>
              </mc:Choice>
              <mc:Fallback>
                <p:oleObj name="think-cell Slide" r:id="rId7" imgW="7772400" imgH="10058400" progId="TCLayout.ActiveDocument.1">
                  <p:embed/>
                  <p:pic>
                    <p:nvPicPr>
                      <p:cNvPr id="9" name="think-cell data - do not delete" hidden="1">
                        <a:extLst>
                          <a:ext uri="{FF2B5EF4-FFF2-40B4-BE49-F238E27FC236}">
                            <a16:creationId xmlns:a16="http://schemas.microsoft.com/office/drawing/2014/main" xmlns="" id="{E9CF367F-EB2F-5DA8-CED2-E9AB28E8814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a16="http://schemas.microsoft.com/office/drawing/2014/main" xmlns=""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26" name="Text Placeholder 11">
            <a:extLst>
              <a:ext uri="{FF2B5EF4-FFF2-40B4-BE49-F238E27FC236}">
                <a16:creationId xmlns:a16="http://schemas.microsoft.com/office/drawing/2014/main" xmlns=""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baseline="0">
                <a:solidFill>
                  <a:srgbClr val="8E867E"/>
                </a:solidFill>
              </a:defRPr>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a16="http://schemas.microsoft.com/office/drawing/2014/main" xmlns="" id="{D738CE7C-9AC6-FCC5-F504-B9842892C1D3}"/>
              </a:ext>
            </a:extLst>
          </p:cNvPr>
          <p:cNvSpPr>
            <a:spLocks noGrp="1"/>
          </p:cNvSpPr>
          <p:nvPr>
            <p:ph type="body" sz="quarter" idx="22" hasCustomPrompt="1"/>
          </p:nvPr>
        </p:nvSpPr>
        <p:spPr>
          <a:xfrm>
            <a:off x="5525393" y="897678"/>
            <a:ext cx="1881247" cy="168321"/>
          </a:xfrm>
        </p:spPr>
        <p:txBody>
          <a:bodyPr/>
          <a:lstStyle>
            <a:lvl1pPr marL="182880" indent="-182880">
              <a:lnSpc>
                <a:spcPct val="100000"/>
              </a:lnSpc>
              <a:spcBef>
                <a:spcPts val="0"/>
              </a:spcBef>
              <a:buFont typeface="Arial" panose="020B0604020202020204" pitchFamily="34" charset="0"/>
              <a:buNone/>
              <a:defRPr sz="1100" b="1" kern="1200" cap="all" spc="200" baseline="0">
                <a:solidFill>
                  <a:srgbClr val="8E867E"/>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IN" dirty="0"/>
              <a:t>THE CHALLENGE</a:t>
            </a:r>
            <a:endParaRPr lang="en-US" dirty="0"/>
          </a:p>
        </p:txBody>
      </p:sp>
      <p:cxnSp>
        <p:nvCxnSpPr>
          <p:cNvPr id="32" name="Straight Connector 31">
            <a:extLst>
              <a:ext uri="{FF2B5EF4-FFF2-40B4-BE49-F238E27FC236}">
                <a16:creationId xmlns:a16="http://schemas.microsoft.com/office/drawing/2014/main" xmlns=""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a16="http://schemas.microsoft.com/office/drawing/2014/main" xmlns=""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200" baseline="0">
                <a:solidFill>
                  <a:srgbClr val="5E575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a16="http://schemas.microsoft.com/office/drawing/2014/main" xmlns="" id="{87E1CC24-D75A-C013-9495-53F0C22A2596}"/>
              </a:ext>
            </a:extLst>
          </p:cNvPr>
          <p:cNvSpPr>
            <a:spLocks noGrp="1"/>
          </p:cNvSpPr>
          <p:nvPr>
            <p:ph type="body" sz="quarter" idx="24" hasCustomPrompt="1"/>
          </p:nvPr>
        </p:nvSpPr>
        <p:spPr>
          <a:xfrm>
            <a:off x="5525393" y="2646243"/>
            <a:ext cx="1527769"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a16="http://schemas.microsoft.com/office/drawing/2014/main" xmlns=""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a16="http://schemas.microsoft.com/office/drawing/2014/main" xmlns=""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 </a:t>
            </a:r>
            <a:endParaRPr lang="en-US" dirty="0"/>
          </a:p>
        </p:txBody>
      </p:sp>
      <p:cxnSp>
        <p:nvCxnSpPr>
          <p:cNvPr id="40" name="Straight Connector 39">
            <a:extLst>
              <a:ext uri="{FF2B5EF4-FFF2-40B4-BE49-F238E27FC236}">
                <a16:creationId xmlns:a16="http://schemas.microsoft.com/office/drawing/2014/main" xmlns="" id="{CD84A50B-F2B1-C6BE-E6EE-6BEF58E99BCB}"/>
              </a:ext>
            </a:extLst>
          </p:cNvPr>
          <p:cNvCxnSpPr>
            <a:cxnSpLocks/>
          </p:cNvCxnSpPr>
          <p:nvPr userDrawn="1"/>
        </p:nvCxnSpPr>
        <p:spPr>
          <a:xfrm>
            <a:off x="5525393" y="5300630"/>
            <a:ext cx="0" cy="112460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xmlns="" id="{132D2CBB-6B5E-C0DC-5A56-451205979AAE}"/>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tx1"/>
                </a:solidFill>
              </a:rPr>
              <a:t>Tenarai</a:t>
            </a:r>
          </a:p>
        </p:txBody>
      </p:sp>
    </p:spTree>
    <p:extLst>
      <p:ext uri="{BB962C8B-B14F-4D97-AF65-F5344CB8AC3E}">
        <p14:creationId xmlns:p14="http://schemas.microsoft.com/office/powerpoint/2010/main" val="1088643427"/>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8_Case">
    <p:bg>
      <p:bgPr>
        <a:solidFill>
          <a:schemeClr val="tx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D59692DF-901F-96E4-737C-0C9F729D125A}"/>
              </a:ext>
            </a:extLst>
          </p:cNvPr>
          <p:cNvSpPr/>
          <p:nvPr/>
        </p:nvSpPr>
        <p:spPr>
          <a:xfrm>
            <a:off x="4985640" y="1"/>
            <a:ext cx="7246467" cy="6857999"/>
          </a:xfrm>
          <a:prstGeom prst="rect">
            <a:avLst/>
          </a:prstGeom>
          <a:solidFill>
            <a:srgbClr val="1E1E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xmlns="" id="{EBFAB308-4AAB-3B8F-BC70-3145A0D359C1}"/>
              </a:ext>
            </a:extLst>
          </p:cNvPr>
          <p:cNvSpPr/>
          <p:nvPr userDrawn="1"/>
        </p:nvSpPr>
        <p:spPr>
          <a:xfrm>
            <a:off x="5525393" y="5300630"/>
            <a:ext cx="6316085" cy="1124607"/>
          </a:xfrm>
          <a:prstGeom prst="rect">
            <a:avLst/>
          </a:prstGeom>
          <a:solidFill>
            <a:srgbClr val="161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chemeClr val="tx1"/>
              </a:solidFill>
            </a:endParaRPr>
          </a:p>
        </p:txBody>
      </p:sp>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9112" name="think-cell Slide" r:id="rId5" imgW="7772400" imgH="10058400" progId="TCLayout.ActiveDocument.1">
                  <p:embed/>
                </p:oleObj>
              </mc:Choice>
              <mc:Fallback>
                <p:oleObj name="think-cell Slide" r:id="rId5"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49" y="460375"/>
            <a:ext cx="4109385" cy="1124586"/>
          </a:xfrm>
        </p:spPr>
        <p:txBody>
          <a:bodyPr vert="horz"/>
          <a:lstStyle>
            <a:lvl1pPr>
              <a:defRPr b="0">
                <a:solidFill>
                  <a:schemeClr val="bg1"/>
                </a:solidFill>
              </a:defRPr>
            </a:lvl1pPr>
          </a:lstStyle>
          <a:p>
            <a:r>
              <a:rPr lang="en-US" dirty="0"/>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solidFill>
                  <a:schemeClr val="bg1"/>
                </a:solidFill>
              </a:defRPr>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a16="http://schemas.microsoft.com/office/drawing/2014/main" xmlns=""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lumMod val="50000"/>
                  </a:schemeClr>
                </a:solidFill>
              </a:defRPr>
            </a:lvl1pPr>
          </a:lstStyle>
          <a:p>
            <a:fld id="{48F63A3B-78C7-47BE-AE5E-E10140E04643}" type="slidenum">
              <a:rPr lang="en-US" smtClean="0"/>
              <a:pPr/>
              <a:t>‹#›</a:t>
            </a:fld>
            <a:endParaRPr lang="en-US"/>
          </a:p>
        </p:txBody>
      </p:sp>
      <p:sp>
        <p:nvSpPr>
          <p:cNvPr id="5" name="Page# static">
            <a:extLst>
              <a:ext uri="{FF2B5EF4-FFF2-40B4-BE49-F238E27FC236}">
                <a16:creationId xmlns:a16="http://schemas.microsoft.com/office/drawing/2014/main" xmlns="" id="{07C6CA1E-06E0-1FDA-6640-6A806400C7EC}"/>
              </a:ext>
            </a:extLst>
          </p:cNvPr>
          <p:cNvSpPr txBox="1"/>
          <p:nvPr/>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lumMod val="50000"/>
                  </a:schemeClr>
                </a:solidFill>
              </a:rPr>
              <a:pPr algn="r"/>
              <a:t>‹#›</a:t>
            </a:fld>
            <a:endParaRPr lang="en-US" sz="1000">
              <a:solidFill>
                <a:schemeClr val="bg1">
                  <a:lumMod val="50000"/>
                </a:schemeClr>
              </a:solidFill>
            </a:endParaRPr>
          </a:p>
        </p:txBody>
      </p:sp>
      <p:sp>
        <p:nvSpPr>
          <p:cNvPr id="6" name="TextBox 5">
            <a:extLst>
              <a:ext uri="{FF2B5EF4-FFF2-40B4-BE49-F238E27FC236}">
                <a16:creationId xmlns:a16="http://schemas.microsoft.com/office/drawing/2014/main" xmlns=""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solidFill>
                  <a:schemeClr val="bg1">
                    <a:lumMod val="50000"/>
                  </a:schemeClr>
                </a:solidFill>
              </a:rPr>
              <a:t>Copyright 2026, Strictly Confidential, All rights reserved</a:t>
            </a:r>
          </a:p>
        </p:txBody>
      </p:sp>
      <p:sp>
        <p:nvSpPr>
          <p:cNvPr id="15" name="Text Placeholder 13">
            <a:extLst>
              <a:ext uri="{FF2B5EF4-FFF2-40B4-BE49-F238E27FC236}">
                <a16:creationId xmlns:a16="http://schemas.microsoft.com/office/drawing/2014/main" xmlns=""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chemeClr val="tx2"/>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a16="http://schemas.microsoft.com/office/drawing/2014/main" xmlns=""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050">
                <a:solidFill>
                  <a:schemeClr val="bg1">
                    <a:lumMod val="6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a16="http://schemas.microsoft.com/office/drawing/2014/main" xmlns=""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9113" name="think-cell Slide" r:id="rId7" imgW="7772400" imgH="10058400" progId="TCLayout.ActiveDocument.1">
                  <p:embed/>
                </p:oleObj>
              </mc:Choice>
              <mc:Fallback>
                <p:oleObj name="think-cell Slide" r:id="rId7" imgW="7772400" imgH="10058400" progId="TCLayout.ActiveDocument.1">
                  <p:embed/>
                  <p:pic>
                    <p:nvPicPr>
                      <p:cNvPr id="9" name="think-cell data - do not delete" hidden="1">
                        <a:extLst>
                          <a:ext uri="{FF2B5EF4-FFF2-40B4-BE49-F238E27FC236}">
                            <a16:creationId xmlns:a16="http://schemas.microsoft.com/office/drawing/2014/main" xmlns="" id="{E9CF367F-EB2F-5DA8-CED2-E9AB28E8814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a16="http://schemas.microsoft.com/office/drawing/2014/main" xmlns="" id="{A98E8C05-9004-BA75-1DF7-359D93DA85A9}"/>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lumMod val="50000"/>
                  </a:schemeClr>
                </a:solidFill>
              </a:rPr>
              <a:pPr algn="r"/>
              <a:t>‹#›</a:t>
            </a:fld>
            <a:endParaRPr lang="en-US" sz="1000">
              <a:solidFill>
                <a:schemeClr val="bg1">
                  <a:lumMod val="50000"/>
                </a:schemeClr>
              </a:solidFill>
            </a:endParaRPr>
          </a:p>
        </p:txBody>
      </p:sp>
      <p:sp>
        <p:nvSpPr>
          <p:cNvPr id="14" name="TextBox 13">
            <a:extLst>
              <a:ext uri="{FF2B5EF4-FFF2-40B4-BE49-F238E27FC236}">
                <a16:creationId xmlns:a16="http://schemas.microsoft.com/office/drawing/2014/main" xmlns="" id="{FC8B8D77-6DA4-6ED0-5E89-D7CC77BD7E80}"/>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lumMod val="50000"/>
                  </a:schemeClr>
                </a:solidFill>
              </a:rPr>
              <a:t>Copyright 2026, Strictly Confidential, All rights reserved</a:t>
            </a:r>
          </a:p>
        </p:txBody>
      </p:sp>
      <p:sp>
        <p:nvSpPr>
          <p:cNvPr id="26" name="Text Placeholder 11">
            <a:extLst>
              <a:ext uri="{FF2B5EF4-FFF2-40B4-BE49-F238E27FC236}">
                <a16:creationId xmlns:a16="http://schemas.microsoft.com/office/drawing/2014/main" xmlns=""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a:solidFill>
                  <a:schemeClr val="bg1">
                    <a:lumMod val="75000"/>
                  </a:schemeClr>
                </a:solidFill>
              </a:defRPr>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a16="http://schemas.microsoft.com/office/drawing/2014/main" xmlns="" id="{D738CE7C-9AC6-FCC5-F504-B9842892C1D3}"/>
              </a:ext>
            </a:extLst>
          </p:cNvPr>
          <p:cNvSpPr>
            <a:spLocks noGrp="1"/>
          </p:cNvSpPr>
          <p:nvPr>
            <p:ph type="body" sz="quarter" idx="22" hasCustomPrompt="1"/>
          </p:nvPr>
        </p:nvSpPr>
        <p:spPr>
          <a:xfrm>
            <a:off x="5525393" y="897678"/>
            <a:ext cx="1992072" cy="215019"/>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chemeClr val="tx1">
                    <a:lumMod val="50000"/>
                    <a:lumOff val="50000"/>
                  </a:schemeClr>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CHALLENGE</a:t>
            </a:r>
            <a:endParaRPr lang="en-US" dirty="0"/>
          </a:p>
        </p:txBody>
      </p:sp>
      <p:cxnSp>
        <p:nvCxnSpPr>
          <p:cNvPr id="32" name="Straight Connector 31">
            <a:extLst>
              <a:ext uri="{FF2B5EF4-FFF2-40B4-BE49-F238E27FC236}">
                <a16:creationId xmlns:a16="http://schemas.microsoft.com/office/drawing/2014/main" xmlns=""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a16="http://schemas.microsoft.com/office/drawing/2014/main" xmlns=""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050">
                <a:solidFill>
                  <a:schemeClr val="bg1">
                    <a:lumMod val="6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a16="http://schemas.microsoft.com/office/drawing/2014/main" xmlns="" id="{87E1CC24-D75A-C013-9495-53F0C22A2596}"/>
              </a:ext>
            </a:extLst>
          </p:cNvPr>
          <p:cNvSpPr>
            <a:spLocks noGrp="1"/>
          </p:cNvSpPr>
          <p:nvPr>
            <p:ph type="body" sz="quarter" idx="24" hasCustomPrompt="1"/>
          </p:nvPr>
        </p:nvSpPr>
        <p:spPr>
          <a:xfrm>
            <a:off x="5525393" y="2646243"/>
            <a:ext cx="2241927"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chemeClr val="tx1">
                    <a:lumMod val="50000"/>
                    <a:lumOff val="50000"/>
                  </a:schemeClr>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a16="http://schemas.microsoft.com/office/drawing/2014/main" xmlns=""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a16="http://schemas.microsoft.com/office/drawing/2014/main" xmlns=""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050">
                <a:solidFill>
                  <a:schemeClr val="bg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a:t>
            </a:r>
            <a:endParaRPr lang="en-US" dirty="0"/>
          </a:p>
        </p:txBody>
      </p:sp>
      <p:cxnSp>
        <p:nvCxnSpPr>
          <p:cNvPr id="40" name="Straight Connector 39">
            <a:extLst>
              <a:ext uri="{FF2B5EF4-FFF2-40B4-BE49-F238E27FC236}">
                <a16:creationId xmlns:a16="http://schemas.microsoft.com/office/drawing/2014/main" xmlns="" id="{CD84A50B-F2B1-C6BE-E6EE-6BEF58E99BCB}"/>
              </a:ext>
            </a:extLst>
          </p:cNvPr>
          <p:cNvCxnSpPr>
            <a:cxnSpLocks/>
          </p:cNvCxnSpPr>
          <p:nvPr userDrawn="1"/>
        </p:nvCxnSpPr>
        <p:spPr>
          <a:xfrm>
            <a:off x="5525393" y="5300630"/>
            <a:ext cx="0" cy="1124607"/>
          </a:xfrm>
          <a:prstGeom prst="line">
            <a:avLst/>
          </a:prstGeom>
          <a:ln w="28575">
            <a:solidFill>
              <a:schemeClr val="tx2"/>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xmlns="" id="{09D0CC24-D7A4-EBC9-ED92-E511AB8246E9}"/>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lumMod val="50000"/>
                  </a:schemeClr>
                </a:solidFill>
              </a:rPr>
              <a:t>Tenarai</a:t>
            </a:r>
          </a:p>
        </p:txBody>
      </p:sp>
    </p:spTree>
    <p:extLst>
      <p:ext uri="{BB962C8B-B14F-4D97-AF65-F5344CB8AC3E}">
        <p14:creationId xmlns:p14="http://schemas.microsoft.com/office/powerpoint/2010/main" val="3165285250"/>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1_Cas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D59692DF-901F-96E4-737C-0C9F729D125A}"/>
              </a:ext>
            </a:extLst>
          </p:cNvPr>
          <p:cNvSpPr/>
          <p:nvPr/>
        </p:nvSpPr>
        <p:spPr>
          <a:xfrm>
            <a:off x="4304260" y="1"/>
            <a:ext cx="7927848"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0136" name="think-cell Slide" r:id="rId5" imgW="7772400" imgH="10058400" progId="TCLayout.ActiveDocument.1">
                  <p:embed/>
                </p:oleObj>
              </mc:Choice>
              <mc:Fallback>
                <p:oleObj name="think-cell Slide" r:id="rId5"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358668" cy="2329125"/>
          </a:xfrm>
        </p:spPr>
        <p:txBody>
          <a:bodyPr vert="horz"/>
          <a:lstStyle/>
          <a:p>
            <a:r>
              <a:rPr lang="en-US" dirty="0"/>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49" y="3067291"/>
            <a:ext cx="3358668" cy="3228733"/>
          </a:xfrm>
        </p:spPr>
        <p:txBody>
          <a:bodyPr/>
          <a:lstStyle>
            <a:lvl1pPr>
              <a:spcBef>
                <a:spcPts val="1200"/>
              </a:spcBef>
              <a:defRPr sz="1600" b="1"/>
            </a:lvl1pPr>
            <a:lvl2pPr marL="0" indent="0">
              <a:spcBef>
                <a:spcPts val="1200"/>
              </a:spcBef>
              <a:buNone/>
              <a:defRPr>
                <a:solidFill>
                  <a:srgbClr val="5E5751"/>
                </a:solidFill>
              </a:defRPr>
            </a:lvl2pPr>
          </a:lstStyle>
          <a:p>
            <a:pPr lvl="0"/>
            <a:r>
              <a:rPr lang="en-US" dirty="0"/>
              <a:t>Click to edit Master text styles</a:t>
            </a:r>
          </a:p>
          <a:p>
            <a:pPr lvl="1"/>
            <a:r>
              <a:rPr lang="en-US" dirty="0"/>
              <a:t>Second level</a:t>
            </a:r>
          </a:p>
        </p:txBody>
      </p:sp>
      <p:sp>
        <p:nvSpPr>
          <p:cNvPr id="4" name="Slide Number Placeholder 5">
            <a:extLst>
              <a:ext uri="{FF2B5EF4-FFF2-40B4-BE49-F238E27FC236}">
                <a16:creationId xmlns:a16="http://schemas.microsoft.com/office/drawing/2014/main" xmlns=""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a16="http://schemas.microsoft.com/office/drawing/2014/main" xmlns=""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6" name="TextBox 5">
            <a:extLst>
              <a:ext uri="{FF2B5EF4-FFF2-40B4-BE49-F238E27FC236}">
                <a16:creationId xmlns:a16="http://schemas.microsoft.com/office/drawing/2014/main" xmlns=""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cxnSp>
        <p:nvCxnSpPr>
          <p:cNvPr id="11" name="Straight Connector 10">
            <a:extLst>
              <a:ext uri="{FF2B5EF4-FFF2-40B4-BE49-F238E27FC236}">
                <a16:creationId xmlns:a16="http://schemas.microsoft.com/office/drawing/2014/main" xmlns="" id="{0E9F2B9A-52E4-5369-DE70-8BFDBBCC0D18}"/>
              </a:ext>
            </a:extLst>
          </p:cNvPr>
          <p:cNvCxnSpPr>
            <a:cxnSpLocks/>
          </p:cNvCxnSpPr>
          <p:nvPr/>
        </p:nvCxnSpPr>
        <p:spPr>
          <a:xfrm>
            <a:off x="4985641" y="558800"/>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13" name="Picture 12">
            <a:extLst>
              <a:ext uri="{FF2B5EF4-FFF2-40B4-BE49-F238E27FC236}">
                <a16:creationId xmlns:a16="http://schemas.microsoft.com/office/drawing/2014/main" xmlns="" id="{C0E0F2B1-911D-23F5-0F11-045F8FF1FA0E}"/>
              </a:ext>
            </a:extLst>
          </p:cNvPr>
          <p:cNvPicPr>
            <a:picLocks noChangeAspect="1"/>
          </p:cNvPicPr>
          <p:nvPr/>
        </p:nvPicPr>
        <p:blipFill>
          <a:blip r:embed="rId7">
            <a:duotone>
              <a:schemeClr val="accent1">
                <a:shade val="45000"/>
                <a:satMod val="135000"/>
              </a:schemeClr>
              <a:prstClr val="white"/>
            </a:duotone>
          </a:blip>
          <a:stretch>
            <a:fillRect/>
          </a:stretch>
        </p:blipFill>
        <p:spPr>
          <a:xfrm>
            <a:off x="4507657" y="623103"/>
            <a:ext cx="304706" cy="304706"/>
          </a:xfrm>
          <a:prstGeom prst="rect">
            <a:avLst/>
          </a:prstGeom>
        </p:spPr>
      </p:pic>
      <p:cxnSp>
        <p:nvCxnSpPr>
          <p:cNvPr id="23" name="Straight Connector 22">
            <a:extLst>
              <a:ext uri="{FF2B5EF4-FFF2-40B4-BE49-F238E27FC236}">
                <a16:creationId xmlns:a16="http://schemas.microsoft.com/office/drawing/2014/main" xmlns="" id="{E1DC7703-A219-49E7-FEA0-BEFC89E1F97D}"/>
              </a:ext>
            </a:extLst>
          </p:cNvPr>
          <p:cNvCxnSpPr>
            <a:cxnSpLocks/>
          </p:cNvCxnSpPr>
          <p:nvPr/>
        </p:nvCxnSpPr>
        <p:spPr>
          <a:xfrm>
            <a:off x="4985641" y="2393142"/>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xmlns="" id="{00FD386C-28AE-B74F-02DC-04E3555D6840}"/>
              </a:ext>
            </a:extLst>
          </p:cNvPr>
          <p:cNvCxnSpPr>
            <a:cxnSpLocks/>
          </p:cNvCxnSpPr>
          <p:nvPr/>
        </p:nvCxnSpPr>
        <p:spPr>
          <a:xfrm>
            <a:off x="4985641" y="4610063"/>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36" name="Picture 35">
            <a:extLst>
              <a:ext uri="{FF2B5EF4-FFF2-40B4-BE49-F238E27FC236}">
                <a16:creationId xmlns:a16="http://schemas.microsoft.com/office/drawing/2014/main" xmlns="" id="{326B9CEE-3F61-9895-D003-98F8E1D78142}"/>
              </a:ext>
            </a:extLst>
          </p:cNvPr>
          <p:cNvPicPr>
            <a:picLocks noChangeAspect="1"/>
          </p:cNvPicPr>
          <p:nvPr/>
        </p:nvPicPr>
        <p:blipFill>
          <a:blip r:embed="rId8">
            <a:duotone>
              <a:schemeClr val="accent1">
                <a:shade val="45000"/>
                <a:satMod val="135000"/>
              </a:schemeClr>
              <a:prstClr val="white"/>
            </a:duotone>
          </a:blip>
          <a:stretch>
            <a:fillRect/>
          </a:stretch>
        </p:blipFill>
        <p:spPr>
          <a:xfrm>
            <a:off x="4507657" y="4674366"/>
            <a:ext cx="304706" cy="304706"/>
          </a:xfrm>
          <a:prstGeom prst="rect">
            <a:avLst/>
          </a:prstGeom>
        </p:spPr>
      </p:pic>
      <p:pic>
        <p:nvPicPr>
          <p:cNvPr id="65" name="Picture 64">
            <a:extLst>
              <a:ext uri="{FF2B5EF4-FFF2-40B4-BE49-F238E27FC236}">
                <a16:creationId xmlns:a16="http://schemas.microsoft.com/office/drawing/2014/main" xmlns="" id="{9BA95AFC-6701-9FCC-EF2C-3DFAAF6DE781}"/>
              </a:ext>
            </a:extLst>
          </p:cNvPr>
          <p:cNvPicPr>
            <a:picLocks noChangeAspect="1"/>
          </p:cNvPicPr>
          <p:nvPr/>
        </p:nvPicPr>
        <p:blipFill>
          <a:blip r:embed="rId9">
            <a:duotone>
              <a:schemeClr val="accent1">
                <a:shade val="45000"/>
                <a:satMod val="135000"/>
              </a:schemeClr>
              <a:prstClr val="white"/>
            </a:duotone>
          </a:blip>
          <a:stretch>
            <a:fillRect/>
          </a:stretch>
        </p:blipFill>
        <p:spPr>
          <a:xfrm>
            <a:off x="4507657" y="2457445"/>
            <a:ext cx="304706" cy="304706"/>
          </a:xfrm>
          <a:prstGeom prst="rect">
            <a:avLst/>
          </a:prstGeom>
        </p:spPr>
      </p:pic>
      <p:sp>
        <p:nvSpPr>
          <p:cNvPr id="15" name="Text Placeholder 13">
            <a:extLst>
              <a:ext uri="{FF2B5EF4-FFF2-40B4-BE49-F238E27FC236}">
                <a16:creationId xmlns:a16="http://schemas.microsoft.com/office/drawing/2014/main" xmlns="" id="{391FDC00-B1D7-9C33-205E-89C2DDA560F1}"/>
              </a:ext>
            </a:extLst>
          </p:cNvPr>
          <p:cNvSpPr>
            <a:spLocks noGrp="1"/>
          </p:cNvSpPr>
          <p:nvPr>
            <p:ph type="body" sz="quarter" idx="15"/>
          </p:nvPr>
        </p:nvSpPr>
        <p:spPr>
          <a:xfrm>
            <a:off x="5050831" y="647287"/>
            <a:ext cx="6465523"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buNone/>
              <a:defRPr kumimoji="0" lang="en-US" b="1" spc="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en-US" dirty="0"/>
              <a:t>Click to edit Master text styles</a:t>
            </a:r>
          </a:p>
        </p:txBody>
      </p:sp>
      <p:sp>
        <p:nvSpPr>
          <p:cNvPr id="16" name="Text Placeholder 13">
            <a:extLst>
              <a:ext uri="{FF2B5EF4-FFF2-40B4-BE49-F238E27FC236}">
                <a16:creationId xmlns:a16="http://schemas.microsoft.com/office/drawing/2014/main" xmlns="" id="{CA3606B1-576E-7889-44A2-AC25BD122E54}"/>
              </a:ext>
            </a:extLst>
          </p:cNvPr>
          <p:cNvSpPr>
            <a:spLocks noGrp="1"/>
          </p:cNvSpPr>
          <p:nvPr>
            <p:ph type="body" sz="quarter" idx="16"/>
          </p:nvPr>
        </p:nvSpPr>
        <p:spPr>
          <a:xfrm>
            <a:off x="5050831" y="2481629"/>
            <a:ext cx="6465523"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buNone/>
              <a:defRPr kumimoji="0" lang="en-US" b="1" spc="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en-US" dirty="0"/>
              <a:t>Click to edit Master text styles</a:t>
            </a:r>
          </a:p>
        </p:txBody>
      </p:sp>
      <p:sp>
        <p:nvSpPr>
          <p:cNvPr id="22" name="Text Placeholder 13">
            <a:extLst>
              <a:ext uri="{FF2B5EF4-FFF2-40B4-BE49-F238E27FC236}">
                <a16:creationId xmlns:a16="http://schemas.microsoft.com/office/drawing/2014/main" xmlns="" id="{DEDA8E94-A7BA-2A7C-EA6E-8F98BCFEB728}"/>
              </a:ext>
            </a:extLst>
          </p:cNvPr>
          <p:cNvSpPr>
            <a:spLocks noGrp="1"/>
          </p:cNvSpPr>
          <p:nvPr>
            <p:ph type="body" sz="quarter" idx="18" hasCustomPrompt="1"/>
          </p:nvPr>
        </p:nvSpPr>
        <p:spPr>
          <a:xfrm>
            <a:off x="5050831" y="4698550"/>
            <a:ext cx="1235667"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lgn="l">
              <a:buNone/>
              <a:defRPr kumimoji="0" lang="en-US" b="1" spc="0" normalizeH="0" baseline="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algn="l">
              <a:defRPr/>
            </a:pPr>
            <a:r>
              <a:rPr lang="en-US" sz="1400" dirty="0">
                <a:solidFill>
                  <a:srgbClr val="47413D"/>
                </a:solidFill>
                <a:latin typeface="+mn-lt"/>
              </a:rPr>
              <a:t>Impact</a:t>
            </a:r>
            <a:endParaRPr lang="en-IN" sz="1400" dirty="0">
              <a:solidFill>
                <a:srgbClr val="47413D"/>
              </a:solidFill>
              <a:latin typeface="+mn-lt"/>
            </a:endParaRPr>
          </a:p>
        </p:txBody>
      </p:sp>
      <p:sp>
        <p:nvSpPr>
          <p:cNvPr id="25" name="Text Placeholder 24">
            <a:extLst>
              <a:ext uri="{FF2B5EF4-FFF2-40B4-BE49-F238E27FC236}">
                <a16:creationId xmlns:a16="http://schemas.microsoft.com/office/drawing/2014/main" xmlns="" id="{3069DD77-514E-A4EF-9422-DD760605E2A7}"/>
              </a:ext>
            </a:extLst>
          </p:cNvPr>
          <p:cNvSpPr>
            <a:spLocks noGrp="1"/>
          </p:cNvSpPr>
          <p:nvPr>
            <p:ph type="body" sz="quarter" idx="19"/>
          </p:nvPr>
        </p:nvSpPr>
        <p:spPr>
          <a:xfrm>
            <a:off x="5050831" y="1036357"/>
            <a:ext cx="6576019" cy="1015880"/>
          </a:xfrm>
        </p:spPr>
        <p:txBody>
          <a:bodyPr/>
          <a:lstStyle>
            <a:lvl1pPr marL="182880" indent="-182880">
              <a:lnSpc>
                <a:spcPct val="100000"/>
              </a:lnSpc>
              <a:spcBef>
                <a:spcPts val="0"/>
              </a:spcBef>
              <a:buFont typeface="Arial" panose="020B0604020202020204" pitchFamily="34" charset="0"/>
              <a:buChar char="•"/>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Click to edit Master text styles</a:t>
            </a:r>
          </a:p>
        </p:txBody>
      </p:sp>
      <p:sp>
        <p:nvSpPr>
          <p:cNvPr id="27" name="Text Placeholder 24">
            <a:extLst>
              <a:ext uri="{FF2B5EF4-FFF2-40B4-BE49-F238E27FC236}">
                <a16:creationId xmlns:a16="http://schemas.microsoft.com/office/drawing/2014/main" xmlns="" id="{B19AFB08-B154-3AE2-9763-B7A80F0CD723}"/>
              </a:ext>
            </a:extLst>
          </p:cNvPr>
          <p:cNvSpPr>
            <a:spLocks noGrp="1"/>
          </p:cNvSpPr>
          <p:nvPr>
            <p:ph type="body" sz="quarter" idx="20"/>
          </p:nvPr>
        </p:nvSpPr>
        <p:spPr>
          <a:xfrm>
            <a:off x="5050831" y="2870699"/>
            <a:ext cx="6576019" cy="1015880"/>
          </a:xfrm>
        </p:spPr>
        <p:txBody>
          <a:bodyPr/>
          <a:lstStyle>
            <a:lvl1pPr marL="182880" indent="-182880">
              <a:lnSpc>
                <a:spcPct val="100000"/>
              </a:lnSpc>
              <a:spcBef>
                <a:spcPts val="0"/>
              </a:spcBef>
              <a:buFont typeface="Arial" panose="020B0604020202020204" pitchFamily="34" charset="0"/>
              <a:buChar char="•"/>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Click to edit Master text styles</a:t>
            </a:r>
          </a:p>
        </p:txBody>
      </p:sp>
      <p:sp>
        <p:nvSpPr>
          <p:cNvPr id="8" name="Rectangle 7">
            <a:extLst>
              <a:ext uri="{FF2B5EF4-FFF2-40B4-BE49-F238E27FC236}">
                <a16:creationId xmlns:a16="http://schemas.microsoft.com/office/drawing/2014/main" xmlns="" id="{1580CECB-9733-8E17-F7D6-AEBC84C01F54}"/>
              </a:ext>
            </a:extLst>
          </p:cNvPr>
          <p:cNvSpPr/>
          <p:nvPr userDrawn="1"/>
        </p:nvSpPr>
        <p:spPr>
          <a:xfrm>
            <a:off x="4304260" y="1"/>
            <a:ext cx="7927848"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think-cell data - do not delete" hidden="1">
            <a:extLst>
              <a:ext uri="{FF2B5EF4-FFF2-40B4-BE49-F238E27FC236}">
                <a16:creationId xmlns:a16="http://schemas.microsoft.com/office/drawing/2014/main" xmlns=""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0137" name="think-cell Slide" r:id="rId10" imgW="7772400" imgH="10058400" progId="TCLayout.ActiveDocument.1">
                  <p:embed/>
                </p:oleObj>
              </mc:Choice>
              <mc:Fallback>
                <p:oleObj name="think-cell Slide" r:id="rId10" imgW="7772400" imgH="10058400" progId="TCLayout.ActiveDocument.1">
                  <p:embed/>
                  <p:pic>
                    <p:nvPicPr>
                      <p:cNvPr id="9" name="think-cell data - do not delete" hidden="1">
                        <a:extLst>
                          <a:ext uri="{FF2B5EF4-FFF2-40B4-BE49-F238E27FC236}">
                            <a16:creationId xmlns:a16="http://schemas.microsoft.com/office/drawing/2014/main" xmlns="" id="{E9CF367F-EB2F-5DA8-CED2-E9AB28E8814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a16="http://schemas.microsoft.com/office/drawing/2014/main" xmlns=""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14" name="TextBox 13">
            <a:extLst>
              <a:ext uri="{FF2B5EF4-FFF2-40B4-BE49-F238E27FC236}">
                <a16:creationId xmlns:a16="http://schemas.microsoft.com/office/drawing/2014/main" xmlns="" id="{FC8B8D77-6DA4-6ED0-5E89-D7CC77BD7E80}"/>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cxnSp>
        <p:nvCxnSpPr>
          <p:cNvPr id="17" name="Straight Connector 16">
            <a:extLst>
              <a:ext uri="{FF2B5EF4-FFF2-40B4-BE49-F238E27FC236}">
                <a16:creationId xmlns:a16="http://schemas.microsoft.com/office/drawing/2014/main" xmlns="" id="{7DED35B3-FE32-22B2-FE4B-F71536D0475E}"/>
              </a:ext>
            </a:extLst>
          </p:cNvPr>
          <p:cNvCxnSpPr>
            <a:cxnSpLocks/>
          </p:cNvCxnSpPr>
          <p:nvPr userDrawn="1"/>
        </p:nvCxnSpPr>
        <p:spPr>
          <a:xfrm>
            <a:off x="4985641" y="558800"/>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a16="http://schemas.microsoft.com/office/drawing/2014/main" xmlns="" id="{BF19F648-E713-19E4-8E80-E336B132E799}"/>
              </a:ext>
            </a:extLst>
          </p:cNvPr>
          <p:cNvPicPr>
            <a:picLocks noChangeAspect="1"/>
          </p:cNvPicPr>
          <p:nvPr userDrawn="1"/>
        </p:nvPicPr>
        <p:blipFill>
          <a:blip r:embed="rId7">
            <a:duotone>
              <a:schemeClr val="accent1">
                <a:shade val="45000"/>
                <a:satMod val="135000"/>
              </a:schemeClr>
              <a:prstClr val="white"/>
            </a:duotone>
          </a:blip>
          <a:stretch>
            <a:fillRect/>
          </a:stretch>
        </p:blipFill>
        <p:spPr>
          <a:xfrm>
            <a:off x="4507657" y="623103"/>
            <a:ext cx="304706" cy="304706"/>
          </a:xfrm>
          <a:prstGeom prst="rect">
            <a:avLst/>
          </a:prstGeom>
        </p:spPr>
      </p:pic>
      <p:cxnSp>
        <p:nvCxnSpPr>
          <p:cNvPr id="19" name="Straight Connector 18">
            <a:extLst>
              <a:ext uri="{FF2B5EF4-FFF2-40B4-BE49-F238E27FC236}">
                <a16:creationId xmlns:a16="http://schemas.microsoft.com/office/drawing/2014/main" xmlns="" id="{AE27C355-0CBF-1E79-F265-A00BA34BBCBF}"/>
              </a:ext>
            </a:extLst>
          </p:cNvPr>
          <p:cNvCxnSpPr>
            <a:cxnSpLocks/>
          </p:cNvCxnSpPr>
          <p:nvPr userDrawn="1"/>
        </p:nvCxnSpPr>
        <p:spPr>
          <a:xfrm>
            <a:off x="4985641" y="2393142"/>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xmlns="" id="{56B8D5F7-A361-8AD4-52B8-082036B1721F}"/>
              </a:ext>
            </a:extLst>
          </p:cNvPr>
          <p:cNvCxnSpPr>
            <a:cxnSpLocks/>
          </p:cNvCxnSpPr>
          <p:nvPr userDrawn="1"/>
        </p:nvCxnSpPr>
        <p:spPr>
          <a:xfrm>
            <a:off x="4985641" y="4610063"/>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21" name="Picture 20">
            <a:extLst>
              <a:ext uri="{FF2B5EF4-FFF2-40B4-BE49-F238E27FC236}">
                <a16:creationId xmlns:a16="http://schemas.microsoft.com/office/drawing/2014/main" xmlns="" id="{D9214AAD-F1D4-D149-48E4-A4CA0897E294}"/>
              </a:ext>
            </a:extLst>
          </p:cNvPr>
          <p:cNvPicPr>
            <a:picLocks noChangeAspect="1"/>
          </p:cNvPicPr>
          <p:nvPr userDrawn="1"/>
        </p:nvPicPr>
        <p:blipFill>
          <a:blip r:embed="rId8">
            <a:duotone>
              <a:schemeClr val="accent1">
                <a:shade val="45000"/>
                <a:satMod val="135000"/>
              </a:schemeClr>
              <a:prstClr val="white"/>
            </a:duotone>
          </a:blip>
          <a:stretch>
            <a:fillRect/>
          </a:stretch>
        </p:blipFill>
        <p:spPr>
          <a:xfrm>
            <a:off x="4507657" y="4674366"/>
            <a:ext cx="304706" cy="304706"/>
          </a:xfrm>
          <a:prstGeom prst="rect">
            <a:avLst/>
          </a:prstGeom>
        </p:spPr>
      </p:pic>
      <p:pic>
        <p:nvPicPr>
          <p:cNvPr id="24" name="Picture 23">
            <a:extLst>
              <a:ext uri="{FF2B5EF4-FFF2-40B4-BE49-F238E27FC236}">
                <a16:creationId xmlns:a16="http://schemas.microsoft.com/office/drawing/2014/main" xmlns="" id="{97757A16-D1D2-AF1B-D2D6-6B02D3A65248}"/>
              </a:ext>
            </a:extLst>
          </p:cNvPr>
          <p:cNvPicPr>
            <a:picLocks noChangeAspect="1"/>
          </p:cNvPicPr>
          <p:nvPr userDrawn="1"/>
        </p:nvPicPr>
        <p:blipFill>
          <a:blip r:embed="rId9">
            <a:duotone>
              <a:schemeClr val="accent1">
                <a:shade val="45000"/>
                <a:satMod val="135000"/>
              </a:schemeClr>
              <a:prstClr val="white"/>
            </a:duotone>
          </a:blip>
          <a:stretch>
            <a:fillRect/>
          </a:stretch>
        </p:blipFill>
        <p:spPr>
          <a:xfrm>
            <a:off x="4507657" y="2457445"/>
            <a:ext cx="304706" cy="304706"/>
          </a:xfrm>
          <a:prstGeom prst="rect">
            <a:avLst/>
          </a:prstGeom>
        </p:spPr>
      </p:pic>
    </p:spTree>
    <p:extLst>
      <p:ext uri="{BB962C8B-B14F-4D97-AF65-F5344CB8AC3E}">
        <p14:creationId xmlns:p14="http://schemas.microsoft.com/office/powerpoint/2010/main" val="855943091"/>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2_Cas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1149"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311629579"/>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Cas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2173"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0" name="Picture Placeholder 9">
            <a:extLst>
              <a:ext uri="{FF2B5EF4-FFF2-40B4-BE49-F238E27FC236}">
                <a16:creationId xmlns:a16="http://schemas.microsoft.com/office/drawing/2014/main" xmlns="" id="{4D7F28B9-3CD7-58BB-E8E5-1B72C75CB7B0}"/>
              </a:ext>
            </a:extLst>
          </p:cNvPr>
          <p:cNvSpPr>
            <a:spLocks noGrp="1"/>
          </p:cNvSpPr>
          <p:nvPr>
            <p:ph type="pic" sz="quarter" idx="12"/>
          </p:nvPr>
        </p:nvSpPr>
        <p:spPr>
          <a:xfrm>
            <a:off x="4267200" y="-1"/>
            <a:ext cx="7927848" cy="6857999"/>
          </a:xfrm>
          <a:solidFill>
            <a:srgbClr val="DAD2CB"/>
          </a:solidFill>
        </p:spPr>
        <p:txBody>
          <a:bodyPr/>
          <a:lstStyle/>
          <a:p>
            <a:r>
              <a:rPr lang="en-US"/>
              <a:t>Click icon to add picture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504095877"/>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Case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5160943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3197"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3" name="Picture Placeholder 9">
            <a:extLst>
              <a:ext uri="{FF2B5EF4-FFF2-40B4-BE49-F238E27FC236}">
                <a16:creationId xmlns:a16="http://schemas.microsoft.com/office/drawing/2014/main" xmlns="" id="{5C6055F8-9989-D9E2-3C90-326C85A7A212}"/>
              </a:ext>
            </a:extLst>
          </p:cNvPr>
          <p:cNvSpPr>
            <a:spLocks noGrp="1"/>
          </p:cNvSpPr>
          <p:nvPr>
            <p:ph type="pic" sz="quarter" idx="12"/>
          </p:nvPr>
        </p:nvSpPr>
        <p:spPr>
          <a:xfrm>
            <a:off x="4267200" y="-1"/>
            <a:ext cx="7927848" cy="6857999"/>
          </a:xfrm>
          <a:solidFill>
            <a:srgbClr val="2F2C29"/>
          </a:solidFill>
        </p:spPr>
        <p:txBody>
          <a:bodyPr/>
          <a:lstStyle/>
          <a:p>
            <a:r>
              <a:rPr lang="en-US"/>
              <a:t>Click icon to add picture</a:t>
            </a:r>
          </a:p>
        </p:txBody>
      </p:sp>
    </p:spTree>
    <p:extLst>
      <p:ext uri="{BB962C8B-B14F-4D97-AF65-F5344CB8AC3E}">
        <p14:creationId xmlns:p14="http://schemas.microsoft.com/office/powerpoint/2010/main" val="1247471693"/>
      </p:ext>
    </p:extLst>
  </p:cSld>
  <p:clrMapOvr>
    <a:overrideClrMapping bg1="dk1" tx1="lt1" bg2="dk2" tx2="lt2" accent1="accent1" accent2="accent2" accent3="accent3" accent4="accent4" accent5="accent5" accent6="accent6" hlink="hlink" folHlink="folHlink"/>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Case, mobile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34257464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4221"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4" name="Picture 33">
            <a:extLst>
              <a:ext uri="{FF2B5EF4-FFF2-40B4-BE49-F238E27FC236}">
                <a16:creationId xmlns:a16="http://schemas.microsoft.com/office/drawing/2014/main" xmlns="" id="{669AC99F-9E1F-AA4F-D805-0DA4D123B8E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486657" y="967796"/>
            <a:ext cx="2316555" cy="4935841"/>
          </a:xfrm>
          <a:prstGeom prst="rect">
            <a:avLst/>
          </a:prstGeom>
        </p:spPr>
      </p:pic>
      <p:pic>
        <p:nvPicPr>
          <p:cNvPr id="35" name="Picture 34">
            <a:extLst>
              <a:ext uri="{FF2B5EF4-FFF2-40B4-BE49-F238E27FC236}">
                <a16:creationId xmlns:a16="http://schemas.microsoft.com/office/drawing/2014/main" xmlns="" id="{69C7691F-1149-9C9C-9465-09104B41577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061335" y="967796"/>
            <a:ext cx="2316555" cy="4935841"/>
          </a:xfrm>
          <a:prstGeom prst="rect">
            <a:avLst/>
          </a:prstGeom>
        </p:spPr>
      </p:pic>
      <p:pic>
        <p:nvPicPr>
          <p:cNvPr id="36" name="Picture 35">
            <a:extLst>
              <a:ext uri="{FF2B5EF4-FFF2-40B4-BE49-F238E27FC236}">
                <a16:creationId xmlns:a16="http://schemas.microsoft.com/office/drawing/2014/main" xmlns="" id="{1970DA38-8844-7E04-11C7-1715CD52AED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631865" y="967796"/>
            <a:ext cx="2316555" cy="4935841"/>
          </a:xfrm>
          <a:prstGeom prst="rect">
            <a:avLst/>
          </a:prstGeom>
        </p:spPr>
      </p:pic>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a16="http://schemas.microsoft.com/office/drawing/2014/main" xmlns="" id="{1B2A1423-4B70-2BC1-DC51-7E074E13C985}"/>
              </a:ext>
            </a:extLst>
          </p:cNvPr>
          <p:cNvSpPr>
            <a:spLocks noGrp="1"/>
          </p:cNvSpPr>
          <p:nvPr>
            <p:ph type="pic" sz="quarter" idx="14"/>
          </p:nvPr>
        </p:nvSpPr>
        <p:spPr>
          <a:xfrm>
            <a:off x="4584700"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8" name="Picture Placeholder 8">
            <a:extLst>
              <a:ext uri="{FF2B5EF4-FFF2-40B4-BE49-F238E27FC236}">
                <a16:creationId xmlns:a16="http://schemas.microsoft.com/office/drawing/2014/main" xmlns="" id="{BBC75C68-F35A-EB20-E1B4-6BB6CC31F183}"/>
              </a:ext>
            </a:extLst>
          </p:cNvPr>
          <p:cNvSpPr>
            <a:spLocks noGrp="1"/>
          </p:cNvSpPr>
          <p:nvPr>
            <p:ph type="pic" sz="quarter" idx="15"/>
          </p:nvPr>
        </p:nvSpPr>
        <p:spPr>
          <a:xfrm>
            <a:off x="716771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9" name="Picture Placeholder 8">
            <a:extLst>
              <a:ext uri="{FF2B5EF4-FFF2-40B4-BE49-F238E27FC236}">
                <a16:creationId xmlns:a16="http://schemas.microsoft.com/office/drawing/2014/main" xmlns="" id="{D0DE5F3A-508C-BF15-E5FE-9DC32F0E4F86}"/>
              </a:ext>
            </a:extLst>
          </p:cNvPr>
          <p:cNvSpPr>
            <a:spLocks noGrp="1"/>
          </p:cNvSpPr>
          <p:nvPr>
            <p:ph type="pic" sz="quarter" idx="16"/>
          </p:nvPr>
        </p:nvSpPr>
        <p:spPr>
          <a:xfrm>
            <a:off x="973070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848515806"/>
      </p:ext>
    </p:extLst>
  </p:cSld>
  <p:clrMapOvr>
    <a:overrideClrMapping bg1="lt1" tx1="dk1" bg2="lt2" tx2="dk2" accent1="accent1" accent2="accent2" accent3="accent3" accent4="accent4" accent5="accent5" accent6="accent6" hlink="hlink" folHlink="folHlink"/>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Case, mobile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34257464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5245"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4" name="Picture 33">
            <a:extLst>
              <a:ext uri="{FF2B5EF4-FFF2-40B4-BE49-F238E27FC236}">
                <a16:creationId xmlns:a16="http://schemas.microsoft.com/office/drawing/2014/main" xmlns="" id="{669AC99F-9E1F-AA4F-D805-0DA4D123B8E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486657" y="967796"/>
            <a:ext cx="2316555" cy="4935841"/>
          </a:xfrm>
          <a:prstGeom prst="rect">
            <a:avLst/>
          </a:prstGeom>
        </p:spPr>
      </p:pic>
      <p:pic>
        <p:nvPicPr>
          <p:cNvPr id="35" name="Picture 34">
            <a:extLst>
              <a:ext uri="{FF2B5EF4-FFF2-40B4-BE49-F238E27FC236}">
                <a16:creationId xmlns:a16="http://schemas.microsoft.com/office/drawing/2014/main" xmlns="" id="{69C7691F-1149-9C9C-9465-09104B41577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061335" y="967796"/>
            <a:ext cx="2316555" cy="4935841"/>
          </a:xfrm>
          <a:prstGeom prst="rect">
            <a:avLst/>
          </a:prstGeom>
        </p:spPr>
      </p:pic>
      <p:pic>
        <p:nvPicPr>
          <p:cNvPr id="36" name="Picture 35">
            <a:extLst>
              <a:ext uri="{FF2B5EF4-FFF2-40B4-BE49-F238E27FC236}">
                <a16:creationId xmlns:a16="http://schemas.microsoft.com/office/drawing/2014/main" xmlns="" id="{1970DA38-8844-7E04-11C7-1715CD52AED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631865" y="967796"/>
            <a:ext cx="2316555" cy="4935841"/>
          </a:xfrm>
          <a:prstGeom prst="rect">
            <a:avLst/>
          </a:prstGeom>
        </p:spPr>
      </p:pic>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a16="http://schemas.microsoft.com/office/drawing/2014/main" xmlns="" id="{1B2A1423-4B70-2BC1-DC51-7E074E13C985}"/>
              </a:ext>
            </a:extLst>
          </p:cNvPr>
          <p:cNvSpPr>
            <a:spLocks noGrp="1"/>
          </p:cNvSpPr>
          <p:nvPr>
            <p:ph type="pic" sz="quarter" idx="14"/>
          </p:nvPr>
        </p:nvSpPr>
        <p:spPr>
          <a:xfrm>
            <a:off x="4584700"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8" name="Picture Placeholder 8">
            <a:extLst>
              <a:ext uri="{FF2B5EF4-FFF2-40B4-BE49-F238E27FC236}">
                <a16:creationId xmlns:a16="http://schemas.microsoft.com/office/drawing/2014/main" xmlns="" id="{BBC75C68-F35A-EB20-E1B4-6BB6CC31F183}"/>
              </a:ext>
            </a:extLst>
          </p:cNvPr>
          <p:cNvSpPr>
            <a:spLocks noGrp="1"/>
          </p:cNvSpPr>
          <p:nvPr>
            <p:ph type="pic" sz="quarter" idx="15"/>
          </p:nvPr>
        </p:nvSpPr>
        <p:spPr>
          <a:xfrm>
            <a:off x="716771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9" name="Picture Placeholder 8">
            <a:extLst>
              <a:ext uri="{FF2B5EF4-FFF2-40B4-BE49-F238E27FC236}">
                <a16:creationId xmlns:a16="http://schemas.microsoft.com/office/drawing/2014/main" xmlns="" id="{D0DE5F3A-508C-BF15-E5FE-9DC32F0E4F86}"/>
              </a:ext>
            </a:extLst>
          </p:cNvPr>
          <p:cNvSpPr>
            <a:spLocks noGrp="1"/>
          </p:cNvSpPr>
          <p:nvPr>
            <p:ph type="pic" sz="quarter" idx="16"/>
          </p:nvPr>
        </p:nvSpPr>
        <p:spPr>
          <a:xfrm>
            <a:off x="973070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903302158"/>
      </p:ext>
    </p:extLst>
  </p:cSld>
  <p:clrMapOvr>
    <a:overrideClrMapping bg1="dk1" tx1="lt1" bg2="dk2" tx2="lt2" accent1="accent1" accent2="accent2" accent3="accent3" accent4="accent4" accent5="accent5" accent6="accent6" hlink="hlink" folHlink="folHlink"/>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Case, laptop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136642098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6269"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xmlns="" id="{718121F4-F386-EB6F-41E4-6D1400E6145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a:fillRect/>
          </a:stretch>
        </p:blipFill>
        <p:spPr>
          <a:xfrm>
            <a:off x="4419600" y="963611"/>
            <a:ext cx="7772400" cy="4333788"/>
          </a:xfrm>
          <a:custGeom>
            <a:avLst/>
            <a:gdLst>
              <a:gd name="csX0" fmla="*/ 967795 w 7772400"/>
              <a:gd name="csY0" fmla="*/ 137674 h 4333788"/>
              <a:gd name="csX1" fmla="*/ 866565 w 7772400"/>
              <a:gd name="csY1" fmla="*/ 238904 h 4333788"/>
              <a:gd name="csX2" fmla="*/ 866565 w 7772400"/>
              <a:gd name="csY2" fmla="*/ 4068926 h 4333788"/>
              <a:gd name="csX3" fmla="*/ 6906944 w 7772400"/>
              <a:gd name="csY3" fmla="*/ 4068926 h 4333788"/>
              <a:gd name="csX4" fmla="*/ 6906944 w 7772400"/>
              <a:gd name="csY4" fmla="*/ 238904 h 4333788"/>
              <a:gd name="csX5" fmla="*/ 6805714 w 7772400"/>
              <a:gd name="csY5" fmla="*/ 137674 h 4333788"/>
              <a:gd name="csX6" fmla="*/ 0 w 7772400"/>
              <a:gd name="csY6" fmla="*/ 0 h 4333788"/>
              <a:gd name="csX7" fmla="*/ 7772400 w 7772400"/>
              <a:gd name="csY7" fmla="*/ 0 h 4333788"/>
              <a:gd name="csX8" fmla="*/ 7772400 w 7772400"/>
              <a:gd name="csY8" fmla="*/ 4333788 h 4333788"/>
              <a:gd name="csX9" fmla="*/ 0 w 7772400"/>
              <a:gd name="csY9" fmla="*/ 4333788 h 4333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772400" h="4333788">
                <a:moveTo>
                  <a:pt x="967795" y="137674"/>
                </a:moveTo>
                <a:cubicBezTo>
                  <a:pt x="911887" y="137674"/>
                  <a:pt x="866565" y="182996"/>
                  <a:pt x="866565" y="238904"/>
                </a:cubicBezTo>
                <a:lnTo>
                  <a:pt x="866565" y="4068926"/>
                </a:lnTo>
                <a:lnTo>
                  <a:pt x="6906944" y="4068926"/>
                </a:lnTo>
                <a:lnTo>
                  <a:pt x="6906944" y="238904"/>
                </a:lnTo>
                <a:cubicBezTo>
                  <a:pt x="6906944" y="182996"/>
                  <a:pt x="6861622" y="137674"/>
                  <a:pt x="6805714" y="137674"/>
                </a:cubicBezTo>
                <a:close/>
                <a:moveTo>
                  <a:pt x="0" y="0"/>
                </a:moveTo>
                <a:lnTo>
                  <a:pt x="7772400" y="0"/>
                </a:lnTo>
                <a:lnTo>
                  <a:pt x="7772400" y="4333788"/>
                </a:lnTo>
                <a:lnTo>
                  <a:pt x="0" y="4333788"/>
                </a:lnTo>
                <a:close/>
              </a:path>
            </a:pathLst>
          </a:custGeom>
        </p:spPr>
      </p:pic>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a16="http://schemas.microsoft.com/office/drawing/2014/main" xmlns="" id="{1B2A1423-4B70-2BC1-DC51-7E074E13C985}"/>
              </a:ext>
            </a:extLst>
          </p:cNvPr>
          <p:cNvSpPr>
            <a:spLocks noGrp="1"/>
          </p:cNvSpPr>
          <p:nvPr>
            <p:ph type="pic" sz="quarter" idx="14"/>
          </p:nvPr>
        </p:nvSpPr>
        <p:spPr>
          <a:xfrm>
            <a:off x="5286166" y="1101285"/>
            <a:ext cx="6040380" cy="3931252"/>
          </a:xfrm>
          <a:prstGeom prst="round2SameRect">
            <a:avLst>
              <a:gd name="adj1" fmla="val 3015"/>
              <a:gd name="adj2" fmla="val 0"/>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684322370"/>
      </p:ext>
    </p:extLst>
  </p:cSld>
  <p:clrMapOvr>
    <a:overrideClrMapping bg1="lt1" tx1="dk1" bg2="lt2" tx2="dk2" accent1="accent1" accent2="accent2" accent3="accent3" accent4="accent4" accent5="accent5" accent6="accent6" hlink="hlink" folHlink="folHlink"/>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Case, laptop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136642098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7293"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xmlns="" id="{718121F4-F386-EB6F-41E4-6D1400E6145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a:fillRect/>
          </a:stretch>
        </p:blipFill>
        <p:spPr>
          <a:xfrm>
            <a:off x="4419600" y="963611"/>
            <a:ext cx="7772400" cy="4333788"/>
          </a:xfrm>
          <a:custGeom>
            <a:avLst/>
            <a:gdLst>
              <a:gd name="csX0" fmla="*/ 967795 w 7772400"/>
              <a:gd name="csY0" fmla="*/ 137674 h 4333788"/>
              <a:gd name="csX1" fmla="*/ 866565 w 7772400"/>
              <a:gd name="csY1" fmla="*/ 238904 h 4333788"/>
              <a:gd name="csX2" fmla="*/ 866565 w 7772400"/>
              <a:gd name="csY2" fmla="*/ 4068926 h 4333788"/>
              <a:gd name="csX3" fmla="*/ 6906944 w 7772400"/>
              <a:gd name="csY3" fmla="*/ 4068926 h 4333788"/>
              <a:gd name="csX4" fmla="*/ 6906944 w 7772400"/>
              <a:gd name="csY4" fmla="*/ 238904 h 4333788"/>
              <a:gd name="csX5" fmla="*/ 6805714 w 7772400"/>
              <a:gd name="csY5" fmla="*/ 137674 h 4333788"/>
              <a:gd name="csX6" fmla="*/ 0 w 7772400"/>
              <a:gd name="csY6" fmla="*/ 0 h 4333788"/>
              <a:gd name="csX7" fmla="*/ 7772400 w 7772400"/>
              <a:gd name="csY7" fmla="*/ 0 h 4333788"/>
              <a:gd name="csX8" fmla="*/ 7772400 w 7772400"/>
              <a:gd name="csY8" fmla="*/ 4333788 h 4333788"/>
              <a:gd name="csX9" fmla="*/ 0 w 7772400"/>
              <a:gd name="csY9" fmla="*/ 4333788 h 4333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772400" h="4333788">
                <a:moveTo>
                  <a:pt x="967795" y="137674"/>
                </a:moveTo>
                <a:cubicBezTo>
                  <a:pt x="911887" y="137674"/>
                  <a:pt x="866565" y="182996"/>
                  <a:pt x="866565" y="238904"/>
                </a:cubicBezTo>
                <a:lnTo>
                  <a:pt x="866565" y="4068926"/>
                </a:lnTo>
                <a:lnTo>
                  <a:pt x="6906944" y="4068926"/>
                </a:lnTo>
                <a:lnTo>
                  <a:pt x="6906944" y="238904"/>
                </a:lnTo>
                <a:cubicBezTo>
                  <a:pt x="6906944" y="182996"/>
                  <a:pt x="6861622" y="137674"/>
                  <a:pt x="6805714" y="137674"/>
                </a:cubicBezTo>
                <a:close/>
                <a:moveTo>
                  <a:pt x="0" y="0"/>
                </a:moveTo>
                <a:lnTo>
                  <a:pt x="7772400" y="0"/>
                </a:lnTo>
                <a:lnTo>
                  <a:pt x="7772400" y="4333788"/>
                </a:lnTo>
                <a:lnTo>
                  <a:pt x="0" y="4333788"/>
                </a:lnTo>
                <a:close/>
              </a:path>
            </a:pathLst>
          </a:custGeom>
        </p:spPr>
      </p:pic>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a16="http://schemas.microsoft.com/office/drawing/2014/main" xmlns="" id="{1B2A1423-4B70-2BC1-DC51-7E074E13C985}"/>
              </a:ext>
            </a:extLst>
          </p:cNvPr>
          <p:cNvSpPr>
            <a:spLocks noGrp="1"/>
          </p:cNvSpPr>
          <p:nvPr>
            <p:ph type="pic" sz="quarter" idx="14"/>
          </p:nvPr>
        </p:nvSpPr>
        <p:spPr>
          <a:xfrm>
            <a:off x="5286166" y="1101285"/>
            <a:ext cx="6040380" cy="3931252"/>
          </a:xfrm>
          <a:prstGeom prst="round2SameRect">
            <a:avLst>
              <a:gd name="adj1" fmla="val 3015"/>
              <a:gd name="adj2" fmla="val 0"/>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313964574"/>
      </p:ext>
    </p:extLst>
  </p:cSld>
  <p:clrMapOvr>
    <a:overrideClrMapping bg1="dk1" tx1="lt1" bg2="dk2" tx2="lt2" accent1="accent1" accent2="accent2" accent3="accent3" accent4="accent4" accent5="accent5" accent6="accent6" hlink="hlink" folHlink="folHlink"/>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Case, Social Media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40144357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8317"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6250327" y="460374"/>
            <a:ext cx="3473111" cy="1006475"/>
          </a:xfrm>
        </p:spPr>
        <p:txBody>
          <a:bodyPr/>
          <a:lstStyle>
            <a:lvl1pPr>
              <a:defRPr b="1"/>
            </a:lvl1pPr>
            <a:lvl2pPr marL="0" indent="0">
              <a:spcBef>
                <a:spcPts val="0"/>
              </a:spcBef>
              <a:buNone/>
              <a:defRPr>
                <a:solidFill>
                  <a:srgbClr val="8E867E"/>
                </a:solidFill>
              </a:defRPr>
            </a:lvl2pPr>
          </a:lstStyle>
          <a:p>
            <a:pPr lvl="0"/>
            <a:r>
              <a:rPr lang="en-US"/>
              <a:t>Click to edit Master text styles</a:t>
            </a:r>
          </a:p>
          <a:p>
            <a:pPr lvl="1"/>
            <a:r>
              <a:rPr lang="en-US"/>
              <a:t>Second level</a:t>
            </a:r>
          </a:p>
        </p:txBody>
      </p:sp>
      <p:pic>
        <p:nvPicPr>
          <p:cNvPr id="6" name="Graphic 5">
            <a:extLst>
              <a:ext uri="{FF2B5EF4-FFF2-40B4-BE49-F238E27FC236}">
                <a16:creationId xmlns:a16="http://schemas.microsoft.com/office/drawing/2014/main" xmlns="" id="{25E49CCA-F737-5786-8174-B0564AEC1647}"/>
              </a:ext>
            </a:extLst>
          </p:cNvPr>
          <p:cNvPicPr>
            <a:picLocks noChangeAspect="1"/>
          </p:cNvPicPr>
          <p:nvPr userDrawn="1"/>
        </p:nvPicPr>
        <p:blipFill>
          <a:blip>
            <a:extLst>
              <a:ext uri="{96DAC541-7B7A-43D3-8B79-37D633B846F1}">
                <asvg:svgBlip xmlns:asvg="http://schemas.microsoft.com/office/drawing/2016/SVG/main" xmlns="" r:embed="rId6"/>
              </a:ext>
            </a:extLst>
          </a:blip>
          <a:srcRect/>
          <a:stretch/>
        </p:blipFill>
        <p:spPr>
          <a:xfrm>
            <a:off x="2989882" y="1768475"/>
            <a:ext cx="2956893" cy="3721606"/>
          </a:xfrm>
          <a:prstGeom prst="rect">
            <a:avLst/>
          </a:prstGeom>
        </p:spPr>
      </p:pic>
      <p:pic>
        <p:nvPicPr>
          <p:cNvPr id="8" name="Graphic 7">
            <a:extLst>
              <a:ext uri="{FF2B5EF4-FFF2-40B4-BE49-F238E27FC236}">
                <a16:creationId xmlns:a16="http://schemas.microsoft.com/office/drawing/2014/main" xmlns="" id="{226AC344-E1CE-70B2-B97E-30637E49AB07}"/>
              </a:ext>
            </a:extLst>
          </p:cNvPr>
          <p:cNvPicPr>
            <a:picLocks noChangeAspect="1"/>
          </p:cNvPicPr>
          <p:nvPr userDrawn="1"/>
        </p:nvPicPr>
        <p:blipFill>
          <a:blip>
            <a:extLst>
              <a:ext uri="{96DAC541-7B7A-43D3-8B79-37D633B846F1}">
                <asvg:svgBlip xmlns:asvg="http://schemas.microsoft.com/office/drawing/2016/SVG/main" xmlns="" r:embed="rId6"/>
              </a:ext>
            </a:extLst>
          </a:blip>
          <a:srcRect/>
          <a:stretch/>
        </p:blipFill>
        <p:spPr>
          <a:xfrm>
            <a:off x="6249613" y="1768475"/>
            <a:ext cx="2956893" cy="3721606"/>
          </a:xfrm>
          <a:prstGeom prst="rect">
            <a:avLst/>
          </a:prstGeom>
        </p:spPr>
      </p:pic>
      <p:pic>
        <p:nvPicPr>
          <p:cNvPr id="9" name="Graphic 8">
            <a:extLst>
              <a:ext uri="{FF2B5EF4-FFF2-40B4-BE49-F238E27FC236}">
                <a16:creationId xmlns:a16="http://schemas.microsoft.com/office/drawing/2014/main" xmlns="" id="{FCEB8D3E-A5C6-310F-74E2-78E550DF1E71}"/>
              </a:ext>
            </a:extLst>
          </p:cNvPr>
          <p:cNvPicPr>
            <a:picLocks noChangeAspect="1"/>
          </p:cNvPicPr>
          <p:nvPr userDrawn="1"/>
        </p:nvPicPr>
        <p:blipFill>
          <a:blip>
            <a:extLst>
              <a:ext uri="{96DAC541-7B7A-43D3-8B79-37D633B846F1}">
                <asvg:svgBlip xmlns:asvg="http://schemas.microsoft.com/office/drawing/2016/SVG/main" xmlns="" r:embed="rId6"/>
              </a:ext>
            </a:extLst>
          </a:blip>
          <a:srcRect/>
          <a:stretch/>
        </p:blipFill>
        <p:spPr>
          <a:xfrm>
            <a:off x="-269850" y="1768475"/>
            <a:ext cx="2956893" cy="3721606"/>
          </a:xfrm>
          <a:prstGeom prst="rect">
            <a:avLst/>
          </a:prstGeom>
        </p:spPr>
      </p:pic>
      <p:pic>
        <p:nvPicPr>
          <p:cNvPr id="10" name="Graphic 9">
            <a:extLst>
              <a:ext uri="{FF2B5EF4-FFF2-40B4-BE49-F238E27FC236}">
                <a16:creationId xmlns:a16="http://schemas.microsoft.com/office/drawing/2014/main" xmlns="" id="{47F66854-B8B3-FA25-DFD9-036CBFA383D7}"/>
              </a:ext>
            </a:extLst>
          </p:cNvPr>
          <p:cNvPicPr>
            <a:picLocks noChangeAspect="1"/>
          </p:cNvPicPr>
          <p:nvPr userDrawn="1"/>
        </p:nvPicPr>
        <p:blipFill>
          <a:blip>
            <a:extLst>
              <a:ext uri="{96DAC541-7B7A-43D3-8B79-37D633B846F1}">
                <asvg:svgBlip xmlns:asvg="http://schemas.microsoft.com/office/drawing/2016/SVG/main" xmlns="" r:embed="rId6"/>
              </a:ext>
            </a:extLst>
          </a:blip>
          <a:srcRect/>
          <a:stretch/>
        </p:blipFill>
        <p:spPr>
          <a:xfrm>
            <a:off x="9509344" y="1768475"/>
            <a:ext cx="2956893" cy="3721606"/>
          </a:xfrm>
          <a:prstGeom prst="rect">
            <a:avLst/>
          </a:prstGeom>
        </p:spPr>
      </p:pic>
      <p:sp>
        <p:nvSpPr>
          <p:cNvPr id="13" name="Picture Placeholder 12">
            <a:extLst>
              <a:ext uri="{FF2B5EF4-FFF2-40B4-BE49-F238E27FC236}">
                <a16:creationId xmlns:a16="http://schemas.microsoft.com/office/drawing/2014/main" xmlns="" id="{52B67BAC-F68E-DD3A-DCA7-6CDA13093294}"/>
              </a:ext>
            </a:extLst>
          </p:cNvPr>
          <p:cNvSpPr>
            <a:spLocks noGrp="1"/>
          </p:cNvSpPr>
          <p:nvPr>
            <p:ph type="pic" sz="quarter" idx="14"/>
          </p:nvPr>
        </p:nvSpPr>
        <p:spPr>
          <a:xfrm>
            <a:off x="-266469" y="2149886"/>
            <a:ext cx="2953512" cy="2959585"/>
          </a:xfrm>
          <a:solidFill>
            <a:schemeClr val="bg1">
              <a:lumMod val="50000"/>
              <a:lumOff val="50000"/>
            </a:schemeClr>
          </a:solidFill>
        </p:spPr>
        <p:txBody>
          <a:bodyPr/>
          <a:lstStyle/>
          <a:p>
            <a:r>
              <a:rPr lang="en-US"/>
              <a:t>Click icon to add picture</a:t>
            </a:r>
          </a:p>
        </p:txBody>
      </p:sp>
      <p:sp>
        <p:nvSpPr>
          <p:cNvPr id="14" name="Picture Placeholder 12">
            <a:extLst>
              <a:ext uri="{FF2B5EF4-FFF2-40B4-BE49-F238E27FC236}">
                <a16:creationId xmlns:a16="http://schemas.microsoft.com/office/drawing/2014/main" xmlns="" id="{92A6E3AA-4010-F3C8-DB6D-5D6BAC94EDD3}"/>
              </a:ext>
            </a:extLst>
          </p:cNvPr>
          <p:cNvSpPr>
            <a:spLocks noGrp="1"/>
          </p:cNvSpPr>
          <p:nvPr>
            <p:ph type="pic" sz="quarter" idx="15"/>
          </p:nvPr>
        </p:nvSpPr>
        <p:spPr>
          <a:xfrm>
            <a:off x="2993263" y="2149886"/>
            <a:ext cx="2953512" cy="2959585"/>
          </a:xfrm>
          <a:solidFill>
            <a:schemeClr val="bg1">
              <a:lumMod val="50000"/>
              <a:lumOff val="50000"/>
            </a:schemeClr>
          </a:solidFill>
        </p:spPr>
        <p:txBody>
          <a:bodyPr/>
          <a:lstStyle/>
          <a:p>
            <a:r>
              <a:rPr lang="en-US"/>
              <a:t>Click icon to add picture</a:t>
            </a:r>
          </a:p>
        </p:txBody>
      </p:sp>
      <p:sp>
        <p:nvSpPr>
          <p:cNvPr id="15" name="Picture Placeholder 12">
            <a:extLst>
              <a:ext uri="{FF2B5EF4-FFF2-40B4-BE49-F238E27FC236}">
                <a16:creationId xmlns:a16="http://schemas.microsoft.com/office/drawing/2014/main" xmlns="" id="{A5F86528-100B-394F-245D-BB6C50C4BA2C}"/>
              </a:ext>
            </a:extLst>
          </p:cNvPr>
          <p:cNvSpPr>
            <a:spLocks noGrp="1"/>
          </p:cNvSpPr>
          <p:nvPr>
            <p:ph type="pic" sz="quarter" idx="16"/>
          </p:nvPr>
        </p:nvSpPr>
        <p:spPr>
          <a:xfrm>
            <a:off x="6252994" y="2149886"/>
            <a:ext cx="2953512" cy="2959585"/>
          </a:xfrm>
          <a:solidFill>
            <a:schemeClr val="bg1">
              <a:lumMod val="50000"/>
              <a:lumOff val="50000"/>
            </a:schemeClr>
          </a:solidFill>
        </p:spPr>
        <p:txBody>
          <a:bodyPr/>
          <a:lstStyle/>
          <a:p>
            <a:r>
              <a:rPr lang="en-US"/>
              <a:t>Click icon to add picture</a:t>
            </a:r>
          </a:p>
        </p:txBody>
      </p:sp>
      <p:sp>
        <p:nvSpPr>
          <p:cNvPr id="16" name="Picture Placeholder 12">
            <a:extLst>
              <a:ext uri="{FF2B5EF4-FFF2-40B4-BE49-F238E27FC236}">
                <a16:creationId xmlns:a16="http://schemas.microsoft.com/office/drawing/2014/main" xmlns="" id="{F4212F00-26F9-885F-580A-F8C386D648DD}"/>
              </a:ext>
            </a:extLst>
          </p:cNvPr>
          <p:cNvSpPr>
            <a:spLocks noGrp="1"/>
          </p:cNvSpPr>
          <p:nvPr>
            <p:ph type="pic" sz="quarter" idx="17"/>
          </p:nvPr>
        </p:nvSpPr>
        <p:spPr>
          <a:xfrm>
            <a:off x="9512725" y="2149886"/>
            <a:ext cx="2953512" cy="2959585"/>
          </a:xfr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410956709"/>
      </p:ext>
    </p:extLst>
  </p:cSld>
  <p:clrMapOvr>
    <a:overrideClrMapping bg1="lt1" tx1="dk1" bg2="lt2" tx2="dk2" accent1="accent1" accent2="accent2" accent3="accent3" accent4="accent4" accent5="accent5" accent6="accent6" hlink="hlink" folHlink="folHlink"/>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Case, Social Media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40144357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9341"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6250327" y="460374"/>
            <a:ext cx="3473111" cy="1006475"/>
          </a:xfrm>
        </p:spPr>
        <p:txBody>
          <a:bodyPr/>
          <a:lstStyle>
            <a:lvl1pPr>
              <a:defRPr b="1"/>
            </a:lvl1pPr>
            <a:lvl2pPr marL="0" indent="0">
              <a:spcBef>
                <a:spcPts val="0"/>
              </a:spcBef>
              <a:buNone/>
              <a:defRPr>
                <a:solidFill>
                  <a:srgbClr val="8E867E"/>
                </a:solidFill>
              </a:defRPr>
            </a:lvl2pPr>
          </a:lstStyle>
          <a:p>
            <a:pPr lvl="0"/>
            <a:r>
              <a:rPr lang="en-US"/>
              <a:t>Click to edit Master text styles</a:t>
            </a:r>
          </a:p>
          <a:p>
            <a:pPr lvl="1"/>
            <a:r>
              <a:rPr lang="en-US"/>
              <a:t>Second level</a:t>
            </a:r>
          </a:p>
        </p:txBody>
      </p:sp>
      <p:pic>
        <p:nvPicPr>
          <p:cNvPr id="6" name="Graphic 5">
            <a:extLst>
              <a:ext uri="{FF2B5EF4-FFF2-40B4-BE49-F238E27FC236}">
                <a16:creationId xmlns:a16="http://schemas.microsoft.com/office/drawing/2014/main" xmlns="" id="{25E49CCA-F737-5786-8174-B0564AEC1647}"/>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2989882" y="1768474"/>
            <a:ext cx="2956893" cy="3721608"/>
          </a:xfrm>
          <a:prstGeom prst="rect">
            <a:avLst/>
          </a:prstGeom>
        </p:spPr>
      </p:pic>
      <p:pic>
        <p:nvPicPr>
          <p:cNvPr id="8" name="Graphic 7">
            <a:extLst>
              <a:ext uri="{FF2B5EF4-FFF2-40B4-BE49-F238E27FC236}">
                <a16:creationId xmlns:a16="http://schemas.microsoft.com/office/drawing/2014/main" xmlns="" id="{226AC344-E1CE-70B2-B97E-30637E49AB07}"/>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6249613" y="1768474"/>
            <a:ext cx="2956893" cy="3721608"/>
          </a:xfrm>
          <a:prstGeom prst="rect">
            <a:avLst/>
          </a:prstGeom>
        </p:spPr>
      </p:pic>
      <p:pic>
        <p:nvPicPr>
          <p:cNvPr id="9" name="Graphic 8">
            <a:extLst>
              <a:ext uri="{FF2B5EF4-FFF2-40B4-BE49-F238E27FC236}">
                <a16:creationId xmlns:a16="http://schemas.microsoft.com/office/drawing/2014/main" xmlns="" id="{FCEB8D3E-A5C6-310F-74E2-78E550DF1E71}"/>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269850" y="1768474"/>
            <a:ext cx="2956893" cy="3721608"/>
          </a:xfrm>
          <a:prstGeom prst="rect">
            <a:avLst/>
          </a:prstGeom>
        </p:spPr>
      </p:pic>
      <p:pic>
        <p:nvPicPr>
          <p:cNvPr id="10" name="Graphic 9">
            <a:extLst>
              <a:ext uri="{FF2B5EF4-FFF2-40B4-BE49-F238E27FC236}">
                <a16:creationId xmlns:a16="http://schemas.microsoft.com/office/drawing/2014/main" xmlns="" id="{47F66854-B8B3-FA25-DFD9-036CBFA383D7}"/>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9509344" y="1768474"/>
            <a:ext cx="2956893" cy="3721608"/>
          </a:xfrm>
          <a:prstGeom prst="rect">
            <a:avLst/>
          </a:prstGeom>
        </p:spPr>
      </p:pic>
      <p:sp>
        <p:nvSpPr>
          <p:cNvPr id="13" name="Picture Placeholder 12">
            <a:extLst>
              <a:ext uri="{FF2B5EF4-FFF2-40B4-BE49-F238E27FC236}">
                <a16:creationId xmlns:a16="http://schemas.microsoft.com/office/drawing/2014/main" xmlns="" id="{52B67BAC-F68E-DD3A-DCA7-6CDA13093294}"/>
              </a:ext>
            </a:extLst>
          </p:cNvPr>
          <p:cNvSpPr>
            <a:spLocks noGrp="1"/>
          </p:cNvSpPr>
          <p:nvPr>
            <p:ph type="pic" sz="quarter" idx="14"/>
          </p:nvPr>
        </p:nvSpPr>
        <p:spPr>
          <a:xfrm>
            <a:off x="-266469" y="2149886"/>
            <a:ext cx="2953512" cy="2959585"/>
          </a:xfrm>
          <a:solidFill>
            <a:schemeClr val="bg1">
              <a:lumMod val="50000"/>
              <a:lumOff val="50000"/>
            </a:schemeClr>
          </a:solidFill>
        </p:spPr>
        <p:txBody>
          <a:bodyPr/>
          <a:lstStyle/>
          <a:p>
            <a:r>
              <a:rPr lang="en-US"/>
              <a:t>Click icon to add picture</a:t>
            </a:r>
          </a:p>
        </p:txBody>
      </p:sp>
      <p:sp>
        <p:nvSpPr>
          <p:cNvPr id="14" name="Picture Placeholder 12">
            <a:extLst>
              <a:ext uri="{FF2B5EF4-FFF2-40B4-BE49-F238E27FC236}">
                <a16:creationId xmlns:a16="http://schemas.microsoft.com/office/drawing/2014/main" xmlns="" id="{92A6E3AA-4010-F3C8-DB6D-5D6BAC94EDD3}"/>
              </a:ext>
            </a:extLst>
          </p:cNvPr>
          <p:cNvSpPr>
            <a:spLocks noGrp="1"/>
          </p:cNvSpPr>
          <p:nvPr>
            <p:ph type="pic" sz="quarter" idx="15"/>
          </p:nvPr>
        </p:nvSpPr>
        <p:spPr>
          <a:xfrm>
            <a:off x="2993263" y="2149886"/>
            <a:ext cx="2953512" cy="2959585"/>
          </a:xfrm>
          <a:solidFill>
            <a:schemeClr val="bg1">
              <a:lumMod val="50000"/>
              <a:lumOff val="50000"/>
            </a:schemeClr>
          </a:solidFill>
        </p:spPr>
        <p:txBody>
          <a:bodyPr/>
          <a:lstStyle/>
          <a:p>
            <a:r>
              <a:rPr lang="en-US"/>
              <a:t>Click icon to add picture</a:t>
            </a:r>
          </a:p>
        </p:txBody>
      </p:sp>
      <p:sp>
        <p:nvSpPr>
          <p:cNvPr id="15" name="Picture Placeholder 12">
            <a:extLst>
              <a:ext uri="{FF2B5EF4-FFF2-40B4-BE49-F238E27FC236}">
                <a16:creationId xmlns:a16="http://schemas.microsoft.com/office/drawing/2014/main" xmlns="" id="{A5F86528-100B-394F-245D-BB6C50C4BA2C}"/>
              </a:ext>
            </a:extLst>
          </p:cNvPr>
          <p:cNvSpPr>
            <a:spLocks noGrp="1"/>
          </p:cNvSpPr>
          <p:nvPr>
            <p:ph type="pic" sz="quarter" idx="16"/>
          </p:nvPr>
        </p:nvSpPr>
        <p:spPr>
          <a:xfrm>
            <a:off x="6252994" y="2149886"/>
            <a:ext cx="2953512" cy="2959585"/>
          </a:xfrm>
          <a:solidFill>
            <a:schemeClr val="bg1">
              <a:lumMod val="50000"/>
              <a:lumOff val="50000"/>
            </a:schemeClr>
          </a:solidFill>
        </p:spPr>
        <p:txBody>
          <a:bodyPr/>
          <a:lstStyle/>
          <a:p>
            <a:r>
              <a:rPr lang="en-US"/>
              <a:t>Click icon to add picture</a:t>
            </a:r>
          </a:p>
        </p:txBody>
      </p:sp>
      <p:sp>
        <p:nvSpPr>
          <p:cNvPr id="16" name="Picture Placeholder 12">
            <a:extLst>
              <a:ext uri="{FF2B5EF4-FFF2-40B4-BE49-F238E27FC236}">
                <a16:creationId xmlns:a16="http://schemas.microsoft.com/office/drawing/2014/main" xmlns="" id="{F4212F00-26F9-885F-580A-F8C386D648DD}"/>
              </a:ext>
            </a:extLst>
          </p:cNvPr>
          <p:cNvSpPr>
            <a:spLocks noGrp="1"/>
          </p:cNvSpPr>
          <p:nvPr>
            <p:ph type="pic" sz="quarter" idx="17"/>
          </p:nvPr>
        </p:nvSpPr>
        <p:spPr>
          <a:xfrm>
            <a:off x="9512725" y="2149886"/>
            <a:ext cx="2953512" cy="2959585"/>
          </a:xfr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673249528"/>
      </p:ext>
    </p:extLst>
  </p:cSld>
  <p:clrMapOvr>
    <a:overrideClrMapping bg1="dk1" tx1="lt1" bg2="dk2" tx2="lt2" accent1="accent1" accent2="accent2" accent3="accent3" accent4="accent4" accent5="accent5" accent6="accent6" hlink="hlink" folHlink="folHlink"/>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0365"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3213838" y="1305349"/>
            <a:ext cx="5764335" cy="4247317"/>
          </a:xfrm>
          <a:prstGeom prst="rect">
            <a:avLst/>
          </a:prstGeom>
          <a:noFill/>
        </p:spPr>
        <p:txBody>
          <a:bodyPr wrap="none" lIns="0" tIns="0" rIns="0" bIns="0" rtlCol="0" anchor="ctr">
            <a:spAutoFit/>
          </a:bodyPr>
          <a:lstStyle/>
          <a:p>
            <a:pPr algn="ctr"/>
            <a:r>
              <a:rPr lang="en-US" sz="13800"/>
              <a:t>Agenda</a:t>
            </a:r>
          </a:p>
          <a:p>
            <a:pPr algn="ctr"/>
            <a:r>
              <a:rPr lang="en-US" sz="13800"/>
              <a:t>layouts</a:t>
            </a:r>
          </a:p>
        </p:txBody>
      </p:sp>
    </p:spTree>
    <p:extLst>
      <p:ext uri="{BB962C8B-B14F-4D97-AF65-F5344CB8AC3E}">
        <p14:creationId xmlns:p14="http://schemas.microsoft.com/office/powerpoint/2010/main" val="1990656230"/>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43017E1-5C50-A1AB-8360-416C697FA071}"/>
              </a:ext>
            </a:extLst>
          </p:cNvPr>
          <p:cNvGraphicFramePr>
            <a:graphicFrameLocks noChangeAspect="1"/>
          </p:cNvGraphicFramePr>
          <p:nvPr userDrawn="1">
            <p:custDataLst>
              <p:tags r:id="rId2"/>
            </p:custDataLst>
            <p:extLst>
              <p:ext uri="{D42A27DB-BD31-4B8C-83A1-F6EECF244321}">
                <p14:modId xmlns:p14="http://schemas.microsoft.com/office/powerpoint/2010/main" val="4234032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1389"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243017E1-5C50-A1AB-8360-416C697FA07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Rectangle 15">
            <a:extLst>
              <a:ext uri="{FF2B5EF4-FFF2-40B4-BE49-F238E27FC236}">
                <a16:creationId xmlns:a16="http://schemas.microsoft.com/office/drawing/2014/main" xmlns="" id="{33889F7A-DE98-F358-02C5-D65EB1DD488E}"/>
              </a:ext>
            </a:extLst>
          </p:cNvPr>
          <p:cNvSpPr>
            <a:spLocks noGrp="1" noRot="1" noMove="1" noResize="1" noEditPoints="1" noAdjustHandles="1" noChangeArrowheads="1" noChangeShapeType="1"/>
          </p:cNvSpPr>
          <p:nvPr userDrawn="1"/>
        </p:nvSpPr>
        <p:spPr>
          <a:xfrm>
            <a:off x="5946775" y="409575"/>
            <a:ext cx="5838381" cy="5991733"/>
          </a:xfrm>
          <a:prstGeom prst="rect">
            <a:avLst/>
          </a:prstGeom>
          <a:solidFill>
            <a:srgbClr val="F5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EC5F68A8-0C58-24DF-315E-5F7C105CEFD9}"/>
              </a:ext>
            </a:extLst>
          </p:cNvPr>
          <p:cNvSpPr>
            <a:spLocks noGrp="1"/>
          </p:cNvSpPr>
          <p:nvPr>
            <p:ph type="title" hasCustomPrompt="1"/>
          </p:nvPr>
        </p:nvSpPr>
        <p:spPr>
          <a:xfrm>
            <a:off x="565149" y="460375"/>
            <a:ext cx="3479801" cy="2514600"/>
          </a:xfrm>
        </p:spPr>
        <p:txBody>
          <a:bodyPr vert="horz"/>
          <a:lstStyle>
            <a:lvl1pPr>
              <a:defRPr sz="4800"/>
            </a:lvl1pPr>
          </a:lstStyle>
          <a:p>
            <a:r>
              <a:rPr lang="en-US"/>
              <a:t>Agenda title</a:t>
            </a:r>
          </a:p>
        </p:txBody>
      </p:sp>
      <p:sp>
        <p:nvSpPr>
          <p:cNvPr id="17" name="Text Placeholder 11">
            <a:extLst>
              <a:ext uri="{FF2B5EF4-FFF2-40B4-BE49-F238E27FC236}">
                <a16:creationId xmlns:a16="http://schemas.microsoft.com/office/drawing/2014/main" xmlns="" id="{E734E431-CF7E-DBDA-44CF-DF97B6F2F634}"/>
              </a:ext>
            </a:extLst>
          </p:cNvPr>
          <p:cNvSpPr>
            <a:spLocks noGrp="1"/>
          </p:cNvSpPr>
          <p:nvPr>
            <p:ph type="body" sz="quarter" idx="12" hasCustomPrompt="1"/>
          </p:nvPr>
        </p:nvSpPr>
        <p:spPr>
          <a:xfrm>
            <a:off x="6248400" y="558800"/>
            <a:ext cx="5383213" cy="5142992"/>
          </a:xfrm>
        </p:spPr>
        <p:txBody>
          <a:bodyPr/>
          <a:lstStyle>
            <a:lvl1pPr marL="0" indent="0">
              <a:spcBef>
                <a:spcPts val="0"/>
              </a:spcBef>
              <a:spcAft>
                <a:spcPts val="600"/>
              </a:spcAft>
              <a:tabLst>
                <a:tab pos="1879600" algn="l"/>
                <a:tab pos="2508250" algn="l"/>
              </a:tabLst>
              <a:defRPr sz="1600">
                <a:solidFill>
                  <a:schemeClr val="tx1"/>
                </a:solidFill>
                <a:latin typeface="+mn-lt"/>
              </a:defRPr>
            </a:lvl1pPr>
            <a:lvl2pPr marL="2514600" indent="-628650">
              <a:spcBef>
                <a:spcPts val="0"/>
              </a:spcBef>
              <a:spcAft>
                <a:spcPts val="600"/>
              </a:spcAft>
              <a:buNone/>
              <a:tabLst/>
              <a:defRPr sz="1600">
                <a:solidFill>
                  <a:schemeClr val="tx1"/>
                </a:solidFill>
                <a:latin typeface="+mn-lt"/>
              </a:defRPr>
            </a:lvl2pPr>
            <a:lvl3pPr marL="4763" indent="0">
              <a:spcBef>
                <a:spcPts val="0"/>
              </a:spcBef>
              <a:spcAft>
                <a:spcPts val="600"/>
              </a:spcAft>
              <a:buNone/>
              <a:tabLst>
                <a:tab pos="1879600" algn="l"/>
                <a:tab pos="2508250" algn="l"/>
              </a:tabLst>
              <a:defRPr sz="1600">
                <a:solidFill>
                  <a:srgbClr val="5E5751"/>
                </a:solidFill>
                <a:latin typeface="+mn-lt"/>
              </a:defRPr>
            </a:lvl3pPr>
            <a:lvl4pPr marL="2514600" indent="-628650">
              <a:spcBef>
                <a:spcPts val="0"/>
              </a:spcBef>
              <a:spcAft>
                <a:spcPts val="600"/>
              </a:spcAft>
              <a:buNone/>
              <a:tabLst/>
              <a:defRPr sz="1600">
                <a:solidFill>
                  <a:srgbClr val="5E5751"/>
                </a:solidFill>
                <a:latin typeface="+mn-lt"/>
              </a:defRPr>
            </a:lvl4pPr>
            <a:lvl5pPr>
              <a:defRPr sz="1600"/>
            </a:lvl5pPr>
          </a:lstStyle>
          <a:p>
            <a:pPr lvl="0"/>
            <a:r>
              <a:rPr lang="en-US" dirty="0"/>
              <a:t>Phase ##	01	Use tabs to format </a:t>
            </a:r>
          </a:p>
          <a:p>
            <a:pPr lvl="1"/>
            <a:r>
              <a:rPr lang="en-US" dirty="0"/>
              <a:t>Second level</a:t>
            </a:r>
          </a:p>
          <a:p>
            <a:pPr lvl="2"/>
            <a:r>
              <a:rPr lang="en-US" dirty="0"/>
              <a:t>Phase ##	02	Use tabs to format</a:t>
            </a:r>
          </a:p>
          <a:p>
            <a:pPr lvl="3"/>
            <a:r>
              <a:rPr lang="en-US" dirty="0"/>
              <a:t>Fourth level</a:t>
            </a:r>
          </a:p>
        </p:txBody>
      </p:sp>
    </p:spTree>
    <p:extLst>
      <p:ext uri="{BB962C8B-B14F-4D97-AF65-F5344CB8AC3E}">
        <p14:creationId xmlns:p14="http://schemas.microsoft.com/office/powerpoint/2010/main" val="341871492"/>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Agenda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43017E1-5C50-A1AB-8360-416C697FA071}"/>
              </a:ext>
            </a:extLst>
          </p:cNvPr>
          <p:cNvGraphicFramePr>
            <a:graphicFrameLocks noChangeAspect="1"/>
          </p:cNvGraphicFramePr>
          <p:nvPr userDrawn="1">
            <p:custDataLst>
              <p:tags r:id="rId2"/>
            </p:custDataLst>
            <p:extLst>
              <p:ext uri="{D42A27DB-BD31-4B8C-83A1-F6EECF244321}">
                <p14:modId xmlns:p14="http://schemas.microsoft.com/office/powerpoint/2010/main" val="4234032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2413"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243017E1-5C50-A1AB-8360-416C697FA07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Rectangle 15">
            <a:extLst>
              <a:ext uri="{FF2B5EF4-FFF2-40B4-BE49-F238E27FC236}">
                <a16:creationId xmlns:a16="http://schemas.microsoft.com/office/drawing/2014/main" xmlns="" id="{33889F7A-DE98-F358-02C5-D65EB1DD488E}"/>
              </a:ext>
            </a:extLst>
          </p:cNvPr>
          <p:cNvSpPr>
            <a:spLocks noGrp="1" noRot="1" noMove="1" noResize="1" noEditPoints="1" noAdjustHandles="1" noChangeArrowheads="1" noChangeShapeType="1"/>
          </p:cNvSpPr>
          <p:nvPr userDrawn="1"/>
        </p:nvSpPr>
        <p:spPr>
          <a:xfrm>
            <a:off x="5946775" y="409575"/>
            <a:ext cx="5838381" cy="5991733"/>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EC5F68A8-0C58-24DF-315E-5F7C105CEFD9}"/>
              </a:ext>
            </a:extLst>
          </p:cNvPr>
          <p:cNvSpPr>
            <a:spLocks noGrp="1"/>
          </p:cNvSpPr>
          <p:nvPr>
            <p:ph type="title" hasCustomPrompt="1"/>
          </p:nvPr>
        </p:nvSpPr>
        <p:spPr>
          <a:xfrm>
            <a:off x="565149" y="460375"/>
            <a:ext cx="3479801" cy="2514600"/>
          </a:xfrm>
        </p:spPr>
        <p:txBody>
          <a:bodyPr vert="horz"/>
          <a:lstStyle>
            <a:lvl1pPr>
              <a:defRPr sz="4800"/>
            </a:lvl1pPr>
          </a:lstStyle>
          <a:p>
            <a:r>
              <a:rPr lang="en-US"/>
              <a:t>Agenda title</a:t>
            </a:r>
          </a:p>
        </p:txBody>
      </p:sp>
      <p:sp>
        <p:nvSpPr>
          <p:cNvPr id="17" name="Text Placeholder 11">
            <a:extLst>
              <a:ext uri="{FF2B5EF4-FFF2-40B4-BE49-F238E27FC236}">
                <a16:creationId xmlns:a16="http://schemas.microsoft.com/office/drawing/2014/main" xmlns="" id="{E734E431-CF7E-DBDA-44CF-DF97B6F2F634}"/>
              </a:ext>
            </a:extLst>
          </p:cNvPr>
          <p:cNvSpPr>
            <a:spLocks noGrp="1"/>
          </p:cNvSpPr>
          <p:nvPr>
            <p:ph type="body" sz="quarter" idx="12" hasCustomPrompt="1"/>
          </p:nvPr>
        </p:nvSpPr>
        <p:spPr>
          <a:xfrm>
            <a:off x="6248400" y="558800"/>
            <a:ext cx="5383213" cy="5142992"/>
          </a:xfrm>
        </p:spPr>
        <p:txBody>
          <a:bodyPr/>
          <a:lstStyle>
            <a:lvl1pPr marL="0" indent="0">
              <a:spcBef>
                <a:spcPts val="0"/>
              </a:spcBef>
              <a:spcAft>
                <a:spcPts val="600"/>
              </a:spcAft>
              <a:tabLst>
                <a:tab pos="1879600" algn="l"/>
                <a:tab pos="2508250" algn="l"/>
              </a:tabLst>
              <a:defRPr sz="1600">
                <a:solidFill>
                  <a:schemeClr val="tx1"/>
                </a:solidFill>
                <a:latin typeface="+mn-lt"/>
              </a:defRPr>
            </a:lvl1pPr>
            <a:lvl2pPr marL="2514600" indent="-628650">
              <a:spcBef>
                <a:spcPts val="0"/>
              </a:spcBef>
              <a:spcAft>
                <a:spcPts val="600"/>
              </a:spcAft>
              <a:buNone/>
              <a:tabLst/>
              <a:defRPr sz="1600">
                <a:solidFill>
                  <a:schemeClr val="tx1"/>
                </a:solidFill>
                <a:latin typeface="+mn-lt"/>
              </a:defRPr>
            </a:lvl2pPr>
            <a:lvl3pPr marL="4763" indent="0">
              <a:spcBef>
                <a:spcPts val="0"/>
              </a:spcBef>
              <a:spcAft>
                <a:spcPts val="600"/>
              </a:spcAft>
              <a:buNone/>
              <a:tabLst>
                <a:tab pos="1879600" algn="l"/>
                <a:tab pos="2508250" algn="l"/>
              </a:tabLst>
              <a:defRPr sz="1600">
                <a:solidFill>
                  <a:srgbClr val="BEB4AA"/>
                </a:solidFill>
                <a:latin typeface="+mn-lt"/>
              </a:defRPr>
            </a:lvl3pPr>
            <a:lvl4pPr marL="2514600" indent="-628650">
              <a:spcBef>
                <a:spcPts val="0"/>
              </a:spcBef>
              <a:spcAft>
                <a:spcPts val="600"/>
              </a:spcAft>
              <a:buNone/>
              <a:tabLst/>
              <a:defRPr sz="1600">
                <a:solidFill>
                  <a:srgbClr val="BEB4AA"/>
                </a:solidFill>
                <a:latin typeface="+mn-lt"/>
              </a:defRPr>
            </a:lvl4pPr>
            <a:lvl5pPr>
              <a:defRPr sz="1600"/>
            </a:lvl5pPr>
          </a:lstStyle>
          <a:p>
            <a:pPr lvl="0"/>
            <a:r>
              <a:rPr lang="en-US" dirty="0"/>
              <a:t>Phase ##	01	Use tabs to format </a:t>
            </a:r>
          </a:p>
          <a:p>
            <a:pPr lvl="1"/>
            <a:r>
              <a:rPr lang="en-US" dirty="0"/>
              <a:t>Second level</a:t>
            </a:r>
          </a:p>
          <a:p>
            <a:pPr lvl="2"/>
            <a:r>
              <a:rPr lang="en-US" dirty="0"/>
              <a:t>Phase ##	02	Use tabs to format</a:t>
            </a:r>
          </a:p>
          <a:p>
            <a:pPr lvl="3"/>
            <a:r>
              <a:rPr lang="en-US" dirty="0"/>
              <a:t>Fourth level</a:t>
            </a:r>
          </a:p>
        </p:txBody>
      </p:sp>
    </p:spTree>
    <p:extLst>
      <p:ext uri="{BB962C8B-B14F-4D97-AF65-F5344CB8AC3E}">
        <p14:creationId xmlns:p14="http://schemas.microsoft.com/office/powerpoint/2010/main" val="598100926"/>
      </p:ext>
    </p:extLst>
  </p:cSld>
  <p:clrMapOvr>
    <a:overrideClrMapping bg1="dk1" tx1="lt1" bg2="dk2" tx2="lt2" accent1="accent1" accent2="accent2" accent3="accent3" accent4="accent4" accent5="accent5" accent6="accent6" hlink="hlink" folHlink="folHlink"/>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Agenda, tab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6FD185B2-CA96-F547-FFF0-7838243B1A2A}"/>
              </a:ext>
            </a:extLst>
          </p:cNvPr>
          <p:cNvGraphicFramePr>
            <a:graphicFrameLocks noChangeAspect="1"/>
          </p:cNvGraphicFramePr>
          <p:nvPr userDrawn="1">
            <p:custDataLst>
              <p:tags r:id="rId2"/>
            </p:custDataLst>
            <p:extLst>
              <p:ext uri="{D42A27DB-BD31-4B8C-83A1-F6EECF244321}">
                <p14:modId xmlns:p14="http://schemas.microsoft.com/office/powerpoint/2010/main" val="26076848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3437"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6FD185B2-CA96-F547-FFF0-7838243B1A2A}"/>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D11BFDB8-62FD-B783-90CD-5011EC3F9DB0}"/>
              </a:ext>
            </a:extLst>
          </p:cNvPr>
          <p:cNvSpPr>
            <a:spLocks noGrp="1"/>
          </p:cNvSpPr>
          <p:nvPr>
            <p:ph type="title" hasCustomPrompt="1"/>
          </p:nvPr>
        </p:nvSpPr>
        <p:spPr/>
        <p:txBody>
          <a:bodyPr vert="horz"/>
          <a:lstStyle>
            <a:lvl1pPr>
              <a:defRPr sz="4800"/>
            </a:lvl1pPr>
          </a:lstStyle>
          <a:p>
            <a:r>
              <a:rPr lang="en-US"/>
              <a:t>Agenda title</a:t>
            </a:r>
          </a:p>
        </p:txBody>
      </p:sp>
      <p:sp>
        <p:nvSpPr>
          <p:cNvPr id="12" name="Table Placeholder 11">
            <a:extLst>
              <a:ext uri="{FF2B5EF4-FFF2-40B4-BE49-F238E27FC236}">
                <a16:creationId xmlns:a16="http://schemas.microsoft.com/office/drawing/2014/main" xmlns="" id="{8C62C179-ADF8-3E0D-22F0-94F67DB4CB1E}"/>
              </a:ext>
            </a:extLst>
          </p:cNvPr>
          <p:cNvSpPr>
            <a:spLocks noGrp="1"/>
          </p:cNvSpPr>
          <p:nvPr>
            <p:ph type="tbl" sz="quarter" idx="12"/>
          </p:nvPr>
        </p:nvSpPr>
        <p:spPr>
          <a:xfrm>
            <a:off x="565150" y="1466850"/>
            <a:ext cx="11066463" cy="4981575"/>
          </a:xfrm>
        </p:spPr>
        <p:txBody>
          <a:bodyPr/>
          <a:lstStyle/>
          <a:p>
            <a:r>
              <a:rPr lang="en-US"/>
              <a:t>Click icon to add table</a:t>
            </a:r>
          </a:p>
        </p:txBody>
      </p:sp>
    </p:spTree>
    <p:extLst>
      <p:ext uri="{BB962C8B-B14F-4D97-AF65-F5344CB8AC3E}">
        <p14:creationId xmlns:p14="http://schemas.microsoft.com/office/powerpoint/2010/main" val="817438519"/>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Agenda, table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6FD185B2-CA96-F547-FFF0-7838243B1A2A}"/>
              </a:ext>
            </a:extLst>
          </p:cNvPr>
          <p:cNvGraphicFramePr>
            <a:graphicFrameLocks noChangeAspect="1"/>
          </p:cNvGraphicFramePr>
          <p:nvPr userDrawn="1">
            <p:custDataLst>
              <p:tags r:id="rId2"/>
            </p:custDataLst>
            <p:extLst>
              <p:ext uri="{D42A27DB-BD31-4B8C-83A1-F6EECF244321}">
                <p14:modId xmlns:p14="http://schemas.microsoft.com/office/powerpoint/2010/main" val="26076848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4461"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6FD185B2-CA96-F547-FFF0-7838243B1A2A}"/>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D11BFDB8-62FD-B783-90CD-5011EC3F9DB0}"/>
              </a:ext>
            </a:extLst>
          </p:cNvPr>
          <p:cNvSpPr>
            <a:spLocks noGrp="1"/>
          </p:cNvSpPr>
          <p:nvPr>
            <p:ph type="title" hasCustomPrompt="1"/>
          </p:nvPr>
        </p:nvSpPr>
        <p:spPr/>
        <p:txBody>
          <a:bodyPr vert="horz"/>
          <a:lstStyle>
            <a:lvl1pPr>
              <a:defRPr sz="4800"/>
            </a:lvl1pPr>
          </a:lstStyle>
          <a:p>
            <a:r>
              <a:rPr lang="en-US"/>
              <a:t>Agenda title</a:t>
            </a:r>
          </a:p>
        </p:txBody>
      </p:sp>
      <p:sp>
        <p:nvSpPr>
          <p:cNvPr id="12" name="Table Placeholder 11">
            <a:extLst>
              <a:ext uri="{FF2B5EF4-FFF2-40B4-BE49-F238E27FC236}">
                <a16:creationId xmlns:a16="http://schemas.microsoft.com/office/drawing/2014/main" xmlns="" id="{8C62C179-ADF8-3E0D-22F0-94F67DB4CB1E}"/>
              </a:ext>
            </a:extLst>
          </p:cNvPr>
          <p:cNvSpPr>
            <a:spLocks noGrp="1"/>
          </p:cNvSpPr>
          <p:nvPr>
            <p:ph type="tbl" sz="quarter" idx="12"/>
          </p:nvPr>
        </p:nvSpPr>
        <p:spPr>
          <a:xfrm>
            <a:off x="565150" y="1466850"/>
            <a:ext cx="11066463" cy="4981575"/>
          </a:xfrm>
        </p:spPr>
        <p:txBody>
          <a:bodyPr/>
          <a:lstStyle/>
          <a:p>
            <a:r>
              <a:rPr lang="en-US"/>
              <a:t>Click icon to add table</a:t>
            </a:r>
          </a:p>
        </p:txBody>
      </p:sp>
    </p:spTree>
    <p:extLst>
      <p:ext uri="{BB962C8B-B14F-4D97-AF65-F5344CB8AC3E}">
        <p14:creationId xmlns:p14="http://schemas.microsoft.com/office/powerpoint/2010/main" val="2519235016"/>
      </p:ext>
    </p:extLst>
  </p:cSld>
  <p:clrMapOvr>
    <a:overrideClrMapping bg1="dk1" tx1="lt1" bg2="dk2" tx2="lt2" accent1="accent1" accent2="accent2" accent3="accent3" accent4="accent4" accent5="accent5" accent6="accent6" hlink="hlink" folHlink="folHlink"/>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5485"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2569560" y="1305349"/>
            <a:ext cx="7052893" cy="4247317"/>
          </a:xfrm>
          <a:prstGeom prst="rect">
            <a:avLst/>
          </a:prstGeom>
          <a:noFill/>
        </p:spPr>
        <p:txBody>
          <a:bodyPr wrap="none" lIns="0" tIns="0" rIns="0" bIns="0" rtlCol="0" anchor="ctr">
            <a:spAutoFit/>
          </a:bodyPr>
          <a:lstStyle/>
          <a:p>
            <a:pPr algn="ctr"/>
            <a:r>
              <a:rPr lang="en-US" sz="13800"/>
              <a:t>Speakers</a:t>
            </a:r>
          </a:p>
          <a:p>
            <a:pPr algn="ctr"/>
            <a:r>
              <a:rPr lang="en-US" sz="13800"/>
              <a:t>layouts</a:t>
            </a:r>
          </a:p>
        </p:txBody>
      </p:sp>
    </p:spTree>
    <p:extLst>
      <p:ext uri="{BB962C8B-B14F-4D97-AF65-F5344CB8AC3E}">
        <p14:creationId xmlns:p14="http://schemas.microsoft.com/office/powerpoint/2010/main" val="19722604"/>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Speaker, 1">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8558889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6509"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76254" y="1637435"/>
            <a:ext cx="2527309" cy="2553565"/>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3405188" y="1637434"/>
            <a:ext cx="2554626" cy="2553566"/>
          </a:xfrm>
        </p:spPr>
        <p:txBody>
          <a:bodyPr/>
          <a:lstStyle>
            <a:lvl1pPr>
              <a:spcBef>
                <a:spcPts val="0"/>
              </a:spcBef>
              <a:defRPr sz="2400" b="0"/>
            </a:lvl1pPr>
            <a:lvl2pPr marL="0" indent="0">
              <a:spcBef>
                <a:spcPts val="1200"/>
              </a:spcBef>
              <a:buNone/>
              <a:defRPr sz="2400">
                <a:solidFill>
                  <a:srgbClr val="5E5751"/>
                </a:solidFill>
              </a:defRPr>
            </a:lvl2pPr>
          </a:lstStyle>
          <a:p>
            <a:pPr lvl="0"/>
            <a:r>
              <a:rPr lang="en-US" err="1"/>
              <a:t>Firstname</a:t>
            </a:r>
            <a:r>
              <a:rPr lang="en-US"/>
              <a:t> Lastname</a:t>
            </a:r>
          </a:p>
          <a:p>
            <a:pPr lvl="1"/>
            <a:r>
              <a:rPr lang="en-US"/>
              <a:t>Job title</a:t>
            </a:r>
          </a:p>
        </p:txBody>
      </p:sp>
      <p:sp>
        <p:nvSpPr>
          <p:cNvPr id="13" name="Text Placeholder 9">
            <a:extLst>
              <a:ext uri="{FF2B5EF4-FFF2-40B4-BE49-F238E27FC236}">
                <a16:creationId xmlns:a16="http://schemas.microsoft.com/office/drawing/2014/main" xmlns="" id="{00076557-BFE9-5F8B-B4A1-ED0C0029638E}"/>
              </a:ext>
            </a:extLst>
          </p:cNvPr>
          <p:cNvSpPr>
            <a:spLocks noGrp="1"/>
          </p:cNvSpPr>
          <p:nvPr>
            <p:ph type="body" sz="quarter" idx="12" hasCustomPrompt="1"/>
          </p:nvPr>
        </p:nvSpPr>
        <p:spPr>
          <a:xfrm>
            <a:off x="6248400" y="1637435"/>
            <a:ext cx="3776663" cy="2553565"/>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Tree>
    <p:extLst>
      <p:ext uri="{BB962C8B-B14F-4D97-AF65-F5344CB8AC3E}">
        <p14:creationId xmlns:p14="http://schemas.microsoft.com/office/powerpoint/2010/main" val="908593213"/>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Speaker, 2">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268450165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7533"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64817" y="1637435"/>
            <a:ext cx="1564021" cy="1564021"/>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2428504" y="1637434"/>
            <a:ext cx="3517940" cy="1035916"/>
          </a:xfrm>
        </p:spPr>
        <p:txBody>
          <a:bodyPr/>
          <a:lstStyle>
            <a:lvl1pPr>
              <a:spcBef>
                <a:spcPts val="0"/>
              </a:spcBef>
              <a:defRPr sz="2400" b="0"/>
            </a:lvl1pPr>
            <a:lvl2pPr marL="0" indent="0">
              <a:spcBef>
                <a:spcPts val="0"/>
              </a:spcBef>
              <a:buNone/>
              <a:defRPr sz="24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a16="http://schemas.microsoft.com/office/drawing/2014/main" xmlns="" id="{5C63439D-4D82-6FC2-C60B-B16FE6C01A3A}"/>
              </a:ext>
            </a:extLst>
          </p:cNvPr>
          <p:cNvSpPr>
            <a:spLocks noGrp="1" noChangeAspect="1"/>
          </p:cNvSpPr>
          <p:nvPr>
            <p:ph type="pic" sz="quarter" idx="14"/>
          </p:nvPr>
        </p:nvSpPr>
        <p:spPr>
          <a:xfrm>
            <a:off x="6263986" y="1637435"/>
            <a:ext cx="1563976" cy="1563976"/>
          </a:xfrm>
          <a:solidFill>
            <a:srgbClr val="F5F0EB"/>
          </a:solidFill>
        </p:spPr>
        <p:txBody>
          <a:bodyPr/>
          <a:lstStyle/>
          <a:p>
            <a:r>
              <a:rPr lang="en-US"/>
              <a:t>Click icon to add picture</a:t>
            </a:r>
          </a:p>
        </p:txBody>
      </p:sp>
      <p:sp>
        <p:nvSpPr>
          <p:cNvPr id="5" name="Text Placeholder 11">
            <a:extLst>
              <a:ext uri="{FF2B5EF4-FFF2-40B4-BE49-F238E27FC236}">
                <a16:creationId xmlns:a16="http://schemas.microsoft.com/office/drawing/2014/main" xmlns="" id="{6AD321CB-1F7A-D001-14D9-8179640E93B5}"/>
              </a:ext>
            </a:extLst>
          </p:cNvPr>
          <p:cNvSpPr>
            <a:spLocks noGrp="1"/>
          </p:cNvSpPr>
          <p:nvPr>
            <p:ph type="body" sz="quarter" idx="15" hasCustomPrompt="1"/>
          </p:nvPr>
        </p:nvSpPr>
        <p:spPr>
          <a:xfrm>
            <a:off x="8129589" y="1637434"/>
            <a:ext cx="3516024" cy="1035916"/>
          </a:xfrm>
        </p:spPr>
        <p:txBody>
          <a:bodyPr/>
          <a:lstStyle>
            <a:lvl1pPr>
              <a:spcBef>
                <a:spcPts val="0"/>
              </a:spcBef>
              <a:defRPr sz="2400" b="0"/>
            </a:lvl1pPr>
            <a:lvl2pPr marL="0" indent="0">
              <a:spcBef>
                <a:spcPts val="0"/>
              </a:spcBef>
              <a:buNone/>
              <a:defRPr sz="2400">
                <a:solidFill>
                  <a:srgbClr val="5E5751"/>
                </a:solidFill>
              </a:defRPr>
            </a:lvl2pPr>
          </a:lstStyle>
          <a:p>
            <a:pPr lvl="0"/>
            <a:r>
              <a:rPr lang="en-US" err="1"/>
              <a:t>Firstname</a:t>
            </a:r>
            <a:r>
              <a:rPr lang="en-US"/>
              <a:t> Lastname</a:t>
            </a:r>
          </a:p>
          <a:p>
            <a:pPr lvl="1"/>
            <a:r>
              <a:rPr lang="en-US"/>
              <a:t>Job title</a:t>
            </a:r>
          </a:p>
        </p:txBody>
      </p:sp>
      <p:sp>
        <p:nvSpPr>
          <p:cNvPr id="9" name="Text Placeholder 9">
            <a:extLst>
              <a:ext uri="{FF2B5EF4-FFF2-40B4-BE49-F238E27FC236}">
                <a16:creationId xmlns:a16="http://schemas.microsoft.com/office/drawing/2014/main" xmlns="" id="{43A263B2-272B-44F1-9D39-AEA893A1C856}"/>
              </a:ext>
            </a:extLst>
          </p:cNvPr>
          <p:cNvSpPr>
            <a:spLocks noGrp="1"/>
          </p:cNvSpPr>
          <p:nvPr>
            <p:ph type="body" sz="quarter" idx="12" hasCustomPrompt="1"/>
          </p:nvPr>
        </p:nvSpPr>
        <p:spPr>
          <a:xfrm>
            <a:off x="2428504" y="2974975"/>
            <a:ext cx="3517940" cy="2670047"/>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
        <p:nvSpPr>
          <p:cNvPr id="12" name="Text Placeholder 9">
            <a:extLst>
              <a:ext uri="{FF2B5EF4-FFF2-40B4-BE49-F238E27FC236}">
                <a16:creationId xmlns:a16="http://schemas.microsoft.com/office/drawing/2014/main" xmlns="" id="{061D7D79-B6DD-C3D3-D30D-2056D760FFAA}"/>
              </a:ext>
            </a:extLst>
          </p:cNvPr>
          <p:cNvSpPr>
            <a:spLocks noGrp="1"/>
          </p:cNvSpPr>
          <p:nvPr>
            <p:ph type="body" sz="quarter" idx="16" hasCustomPrompt="1"/>
          </p:nvPr>
        </p:nvSpPr>
        <p:spPr>
          <a:xfrm>
            <a:off x="8122427" y="2974975"/>
            <a:ext cx="3517939" cy="2670047"/>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Tree>
    <p:extLst>
      <p:ext uri="{BB962C8B-B14F-4D97-AF65-F5344CB8AC3E}">
        <p14:creationId xmlns:p14="http://schemas.microsoft.com/office/powerpoint/2010/main" val="3204841962"/>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Speaker, 3">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64997887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8557"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65149" y="1637435"/>
            <a:ext cx="2514600" cy="2514600"/>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56514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a16="http://schemas.microsoft.com/office/drawing/2014/main" xmlns="" id="{5C63439D-4D82-6FC2-C60B-B16FE6C01A3A}"/>
              </a:ext>
            </a:extLst>
          </p:cNvPr>
          <p:cNvSpPr>
            <a:spLocks noGrp="1" noChangeAspect="1"/>
          </p:cNvSpPr>
          <p:nvPr>
            <p:ph type="pic" sz="quarter" idx="14"/>
          </p:nvPr>
        </p:nvSpPr>
        <p:spPr>
          <a:xfrm>
            <a:off x="4349799" y="1637435"/>
            <a:ext cx="2511552" cy="2511552"/>
          </a:xfrm>
          <a:solidFill>
            <a:srgbClr val="F5F0EB"/>
          </a:solidFill>
        </p:spPr>
        <p:txBody>
          <a:bodyPr/>
          <a:lstStyle/>
          <a:p>
            <a:r>
              <a:rPr lang="en-US"/>
              <a:t>Click icon to add picture</a:t>
            </a:r>
          </a:p>
        </p:txBody>
      </p:sp>
      <p:sp>
        <p:nvSpPr>
          <p:cNvPr id="5" name="Text Placeholder 11">
            <a:extLst>
              <a:ext uri="{FF2B5EF4-FFF2-40B4-BE49-F238E27FC236}">
                <a16:creationId xmlns:a16="http://schemas.microsoft.com/office/drawing/2014/main" xmlns="" id="{6AD321CB-1F7A-D001-14D9-8179640E93B5}"/>
              </a:ext>
            </a:extLst>
          </p:cNvPr>
          <p:cNvSpPr>
            <a:spLocks noGrp="1"/>
          </p:cNvSpPr>
          <p:nvPr>
            <p:ph type="body" sz="quarter" idx="15" hasCustomPrompt="1"/>
          </p:nvPr>
        </p:nvSpPr>
        <p:spPr>
          <a:xfrm>
            <a:off x="434979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a16="http://schemas.microsoft.com/office/drawing/2014/main" xmlns="" id="{7EBD53F4-AA15-026E-C06F-BFCDCD680F32}"/>
              </a:ext>
            </a:extLst>
          </p:cNvPr>
          <p:cNvSpPr>
            <a:spLocks noGrp="1" noChangeAspect="1"/>
          </p:cNvSpPr>
          <p:nvPr>
            <p:ph type="pic" sz="quarter" idx="16"/>
          </p:nvPr>
        </p:nvSpPr>
        <p:spPr>
          <a:xfrm>
            <a:off x="8143458" y="1637434"/>
            <a:ext cx="2511551" cy="2511551"/>
          </a:xfrm>
          <a:solidFill>
            <a:srgbClr val="F5F0EB"/>
          </a:solidFill>
        </p:spPr>
        <p:txBody>
          <a:bodyPr/>
          <a:lstStyle/>
          <a:p>
            <a:r>
              <a:rPr lang="en-US"/>
              <a:t>Click icon to add picture</a:t>
            </a:r>
          </a:p>
        </p:txBody>
      </p:sp>
      <p:sp>
        <p:nvSpPr>
          <p:cNvPr id="20" name="Text Placeholder 11">
            <a:extLst>
              <a:ext uri="{FF2B5EF4-FFF2-40B4-BE49-F238E27FC236}">
                <a16:creationId xmlns:a16="http://schemas.microsoft.com/office/drawing/2014/main" xmlns="" id="{B6945004-3FBB-EB03-5646-97F9F63ABEAD}"/>
              </a:ext>
            </a:extLst>
          </p:cNvPr>
          <p:cNvSpPr>
            <a:spLocks noGrp="1"/>
          </p:cNvSpPr>
          <p:nvPr>
            <p:ph type="body" sz="quarter" idx="17" hasCustomPrompt="1"/>
          </p:nvPr>
        </p:nvSpPr>
        <p:spPr>
          <a:xfrm>
            <a:off x="814345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1852783036"/>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Speaker, 4">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64997887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9581"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65149" y="1637435"/>
            <a:ext cx="2514600" cy="2514600"/>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565149"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a16="http://schemas.microsoft.com/office/drawing/2014/main" xmlns="" id="{5C63439D-4D82-6FC2-C60B-B16FE6C01A3A}"/>
              </a:ext>
            </a:extLst>
          </p:cNvPr>
          <p:cNvSpPr>
            <a:spLocks noGrp="1" noChangeAspect="1"/>
          </p:cNvSpPr>
          <p:nvPr>
            <p:ph type="pic" sz="quarter" idx="14"/>
          </p:nvPr>
        </p:nvSpPr>
        <p:spPr>
          <a:xfrm>
            <a:off x="3412998" y="1637435"/>
            <a:ext cx="2514600" cy="2514600"/>
          </a:xfrm>
          <a:solidFill>
            <a:srgbClr val="F5F0EB"/>
          </a:solidFill>
        </p:spPr>
        <p:txBody>
          <a:bodyPr/>
          <a:lstStyle/>
          <a:p>
            <a:r>
              <a:rPr lang="en-US"/>
              <a:t>Click icon to add picture</a:t>
            </a:r>
          </a:p>
        </p:txBody>
      </p:sp>
      <p:sp>
        <p:nvSpPr>
          <p:cNvPr id="5" name="Text Placeholder 11">
            <a:extLst>
              <a:ext uri="{FF2B5EF4-FFF2-40B4-BE49-F238E27FC236}">
                <a16:creationId xmlns:a16="http://schemas.microsoft.com/office/drawing/2014/main" xmlns="" id="{6AD321CB-1F7A-D001-14D9-8179640E93B5}"/>
              </a:ext>
            </a:extLst>
          </p:cNvPr>
          <p:cNvSpPr>
            <a:spLocks noGrp="1"/>
          </p:cNvSpPr>
          <p:nvPr>
            <p:ph type="body" sz="quarter" idx="15" hasCustomPrompt="1"/>
          </p:nvPr>
        </p:nvSpPr>
        <p:spPr>
          <a:xfrm>
            <a:off x="3412998"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a16="http://schemas.microsoft.com/office/drawing/2014/main" xmlns="" id="{7EBD53F4-AA15-026E-C06F-BFCDCD680F32}"/>
              </a:ext>
            </a:extLst>
          </p:cNvPr>
          <p:cNvSpPr>
            <a:spLocks noGrp="1" noChangeAspect="1"/>
          </p:cNvSpPr>
          <p:nvPr>
            <p:ph type="pic" sz="quarter" idx="16"/>
          </p:nvPr>
        </p:nvSpPr>
        <p:spPr>
          <a:xfrm>
            <a:off x="6256365" y="1637435"/>
            <a:ext cx="2514600" cy="2514600"/>
          </a:xfrm>
          <a:solidFill>
            <a:srgbClr val="F5F0EB"/>
          </a:solidFill>
        </p:spPr>
        <p:txBody>
          <a:bodyPr/>
          <a:lstStyle/>
          <a:p>
            <a:r>
              <a:rPr lang="en-US"/>
              <a:t>Click icon to add picture</a:t>
            </a:r>
          </a:p>
        </p:txBody>
      </p:sp>
      <p:sp>
        <p:nvSpPr>
          <p:cNvPr id="20" name="Text Placeholder 11">
            <a:extLst>
              <a:ext uri="{FF2B5EF4-FFF2-40B4-BE49-F238E27FC236}">
                <a16:creationId xmlns:a16="http://schemas.microsoft.com/office/drawing/2014/main" xmlns="" id="{B6945004-3FBB-EB03-5646-97F9F63ABEAD}"/>
              </a:ext>
            </a:extLst>
          </p:cNvPr>
          <p:cNvSpPr>
            <a:spLocks noGrp="1"/>
          </p:cNvSpPr>
          <p:nvPr>
            <p:ph type="body" sz="quarter" idx="17" hasCustomPrompt="1"/>
          </p:nvPr>
        </p:nvSpPr>
        <p:spPr>
          <a:xfrm>
            <a:off x="6256364"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7" name="Picture Placeholder 7">
            <a:extLst>
              <a:ext uri="{FF2B5EF4-FFF2-40B4-BE49-F238E27FC236}">
                <a16:creationId xmlns:a16="http://schemas.microsoft.com/office/drawing/2014/main" xmlns="" id="{D16ABBBF-2339-2E06-7C84-AF01ECF613A3}"/>
              </a:ext>
            </a:extLst>
          </p:cNvPr>
          <p:cNvSpPr>
            <a:spLocks noGrp="1" noChangeAspect="1"/>
          </p:cNvSpPr>
          <p:nvPr>
            <p:ph type="pic" sz="quarter" idx="18"/>
          </p:nvPr>
        </p:nvSpPr>
        <p:spPr>
          <a:xfrm>
            <a:off x="9087852" y="1637435"/>
            <a:ext cx="2514600" cy="2514600"/>
          </a:xfrm>
          <a:solidFill>
            <a:srgbClr val="F5F0EB"/>
          </a:solidFill>
        </p:spPr>
        <p:txBody>
          <a:bodyPr/>
          <a:lstStyle/>
          <a:p>
            <a:r>
              <a:rPr lang="en-US"/>
              <a:t>Click icon to add picture</a:t>
            </a:r>
          </a:p>
        </p:txBody>
      </p:sp>
      <p:sp>
        <p:nvSpPr>
          <p:cNvPr id="9" name="Text Placeholder 11">
            <a:extLst>
              <a:ext uri="{FF2B5EF4-FFF2-40B4-BE49-F238E27FC236}">
                <a16:creationId xmlns:a16="http://schemas.microsoft.com/office/drawing/2014/main" xmlns="" id="{0799ED43-EE89-E750-7B23-AFCCA755762E}"/>
              </a:ext>
            </a:extLst>
          </p:cNvPr>
          <p:cNvSpPr>
            <a:spLocks noGrp="1"/>
          </p:cNvSpPr>
          <p:nvPr>
            <p:ph type="body" sz="quarter" idx="19" hasCustomPrompt="1"/>
          </p:nvPr>
        </p:nvSpPr>
        <p:spPr>
          <a:xfrm>
            <a:off x="9087851"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3076283077"/>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Speaker, 6">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43441017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0605"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76463" y="1775000"/>
            <a:ext cx="1552375" cy="1552375"/>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576463"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5" name="Text Placeholder 11">
            <a:extLst>
              <a:ext uri="{FF2B5EF4-FFF2-40B4-BE49-F238E27FC236}">
                <a16:creationId xmlns:a16="http://schemas.microsoft.com/office/drawing/2014/main" xmlns="" id="{F71FED85-DAF8-E75C-B88D-72336814AFD6}"/>
              </a:ext>
            </a:extLst>
          </p:cNvPr>
          <p:cNvSpPr>
            <a:spLocks noGrp="1"/>
          </p:cNvSpPr>
          <p:nvPr>
            <p:ph type="body" sz="quarter" idx="19" hasCustomPrompt="1"/>
          </p:nvPr>
        </p:nvSpPr>
        <p:spPr>
          <a:xfrm>
            <a:off x="576463" y="1254086"/>
            <a:ext cx="5521125" cy="279827"/>
          </a:xfrm>
        </p:spPr>
        <p:txBody>
          <a:bodyPr/>
          <a:lstStyle>
            <a:lvl1pPr>
              <a:spcBef>
                <a:spcPts val="0"/>
              </a:spcBef>
              <a:defRPr sz="1600" b="1">
                <a:solidFill>
                  <a:schemeClr val="tx1"/>
                </a:solidFill>
              </a:defRPr>
            </a:lvl1pPr>
            <a:lvl2pPr marL="0" indent="0">
              <a:spcBef>
                <a:spcPts val="0"/>
              </a:spcBef>
              <a:buNone/>
              <a:defRPr sz="1200">
                <a:solidFill>
                  <a:srgbClr val="5E5751"/>
                </a:solidFill>
              </a:defRPr>
            </a:lvl2pPr>
          </a:lstStyle>
          <a:p>
            <a:pPr lvl="0"/>
            <a:r>
              <a:rPr lang="en-US" dirty="0"/>
              <a:t>Header (optional)</a:t>
            </a:r>
          </a:p>
        </p:txBody>
      </p:sp>
      <p:sp>
        <p:nvSpPr>
          <p:cNvPr id="26" name="Text Placeholder 11">
            <a:extLst>
              <a:ext uri="{FF2B5EF4-FFF2-40B4-BE49-F238E27FC236}">
                <a16:creationId xmlns:a16="http://schemas.microsoft.com/office/drawing/2014/main" xmlns="" id="{80D331FB-07CC-CBB0-1C97-15E6031B1502}"/>
              </a:ext>
            </a:extLst>
          </p:cNvPr>
          <p:cNvSpPr>
            <a:spLocks noGrp="1"/>
          </p:cNvSpPr>
          <p:nvPr>
            <p:ph type="body" sz="quarter" idx="20" hasCustomPrompt="1"/>
          </p:nvPr>
        </p:nvSpPr>
        <p:spPr>
          <a:xfrm>
            <a:off x="576463" y="4501783"/>
            <a:ext cx="5521125" cy="279827"/>
          </a:xfrm>
        </p:spPr>
        <p:txBody>
          <a:bodyPr/>
          <a:lstStyle>
            <a:lvl1pPr>
              <a:spcBef>
                <a:spcPts val="0"/>
              </a:spcBef>
              <a:defRPr sz="1600" b="1">
                <a:solidFill>
                  <a:schemeClr val="tx1"/>
                </a:solidFill>
              </a:defRPr>
            </a:lvl1pPr>
            <a:lvl2pPr marL="0" indent="0">
              <a:spcBef>
                <a:spcPts val="0"/>
              </a:spcBef>
              <a:buNone/>
              <a:defRPr sz="1200">
                <a:solidFill>
                  <a:srgbClr val="5E5751"/>
                </a:solidFill>
              </a:defRPr>
            </a:lvl2pPr>
          </a:lstStyle>
          <a:p>
            <a:pPr lvl="0"/>
            <a:r>
              <a:rPr lang="en-US" dirty="0"/>
              <a:t>Header over logos (optional)</a:t>
            </a:r>
          </a:p>
        </p:txBody>
      </p:sp>
      <p:sp>
        <p:nvSpPr>
          <p:cNvPr id="31" name="Picture Placeholder 7">
            <a:extLst>
              <a:ext uri="{FF2B5EF4-FFF2-40B4-BE49-F238E27FC236}">
                <a16:creationId xmlns:a16="http://schemas.microsoft.com/office/drawing/2014/main" xmlns="" id="{3B6500AD-6C0E-2707-679D-0A899C4EA95D}"/>
              </a:ext>
            </a:extLst>
          </p:cNvPr>
          <p:cNvSpPr>
            <a:spLocks noGrp="1" noChangeAspect="1"/>
          </p:cNvSpPr>
          <p:nvPr>
            <p:ph type="pic" sz="quarter" idx="21"/>
          </p:nvPr>
        </p:nvSpPr>
        <p:spPr>
          <a:xfrm>
            <a:off x="2467064" y="1775000"/>
            <a:ext cx="1552375" cy="1552375"/>
          </a:xfrm>
          <a:solidFill>
            <a:srgbClr val="F5F0EB"/>
          </a:solidFill>
        </p:spPr>
        <p:txBody>
          <a:bodyPr/>
          <a:lstStyle/>
          <a:p>
            <a:r>
              <a:rPr lang="en-US"/>
              <a:t>Click icon to add picture</a:t>
            </a:r>
          </a:p>
        </p:txBody>
      </p:sp>
      <p:sp>
        <p:nvSpPr>
          <p:cNvPr id="32" name="Text Placeholder 11">
            <a:extLst>
              <a:ext uri="{FF2B5EF4-FFF2-40B4-BE49-F238E27FC236}">
                <a16:creationId xmlns:a16="http://schemas.microsoft.com/office/drawing/2014/main" xmlns="" id="{F4A0A85C-8282-CFF2-07DC-5B20BB9E9834}"/>
              </a:ext>
            </a:extLst>
          </p:cNvPr>
          <p:cNvSpPr>
            <a:spLocks noGrp="1"/>
          </p:cNvSpPr>
          <p:nvPr>
            <p:ph type="body" sz="quarter" idx="22" hasCustomPrompt="1"/>
          </p:nvPr>
        </p:nvSpPr>
        <p:spPr>
          <a:xfrm>
            <a:off x="2467064"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3" name="Picture Placeholder 7">
            <a:extLst>
              <a:ext uri="{FF2B5EF4-FFF2-40B4-BE49-F238E27FC236}">
                <a16:creationId xmlns:a16="http://schemas.microsoft.com/office/drawing/2014/main" xmlns="" id="{D078D3FA-853F-C115-1493-DF9FB1C6F215}"/>
              </a:ext>
            </a:extLst>
          </p:cNvPr>
          <p:cNvSpPr>
            <a:spLocks noGrp="1" noChangeAspect="1"/>
          </p:cNvSpPr>
          <p:nvPr>
            <p:ph type="pic" sz="quarter" idx="23"/>
          </p:nvPr>
        </p:nvSpPr>
        <p:spPr>
          <a:xfrm>
            <a:off x="4357665" y="1775000"/>
            <a:ext cx="1552375" cy="1552375"/>
          </a:xfrm>
          <a:solidFill>
            <a:srgbClr val="F5F0EB"/>
          </a:solidFill>
        </p:spPr>
        <p:txBody>
          <a:bodyPr/>
          <a:lstStyle/>
          <a:p>
            <a:r>
              <a:rPr lang="en-US"/>
              <a:t>Click icon to add picture</a:t>
            </a:r>
          </a:p>
        </p:txBody>
      </p:sp>
      <p:sp>
        <p:nvSpPr>
          <p:cNvPr id="34" name="Text Placeholder 11">
            <a:extLst>
              <a:ext uri="{FF2B5EF4-FFF2-40B4-BE49-F238E27FC236}">
                <a16:creationId xmlns:a16="http://schemas.microsoft.com/office/drawing/2014/main" xmlns="" id="{05A7CFBA-E0A6-8DD1-C303-4DD735628AC8}"/>
              </a:ext>
            </a:extLst>
          </p:cNvPr>
          <p:cNvSpPr>
            <a:spLocks noGrp="1"/>
          </p:cNvSpPr>
          <p:nvPr>
            <p:ph type="body" sz="quarter" idx="24" hasCustomPrompt="1"/>
          </p:nvPr>
        </p:nvSpPr>
        <p:spPr>
          <a:xfrm>
            <a:off x="4357665"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5" name="Picture Placeholder 7">
            <a:extLst>
              <a:ext uri="{FF2B5EF4-FFF2-40B4-BE49-F238E27FC236}">
                <a16:creationId xmlns:a16="http://schemas.microsoft.com/office/drawing/2014/main" xmlns="" id="{B6102AE7-F278-B5A9-F2C5-1FBF4197ECDB}"/>
              </a:ext>
            </a:extLst>
          </p:cNvPr>
          <p:cNvSpPr>
            <a:spLocks noGrp="1" noChangeAspect="1"/>
          </p:cNvSpPr>
          <p:nvPr>
            <p:ph type="pic" sz="quarter" idx="25"/>
          </p:nvPr>
        </p:nvSpPr>
        <p:spPr>
          <a:xfrm>
            <a:off x="6248266" y="1775000"/>
            <a:ext cx="1552375" cy="1552375"/>
          </a:xfrm>
          <a:solidFill>
            <a:srgbClr val="F5F0EB"/>
          </a:solidFill>
        </p:spPr>
        <p:txBody>
          <a:bodyPr/>
          <a:lstStyle/>
          <a:p>
            <a:r>
              <a:rPr lang="en-US"/>
              <a:t>Click icon to add picture</a:t>
            </a:r>
          </a:p>
        </p:txBody>
      </p:sp>
      <p:sp>
        <p:nvSpPr>
          <p:cNvPr id="36" name="Text Placeholder 11">
            <a:extLst>
              <a:ext uri="{FF2B5EF4-FFF2-40B4-BE49-F238E27FC236}">
                <a16:creationId xmlns:a16="http://schemas.microsoft.com/office/drawing/2014/main" xmlns="" id="{C2A82CB5-B9E0-2A6D-25BE-D13CD2814ADE}"/>
              </a:ext>
            </a:extLst>
          </p:cNvPr>
          <p:cNvSpPr>
            <a:spLocks noGrp="1"/>
          </p:cNvSpPr>
          <p:nvPr>
            <p:ph type="body" sz="quarter" idx="26" hasCustomPrompt="1"/>
          </p:nvPr>
        </p:nvSpPr>
        <p:spPr>
          <a:xfrm>
            <a:off x="6248266"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7" name="Picture Placeholder 7">
            <a:extLst>
              <a:ext uri="{FF2B5EF4-FFF2-40B4-BE49-F238E27FC236}">
                <a16:creationId xmlns:a16="http://schemas.microsoft.com/office/drawing/2014/main" xmlns="" id="{70B59503-4A68-E260-B103-EA49A509D2C1}"/>
              </a:ext>
            </a:extLst>
          </p:cNvPr>
          <p:cNvSpPr>
            <a:spLocks noGrp="1" noChangeAspect="1"/>
          </p:cNvSpPr>
          <p:nvPr>
            <p:ph type="pic" sz="quarter" idx="27"/>
          </p:nvPr>
        </p:nvSpPr>
        <p:spPr>
          <a:xfrm>
            <a:off x="8138867" y="1775000"/>
            <a:ext cx="1552375" cy="1552375"/>
          </a:xfrm>
          <a:solidFill>
            <a:srgbClr val="F5F0EB"/>
          </a:solidFill>
        </p:spPr>
        <p:txBody>
          <a:bodyPr/>
          <a:lstStyle/>
          <a:p>
            <a:r>
              <a:rPr lang="en-US"/>
              <a:t>Click icon to add picture</a:t>
            </a:r>
          </a:p>
        </p:txBody>
      </p:sp>
      <p:sp>
        <p:nvSpPr>
          <p:cNvPr id="38" name="Text Placeholder 11">
            <a:extLst>
              <a:ext uri="{FF2B5EF4-FFF2-40B4-BE49-F238E27FC236}">
                <a16:creationId xmlns:a16="http://schemas.microsoft.com/office/drawing/2014/main" xmlns="" id="{A0995BA9-2C1D-3A52-7C7F-BC37A2466C4A}"/>
              </a:ext>
            </a:extLst>
          </p:cNvPr>
          <p:cNvSpPr>
            <a:spLocks noGrp="1"/>
          </p:cNvSpPr>
          <p:nvPr>
            <p:ph type="body" sz="quarter" idx="28" hasCustomPrompt="1"/>
          </p:nvPr>
        </p:nvSpPr>
        <p:spPr>
          <a:xfrm>
            <a:off x="8138867"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9" name="Picture Placeholder 7">
            <a:extLst>
              <a:ext uri="{FF2B5EF4-FFF2-40B4-BE49-F238E27FC236}">
                <a16:creationId xmlns:a16="http://schemas.microsoft.com/office/drawing/2014/main" xmlns="" id="{FE049F1E-C38A-F65C-3614-91F97F14616A}"/>
              </a:ext>
            </a:extLst>
          </p:cNvPr>
          <p:cNvSpPr>
            <a:spLocks noGrp="1" noChangeAspect="1"/>
          </p:cNvSpPr>
          <p:nvPr>
            <p:ph type="pic" sz="quarter" idx="29"/>
          </p:nvPr>
        </p:nvSpPr>
        <p:spPr>
          <a:xfrm>
            <a:off x="10029466" y="1775000"/>
            <a:ext cx="1552375" cy="1552375"/>
          </a:xfrm>
          <a:solidFill>
            <a:srgbClr val="F5F0EB"/>
          </a:solidFill>
        </p:spPr>
        <p:txBody>
          <a:bodyPr/>
          <a:lstStyle/>
          <a:p>
            <a:r>
              <a:rPr lang="en-US"/>
              <a:t>Click icon to add picture</a:t>
            </a:r>
          </a:p>
        </p:txBody>
      </p:sp>
      <p:sp>
        <p:nvSpPr>
          <p:cNvPr id="40" name="Text Placeholder 11">
            <a:extLst>
              <a:ext uri="{FF2B5EF4-FFF2-40B4-BE49-F238E27FC236}">
                <a16:creationId xmlns:a16="http://schemas.microsoft.com/office/drawing/2014/main" xmlns="" id="{06C2ADEC-2DA0-0CA9-F153-77DFAA70DA1B}"/>
              </a:ext>
            </a:extLst>
          </p:cNvPr>
          <p:cNvSpPr>
            <a:spLocks noGrp="1"/>
          </p:cNvSpPr>
          <p:nvPr>
            <p:ph type="body" sz="quarter" idx="30" hasCustomPrompt="1"/>
          </p:nvPr>
        </p:nvSpPr>
        <p:spPr>
          <a:xfrm>
            <a:off x="10029466"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3143115214"/>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Speaker, 12">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8558889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1629"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65150" y="1637435"/>
            <a:ext cx="987552" cy="987552"/>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1703515"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a16="http://schemas.microsoft.com/office/drawing/2014/main" xmlns="" id="{5C63439D-4D82-6FC2-C60B-B16FE6C01A3A}"/>
              </a:ext>
            </a:extLst>
          </p:cNvPr>
          <p:cNvSpPr>
            <a:spLocks noGrp="1" noChangeAspect="1"/>
          </p:cNvSpPr>
          <p:nvPr>
            <p:ph type="pic" sz="quarter" idx="14"/>
          </p:nvPr>
        </p:nvSpPr>
        <p:spPr>
          <a:xfrm>
            <a:off x="4358849" y="1637435"/>
            <a:ext cx="987552" cy="987552"/>
          </a:xfrm>
          <a:solidFill>
            <a:srgbClr val="F5F0EB"/>
          </a:solidFill>
        </p:spPr>
        <p:txBody>
          <a:bodyPr/>
          <a:lstStyle/>
          <a:p>
            <a:r>
              <a:rPr lang="en-US"/>
              <a:t>Click icon to add picture</a:t>
            </a:r>
          </a:p>
        </p:txBody>
      </p:sp>
      <p:sp>
        <p:nvSpPr>
          <p:cNvPr id="5" name="Text Placeholder 11">
            <a:extLst>
              <a:ext uri="{FF2B5EF4-FFF2-40B4-BE49-F238E27FC236}">
                <a16:creationId xmlns:a16="http://schemas.microsoft.com/office/drawing/2014/main" xmlns="" id="{6AD321CB-1F7A-D001-14D9-8179640E93B5}"/>
              </a:ext>
            </a:extLst>
          </p:cNvPr>
          <p:cNvSpPr>
            <a:spLocks noGrp="1"/>
          </p:cNvSpPr>
          <p:nvPr>
            <p:ph type="body" sz="quarter" idx="15" hasCustomPrompt="1"/>
          </p:nvPr>
        </p:nvSpPr>
        <p:spPr>
          <a:xfrm>
            <a:off x="5495540"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9" name="Picture Placeholder 7">
            <a:extLst>
              <a:ext uri="{FF2B5EF4-FFF2-40B4-BE49-F238E27FC236}">
                <a16:creationId xmlns:a16="http://schemas.microsoft.com/office/drawing/2014/main" xmlns="" id="{E07B74AC-EE9A-25D5-4583-5F253A748507}"/>
              </a:ext>
            </a:extLst>
          </p:cNvPr>
          <p:cNvSpPr>
            <a:spLocks noGrp="1" noChangeAspect="1"/>
          </p:cNvSpPr>
          <p:nvPr>
            <p:ph type="pic" sz="quarter" idx="16"/>
          </p:nvPr>
        </p:nvSpPr>
        <p:spPr>
          <a:xfrm>
            <a:off x="565150" y="2888166"/>
            <a:ext cx="987552" cy="987552"/>
          </a:xfrm>
          <a:solidFill>
            <a:srgbClr val="F5F0EB"/>
          </a:solidFill>
        </p:spPr>
        <p:txBody>
          <a:bodyPr/>
          <a:lstStyle/>
          <a:p>
            <a:r>
              <a:rPr lang="en-US"/>
              <a:t>Click icon to add picture</a:t>
            </a:r>
          </a:p>
        </p:txBody>
      </p:sp>
      <p:sp>
        <p:nvSpPr>
          <p:cNvPr id="12" name="Text Placeholder 11">
            <a:extLst>
              <a:ext uri="{FF2B5EF4-FFF2-40B4-BE49-F238E27FC236}">
                <a16:creationId xmlns:a16="http://schemas.microsoft.com/office/drawing/2014/main" xmlns="" id="{35B64ED0-1747-14E8-8C38-312801E015E8}"/>
              </a:ext>
            </a:extLst>
          </p:cNvPr>
          <p:cNvSpPr>
            <a:spLocks noGrp="1"/>
          </p:cNvSpPr>
          <p:nvPr>
            <p:ph type="body" sz="quarter" idx="17" hasCustomPrompt="1"/>
          </p:nvPr>
        </p:nvSpPr>
        <p:spPr>
          <a:xfrm>
            <a:off x="1703515"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3" name="Picture Placeholder 7">
            <a:extLst>
              <a:ext uri="{FF2B5EF4-FFF2-40B4-BE49-F238E27FC236}">
                <a16:creationId xmlns:a16="http://schemas.microsoft.com/office/drawing/2014/main" xmlns="" id="{17D60C2A-77D9-52CA-F221-CE501A39CABC}"/>
              </a:ext>
            </a:extLst>
          </p:cNvPr>
          <p:cNvSpPr>
            <a:spLocks noGrp="1" noChangeAspect="1"/>
          </p:cNvSpPr>
          <p:nvPr>
            <p:ph type="pic" sz="quarter" idx="18"/>
          </p:nvPr>
        </p:nvSpPr>
        <p:spPr>
          <a:xfrm>
            <a:off x="4358849" y="2888166"/>
            <a:ext cx="987552" cy="987552"/>
          </a:xfrm>
          <a:solidFill>
            <a:srgbClr val="F5F0EB"/>
          </a:solidFill>
        </p:spPr>
        <p:txBody>
          <a:bodyPr/>
          <a:lstStyle/>
          <a:p>
            <a:r>
              <a:rPr lang="en-US"/>
              <a:t>Click icon to add picture</a:t>
            </a:r>
          </a:p>
        </p:txBody>
      </p:sp>
      <p:sp>
        <p:nvSpPr>
          <p:cNvPr id="14" name="Text Placeholder 11">
            <a:extLst>
              <a:ext uri="{FF2B5EF4-FFF2-40B4-BE49-F238E27FC236}">
                <a16:creationId xmlns:a16="http://schemas.microsoft.com/office/drawing/2014/main" xmlns="" id="{CB165B28-35C1-D225-4A64-E2A61301A4DD}"/>
              </a:ext>
            </a:extLst>
          </p:cNvPr>
          <p:cNvSpPr>
            <a:spLocks noGrp="1"/>
          </p:cNvSpPr>
          <p:nvPr>
            <p:ph type="body" sz="quarter" idx="19" hasCustomPrompt="1"/>
          </p:nvPr>
        </p:nvSpPr>
        <p:spPr>
          <a:xfrm>
            <a:off x="5495540"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5" name="Picture Placeholder 7">
            <a:extLst>
              <a:ext uri="{FF2B5EF4-FFF2-40B4-BE49-F238E27FC236}">
                <a16:creationId xmlns:a16="http://schemas.microsoft.com/office/drawing/2014/main" xmlns="" id="{E73A1BFE-276C-0927-9FF7-66318C2DBD7D}"/>
              </a:ext>
            </a:extLst>
          </p:cNvPr>
          <p:cNvSpPr>
            <a:spLocks noGrp="1" noChangeAspect="1"/>
          </p:cNvSpPr>
          <p:nvPr>
            <p:ph type="pic" sz="quarter" idx="20"/>
          </p:nvPr>
        </p:nvSpPr>
        <p:spPr>
          <a:xfrm>
            <a:off x="565150" y="4138897"/>
            <a:ext cx="987552" cy="987552"/>
          </a:xfrm>
          <a:solidFill>
            <a:srgbClr val="F5F0EB"/>
          </a:solidFill>
        </p:spPr>
        <p:txBody>
          <a:bodyPr/>
          <a:lstStyle/>
          <a:p>
            <a:r>
              <a:rPr lang="en-US"/>
              <a:t>Click icon to add picture</a:t>
            </a:r>
          </a:p>
        </p:txBody>
      </p:sp>
      <p:sp>
        <p:nvSpPr>
          <p:cNvPr id="16" name="Text Placeholder 11">
            <a:extLst>
              <a:ext uri="{FF2B5EF4-FFF2-40B4-BE49-F238E27FC236}">
                <a16:creationId xmlns:a16="http://schemas.microsoft.com/office/drawing/2014/main" xmlns="" id="{2529DBB2-3720-4AB8-3C81-7BBD12B176C4}"/>
              </a:ext>
            </a:extLst>
          </p:cNvPr>
          <p:cNvSpPr>
            <a:spLocks noGrp="1"/>
          </p:cNvSpPr>
          <p:nvPr>
            <p:ph type="body" sz="quarter" idx="21" hasCustomPrompt="1"/>
          </p:nvPr>
        </p:nvSpPr>
        <p:spPr>
          <a:xfrm>
            <a:off x="1703515"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7" name="Picture Placeholder 7">
            <a:extLst>
              <a:ext uri="{FF2B5EF4-FFF2-40B4-BE49-F238E27FC236}">
                <a16:creationId xmlns:a16="http://schemas.microsoft.com/office/drawing/2014/main" xmlns="" id="{D518239F-8303-6062-88F3-9C2B67E4E1A4}"/>
              </a:ext>
            </a:extLst>
          </p:cNvPr>
          <p:cNvSpPr>
            <a:spLocks noGrp="1" noChangeAspect="1"/>
          </p:cNvSpPr>
          <p:nvPr>
            <p:ph type="pic" sz="quarter" idx="22"/>
          </p:nvPr>
        </p:nvSpPr>
        <p:spPr>
          <a:xfrm>
            <a:off x="4358849" y="4138897"/>
            <a:ext cx="987552" cy="987552"/>
          </a:xfrm>
          <a:solidFill>
            <a:srgbClr val="F5F0EB"/>
          </a:solidFill>
        </p:spPr>
        <p:txBody>
          <a:bodyPr/>
          <a:lstStyle/>
          <a:p>
            <a:r>
              <a:rPr lang="en-US"/>
              <a:t>Click icon to add picture</a:t>
            </a:r>
          </a:p>
        </p:txBody>
      </p:sp>
      <p:sp>
        <p:nvSpPr>
          <p:cNvPr id="18" name="Text Placeholder 11">
            <a:extLst>
              <a:ext uri="{FF2B5EF4-FFF2-40B4-BE49-F238E27FC236}">
                <a16:creationId xmlns:a16="http://schemas.microsoft.com/office/drawing/2014/main" xmlns="" id="{4FA7EC9E-AD87-A0B5-8F3E-FED229E183FF}"/>
              </a:ext>
            </a:extLst>
          </p:cNvPr>
          <p:cNvSpPr>
            <a:spLocks noGrp="1"/>
          </p:cNvSpPr>
          <p:nvPr>
            <p:ph type="body" sz="quarter" idx="23" hasCustomPrompt="1"/>
          </p:nvPr>
        </p:nvSpPr>
        <p:spPr>
          <a:xfrm>
            <a:off x="5495540"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a16="http://schemas.microsoft.com/office/drawing/2014/main" xmlns="" id="{4E9CDB91-D9C5-B930-B1D8-D183D7EC2AEF}"/>
              </a:ext>
            </a:extLst>
          </p:cNvPr>
          <p:cNvSpPr>
            <a:spLocks noGrp="1" noChangeAspect="1"/>
          </p:cNvSpPr>
          <p:nvPr>
            <p:ph type="pic" sz="quarter" idx="24"/>
          </p:nvPr>
        </p:nvSpPr>
        <p:spPr>
          <a:xfrm>
            <a:off x="8142573" y="1637435"/>
            <a:ext cx="987552" cy="987552"/>
          </a:xfrm>
          <a:solidFill>
            <a:srgbClr val="F5F0EB"/>
          </a:solidFill>
        </p:spPr>
        <p:txBody>
          <a:bodyPr/>
          <a:lstStyle/>
          <a:p>
            <a:r>
              <a:rPr lang="en-US"/>
              <a:t>Click icon to add picture</a:t>
            </a:r>
          </a:p>
        </p:txBody>
      </p:sp>
      <p:sp>
        <p:nvSpPr>
          <p:cNvPr id="7" name="Text Placeholder 11">
            <a:extLst>
              <a:ext uri="{FF2B5EF4-FFF2-40B4-BE49-F238E27FC236}">
                <a16:creationId xmlns:a16="http://schemas.microsoft.com/office/drawing/2014/main" xmlns="" id="{311B5EAD-8B7F-6A93-83A3-23F72B428F6D}"/>
              </a:ext>
            </a:extLst>
          </p:cNvPr>
          <p:cNvSpPr>
            <a:spLocks noGrp="1"/>
          </p:cNvSpPr>
          <p:nvPr>
            <p:ph type="body" sz="quarter" idx="25" hasCustomPrompt="1"/>
          </p:nvPr>
        </p:nvSpPr>
        <p:spPr>
          <a:xfrm>
            <a:off x="9279264"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9" name="Picture Placeholder 7">
            <a:extLst>
              <a:ext uri="{FF2B5EF4-FFF2-40B4-BE49-F238E27FC236}">
                <a16:creationId xmlns:a16="http://schemas.microsoft.com/office/drawing/2014/main" xmlns="" id="{3C128D69-5F12-E113-1C1D-87FD3076CE28}"/>
              </a:ext>
            </a:extLst>
          </p:cNvPr>
          <p:cNvSpPr>
            <a:spLocks noGrp="1" noChangeAspect="1"/>
          </p:cNvSpPr>
          <p:nvPr>
            <p:ph type="pic" sz="quarter" idx="26"/>
          </p:nvPr>
        </p:nvSpPr>
        <p:spPr>
          <a:xfrm>
            <a:off x="8142573" y="2888166"/>
            <a:ext cx="987552" cy="987552"/>
          </a:xfrm>
          <a:solidFill>
            <a:srgbClr val="F5F0EB"/>
          </a:solidFill>
        </p:spPr>
        <p:txBody>
          <a:bodyPr/>
          <a:lstStyle/>
          <a:p>
            <a:r>
              <a:rPr lang="en-US"/>
              <a:t>Click icon to add picture</a:t>
            </a:r>
          </a:p>
        </p:txBody>
      </p:sp>
      <p:sp>
        <p:nvSpPr>
          <p:cNvPr id="20" name="Text Placeholder 11">
            <a:extLst>
              <a:ext uri="{FF2B5EF4-FFF2-40B4-BE49-F238E27FC236}">
                <a16:creationId xmlns:a16="http://schemas.microsoft.com/office/drawing/2014/main" xmlns="" id="{7F066EF6-1311-24CB-7809-237CF39D9372}"/>
              </a:ext>
            </a:extLst>
          </p:cNvPr>
          <p:cNvSpPr>
            <a:spLocks noGrp="1"/>
          </p:cNvSpPr>
          <p:nvPr>
            <p:ph type="body" sz="quarter" idx="27" hasCustomPrompt="1"/>
          </p:nvPr>
        </p:nvSpPr>
        <p:spPr>
          <a:xfrm>
            <a:off x="9279264"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1" name="Picture Placeholder 7">
            <a:extLst>
              <a:ext uri="{FF2B5EF4-FFF2-40B4-BE49-F238E27FC236}">
                <a16:creationId xmlns:a16="http://schemas.microsoft.com/office/drawing/2014/main" xmlns="" id="{125D1315-97FF-9A57-853E-248B543B2AF8}"/>
              </a:ext>
            </a:extLst>
          </p:cNvPr>
          <p:cNvSpPr>
            <a:spLocks noGrp="1" noChangeAspect="1"/>
          </p:cNvSpPr>
          <p:nvPr>
            <p:ph type="pic" sz="quarter" idx="28"/>
          </p:nvPr>
        </p:nvSpPr>
        <p:spPr>
          <a:xfrm>
            <a:off x="8142573" y="4138897"/>
            <a:ext cx="987552" cy="987552"/>
          </a:xfrm>
          <a:solidFill>
            <a:srgbClr val="F5F0EB"/>
          </a:solidFill>
        </p:spPr>
        <p:txBody>
          <a:bodyPr/>
          <a:lstStyle/>
          <a:p>
            <a:r>
              <a:rPr lang="en-US"/>
              <a:t>Click icon to add picture</a:t>
            </a:r>
          </a:p>
        </p:txBody>
      </p:sp>
      <p:sp>
        <p:nvSpPr>
          <p:cNvPr id="22" name="Text Placeholder 11">
            <a:extLst>
              <a:ext uri="{FF2B5EF4-FFF2-40B4-BE49-F238E27FC236}">
                <a16:creationId xmlns:a16="http://schemas.microsoft.com/office/drawing/2014/main" xmlns="" id="{68CC0581-D126-BDB7-1E9C-98F2C66DDE7E}"/>
              </a:ext>
            </a:extLst>
          </p:cNvPr>
          <p:cNvSpPr>
            <a:spLocks noGrp="1"/>
          </p:cNvSpPr>
          <p:nvPr>
            <p:ph type="body" sz="quarter" idx="29" hasCustomPrompt="1"/>
          </p:nvPr>
        </p:nvSpPr>
        <p:spPr>
          <a:xfrm>
            <a:off x="9279264"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3" name="Picture Placeholder 7">
            <a:extLst>
              <a:ext uri="{FF2B5EF4-FFF2-40B4-BE49-F238E27FC236}">
                <a16:creationId xmlns:a16="http://schemas.microsoft.com/office/drawing/2014/main" xmlns="" id="{7C60BF74-5B69-8111-2CFB-81EABD313A45}"/>
              </a:ext>
            </a:extLst>
          </p:cNvPr>
          <p:cNvSpPr>
            <a:spLocks noGrp="1" noChangeAspect="1"/>
          </p:cNvSpPr>
          <p:nvPr>
            <p:ph type="pic" sz="quarter" idx="30"/>
          </p:nvPr>
        </p:nvSpPr>
        <p:spPr>
          <a:xfrm>
            <a:off x="565150" y="5389629"/>
            <a:ext cx="987552" cy="987552"/>
          </a:xfrm>
          <a:solidFill>
            <a:srgbClr val="F5F0EB"/>
          </a:solidFill>
        </p:spPr>
        <p:txBody>
          <a:bodyPr/>
          <a:lstStyle/>
          <a:p>
            <a:r>
              <a:rPr lang="en-US"/>
              <a:t>Click icon to add picture</a:t>
            </a:r>
          </a:p>
        </p:txBody>
      </p:sp>
      <p:sp>
        <p:nvSpPr>
          <p:cNvPr id="24" name="Text Placeholder 11">
            <a:extLst>
              <a:ext uri="{FF2B5EF4-FFF2-40B4-BE49-F238E27FC236}">
                <a16:creationId xmlns:a16="http://schemas.microsoft.com/office/drawing/2014/main" xmlns="" id="{FB93A903-C399-3411-D3A5-7D8EA27E4781}"/>
              </a:ext>
            </a:extLst>
          </p:cNvPr>
          <p:cNvSpPr>
            <a:spLocks noGrp="1"/>
          </p:cNvSpPr>
          <p:nvPr>
            <p:ph type="body" sz="quarter" idx="31" hasCustomPrompt="1"/>
          </p:nvPr>
        </p:nvSpPr>
        <p:spPr>
          <a:xfrm>
            <a:off x="1703515"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5" name="Picture Placeholder 7">
            <a:extLst>
              <a:ext uri="{FF2B5EF4-FFF2-40B4-BE49-F238E27FC236}">
                <a16:creationId xmlns:a16="http://schemas.microsoft.com/office/drawing/2014/main" xmlns="" id="{2736E186-6C9A-1B23-F922-E7C60426EB6D}"/>
              </a:ext>
            </a:extLst>
          </p:cNvPr>
          <p:cNvSpPr>
            <a:spLocks noGrp="1" noChangeAspect="1"/>
          </p:cNvSpPr>
          <p:nvPr>
            <p:ph type="pic" sz="quarter" idx="32"/>
          </p:nvPr>
        </p:nvSpPr>
        <p:spPr>
          <a:xfrm>
            <a:off x="4358849" y="5389629"/>
            <a:ext cx="987552" cy="987552"/>
          </a:xfrm>
          <a:solidFill>
            <a:srgbClr val="F5F0EB"/>
          </a:solidFill>
        </p:spPr>
        <p:txBody>
          <a:bodyPr/>
          <a:lstStyle/>
          <a:p>
            <a:r>
              <a:rPr lang="en-US"/>
              <a:t>Click icon to add picture</a:t>
            </a:r>
          </a:p>
        </p:txBody>
      </p:sp>
      <p:sp>
        <p:nvSpPr>
          <p:cNvPr id="26" name="Text Placeholder 11">
            <a:extLst>
              <a:ext uri="{FF2B5EF4-FFF2-40B4-BE49-F238E27FC236}">
                <a16:creationId xmlns:a16="http://schemas.microsoft.com/office/drawing/2014/main" xmlns="" id="{D67FFBB4-8EBA-A591-9025-E103B80DA52D}"/>
              </a:ext>
            </a:extLst>
          </p:cNvPr>
          <p:cNvSpPr>
            <a:spLocks noGrp="1"/>
          </p:cNvSpPr>
          <p:nvPr>
            <p:ph type="body" sz="quarter" idx="33" hasCustomPrompt="1"/>
          </p:nvPr>
        </p:nvSpPr>
        <p:spPr>
          <a:xfrm>
            <a:off x="5495540"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7" name="Picture Placeholder 7">
            <a:extLst>
              <a:ext uri="{FF2B5EF4-FFF2-40B4-BE49-F238E27FC236}">
                <a16:creationId xmlns:a16="http://schemas.microsoft.com/office/drawing/2014/main" xmlns="" id="{315113AF-65B1-6860-94D3-6847ED73E65E}"/>
              </a:ext>
            </a:extLst>
          </p:cNvPr>
          <p:cNvSpPr>
            <a:spLocks noGrp="1" noChangeAspect="1"/>
          </p:cNvSpPr>
          <p:nvPr>
            <p:ph type="pic" sz="quarter" idx="34"/>
          </p:nvPr>
        </p:nvSpPr>
        <p:spPr>
          <a:xfrm>
            <a:off x="8142573" y="5389629"/>
            <a:ext cx="987552" cy="987552"/>
          </a:xfrm>
          <a:solidFill>
            <a:srgbClr val="F5F0EB"/>
          </a:solidFill>
        </p:spPr>
        <p:txBody>
          <a:bodyPr/>
          <a:lstStyle/>
          <a:p>
            <a:r>
              <a:rPr lang="en-US"/>
              <a:t>Click icon to add picture</a:t>
            </a:r>
          </a:p>
        </p:txBody>
      </p:sp>
      <p:sp>
        <p:nvSpPr>
          <p:cNvPr id="28" name="Text Placeholder 11">
            <a:extLst>
              <a:ext uri="{FF2B5EF4-FFF2-40B4-BE49-F238E27FC236}">
                <a16:creationId xmlns:a16="http://schemas.microsoft.com/office/drawing/2014/main" xmlns="" id="{D8D2915E-D44F-7A27-1EFE-AA964A273E35}"/>
              </a:ext>
            </a:extLst>
          </p:cNvPr>
          <p:cNvSpPr>
            <a:spLocks noGrp="1"/>
          </p:cNvSpPr>
          <p:nvPr>
            <p:ph type="body" sz="quarter" idx="35" hasCustomPrompt="1"/>
          </p:nvPr>
        </p:nvSpPr>
        <p:spPr>
          <a:xfrm>
            <a:off x="9279264"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445125405"/>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2653"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3213838" y="1305349"/>
            <a:ext cx="5764335" cy="4247317"/>
          </a:xfrm>
          <a:prstGeom prst="rect">
            <a:avLst/>
          </a:prstGeom>
          <a:noFill/>
        </p:spPr>
        <p:txBody>
          <a:bodyPr wrap="none" lIns="0" tIns="0" rIns="0" bIns="0" rtlCol="0" anchor="ctr">
            <a:spAutoFit/>
          </a:bodyPr>
          <a:lstStyle/>
          <a:p>
            <a:pPr algn="ctr"/>
            <a:r>
              <a:rPr lang="en-US" sz="13800"/>
              <a:t>Closing</a:t>
            </a:r>
          </a:p>
          <a:p>
            <a:pPr algn="ctr"/>
            <a:r>
              <a:rPr lang="en-US" sz="13800"/>
              <a:t>layouts</a:t>
            </a:r>
          </a:p>
        </p:txBody>
      </p:sp>
    </p:spTree>
    <p:extLst>
      <p:ext uri="{BB962C8B-B14F-4D97-AF65-F5344CB8AC3E}">
        <p14:creationId xmlns:p14="http://schemas.microsoft.com/office/powerpoint/2010/main" val="530437540"/>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userDrawn="1">
  <p:cSld name="6_End Slide (Carbon)">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xmlns="" id="{F0E82741-EECD-7D5E-DA50-894B61C9F926}"/>
              </a:ext>
            </a:extLst>
          </p:cNvPr>
          <p:cNvPicPr>
            <a:picLocks noChangeAspect="1"/>
          </p:cNvPicPr>
          <p:nvPr userDrawn="1"/>
        </p:nvPicPr>
        <p:blipFill>
          <a:blip>
            <a:extLst>
              <a:ext uri="{96DAC541-7B7A-43D3-8B79-37D633B846F1}">
                <asvg:svgBlip xmlns:asvg="http://schemas.microsoft.com/office/drawing/2016/SVG/main" xmlns=""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a16="http://schemas.microsoft.com/office/drawing/2014/main" xmlns=""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113677" name="think-cell Slide" r:id="rId5" imgW="7772400" imgH="10058400" progId="TCLayout.ActiveDocument.1">
                  <p:embed/>
                </p:oleObj>
              </mc:Choice>
              <mc:Fallback>
                <p:oleObj name="think-cell Slide" r:id="rId5" imgW="7772400" imgH="10058400" progId="TCLayout.ActiveDocument.1">
                  <p:embed/>
                  <p:pic>
                    <p:nvPicPr>
                      <p:cNvPr id="5" name="think-cell data - do not delete" hidden="1">
                        <a:extLst>
                          <a:ext uri="{FF2B5EF4-FFF2-40B4-BE49-F238E27FC236}">
                            <a16:creationId xmlns:a16="http://schemas.microsoft.com/office/drawing/2014/main" xmlns="" id="{4FF04D78-C0F6-15F1-60C3-69F4D9EA6D3E}"/>
                          </a:ext>
                        </a:extLst>
                      </p:cNvPr>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xmlns="" id="{B6B4F07B-D6B3-E5C8-D832-E51E0E864BB7}"/>
              </a:ext>
            </a:extLst>
          </p:cNvPr>
          <p:cNvPicPr>
            <a:picLocks noChangeAspect="1"/>
          </p:cNvPicPr>
          <p:nvPr userDrawn="1"/>
        </p:nvPicPr>
        <p:blipFill>
          <a:blip>
            <a:extLst>
              <a:ext uri="{96DAC541-7B7A-43D3-8B79-37D633B846F1}">
                <asvg:svgBlip xmlns:asvg="http://schemas.microsoft.com/office/drawing/2016/SVG/main" xmlns=""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a16="http://schemas.microsoft.com/office/drawing/2014/main" xmlns=""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marL="0" marR="0" lvl="0" indent="0" algn="l" defTabSz="914172"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chemeClr val="bg1">
                    <a:lumMod val="65000"/>
                    <a:lumOff val="35000"/>
                  </a:schemeClr>
                </a:solidFill>
                <a:effectLst/>
                <a:uLnTx/>
                <a:uFillTx/>
                <a:latin typeface="Arial" panose="020B0604020202020204" pitchFamily="34" charset="0"/>
                <a:ea typeface="+mn-ea"/>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a16="http://schemas.microsoft.com/office/drawing/2014/main" xmlns=""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chemeClr val="bg1">
                    <a:lumMod val="65000"/>
                    <a:lumOff val="35000"/>
                  </a:schemeClr>
                </a:solidFill>
              </a:rPr>
              <a:t>Copyright 2026, Strictly Confidential, All rights reserved</a:t>
            </a:r>
          </a:p>
        </p:txBody>
      </p:sp>
      <p:sp>
        <p:nvSpPr>
          <p:cNvPr id="2" name="TextBox 1">
            <a:extLst>
              <a:ext uri="{FF2B5EF4-FFF2-40B4-BE49-F238E27FC236}">
                <a16:creationId xmlns:a16="http://schemas.microsoft.com/office/drawing/2014/main" xmlns="" id="{10E9B97E-B871-FBDE-4718-2615A1C20F6E}"/>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chemeClr val="tx1"/>
                </a:solidFill>
              </a:rPr>
              <a:t>Copyright 2026, Strictly Confidential, All rights reserved</a:t>
            </a:r>
          </a:p>
        </p:txBody>
      </p:sp>
      <p:sp>
        <p:nvSpPr>
          <p:cNvPr id="3" name="TextBox 2">
            <a:extLst>
              <a:ext uri="{FF2B5EF4-FFF2-40B4-BE49-F238E27FC236}">
                <a16:creationId xmlns:a16="http://schemas.microsoft.com/office/drawing/2014/main" xmlns=""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err="1">
                <a:solidFill>
                  <a:schemeClr val="tx1"/>
                </a:solidFill>
              </a:rPr>
              <a:t>Tenarai</a:t>
            </a:r>
            <a:endParaRPr lang="en-US" sz="1000" b="1">
              <a:solidFill>
                <a:schemeClr val="tx1"/>
              </a:solidFill>
            </a:endParaRPr>
          </a:p>
        </p:txBody>
      </p:sp>
      <p:sp>
        <p:nvSpPr>
          <p:cNvPr id="7" name="Text Placeholder 5">
            <a:extLst>
              <a:ext uri="{FF2B5EF4-FFF2-40B4-BE49-F238E27FC236}">
                <a16:creationId xmlns:a16="http://schemas.microsoft.com/office/drawing/2014/main" xmlns="" id="{999A7ADE-D49A-50BF-E2D0-38B4984B8E96}"/>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rgbClr val="8E867E"/>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258427825"/>
      </p:ext>
    </p:extLst>
  </p:cSld>
  <p:clrMapOvr>
    <a:overrideClrMapping bg1="dk1" tx1="lt1" bg2="dk2" tx2="lt2" accent1="accent1" accent2="accent2" accent3="accent3" accent4="accent4" accent5="accent5" accent6="accent6" hlink="hlink" folHlink="folHlink"/>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preserve="1" userDrawn="1">
  <p:cSld name="7_End Slide (Carbon)">
    <p:bg>
      <p:bgPr>
        <a:solidFill>
          <a:schemeClr val="tx2"/>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xmlns="" id="{792E8758-AC20-EA9F-2FD3-F5B9E92540F5}"/>
              </a:ext>
            </a:extLst>
          </p:cNvPr>
          <p:cNvPicPr>
            <a:picLocks noChangeAspect="1"/>
          </p:cNvPicPr>
          <p:nvPr userDrawn="1"/>
        </p:nvPicPr>
        <p:blipFill>
          <a:blip>
            <a:extLst>
              <a:ext uri="{96DAC541-7B7A-43D3-8B79-37D633B846F1}">
                <asvg:svgBlip xmlns:asvg="http://schemas.microsoft.com/office/drawing/2016/SVG/main" xmlns=""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a16="http://schemas.microsoft.com/office/drawing/2014/main" xmlns=""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114701" name="think-cell Slide" r:id="rId5" imgW="7772400" imgH="10058400" progId="TCLayout.ActiveDocument.1">
                  <p:embed/>
                </p:oleObj>
              </mc:Choice>
              <mc:Fallback>
                <p:oleObj name="think-cell Slide" r:id="rId5" imgW="7772400" imgH="10058400" progId="TCLayout.ActiveDocument.1">
                  <p:embed/>
                  <p:pic>
                    <p:nvPicPr>
                      <p:cNvPr id="5" name="think-cell data - do not delete" hidden="1">
                        <a:extLst>
                          <a:ext uri="{FF2B5EF4-FFF2-40B4-BE49-F238E27FC236}">
                            <a16:creationId xmlns:a16="http://schemas.microsoft.com/office/drawing/2014/main" xmlns="" id="{4FF04D78-C0F6-15F1-60C3-69F4D9EA6D3E}"/>
                          </a:ext>
                        </a:extLst>
                      </p:cNvPr>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xmlns="" id="{B6B4F07B-D6B3-E5C8-D832-E51E0E864BB7}"/>
              </a:ext>
            </a:extLst>
          </p:cNvPr>
          <p:cNvPicPr>
            <a:picLocks noChangeAspect="1"/>
          </p:cNvPicPr>
          <p:nvPr userDrawn="1"/>
        </p:nvPicPr>
        <p:blipFill>
          <a:blip>
            <a:extLst>
              <a:ext uri="{96DAC541-7B7A-43D3-8B79-37D633B846F1}">
                <asvg:svgBlip xmlns:asvg="http://schemas.microsoft.com/office/drawing/2016/SVG/main" xmlns=""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a16="http://schemas.microsoft.com/office/drawing/2014/main" xmlns=""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marL="0" marR="0" lvl="0" indent="0" algn="l" defTabSz="914172"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BEB4AA"/>
                </a:solidFill>
                <a:effectLst/>
                <a:uLnTx/>
                <a:uFillTx/>
                <a:latin typeface="Arial" panose="020B0604020202020204" pitchFamily="34" charset="0"/>
                <a:ea typeface="+mn-ea"/>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a16="http://schemas.microsoft.com/office/drawing/2014/main" xmlns=""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chemeClr val="bg1">
                    <a:lumMod val="65000"/>
                    <a:lumOff val="35000"/>
                  </a:schemeClr>
                </a:solidFill>
              </a:rPr>
              <a:t>Copyright 2026, Strictly Confidential, All rights reserved</a:t>
            </a:r>
          </a:p>
        </p:txBody>
      </p:sp>
      <p:sp>
        <p:nvSpPr>
          <p:cNvPr id="3" name="TextBox 2">
            <a:extLst>
              <a:ext uri="{FF2B5EF4-FFF2-40B4-BE49-F238E27FC236}">
                <a16:creationId xmlns:a16="http://schemas.microsoft.com/office/drawing/2014/main" xmlns=""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err="1">
                <a:solidFill>
                  <a:schemeClr val="bg1"/>
                </a:solidFill>
              </a:rPr>
              <a:t>Tenarai</a:t>
            </a:r>
            <a:endParaRPr lang="en-US" sz="1000" b="1">
              <a:solidFill>
                <a:schemeClr val="bg1"/>
              </a:solidFill>
            </a:endParaRPr>
          </a:p>
        </p:txBody>
      </p:sp>
      <p:sp>
        <p:nvSpPr>
          <p:cNvPr id="6" name="Text Placeholder 5">
            <a:extLst>
              <a:ext uri="{FF2B5EF4-FFF2-40B4-BE49-F238E27FC236}">
                <a16:creationId xmlns:a16="http://schemas.microsoft.com/office/drawing/2014/main" xmlns="" id="{2FA9B9D4-E9FA-5F10-B93E-7C4E0E33E6CB}"/>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rgbClr val="47413D"/>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2201907076"/>
      </p:ext>
    </p:extLst>
  </p:cSld>
  <p:clrMapOvr>
    <a:overrideClrMapping bg1="dk1" tx1="lt1" bg2="dk2" tx2="lt2" accent1="accent1" accent2="accent2" accent3="accent3" accent4="accent4" accent5="accent5" accent6="accent6" hlink="hlink" folHlink="folHlink"/>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userDrawn="1">
  <p:cSld name="8_End Slide (Carbon)">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xmlns="" id="{792E8758-AC20-EA9F-2FD3-F5B9E92540F5}"/>
              </a:ext>
            </a:extLst>
          </p:cNvPr>
          <p:cNvPicPr>
            <a:picLocks noChangeAspect="1"/>
          </p:cNvPicPr>
          <p:nvPr userDrawn="1"/>
        </p:nvPicPr>
        <p:blipFill>
          <a:blip>
            <a:extLst>
              <a:ext uri="{96DAC541-7B7A-43D3-8B79-37D633B846F1}">
                <asvg:svgBlip xmlns:asvg="http://schemas.microsoft.com/office/drawing/2016/SVG/main" xmlns=""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a16="http://schemas.microsoft.com/office/drawing/2014/main" xmlns=""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115725" name="think-cell Slide" r:id="rId5" imgW="7772400" imgH="10058400" progId="TCLayout.ActiveDocument.1">
                  <p:embed/>
                </p:oleObj>
              </mc:Choice>
              <mc:Fallback>
                <p:oleObj name="think-cell Slide" r:id="rId5" imgW="7772400" imgH="10058400" progId="TCLayout.ActiveDocument.1">
                  <p:embed/>
                  <p:pic>
                    <p:nvPicPr>
                      <p:cNvPr id="5" name="think-cell data - do not delete" hidden="1">
                        <a:extLst>
                          <a:ext uri="{FF2B5EF4-FFF2-40B4-BE49-F238E27FC236}">
                            <a16:creationId xmlns:a16="http://schemas.microsoft.com/office/drawing/2014/main" xmlns="" id="{4FF04D78-C0F6-15F1-60C3-69F4D9EA6D3E}"/>
                          </a:ext>
                        </a:extLst>
                      </p:cNvPr>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xmlns="" id="{B6B4F07B-D6B3-E5C8-D832-E51E0E864BB7}"/>
              </a:ext>
            </a:extLst>
          </p:cNvPr>
          <p:cNvPicPr>
            <a:picLocks noChangeAspect="1"/>
          </p:cNvPicPr>
          <p:nvPr userDrawn="1"/>
        </p:nvPicPr>
        <p:blipFill>
          <a:blip>
            <a:extLst>
              <a:ext uri="{96DAC541-7B7A-43D3-8B79-37D633B846F1}">
                <asvg:svgBlip xmlns:asvg="http://schemas.microsoft.com/office/drawing/2016/SVG/main" xmlns=""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a16="http://schemas.microsoft.com/office/drawing/2014/main" xmlns=""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marL="0" marR="0" lvl="0" indent="0" algn="l" defTabSz="914172"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BEB4AA"/>
                </a:solidFill>
                <a:effectLst/>
                <a:uLnTx/>
                <a:uFillTx/>
                <a:latin typeface="Arial" panose="020B0604020202020204" pitchFamily="34" charset="0"/>
                <a:ea typeface="+mn-ea"/>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a16="http://schemas.microsoft.com/office/drawing/2014/main" xmlns=""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chemeClr val="bg1">
                    <a:lumMod val="65000"/>
                    <a:lumOff val="35000"/>
                  </a:schemeClr>
                </a:solidFill>
              </a:rPr>
              <a:t>Copyright 2026, Strictly Confidential, All rights reserved</a:t>
            </a:r>
          </a:p>
        </p:txBody>
      </p:sp>
      <p:sp>
        <p:nvSpPr>
          <p:cNvPr id="3" name="TextBox 2">
            <a:extLst>
              <a:ext uri="{FF2B5EF4-FFF2-40B4-BE49-F238E27FC236}">
                <a16:creationId xmlns:a16="http://schemas.microsoft.com/office/drawing/2014/main" xmlns=""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err="1">
                <a:solidFill>
                  <a:schemeClr val="bg1"/>
                </a:solidFill>
              </a:rPr>
              <a:t>Tenarai</a:t>
            </a:r>
            <a:endParaRPr lang="en-US" sz="1000" b="1">
              <a:solidFill>
                <a:schemeClr val="bg1"/>
              </a:solidFill>
            </a:endParaRPr>
          </a:p>
        </p:txBody>
      </p:sp>
      <p:sp>
        <p:nvSpPr>
          <p:cNvPr id="6" name="Text Placeholder 5">
            <a:extLst>
              <a:ext uri="{FF2B5EF4-FFF2-40B4-BE49-F238E27FC236}">
                <a16:creationId xmlns:a16="http://schemas.microsoft.com/office/drawing/2014/main" xmlns="" id="{2FA9B9D4-E9FA-5F10-B93E-7C4E0E33E6CB}"/>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chemeClr val="bg1"/>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3929069579"/>
      </p:ext>
    </p:extLst>
  </p:cSld>
  <p:clrMapOvr>
    <a:overrideClrMapping bg1="dk1" tx1="lt1" bg2="dk2" tx2="lt2" accent1="accent1" accent2="accent2" accent3="accent3" accent4="accent4" accent5="accent5" accent6="accent6" hlink="hlink" folHlink="folHlink"/>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End Slide (Tan)">
    <p:bg>
      <p:bgRef idx="1001">
        <a:schemeClr val="bg2"/>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6749"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4FF04D78-C0F6-15F1-60C3-69F4D9EA6D3E}"/>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7" name="Graphic 6">
            <a:extLst>
              <a:ext uri="{FF2B5EF4-FFF2-40B4-BE49-F238E27FC236}">
                <a16:creationId xmlns:a16="http://schemas.microsoft.com/office/drawing/2014/main" xmlns="" id="{CEBDEADF-0953-6CAE-7213-DECA8F5A09E3}"/>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7769515" y="5910834"/>
            <a:ext cx="4012910" cy="585216"/>
          </a:xfrm>
          <a:prstGeom prst="rect">
            <a:avLst/>
          </a:prstGeom>
        </p:spPr>
      </p:pic>
      <p:sp>
        <p:nvSpPr>
          <p:cNvPr id="2" name="Text Placeholder 11">
            <a:extLst>
              <a:ext uri="{FF2B5EF4-FFF2-40B4-BE49-F238E27FC236}">
                <a16:creationId xmlns:a16="http://schemas.microsoft.com/office/drawing/2014/main" xmlns="" id="{1449CD1B-818D-994A-063B-D4E7C53D002E}"/>
              </a:ext>
            </a:extLst>
          </p:cNvPr>
          <p:cNvSpPr>
            <a:spLocks noGrp="1"/>
          </p:cNvSpPr>
          <p:nvPr>
            <p:ph type="body" sz="quarter" idx="13" hasCustomPrompt="1"/>
          </p:nvPr>
        </p:nvSpPr>
        <p:spPr>
          <a:xfrm>
            <a:off x="565150" y="558800"/>
            <a:ext cx="3479800" cy="4530725"/>
          </a:xfrm>
        </p:spPr>
        <p:txBody>
          <a:bodyPr/>
          <a:lstStyle>
            <a:lvl1pPr>
              <a:spcBef>
                <a:spcPts val="0"/>
              </a:spcBef>
              <a:defRPr sz="1600" b="1">
                <a:solidFill>
                  <a:schemeClr val="tx1"/>
                </a:solidFill>
              </a:defRPr>
            </a:lvl1pPr>
            <a:lvl2pPr marL="0" indent="0">
              <a:spcBef>
                <a:spcPts val="0"/>
              </a:spcBef>
              <a:buNone/>
              <a:defRPr sz="1400">
                <a:solidFill>
                  <a:schemeClr val="tx1"/>
                </a:solidFill>
              </a:defRPr>
            </a:lvl2pPr>
          </a:lstStyle>
          <a:p>
            <a:pPr lvl="0"/>
            <a:r>
              <a:rPr lang="en-US" dirty="0"/>
              <a:t>Contact (optional)</a:t>
            </a:r>
          </a:p>
          <a:p>
            <a:pPr lvl="1"/>
            <a:r>
              <a:rPr lang="en-US" dirty="0"/>
              <a:t>Job title</a:t>
            </a:r>
            <a:br>
              <a:rPr lang="en-US" dirty="0"/>
            </a:br>
            <a:r>
              <a:rPr lang="en-US" dirty="0"/>
              <a:t>Email</a:t>
            </a:r>
          </a:p>
        </p:txBody>
      </p:sp>
    </p:spTree>
    <p:extLst>
      <p:ext uri="{BB962C8B-B14F-4D97-AF65-F5344CB8AC3E}">
        <p14:creationId xmlns:p14="http://schemas.microsoft.com/office/powerpoint/2010/main" val="1459494033"/>
      </p:ext>
    </p:extLst>
  </p:cSld>
  <p:clrMapOvr>
    <a:overrideClrMapping bg1="lt1" tx1="dk1" bg2="lt2" tx2="dk2" accent1="accent1" accent2="accent2" accent3="accent3" accent4="accent4" accent5="accent5" accent6="accent6" hlink="hlink" folHlink="folHlink"/>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End Slide (Carbon)">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7773"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4FF04D78-C0F6-15F1-60C3-69F4D9EA6D3E}"/>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7" name="Graphic 6">
            <a:extLst>
              <a:ext uri="{FF2B5EF4-FFF2-40B4-BE49-F238E27FC236}">
                <a16:creationId xmlns:a16="http://schemas.microsoft.com/office/drawing/2014/main" xmlns="" id="{CEBDEADF-0953-6CAE-7213-DECA8F5A09E3}"/>
              </a:ext>
            </a:extLst>
          </p:cNvPr>
          <p:cNvPicPr>
            <a:picLocks noChangeAspect="1"/>
          </p:cNvPicPr>
          <p:nvPr userDrawn="1"/>
        </p:nvPicPr>
        <p:blipFill>
          <a:blip>
            <a:extLst>
              <a:ext uri="{96DAC541-7B7A-43D3-8B79-37D633B846F1}">
                <asvg:svgBlip xmlns:asvg="http://schemas.microsoft.com/office/drawing/2016/SVG/main" xmlns="" r:embed="rId6"/>
              </a:ext>
            </a:extLst>
          </a:blip>
          <a:srcRect/>
          <a:stretch/>
        </p:blipFill>
        <p:spPr>
          <a:xfrm>
            <a:off x="7769515" y="5910834"/>
            <a:ext cx="4012909" cy="585216"/>
          </a:xfrm>
          <a:prstGeom prst="rect">
            <a:avLst/>
          </a:prstGeom>
        </p:spPr>
      </p:pic>
      <p:sp>
        <p:nvSpPr>
          <p:cNvPr id="2" name="Text Placeholder 11">
            <a:extLst>
              <a:ext uri="{FF2B5EF4-FFF2-40B4-BE49-F238E27FC236}">
                <a16:creationId xmlns:a16="http://schemas.microsoft.com/office/drawing/2014/main" xmlns="" id="{24200F27-F0C5-8CBC-B4DA-2772790B2C82}"/>
              </a:ext>
            </a:extLst>
          </p:cNvPr>
          <p:cNvSpPr>
            <a:spLocks noGrp="1"/>
          </p:cNvSpPr>
          <p:nvPr>
            <p:ph type="body" sz="quarter" idx="13" hasCustomPrompt="1"/>
          </p:nvPr>
        </p:nvSpPr>
        <p:spPr>
          <a:xfrm>
            <a:off x="565150" y="558800"/>
            <a:ext cx="3479800" cy="4530725"/>
          </a:xfrm>
        </p:spPr>
        <p:txBody>
          <a:bodyPr/>
          <a:lstStyle>
            <a:lvl1pPr>
              <a:spcBef>
                <a:spcPts val="0"/>
              </a:spcBef>
              <a:defRPr sz="1600" b="1">
                <a:solidFill>
                  <a:schemeClr val="tx1"/>
                </a:solidFill>
              </a:defRPr>
            </a:lvl1pPr>
            <a:lvl2pPr marL="0" indent="0">
              <a:spcBef>
                <a:spcPts val="0"/>
              </a:spcBef>
              <a:buNone/>
              <a:defRPr sz="1400">
                <a:solidFill>
                  <a:schemeClr val="tx1"/>
                </a:solidFill>
              </a:defRPr>
            </a:lvl2pPr>
          </a:lstStyle>
          <a:p>
            <a:pPr lvl="0"/>
            <a:r>
              <a:rPr lang="en-US" dirty="0"/>
              <a:t>Contact (optional)</a:t>
            </a:r>
          </a:p>
          <a:p>
            <a:pPr lvl="1"/>
            <a:r>
              <a:rPr lang="en-US" dirty="0"/>
              <a:t>Job title</a:t>
            </a:r>
            <a:br>
              <a:rPr lang="en-US" dirty="0"/>
            </a:br>
            <a:r>
              <a:rPr lang="en-US" dirty="0"/>
              <a:t>Email</a:t>
            </a:r>
          </a:p>
        </p:txBody>
      </p:sp>
    </p:spTree>
    <p:extLst>
      <p:ext uri="{BB962C8B-B14F-4D97-AF65-F5344CB8AC3E}">
        <p14:creationId xmlns:p14="http://schemas.microsoft.com/office/powerpoint/2010/main" val="1145878913"/>
      </p:ext>
    </p:extLst>
  </p:cSld>
  <p:clrMapOvr>
    <a:overrideClrMapping bg1="dk1" tx1="lt1" bg2="dk2" tx2="lt2" accent1="accent1" accent2="accent2" accent3="accent3" accent4="accent4" accent5="accent5" accent6="accent6" hlink="hlink" folHlink="folHlink"/>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8797"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565150" y="851377"/>
            <a:ext cx="11066462" cy="5155257"/>
          </a:xfrm>
          <a:prstGeom prst="rect">
            <a:avLst/>
          </a:prstGeom>
          <a:noFill/>
        </p:spPr>
        <p:txBody>
          <a:bodyPr wrap="square" lIns="0" tIns="0" rIns="0" bIns="0" rtlCol="0" anchor="ctr">
            <a:noAutofit/>
          </a:bodyPr>
          <a:lstStyle/>
          <a:p>
            <a:pPr algn="ctr"/>
            <a:r>
              <a:rPr lang="en-US" sz="3600"/>
              <a:t>If you see any </a:t>
            </a:r>
            <a:r>
              <a:rPr lang="en-US" sz="3600" b="1" i="1"/>
              <a:t>layouts after this one</a:t>
            </a:r>
            <a:r>
              <a:rPr lang="en-US" sz="3600" i="1"/>
              <a:t>,</a:t>
            </a:r>
            <a:r>
              <a:rPr lang="en-US" sz="3600"/>
              <a:t> do not use them. These layouts </a:t>
            </a:r>
            <a:r>
              <a:rPr lang="en-US" sz="3600" b="1" i="1"/>
              <a:t>are not </a:t>
            </a:r>
            <a:r>
              <a:rPr lang="en-US" sz="3600"/>
              <a:t>part of our template.</a:t>
            </a:r>
          </a:p>
          <a:p>
            <a:pPr algn="ctr"/>
            <a:r>
              <a:rPr lang="en-US" sz="13800" b="1" i="0"/>
              <a:t>Do not use</a:t>
            </a:r>
            <a:endParaRPr lang="en-US" sz="2000"/>
          </a:p>
          <a:p>
            <a:pPr algn="ctr"/>
            <a:r>
              <a:rPr lang="en-US" sz="2000"/>
              <a:t>Due to PowerPoint’s standard Copy/Paste functionality extra undesirable layouts can appear.</a:t>
            </a:r>
          </a:p>
          <a:p>
            <a:pPr algn="ctr">
              <a:spcBef>
                <a:spcPts val="600"/>
              </a:spcBef>
              <a:buClr>
                <a:srgbClr val="003755"/>
              </a:buClr>
            </a:pPr>
            <a:r>
              <a:rPr lang="en-US" sz="2000"/>
              <a:t>Also notice: Layouts after this might contain potential confidential information.</a:t>
            </a:r>
          </a:p>
        </p:txBody>
      </p:sp>
      <p:sp>
        <p:nvSpPr>
          <p:cNvPr id="2" name="Chevron 1">
            <a:extLst>
              <a:ext uri="{FF2B5EF4-FFF2-40B4-BE49-F238E27FC236}">
                <a16:creationId xmlns:a16="http://schemas.microsoft.com/office/drawing/2014/main" xmlns="" id="{10DC4FBB-A3AA-0EB1-1C90-CC7161DB18D5}"/>
              </a:ext>
            </a:extLst>
          </p:cNvPr>
          <p:cNvSpPr/>
          <p:nvPr userDrawn="1"/>
        </p:nvSpPr>
        <p:spPr>
          <a:xfrm rot="5400000">
            <a:off x="5785638" y="5593195"/>
            <a:ext cx="620724" cy="1014517"/>
          </a:xfrm>
          <a:prstGeom prst="chevron">
            <a:avLst>
              <a:gd name="adj" fmla="val 77451"/>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Tree>
    <p:extLst>
      <p:ext uri="{BB962C8B-B14F-4D97-AF65-F5344CB8AC3E}">
        <p14:creationId xmlns:p14="http://schemas.microsoft.com/office/powerpoint/2010/main" val="3648743523"/>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userDrawn="1">
  <p:cSld name="Title and content v2">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173677"/>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21979998"/>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blank">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 xmlns:a16="http://schemas.microsoft.com/office/drawing/2014/main" id="{C4DC091D-E20B-43AF-85A6-D06B098A5765}"/>
              </a:ext>
            </a:extLst>
          </p:cNvPr>
          <p:cNvSpPr>
            <a:spLocks noGrp="1"/>
          </p:cNvSpPr>
          <p:nvPr>
            <p:ph type="dt" sz="half" idx="10"/>
          </p:nvPr>
        </p:nvSpPr>
        <p:spPr>
          <a:xfrm>
            <a:off x="838200" y="6356350"/>
            <a:ext cx="2743200" cy="365125"/>
          </a:xfrm>
          <a:prstGeom prst="rect">
            <a:avLst/>
          </a:prstGeom>
        </p:spPr>
        <p:txBody>
          <a:bodyPr/>
          <a:lstStyle/>
          <a:p>
            <a:fld id="{8E7E9FA1-3201-4CFE-B59E-2CC3904A385B}" type="datetimeFigureOut">
              <a:rPr lang="ru-RU" smtClean="0"/>
              <a:t>13.07.2026</a:t>
            </a:fld>
            <a:endParaRPr lang="ru-RU"/>
          </a:p>
        </p:txBody>
      </p:sp>
      <p:sp>
        <p:nvSpPr>
          <p:cNvPr id="3" name="Нижний колонтитул 2">
            <a:extLst>
              <a:ext uri="{FF2B5EF4-FFF2-40B4-BE49-F238E27FC236}">
                <a16:creationId xmlns="" xmlns:a16="http://schemas.microsoft.com/office/drawing/2014/main" id="{7256F216-F3C5-4473-B251-72A6A8FB0A56}"/>
              </a:ext>
            </a:extLst>
          </p:cNvPr>
          <p:cNvSpPr>
            <a:spLocks noGrp="1"/>
          </p:cNvSpPr>
          <p:nvPr>
            <p:ph type="ftr" sz="quarter" idx="11"/>
          </p:nvPr>
        </p:nvSpPr>
        <p:spPr>
          <a:xfrm>
            <a:off x="4038600" y="6356350"/>
            <a:ext cx="4114800" cy="365125"/>
          </a:xfrm>
          <a:prstGeom prst="rect">
            <a:avLst/>
          </a:prstGeom>
        </p:spPr>
        <p:txBody>
          <a:bodyPr/>
          <a:lstStyle/>
          <a:p>
            <a:endParaRPr lang="ru-RU"/>
          </a:p>
        </p:txBody>
      </p:sp>
      <p:sp>
        <p:nvSpPr>
          <p:cNvPr id="4" name="Номер слайда 3">
            <a:extLst>
              <a:ext uri="{FF2B5EF4-FFF2-40B4-BE49-F238E27FC236}">
                <a16:creationId xmlns="" xmlns:a16="http://schemas.microsoft.com/office/drawing/2014/main" id="{0510FE17-D12B-4940-A9BA-F5142885EE84}"/>
              </a:ext>
            </a:extLst>
          </p:cNvPr>
          <p:cNvSpPr>
            <a:spLocks noGrp="1"/>
          </p:cNvSpPr>
          <p:nvPr>
            <p:ph type="sldNum" sz="quarter" idx="12"/>
          </p:nvPr>
        </p:nvSpPr>
        <p:spPr/>
        <p:txBody>
          <a:bodyPr/>
          <a:lstStyle/>
          <a:p>
            <a:fld id="{218DFB81-B4D1-4C46-8DB6-75181515BA6D}" type="slidenum">
              <a:rPr lang="ru-RU" smtClean="0"/>
              <a:t>‹#›</a:t>
            </a:fld>
            <a:endParaRPr lang="ru-RU"/>
          </a:p>
        </p:txBody>
      </p:sp>
    </p:spTree>
    <p:extLst>
      <p:ext uri="{BB962C8B-B14F-4D97-AF65-F5344CB8AC3E}">
        <p14:creationId xmlns:p14="http://schemas.microsoft.com/office/powerpoint/2010/main" val="1326944021"/>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obj">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 xmlns:a16="http://schemas.microsoft.com/office/drawing/2014/main" id="{BD785E31-5EE4-4031-8DAA-64044DE0836F}"/>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 xmlns:a16="http://schemas.microsoft.com/office/drawing/2014/main" id="{EAAB51F7-AD05-4812-9AEE-F0A7A18CE345}"/>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 xmlns:a16="http://schemas.microsoft.com/office/drawing/2014/main" id="{CE39D8A6-338D-4A25-B834-B4A942E94EFE}"/>
              </a:ext>
            </a:extLst>
          </p:cNvPr>
          <p:cNvSpPr>
            <a:spLocks noGrp="1"/>
          </p:cNvSpPr>
          <p:nvPr>
            <p:ph type="dt" sz="half" idx="10"/>
          </p:nvPr>
        </p:nvSpPr>
        <p:spPr>
          <a:xfrm>
            <a:off x="838200" y="6356350"/>
            <a:ext cx="2743200" cy="365125"/>
          </a:xfrm>
          <a:prstGeom prst="rect">
            <a:avLst/>
          </a:prstGeom>
        </p:spPr>
        <p:txBody>
          <a:bodyPr/>
          <a:lstStyle/>
          <a:p>
            <a:fld id="{8E7E9FA1-3201-4CFE-B59E-2CC3904A385B}" type="datetimeFigureOut">
              <a:rPr lang="ru-RU" smtClean="0"/>
              <a:t>13.07.2026</a:t>
            </a:fld>
            <a:endParaRPr lang="ru-RU"/>
          </a:p>
        </p:txBody>
      </p:sp>
      <p:sp>
        <p:nvSpPr>
          <p:cNvPr id="5" name="Нижний колонтитул 4">
            <a:extLst>
              <a:ext uri="{FF2B5EF4-FFF2-40B4-BE49-F238E27FC236}">
                <a16:creationId xmlns="" xmlns:a16="http://schemas.microsoft.com/office/drawing/2014/main" id="{CC93547E-E0C5-4326-ADC3-C43A6781B1A5}"/>
              </a:ext>
            </a:extLst>
          </p:cNvPr>
          <p:cNvSpPr>
            <a:spLocks noGrp="1"/>
          </p:cNvSpPr>
          <p:nvPr>
            <p:ph type="ftr" sz="quarter" idx="11"/>
          </p:nvPr>
        </p:nvSpPr>
        <p:spPr>
          <a:xfrm>
            <a:off x="4038600" y="6356350"/>
            <a:ext cx="4114800" cy="365125"/>
          </a:xfrm>
          <a:prstGeom prst="rect">
            <a:avLst/>
          </a:prstGeom>
        </p:spPr>
        <p:txBody>
          <a:bodyPr/>
          <a:lstStyle/>
          <a:p>
            <a:endParaRPr lang="ru-RU"/>
          </a:p>
        </p:txBody>
      </p:sp>
      <p:sp>
        <p:nvSpPr>
          <p:cNvPr id="6" name="Номер слайда 5">
            <a:extLst>
              <a:ext uri="{FF2B5EF4-FFF2-40B4-BE49-F238E27FC236}">
                <a16:creationId xmlns="" xmlns:a16="http://schemas.microsoft.com/office/drawing/2014/main" id="{C267DB44-D3F4-429C-AB2C-E561CB263BD7}"/>
              </a:ext>
            </a:extLst>
          </p:cNvPr>
          <p:cNvSpPr>
            <a:spLocks noGrp="1"/>
          </p:cNvSpPr>
          <p:nvPr>
            <p:ph type="sldNum" sz="quarter" idx="12"/>
          </p:nvPr>
        </p:nvSpPr>
        <p:spPr/>
        <p:txBody>
          <a:bodyPr/>
          <a:lstStyle/>
          <a:p>
            <a:fld id="{218DFB81-B4D1-4C46-8DB6-75181515BA6D}" type="slidenum">
              <a:rPr lang="ru-RU" smtClean="0"/>
              <a:t>‹#›</a:t>
            </a:fld>
            <a:endParaRPr lang="ru-RU"/>
          </a:p>
        </p:txBody>
      </p:sp>
    </p:spTree>
    <p:extLst>
      <p:ext uri="{BB962C8B-B14F-4D97-AF65-F5344CB8AC3E}">
        <p14:creationId xmlns:p14="http://schemas.microsoft.com/office/powerpoint/2010/main" val="927884609"/>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318355040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2903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a16="http://schemas.microsoft.com/office/drawing/2014/main" xmlns=""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2409037093"/>
      </p:ext>
    </p:extLst>
  </p:cSld>
  <p:clrMapOvr>
    <a:overrideClrMapping bg1="lt1" tx1="dk1" bg2="lt2" tx2="dk2" accent1="accent1" accent2="accent2" accent3="accent3" accent4="accent4" accent5="accent5" accent6="accent6" hlink="hlink" folHlink="folHlink"/>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userDrawn="1">
  <p:cSld name="Title Slide (Carbon)">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244964903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005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a16="http://schemas.microsoft.com/office/drawing/2014/main" xmlns=""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75000"/>
              <a:lumOff val="2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436376758"/>
      </p:ext>
    </p:extLst>
  </p:cSld>
  <p:clrMapOvr>
    <a:overrideClrMapping bg1="dk1" tx1="lt1" bg2="dk2" tx2="lt2" accent1="accent1" accent2="accent2" accent3="accent3" accent4="accent4" accent5="accent5" accent6="accent6" hlink="hlink" folHlink="folHlink"/>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preserve="1" userDrawn="1">
  <p:cSld name="1_Title Slide tan with sub">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242734056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108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a16="http://schemas.microsoft.com/office/drawing/2014/main" xmlns=""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139250"/>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
        <p:nvSpPr>
          <p:cNvPr id="4" name="Rectangle 3">
            <a:extLst>
              <a:ext uri="{FF2B5EF4-FFF2-40B4-BE49-F238E27FC236}">
                <a16:creationId xmlns:a16="http://schemas.microsoft.com/office/drawing/2014/main" xmlns="" id="{B6EC5BDD-FA11-9E4A-077F-9E7A240FE274}"/>
              </a:ext>
            </a:extLst>
          </p:cNvPr>
          <p:cNvSpPr/>
          <p:nvPr userDrawn="1"/>
        </p:nvSpPr>
        <p:spPr>
          <a:xfrm>
            <a:off x="351131" y="6569272"/>
            <a:ext cx="2457724" cy="215444"/>
          </a:xfrm>
          <a:prstGeom prst="rect">
            <a:avLst/>
          </a:prstGeom>
        </p:spPr>
        <p:txBody>
          <a:bodyPr wrap="none">
            <a:spAutoFit/>
          </a:bodyPr>
          <a:lstStyle/>
          <a:p>
            <a:pPr defTabSz="914126">
              <a:defRPr/>
            </a:pPr>
            <a:r>
              <a:rPr lang="en-US" sz="800" dirty="0">
                <a:solidFill>
                  <a:srgbClr val="000000"/>
                </a:solidFill>
                <a:latin typeface="Aptos Display"/>
                <a:cs typeface="Arial" panose="020B0604020202020204" pitchFamily="34" charset="0"/>
              </a:rPr>
              <a:t>Copyright 2026, Strictly Confidential, All rights reserved</a:t>
            </a:r>
          </a:p>
        </p:txBody>
      </p:sp>
      <p:sp>
        <p:nvSpPr>
          <p:cNvPr id="6" name="Text Placeholder 5">
            <a:extLst>
              <a:ext uri="{FF2B5EF4-FFF2-40B4-BE49-F238E27FC236}">
                <a16:creationId xmlns:a16="http://schemas.microsoft.com/office/drawing/2014/main" xmlns="" id="{F3E166E2-167C-03A2-FB2E-A293D36B3F0D}"/>
              </a:ext>
            </a:extLst>
          </p:cNvPr>
          <p:cNvSpPr>
            <a:spLocks noGrp="1"/>
          </p:cNvSpPr>
          <p:nvPr>
            <p:ph type="body" sz="quarter" idx="11" hasCustomPrompt="1"/>
          </p:nvPr>
        </p:nvSpPr>
        <p:spPr>
          <a:xfrm>
            <a:off x="463550" y="4358333"/>
            <a:ext cx="4522786"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844913178"/>
      </p:ext>
    </p:extLst>
  </p:cSld>
  <p:clrMapOvr>
    <a:overrideClrMapping bg1="lt1" tx1="dk1" bg2="lt2" tx2="dk2" accent1="accent1" accent2="accent2" accent3="accent3" accent4="accent4" accent5="accent5" accent6="accent6" hlink="hlink" folHlink="folHlink"/>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userDrawn="1">
  <p:cSld name="2_Title Slide Carbon with sub">
    <p:bg>
      <p:bgPr>
        <a:solidFill>
          <a:schemeClr val="tx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27579559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210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a16="http://schemas.microsoft.com/office/drawing/2014/main" xmlns=""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alpha val="1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0" y="2137803"/>
            <a:ext cx="4522787" cy="2139250"/>
          </a:xfrm>
        </p:spPr>
        <p:txBody>
          <a:bodyPr vert="horz" anchor="t"/>
          <a:lstStyle>
            <a:lvl1pPr algn="l">
              <a:defRPr sz="4800">
                <a:solidFill>
                  <a:schemeClr val="bg1"/>
                </a:solidFill>
              </a:defRPr>
            </a:lvl1pPr>
          </a:lstStyle>
          <a:p>
            <a:r>
              <a:rPr lang="en-US" dirty="0"/>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date</a:t>
            </a:r>
            <a:br>
              <a:rPr lang="en-US" dirty="0"/>
            </a:br>
            <a:r>
              <a:rPr lang="en-US" dirty="0"/>
              <a:t>presenter</a:t>
            </a:r>
            <a:br>
              <a:rPr lang="en-US" dirty="0"/>
            </a:br>
            <a:r>
              <a:rPr lang="en-US" dirty="0"/>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
        <p:nvSpPr>
          <p:cNvPr id="4" name="Rectangle 3">
            <a:extLst>
              <a:ext uri="{FF2B5EF4-FFF2-40B4-BE49-F238E27FC236}">
                <a16:creationId xmlns:a16="http://schemas.microsoft.com/office/drawing/2014/main" xmlns="" id="{B6EC5BDD-FA11-9E4A-077F-9E7A240FE274}"/>
              </a:ext>
            </a:extLst>
          </p:cNvPr>
          <p:cNvSpPr/>
          <p:nvPr userDrawn="1"/>
        </p:nvSpPr>
        <p:spPr>
          <a:xfrm>
            <a:off x="351131" y="6569272"/>
            <a:ext cx="2457724" cy="215444"/>
          </a:xfrm>
          <a:prstGeom prst="rect">
            <a:avLst/>
          </a:prstGeom>
        </p:spPr>
        <p:txBody>
          <a:bodyPr wrap="none">
            <a:spAutoFit/>
          </a:bodyPr>
          <a:lstStyle/>
          <a:p>
            <a:pPr defTabSz="914126">
              <a:defRPr/>
            </a:pPr>
            <a:r>
              <a:rPr lang="en-US" sz="800" dirty="0">
                <a:solidFill>
                  <a:srgbClr val="000000"/>
                </a:solidFill>
                <a:latin typeface="Aptos Display"/>
                <a:cs typeface="Arial" panose="020B0604020202020204" pitchFamily="34" charset="0"/>
              </a:rPr>
              <a:t>Copyright 2026, Strictly Confidential, All rights reserved</a:t>
            </a:r>
          </a:p>
        </p:txBody>
      </p:sp>
      <p:sp>
        <p:nvSpPr>
          <p:cNvPr id="6" name="Text Placeholder 5">
            <a:extLst>
              <a:ext uri="{FF2B5EF4-FFF2-40B4-BE49-F238E27FC236}">
                <a16:creationId xmlns:a16="http://schemas.microsoft.com/office/drawing/2014/main" xmlns="" id="{F3E166E2-167C-03A2-FB2E-A293D36B3F0D}"/>
              </a:ext>
            </a:extLst>
          </p:cNvPr>
          <p:cNvSpPr>
            <a:spLocks noGrp="1"/>
          </p:cNvSpPr>
          <p:nvPr>
            <p:ph type="body" sz="quarter" idx="11" hasCustomPrompt="1"/>
          </p:nvPr>
        </p:nvSpPr>
        <p:spPr>
          <a:xfrm>
            <a:off x="463550" y="4358333"/>
            <a:ext cx="4522787" cy="1067435"/>
          </a:xfrm>
        </p:spPr>
        <p:txBody>
          <a:bodyPr/>
          <a:lstStyle>
            <a:lvl1pPr>
              <a:defRPr sz="1800">
                <a:solidFill>
                  <a:schemeClr val="bg1"/>
                </a:solidFill>
              </a:defRPr>
            </a:lvl1pPr>
            <a:lvl2pPr>
              <a:buNone/>
              <a:defRPr/>
            </a:lvl2pPr>
          </a:lstStyle>
          <a:p>
            <a:pPr lvl="0"/>
            <a:r>
              <a:rPr lang="en-US" dirty="0"/>
              <a:t>Click to edit Subtitle text styles</a:t>
            </a:r>
          </a:p>
        </p:txBody>
      </p:sp>
    </p:spTree>
    <p:extLst>
      <p:ext uri="{BB962C8B-B14F-4D97-AF65-F5344CB8AC3E}">
        <p14:creationId xmlns:p14="http://schemas.microsoft.com/office/powerpoint/2010/main" val="1396411958"/>
      </p:ext>
    </p:extLst>
  </p:cSld>
  <p:clrMapOvr>
    <a:overrideClrMapping bg1="lt1" tx1="dk1" bg2="lt2" tx2="dk2" accent1="accent1" accent2="accent2" accent3="accent3" accent4="accent4" accent5="accent5" accent6="accent6" hlink="hlink" folHlink="folHlink"/>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22225906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312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
        <p:nvSpPr>
          <p:cNvPr id="4" name="Picture Placeholder 4">
            <a:extLst>
              <a:ext uri="{FF2B5EF4-FFF2-40B4-BE49-F238E27FC236}">
                <a16:creationId xmlns:a16="http://schemas.microsoft.com/office/drawing/2014/main" xmlns="" id="{5074A656-4209-042E-A015-9A2825318D2A}"/>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Tree>
    <p:extLst>
      <p:ext uri="{BB962C8B-B14F-4D97-AF65-F5344CB8AC3E}">
        <p14:creationId xmlns:p14="http://schemas.microsoft.com/office/powerpoint/2010/main" val="1199896033"/>
      </p:ext>
    </p:extLst>
  </p:cSld>
  <p:clrMapOvr>
    <a:overrideClrMapping bg1="lt1" tx1="dk1" bg2="lt2" tx2="dk2" accent1="accent1" accent2="accent2" accent3="accent3" accent4="accent4" accent5="accent5" accent6="accent6" hlink="hlink" folHlink="folHlink"/>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Carbon)">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0520871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415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a16="http://schemas.microsoft.com/office/drawing/2014/main" xmlns="" id="{94747D76-6149-DBD8-9CEB-464D55C94191}"/>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487606196"/>
      </p:ext>
    </p:extLst>
  </p:cSld>
  <p:clrMapOvr>
    <a:overrideClrMapping bg1="dk1" tx1="lt1" bg2="dk2" tx2="lt2" accent1="accent1" accent2="accent2" accent3="accent3" accent4="accent4" accent5="accent5" accent6="accent6" hlink="hlink" folHlink="folHlink"/>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preserve="1" userDrawn="1">
  <p:cSld name="Title Slide Image with Sub">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41860562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517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ctrTitle"/>
          </p:nvPr>
        </p:nvSpPr>
        <p:spPr>
          <a:xfrm>
            <a:off x="463551" y="2137803"/>
            <a:ext cx="4522787" cy="2572528"/>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
        <p:nvSpPr>
          <p:cNvPr id="4" name="Picture Placeholder 4">
            <a:extLst>
              <a:ext uri="{FF2B5EF4-FFF2-40B4-BE49-F238E27FC236}">
                <a16:creationId xmlns:a16="http://schemas.microsoft.com/office/drawing/2014/main" xmlns="" id="{5074A656-4209-042E-A015-9A2825318D2A}"/>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5" name="Text Placeholder 5">
            <a:extLst>
              <a:ext uri="{FF2B5EF4-FFF2-40B4-BE49-F238E27FC236}">
                <a16:creationId xmlns:a16="http://schemas.microsoft.com/office/drawing/2014/main" xmlns="" id="{4807174D-FDC5-E4A1-2632-800C1838B05D}"/>
              </a:ext>
            </a:extLst>
          </p:cNvPr>
          <p:cNvSpPr>
            <a:spLocks noGrp="1"/>
          </p:cNvSpPr>
          <p:nvPr>
            <p:ph type="body" sz="quarter" idx="11" hasCustomPrompt="1"/>
          </p:nvPr>
        </p:nvSpPr>
        <p:spPr>
          <a:xfrm>
            <a:off x="463551" y="4750971"/>
            <a:ext cx="4551681"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2522280710"/>
      </p:ext>
    </p:extLst>
  </p:cSld>
  <p:clrMapOvr>
    <a:overrideClrMapping bg1="lt1" tx1="dk1" bg2="lt2" tx2="dk2" accent1="accent1" accent2="accent2" accent3="accent3" accent4="accent4" accent5="accent5" accent6="accent6" hlink="hlink" folHlink="folHlink"/>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Sp="0" preserve="1" userDrawn="1">
  <p:cSld name="Title Slide Image (Carbon) with sub">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315160758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620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a16="http://schemas.microsoft.com/office/drawing/2014/main" xmlns="" id="{94747D76-6149-DBD8-9CEB-464D55C94191}"/>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2" name="Title 1"/>
          <p:cNvSpPr>
            <a:spLocks noGrp="1"/>
          </p:cNvSpPr>
          <p:nvPr>
            <p:ph type="ctrTitle"/>
          </p:nvPr>
        </p:nvSpPr>
        <p:spPr>
          <a:xfrm>
            <a:off x="463551" y="2137803"/>
            <a:ext cx="4522787" cy="2572528"/>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
        <p:nvSpPr>
          <p:cNvPr id="4" name="Text Placeholder 5">
            <a:extLst>
              <a:ext uri="{FF2B5EF4-FFF2-40B4-BE49-F238E27FC236}">
                <a16:creationId xmlns:a16="http://schemas.microsoft.com/office/drawing/2014/main" xmlns="" id="{DFBA4D4C-B779-20CD-83F2-4B8BF48E5510}"/>
              </a:ext>
            </a:extLst>
          </p:cNvPr>
          <p:cNvSpPr>
            <a:spLocks noGrp="1"/>
          </p:cNvSpPr>
          <p:nvPr>
            <p:ph type="body" sz="quarter" idx="11" hasCustomPrompt="1"/>
          </p:nvPr>
        </p:nvSpPr>
        <p:spPr>
          <a:xfrm>
            <a:off x="463551" y="4750971"/>
            <a:ext cx="4551681"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1758978719"/>
      </p:ext>
    </p:extLst>
  </p:cSld>
  <p:clrMapOvr>
    <a:overrideClrMapping bg1="dk1" tx1="lt1" bg2="dk2" tx2="lt2" accent1="accent1" accent2="accent2" accent3="accent3" accent4="accent4" accent5="accent5" accent6="accent6" hlink="hlink" folHlink="folHlink"/>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Sp="0" preserve="1" userDrawn="1">
  <p:cSld name="-">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34029495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722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3310146" y="1305349"/>
            <a:ext cx="5571718" cy="4247317"/>
          </a:xfrm>
          <a:prstGeom prst="rect">
            <a:avLst/>
          </a:prstGeom>
          <a:noFill/>
        </p:spPr>
        <p:txBody>
          <a:bodyPr wrap="none" lIns="0" tIns="0" rIns="0" bIns="0" rtlCol="0" anchor="ctr">
            <a:spAutoFit/>
          </a:bodyPr>
          <a:lstStyle/>
          <a:p>
            <a:pPr algn="ctr"/>
            <a:r>
              <a:rPr lang="en-US" sz="13800">
                <a:solidFill>
                  <a:srgbClr val="000000"/>
                </a:solidFill>
              </a:rPr>
              <a:t>Text </a:t>
            </a:r>
          </a:p>
          <a:p>
            <a:pPr algn="ctr"/>
            <a:r>
              <a:rPr lang="en-US" sz="13800">
                <a:solidFill>
                  <a:srgbClr val="000000"/>
                </a:solidFill>
              </a:rPr>
              <a:t>layouts</a:t>
            </a:r>
          </a:p>
        </p:txBody>
      </p:sp>
    </p:spTree>
    <p:extLst>
      <p:ext uri="{BB962C8B-B14F-4D97-AF65-F5344CB8AC3E}">
        <p14:creationId xmlns:p14="http://schemas.microsoft.com/office/powerpoint/2010/main" val="2007572986"/>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1_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8654016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824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Tree>
    <p:extLst>
      <p:ext uri="{BB962C8B-B14F-4D97-AF65-F5344CB8AC3E}">
        <p14:creationId xmlns:p14="http://schemas.microsoft.com/office/powerpoint/2010/main" val="2467295740"/>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4_Text, 1 colm">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6546051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927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Tree>
    <p:extLst>
      <p:ext uri="{BB962C8B-B14F-4D97-AF65-F5344CB8AC3E}">
        <p14:creationId xmlns:p14="http://schemas.microsoft.com/office/powerpoint/2010/main" val="2715001564"/>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5_Text, 1 colm">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411442959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029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a:defRPr>
                <a:solidFill>
                  <a:schemeClr val="bg1"/>
                </a:solidFill>
              </a:defRPr>
            </a:lvl1pPr>
          </a:lstStyle>
          <a:p>
            <a:r>
              <a:rPr lang="en-US" dirty="0"/>
              <a:t>Click to edit Master title style</a:t>
            </a:r>
          </a:p>
        </p:txBody>
      </p:sp>
      <p:sp>
        <p:nvSpPr>
          <p:cNvPr id="3" name="Slide Number Placeholder 5">
            <a:extLst>
              <a:ext uri="{FF2B5EF4-FFF2-40B4-BE49-F238E27FC236}">
                <a16:creationId xmlns:a16="http://schemas.microsoft.com/office/drawing/2014/main" xmlns="" id="{CC8AF0B6-0637-CB51-5AF0-8CB1F1E91D71}"/>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4" name="Page# static">
            <a:extLst>
              <a:ext uri="{FF2B5EF4-FFF2-40B4-BE49-F238E27FC236}">
                <a16:creationId xmlns:a16="http://schemas.microsoft.com/office/drawing/2014/main" xmlns="" id="{56D23D15-E61C-2B0F-9932-CD8A555451CC}"/>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5" name="TextBox 4">
            <a:extLst>
              <a:ext uri="{FF2B5EF4-FFF2-40B4-BE49-F238E27FC236}">
                <a16:creationId xmlns:a16="http://schemas.microsoft.com/office/drawing/2014/main" xmlns="" id="{1F217B56-9CBB-6830-CE79-981D5D5BA8FD}"/>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6" name="TextBox 5">
            <a:extLst>
              <a:ext uri="{FF2B5EF4-FFF2-40B4-BE49-F238E27FC236}">
                <a16:creationId xmlns:a16="http://schemas.microsoft.com/office/drawing/2014/main" xmlns="" id="{C812D442-5F38-93DE-FFA5-DD2464B12E3F}"/>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556762253"/>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5_Text, segment tit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0671794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132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dirty="0"/>
              <a:t>Click to edit Master title style</a:t>
            </a:r>
          </a:p>
        </p:txBody>
      </p:sp>
      <p:sp>
        <p:nvSpPr>
          <p:cNvPr id="4" name="Content Placeholder 3">
            <a:extLst>
              <a:ext uri="{FF2B5EF4-FFF2-40B4-BE49-F238E27FC236}">
                <a16:creationId xmlns:a16="http://schemas.microsoft.com/office/drawing/2014/main" xmlns=""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a:solidFill>
                  <a:srgbClr val="8E867E"/>
                </a:solidFill>
                <a:latin typeface="+mn-lt"/>
              </a:defRPr>
            </a:lvl1pPr>
          </a:lstStyle>
          <a:p>
            <a:pPr lvl="0"/>
            <a:r>
              <a:rPr lang="en-US" dirty="0"/>
              <a:t>Segment Title</a:t>
            </a:r>
          </a:p>
        </p:txBody>
      </p:sp>
    </p:spTree>
    <p:extLst>
      <p:ext uri="{BB962C8B-B14F-4D97-AF65-F5344CB8AC3E}">
        <p14:creationId xmlns:p14="http://schemas.microsoft.com/office/powerpoint/2010/main" val="674029667"/>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6_Text, segment title">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20874683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234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dirty="0"/>
              <a:t>Click to edit Master title style</a:t>
            </a:r>
          </a:p>
        </p:txBody>
      </p:sp>
      <p:sp>
        <p:nvSpPr>
          <p:cNvPr id="4" name="Content Placeholder 3">
            <a:extLst>
              <a:ext uri="{FF2B5EF4-FFF2-40B4-BE49-F238E27FC236}">
                <a16:creationId xmlns:a16="http://schemas.microsoft.com/office/drawing/2014/main" xmlns=""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a:solidFill>
                  <a:srgbClr val="8E867E"/>
                </a:solidFill>
                <a:latin typeface="+mn-lt"/>
              </a:defRPr>
            </a:lvl1pPr>
          </a:lstStyle>
          <a:p>
            <a:pPr lvl="0"/>
            <a:r>
              <a:rPr lang="en-US" dirty="0"/>
              <a:t>Segment Title</a:t>
            </a:r>
          </a:p>
        </p:txBody>
      </p:sp>
    </p:spTree>
    <p:extLst>
      <p:ext uri="{BB962C8B-B14F-4D97-AF65-F5344CB8AC3E}">
        <p14:creationId xmlns:p14="http://schemas.microsoft.com/office/powerpoint/2010/main" val="687671105"/>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7_Text, segment title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136443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336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lvl1pPr>
              <a:defRPr baseline="0">
                <a:solidFill>
                  <a:schemeClr val="bg1"/>
                </a:solidFill>
              </a:defRPr>
            </a:lvl1pPr>
          </a:lstStyle>
          <a:p>
            <a:r>
              <a:rPr lang="en-US" dirty="0"/>
              <a:t>Click to edit Master title style</a:t>
            </a:r>
          </a:p>
        </p:txBody>
      </p:sp>
      <p:sp>
        <p:nvSpPr>
          <p:cNvPr id="4" name="Content Placeholder 3">
            <a:extLst>
              <a:ext uri="{FF2B5EF4-FFF2-40B4-BE49-F238E27FC236}">
                <a16:creationId xmlns:a16="http://schemas.microsoft.com/office/drawing/2014/main" xmlns=""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baseline="0">
                <a:solidFill>
                  <a:srgbClr val="DAD2CB"/>
                </a:solidFill>
                <a:latin typeface="+mn-lt"/>
              </a:defRPr>
            </a:lvl1pPr>
          </a:lstStyle>
          <a:p>
            <a:pPr lvl="0"/>
            <a:r>
              <a:rPr lang="en-US" dirty="0"/>
              <a:t>Segment Title</a:t>
            </a:r>
          </a:p>
        </p:txBody>
      </p:sp>
      <p:sp>
        <p:nvSpPr>
          <p:cNvPr id="3" name="Slide Number Placeholder 5">
            <a:extLst>
              <a:ext uri="{FF2B5EF4-FFF2-40B4-BE49-F238E27FC236}">
                <a16:creationId xmlns:a16="http://schemas.microsoft.com/office/drawing/2014/main" xmlns="" id="{7828F419-9D5C-E883-4CC0-CCBA4E68824B}"/>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5" name="Page# static">
            <a:extLst>
              <a:ext uri="{FF2B5EF4-FFF2-40B4-BE49-F238E27FC236}">
                <a16:creationId xmlns:a16="http://schemas.microsoft.com/office/drawing/2014/main" xmlns="" id="{33E709FB-3860-930F-75A5-DF2DB1EB704B}"/>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6" name="TextBox 5">
            <a:extLst>
              <a:ext uri="{FF2B5EF4-FFF2-40B4-BE49-F238E27FC236}">
                <a16:creationId xmlns:a16="http://schemas.microsoft.com/office/drawing/2014/main" xmlns="" id="{431FF450-A988-F9C4-8920-02798A20AF99}"/>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7" name="TextBox 6">
            <a:extLst>
              <a:ext uri="{FF2B5EF4-FFF2-40B4-BE49-F238E27FC236}">
                <a16:creationId xmlns:a16="http://schemas.microsoft.com/office/drawing/2014/main" xmlns="" id="{55F1D2FB-B878-4758-E599-AB15A50C4F89}"/>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2991162542"/>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6_Text, Subtitle whit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240041355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439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p:nvPr>
        </p:nvSpPr>
        <p:spPr>
          <a:xfrm>
            <a:off x="566420" y="1218883"/>
            <a:ext cx="11104563" cy="477837"/>
          </a:xfrm>
        </p:spPr>
        <p:txBody>
          <a:bodyPr/>
          <a:lstStyle>
            <a:lvl1pPr>
              <a:defRPr sz="1800" baseline="0">
                <a:solidFill>
                  <a:srgbClr val="8E867E"/>
                </a:solidFill>
              </a:defRPr>
            </a:lvl1pPr>
          </a:lstStyle>
          <a:p>
            <a:pPr lvl="0"/>
            <a:r>
              <a:rPr lang="en-US" dirty="0"/>
              <a:t>Click to edit Master text styles</a:t>
            </a:r>
          </a:p>
        </p:txBody>
      </p:sp>
    </p:spTree>
    <p:extLst>
      <p:ext uri="{BB962C8B-B14F-4D97-AF65-F5344CB8AC3E}">
        <p14:creationId xmlns:p14="http://schemas.microsoft.com/office/powerpoint/2010/main" val="1031401250"/>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7_Text, Subtitle Tan">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40374780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541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p:nvPr>
        </p:nvSpPr>
        <p:spPr>
          <a:xfrm>
            <a:off x="566420" y="1218883"/>
            <a:ext cx="11104563" cy="477837"/>
          </a:xfrm>
        </p:spPr>
        <p:txBody>
          <a:bodyPr/>
          <a:lstStyle>
            <a:lvl1pPr>
              <a:defRPr sz="2000" baseline="0">
                <a:solidFill>
                  <a:srgbClr val="8E867E"/>
                </a:solidFill>
              </a:defRPr>
            </a:lvl1pPr>
          </a:lstStyle>
          <a:p>
            <a:pPr lvl="0"/>
            <a:r>
              <a:rPr lang="en-US" dirty="0"/>
              <a:t>Click to edit Master text styles</a:t>
            </a:r>
          </a:p>
        </p:txBody>
      </p:sp>
    </p:spTree>
    <p:extLst>
      <p:ext uri="{BB962C8B-B14F-4D97-AF65-F5344CB8AC3E}">
        <p14:creationId xmlns:p14="http://schemas.microsoft.com/office/powerpoint/2010/main" val="4222420473"/>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8_Text, Subtitle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55910389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644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a:defRPr baseline="0">
                <a:solidFill>
                  <a:schemeClr val="bg1"/>
                </a:solidFill>
              </a:defRPr>
            </a:lvl1pPr>
          </a:lstStyle>
          <a:p>
            <a:r>
              <a:rPr lang="en-US" dirty="0"/>
              <a:t>Click to edit Master title style</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p:nvPr>
        </p:nvSpPr>
        <p:spPr>
          <a:xfrm>
            <a:off x="566420" y="1218883"/>
            <a:ext cx="11104563" cy="477837"/>
          </a:xfrm>
        </p:spPr>
        <p:txBody>
          <a:bodyPr/>
          <a:lstStyle>
            <a:lvl1pPr>
              <a:defRPr sz="2000" baseline="0">
                <a:solidFill>
                  <a:srgbClr val="DAD2CB"/>
                </a:solidFill>
              </a:defRPr>
            </a:lvl1pPr>
          </a:lstStyle>
          <a:p>
            <a:pPr lvl="0"/>
            <a:r>
              <a:rPr lang="en-US" dirty="0"/>
              <a:t>Click to edit Master text styles</a:t>
            </a:r>
          </a:p>
        </p:txBody>
      </p:sp>
      <p:sp>
        <p:nvSpPr>
          <p:cNvPr id="3" name="Slide Number Placeholder 5">
            <a:extLst>
              <a:ext uri="{FF2B5EF4-FFF2-40B4-BE49-F238E27FC236}">
                <a16:creationId xmlns:a16="http://schemas.microsoft.com/office/drawing/2014/main" xmlns="" id="{5C04FE88-5B63-D42D-FB0F-8DCAA2CC1B5F}"/>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4" name="Page# static">
            <a:extLst>
              <a:ext uri="{FF2B5EF4-FFF2-40B4-BE49-F238E27FC236}">
                <a16:creationId xmlns:a16="http://schemas.microsoft.com/office/drawing/2014/main" xmlns="" id="{0C3F33B2-F41C-7E62-B0F4-3A640446E682}"/>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6" name="TextBox 5">
            <a:extLst>
              <a:ext uri="{FF2B5EF4-FFF2-40B4-BE49-F238E27FC236}">
                <a16:creationId xmlns:a16="http://schemas.microsoft.com/office/drawing/2014/main" xmlns="" id="{1B27042B-4786-DA51-FE00-470E352278C5}"/>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7" name="TextBox 6">
            <a:extLst>
              <a:ext uri="{FF2B5EF4-FFF2-40B4-BE49-F238E27FC236}">
                <a16:creationId xmlns:a16="http://schemas.microsoft.com/office/drawing/2014/main" xmlns="" id="{32866130-ED2C-3529-A118-1BF6B828C553}"/>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4269683909"/>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7_Text, Subtitle 2 line whit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85562369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746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a:lvl1pPr>
          </a:lstStyle>
          <a:p>
            <a:r>
              <a:rPr lang="en-US" dirty="0"/>
              <a:t>Click to edit Master title style 2 lines</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8E867E"/>
                </a:solidFill>
              </a:defRPr>
            </a:lvl1pPr>
          </a:lstStyle>
          <a:p>
            <a:pPr lvl="0"/>
            <a:r>
              <a:rPr lang="en-US" dirty="0"/>
              <a:t>Click to edit Sub title text styles</a:t>
            </a:r>
          </a:p>
        </p:txBody>
      </p:sp>
    </p:spTree>
    <p:extLst>
      <p:ext uri="{BB962C8B-B14F-4D97-AF65-F5344CB8AC3E}">
        <p14:creationId xmlns:p14="http://schemas.microsoft.com/office/powerpoint/2010/main" val="3607397208"/>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8_Text, Subtitle 2 line white">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8833222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848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a:lvl1pPr>
          </a:lstStyle>
          <a:p>
            <a:r>
              <a:rPr lang="en-US" dirty="0"/>
              <a:t>Click to edit Master title style 2 lines</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8E867E"/>
                </a:solidFill>
              </a:defRPr>
            </a:lvl1pPr>
          </a:lstStyle>
          <a:p>
            <a:pPr lvl="0"/>
            <a:r>
              <a:rPr lang="en-US" dirty="0"/>
              <a:t>Click to edit Sub title text styles</a:t>
            </a:r>
          </a:p>
        </p:txBody>
      </p:sp>
    </p:spTree>
    <p:extLst>
      <p:ext uri="{BB962C8B-B14F-4D97-AF65-F5344CB8AC3E}">
        <p14:creationId xmlns:p14="http://schemas.microsoft.com/office/powerpoint/2010/main" val="3989971649"/>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9_Text, Subtitle 2 line bal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96663711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951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baseline="0">
                <a:solidFill>
                  <a:schemeClr val="bg1"/>
                </a:solidFill>
              </a:defRPr>
            </a:lvl1pPr>
          </a:lstStyle>
          <a:p>
            <a:r>
              <a:rPr lang="en-US" dirty="0"/>
              <a:t>Click to edit Master title style 2 lines</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BEB4AA"/>
                </a:solidFill>
              </a:defRPr>
            </a:lvl1pPr>
          </a:lstStyle>
          <a:p>
            <a:pPr lvl="0"/>
            <a:r>
              <a:rPr lang="en-US" dirty="0"/>
              <a:t>Click to edit Sub title text styles</a:t>
            </a:r>
          </a:p>
        </p:txBody>
      </p:sp>
      <p:sp>
        <p:nvSpPr>
          <p:cNvPr id="3" name="Slide Number Placeholder 5">
            <a:extLst>
              <a:ext uri="{FF2B5EF4-FFF2-40B4-BE49-F238E27FC236}">
                <a16:creationId xmlns:a16="http://schemas.microsoft.com/office/drawing/2014/main" xmlns="" id="{221AE987-34E9-A564-0E09-610171BEF8D0}"/>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4" name="Page# static">
            <a:extLst>
              <a:ext uri="{FF2B5EF4-FFF2-40B4-BE49-F238E27FC236}">
                <a16:creationId xmlns:a16="http://schemas.microsoft.com/office/drawing/2014/main" xmlns="" id="{F0A5C614-D4E6-0B1C-28F8-18F3C0215C0F}"/>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6" name="TextBox 5">
            <a:extLst>
              <a:ext uri="{FF2B5EF4-FFF2-40B4-BE49-F238E27FC236}">
                <a16:creationId xmlns:a16="http://schemas.microsoft.com/office/drawing/2014/main" xmlns="" id="{199D4CD5-5CA8-A6AE-C4DA-AC34CBB80A96}"/>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7" name="TextBox 6">
            <a:extLst>
              <a:ext uri="{FF2B5EF4-FFF2-40B4-BE49-F238E27FC236}">
                <a16:creationId xmlns:a16="http://schemas.microsoft.com/office/drawing/2014/main" xmlns="" id="{DB465DA4-4FF4-125F-8FD7-C47DE183D946}"/>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1721826898"/>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3_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49241869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053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Tree>
    <p:extLst>
      <p:ext uri="{BB962C8B-B14F-4D97-AF65-F5344CB8AC3E}">
        <p14:creationId xmlns:p14="http://schemas.microsoft.com/office/powerpoint/2010/main" val="2776420478"/>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preserve="1" userDrawn="1">
  <p:cSld name="6_Text, 1 colm">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75311113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156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Slide Number Placeholder 5">
            <a:extLst>
              <a:ext uri="{FF2B5EF4-FFF2-40B4-BE49-F238E27FC236}">
                <a16:creationId xmlns:a16="http://schemas.microsoft.com/office/drawing/2014/main" xmlns="" id="{D8B7D274-6871-B216-3351-206532447276}"/>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3" name="Page# static">
            <a:extLst>
              <a:ext uri="{FF2B5EF4-FFF2-40B4-BE49-F238E27FC236}">
                <a16:creationId xmlns:a16="http://schemas.microsoft.com/office/drawing/2014/main" xmlns="" id="{D9C90822-4E17-2BF3-F599-CDBF42ACC741}"/>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4" name="TextBox 3">
            <a:extLst>
              <a:ext uri="{FF2B5EF4-FFF2-40B4-BE49-F238E27FC236}">
                <a16:creationId xmlns:a16="http://schemas.microsoft.com/office/drawing/2014/main" xmlns="" id="{C6B7901C-9B47-1346-B4DA-693BBAFF1CA7}"/>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5" name="TextBox 4">
            <a:extLst>
              <a:ext uri="{FF2B5EF4-FFF2-40B4-BE49-F238E27FC236}">
                <a16:creationId xmlns:a16="http://schemas.microsoft.com/office/drawing/2014/main" xmlns="" id="{9409BF9A-824C-C273-8FFE-DCDB8505A75C}"/>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2156288071"/>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2_Text, 1 colm">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90264849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258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Tree>
    <p:extLst>
      <p:ext uri="{BB962C8B-B14F-4D97-AF65-F5344CB8AC3E}">
        <p14:creationId xmlns:p14="http://schemas.microsoft.com/office/powerpoint/2010/main" val="1605748601"/>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73771500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360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idx="1"/>
          </p:nvPr>
        </p:nvSpPr>
        <p:spPr>
          <a:xfrm>
            <a:off x="565149" y="1617663"/>
            <a:ext cx="5381626"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xmlns="" id="{5DF034D4-F3BF-A3BC-2682-92693FE66700}"/>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571063638"/>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Text, 1 colm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45914917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463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idx="1"/>
          </p:nvPr>
        </p:nvSpPr>
        <p:spPr>
          <a:xfrm>
            <a:off x="565149" y="1617663"/>
            <a:ext cx="5381626"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xmlns="" id="{AF7CFF7C-DD05-FBD0-EC42-5B3B2623C614}"/>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2808994887"/>
      </p:ext>
    </p:extLst>
  </p:cSld>
  <p:clrMapOvr>
    <a:overrideClrMapping bg1="dk1" tx1="lt1" bg2="dk2" tx2="lt2" accent1="accent1" accent2="accent2" accent3="accent3" accent4="accent4" accent5="accent5" accent6="accent6" hlink="hlink" folHlink="folHlink"/>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Text, 2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95065028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565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sz="half" idx="1"/>
          </p:nvPr>
        </p:nvSpPr>
        <p:spPr>
          <a:xfrm>
            <a:off x="565149" y="1617663"/>
            <a:ext cx="4421189"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617663"/>
            <a:ext cx="442118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xmlns="" id="{2039CF61-BC0B-0C5A-4B1F-29A1408D08E6}"/>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
        <p:nvSpPr>
          <p:cNvPr id="9" name="Slide Number Placeholder 8">
            <a:extLst>
              <a:ext uri="{FF2B5EF4-FFF2-40B4-BE49-F238E27FC236}">
                <a16:creationId xmlns:a16="http://schemas.microsoft.com/office/drawing/2014/main" xmlns="" id="{79E224EB-2584-4586-5CAE-B2DA13E47865}"/>
              </a:ext>
            </a:extLst>
          </p:cNvPr>
          <p:cNvSpPr>
            <a:spLocks noGrp="1"/>
          </p:cNvSpPr>
          <p:nvPr>
            <p:ph type="sldNum" sz="quarter" idx="15"/>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1476374897"/>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Text, 2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60064700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668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sz="half" idx="1"/>
          </p:nvPr>
        </p:nvSpPr>
        <p:spPr>
          <a:xfrm>
            <a:off x="565149" y="1617663"/>
            <a:ext cx="4421189"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617663"/>
            <a:ext cx="442118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xmlns="" id="{34BDFC45-26E7-B22B-E2E3-D1E25A860398}"/>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
        <p:nvSpPr>
          <p:cNvPr id="9" name="Slide Number Placeholder 8">
            <a:extLst>
              <a:ext uri="{FF2B5EF4-FFF2-40B4-BE49-F238E27FC236}">
                <a16:creationId xmlns:a16="http://schemas.microsoft.com/office/drawing/2014/main" xmlns="" id="{333DF1E7-E105-0A8E-CEAC-430E638AD763}"/>
              </a:ext>
            </a:extLst>
          </p:cNvPr>
          <p:cNvSpPr>
            <a:spLocks noGrp="1"/>
          </p:cNvSpPr>
          <p:nvPr>
            <p:ph type="sldNum" sz="quarter" idx="15"/>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3817145116"/>
      </p:ext>
    </p:extLst>
  </p:cSld>
  <p:clrMapOvr>
    <a:overrideClrMapping bg1="dk1" tx1="lt1" bg2="dk2" tx2="lt2" accent1="accent1" accent2="accent2" accent3="accent3" accent4="accent4" accent5="accent5" accent6="accent6" hlink="hlink" folHlink="folHlink"/>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Text, 3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87429711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770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49" y="1617663"/>
            <a:ext cx="3479801"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46576"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xmlns="" id="{55F3D43D-82CD-066B-8157-E896219583BF}"/>
              </a:ext>
            </a:extLst>
          </p:cNvPr>
          <p:cNvSpPr>
            <a:spLocks noGrp="1"/>
          </p:cNvSpPr>
          <p:nvPr>
            <p:ph sz="half" idx="13"/>
          </p:nvPr>
        </p:nvSpPr>
        <p:spPr>
          <a:xfrm>
            <a:off x="8151811" y="1617663"/>
            <a:ext cx="3479801" cy="3773487"/>
          </a:xfrm>
        </p:spPr>
        <p:txBody>
          <a:bodyPr/>
          <a:lstStyle>
            <a:lvl1pPr indent="0">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xmlns="" id="{07D28B80-9D26-C148-BDC5-AAE69000AB65}"/>
              </a:ext>
            </a:extLst>
          </p:cNvPr>
          <p:cNvSpPr>
            <a:spLocks noGrp="1"/>
          </p:cNvSpPr>
          <p:nvPr>
            <p:ph type="body" sz="quarter" idx="14"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608296106"/>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Text, 3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2198105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872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49" y="1617663"/>
            <a:ext cx="3479801"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46576"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xmlns="" id="{55F3D43D-82CD-066B-8157-E896219583BF}"/>
              </a:ext>
            </a:extLst>
          </p:cNvPr>
          <p:cNvSpPr>
            <a:spLocks noGrp="1"/>
          </p:cNvSpPr>
          <p:nvPr>
            <p:ph sz="half" idx="13"/>
          </p:nvPr>
        </p:nvSpPr>
        <p:spPr>
          <a:xfrm>
            <a:off x="8151811"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xmlns="" id="{B0402912-59DF-6C93-730A-EB759B71CC4D}"/>
              </a:ext>
            </a:extLst>
          </p:cNvPr>
          <p:cNvSpPr>
            <a:spLocks noGrp="1"/>
          </p:cNvSpPr>
          <p:nvPr>
            <p:ph type="body" sz="quarter" idx="14"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715266619"/>
      </p:ext>
    </p:extLst>
  </p:cSld>
  <p:clrMapOvr>
    <a:overrideClrMapping bg1="dk1" tx1="lt1" bg2="dk2" tx2="lt2" accent1="accent1" accent2="accent2" accent3="accent3" accent4="accent4" accent5="accent5" accent6="accent6" hlink="hlink" folHlink="folHlink"/>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Text, 4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407427441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975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50" y="1617663"/>
            <a:ext cx="2538414"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05189" y="1617663"/>
            <a:ext cx="2538414"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xmlns="" id="{55F3D43D-82CD-066B-8157-E896219583BF}"/>
              </a:ext>
            </a:extLst>
          </p:cNvPr>
          <p:cNvSpPr>
            <a:spLocks noGrp="1"/>
          </p:cNvSpPr>
          <p:nvPr>
            <p:ph sz="half" idx="13"/>
          </p:nvPr>
        </p:nvSpPr>
        <p:spPr>
          <a:xfrm>
            <a:off x="6248401" y="1617663"/>
            <a:ext cx="253999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xmlns="" id="{106D7F20-A54F-733E-A9C9-300FDBD522BB}"/>
              </a:ext>
            </a:extLst>
          </p:cNvPr>
          <p:cNvSpPr>
            <a:spLocks noGrp="1"/>
          </p:cNvSpPr>
          <p:nvPr>
            <p:ph sz="half" idx="14"/>
          </p:nvPr>
        </p:nvSpPr>
        <p:spPr>
          <a:xfrm>
            <a:off x="9090025" y="1617663"/>
            <a:ext cx="2536825"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xmlns="" id="{114DB186-44E3-D211-630F-C6A35B18B5B6}"/>
              </a:ext>
            </a:extLst>
          </p:cNvPr>
          <p:cNvSpPr>
            <a:spLocks noGrp="1"/>
          </p:cNvSpPr>
          <p:nvPr>
            <p:ph type="body" sz="quarter" idx="15"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150851367"/>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Text, 4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73716056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077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50" y="1617663"/>
            <a:ext cx="2538414"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05189" y="1617663"/>
            <a:ext cx="2538414"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xmlns="" id="{55F3D43D-82CD-066B-8157-E896219583BF}"/>
              </a:ext>
            </a:extLst>
          </p:cNvPr>
          <p:cNvSpPr>
            <a:spLocks noGrp="1"/>
          </p:cNvSpPr>
          <p:nvPr>
            <p:ph sz="half" idx="13"/>
          </p:nvPr>
        </p:nvSpPr>
        <p:spPr>
          <a:xfrm>
            <a:off x="6248401" y="1617663"/>
            <a:ext cx="253999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xmlns="" id="{106D7F20-A54F-733E-A9C9-300FDBD522BB}"/>
              </a:ext>
            </a:extLst>
          </p:cNvPr>
          <p:cNvSpPr>
            <a:spLocks noGrp="1"/>
          </p:cNvSpPr>
          <p:nvPr>
            <p:ph sz="half" idx="14"/>
          </p:nvPr>
        </p:nvSpPr>
        <p:spPr>
          <a:xfrm>
            <a:off x="9090025" y="1617663"/>
            <a:ext cx="2536825"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xmlns="" id="{55FFEBE0-720A-1ACB-64EA-FFAABCF68577}"/>
              </a:ext>
            </a:extLst>
          </p:cNvPr>
          <p:cNvSpPr>
            <a:spLocks noGrp="1"/>
          </p:cNvSpPr>
          <p:nvPr>
            <p:ph type="body" sz="quarter" idx="15"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647770894"/>
      </p:ext>
    </p:extLst>
  </p:cSld>
  <p:clrMapOvr>
    <a:overrideClrMapping bg1="dk1" tx1="lt1" bg2="dk2" tx2="lt2" accent1="accent1" accent2="accent2" accent3="accent3" accent4="accent4" accent5="accent5" accent6="accent6" hlink="hlink" folHlink="folHlink"/>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Text, 2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27022145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180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p:nvPr userDrawn="1"/>
        </p:nvSpPr>
        <p:spPr>
          <a:xfrm>
            <a:off x="463550" y="1617663"/>
            <a:ext cx="558698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xmlns="" id="{B92D2E64-6BB9-928D-83F1-D878F96BBED4}"/>
              </a:ext>
            </a:extLst>
          </p:cNvPr>
          <p:cNvSpPr/>
          <p:nvPr userDrawn="1"/>
        </p:nvSpPr>
        <p:spPr>
          <a:xfrm>
            <a:off x="6148388" y="1617663"/>
            <a:ext cx="558698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72033" y="1768475"/>
            <a:ext cx="649288" cy="646113"/>
          </a:xfrm>
        </p:spPr>
        <p:txBody>
          <a:bodyPr/>
          <a:lstStyle>
            <a:lvl1pPr>
              <a:defRPr sz="800"/>
            </a:lvl1pPr>
          </a:lstStyle>
          <a:p>
            <a:r>
              <a:rPr lang="en-US"/>
              <a:t>Icon</a:t>
            </a:r>
          </a:p>
        </p:txBody>
      </p:sp>
      <p:sp>
        <p:nvSpPr>
          <p:cNvPr id="15" name="Picture Placeholder 13">
            <a:extLst>
              <a:ext uri="{FF2B5EF4-FFF2-40B4-BE49-F238E27FC236}">
                <a16:creationId xmlns:a16="http://schemas.microsoft.com/office/drawing/2014/main" xmlns="" id="{754D2A9F-A973-3F3C-9274-4715E5274C14}"/>
              </a:ext>
            </a:extLst>
          </p:cNvPr>
          <p:cNvSpPr>
            <a:spLocks noGrp="1"/>
          </p:cNvSpPr>
          <p:nvPr>
            <p:ph type="pic" sz="quarter" idx="14" hasCustomPrompt="1"/>
          </p:nvPr>
        </p:nvSpPr>
        <p:spPr>
          <a:xfrm>
            <a:off x="6353877"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5162" y="4648782"/>
            <a:ext cx="3479800"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a16="http://schemas.microsoft.com/office/drawing/2014/main" xmlns="" id="{B5442419-EE56-AC34-88CB-69C70F0FABCB}"/>
              </a:ext>
            </a:extLst>
          </p:cNvPr>
          <p:cNvSpPr>
            <a:spLocks noGrp="1"/>
          </p:cNvSpPr>
          <p:nvPr>
            <p:ph type="body" idx="15"/>
          </p:nvPr>
        </p:nvSpPr>
        <p:spPr>
          <a:xfrm>
            <a:off x="6353986" y="4648782"/>
            <a:ext cx="346946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68257739"/>
      </p:ext>
    </p:extLst>
  </p:cSld>
  <p:clrMapOvr>
    <a:overrideClrMapping bg1="lt1" tx1="dk1" bg2="lt2" tx2="dk2" accent1="accent1" accent2="accent2" accent3="accent3" accent4="accent4" accent5="accent5" accent6="accent6" hlink="hlink" folHlink="folHlink"/>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Text, 2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45119508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282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a:spLocks noGrp="1" noRot="1" noMove="1" noResize="1" noEditPoints="1" noAdjustHandles="1" noChangeArrowheads="1" noChangeShapeType="1"/>
          </p:cNvSpPr>
          <p:nvPr userDrawn="1"/>
        </p:nvSpPr>
        <p:spPr>
          <a:xfrm>
            <a:off x="463550" y="1617663"/>
            <a:ext cx="558698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xmlns="" id="{B92D2E64-6BB9-928D-83F1-D878F96BBED4}"/>
              </a:ext>
            </a:extLst>
          </p:cNvPr>
          <p:cNvSpPr>
            <a:spLocks noGrp="1" noRot="1" noMove="1" noResize="1" noEditPoints="1" noAdjustHandles="1" noChangeArrowheads="1" noChangeShapeType="1"/>
          </p:cNvSpPr>
          <p:nvPr userDrawn="1"/>
        </p:nvSpPr>
        <p:spPr>
          <a:xfrm>
            <a:off x="6148388" y="1617663"/>
            <a:ext cx="558698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72033" y="1768475"/>
            <a:ext cx="649288" cy="646113"/>
          </a:xfrm>
        </p:spPr>
        <p:txBody>
          <a:bodyPr/>
          <a:lstStyle>
            <a:lvl1pPr>
              <a:defRPr sz="800"/>
            </a:lvl1pPr>
          </a:lstStyle>
          <a:p>
            <a:r>
              <a:rPr lang="en-US"/>
              <a:t>Icon</a:t>
            </a:r>
          </a:p>
        </p:txBody>
      </p:sp>
      <p:sp>
        <p:nvSpPr>
          <p:cNvPr id="15" name="Picture Placeholder 13">
            <a:extLst>
              <a:ext uri="{FF2B5EF4-FFF2-40B4-BE49-F238E27FC236}">
                <a16:creationId xmlns:a16="http://schemas.microsoft.com/office/drawing/2014/main" xmlns="" id="{754D2A9F-A973-3F3C-9274-4715E5274C14}"/>
              </a:ext>
            </a:extLst>
          </p:cNvPr>
          <p:cNvSpPr>
            <a:spLocks noGrp="1"/>
          </p:cNvSpPr>
          <p:nvPr>
            <p:ph type="pic" sz="quarter" idx="14" hasCustomPrompt="1"/>
          </p:nvPr>
        </p:nvSpPr>
        <p:spPr>
          <a:xfrm>
            <a:off x="6353877"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5162" y="4648782"/>
            <a:ext cx="3479800"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a16="http://schemas.microsoft.com/office/drawing/2014/main" xmlns="" id="{B5442419-EE56-AC34-88CB-69C70F0FABCB}"/>
              </a:ext>
            </a:extLst>
          </p:cNvPr>
          <p:cNvSpPr>
            <a:spLocks noGrp="1"/>
          </p:cNvSpPr>
          <p:nvPr>
            <p:ph type="body" idx="15"/>
          </p:nvPr>
        </p:nvSpPr>
        <p:spPr>
          <a:xfrm>
            <a:off x="6353986" y="4648782"/>
            <a:ext cx="346946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553931655"/>
      </p:ext>
    </p:extLst>
  </p:cSld>
  <p:clrMapOvr>
    <a:overrideClrMapping bg1="dk1" tx1="lt1" bg2="dk2" tx2="lt2" accent1="accent1" accent2="accent2" accent3="accent3" accent4="accent4" accent5="accent5" accent6="accent6" hlink="hlink" folHlink="folHlink"/>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Text, 3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73931444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384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p:nvPr userDrawn="1"/>
        </p:nvSpPr>
        <p:spPr>
          <a:xfrm>
            <a:off x="463550" y="1617663"/>
            <a:ext cx="3681413"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xmlns="" id="{B92D2E64-6BB9-928D-83F1-D878F96BBED4}"/>
              </a:ext>
            </a:extLst>
          </p:cNvPr>
          <p:cNvSpPr/>
          <p:nvPr userDrawn="1"/>
        </p:nvSpPr>
        <p:spPr>
          <a:xfrm>
            <a:off x="4253436" y="1617663"/>
            <a:ext cx="368141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68397" y="1768475"/>
            <a:ext cx="649288" cy="646113"/>
          </a:xfrm>
        </p:spPr>
        <p:txBody>
          <a:bodyPr/>
          <a:lstStyle>
            <a:lvl1pPr>
              <a:defRPr sz="800"/>
            </a:lvl1pPr>
          </a:lstStyle>
          <a:p>
            <a:r>
              <a:rPr lang="en-US"/>
              <a:t>Icon</a:t>
            </a:r>
          </a:p>
        </p:txBody>
      </p:sp>
      <p:sp>
        <p:nvSpPr>
          <p:cNvPr id="15" name="Picture Placeholder 13">
            <a:extLst>
              <a:ext uri="{FF2B5EF4-FFF2-40B4-BE49-F238E27FC236}">
                <a16:creationId xmlns:a16="http://schemas.microsoft.com/office/drawing/2014/main" xmlns="" id="{754D2A9F-A973-3F3C-9274-4715E5274C14}"/>
              </a:ext>
            </a:extLst>
          </p:cNvPr>
          <p:cNvSpPr>
            <a:spLocks noGrp="1"/>
          </p:cNvSpPr>
          <p:nvPr>
            <p:ph type="pic" sz="quarter" idx="14" hasCustomPrompt="1"/>
          </p:nvPr>
        </p:nvSpPr>
        <p:spPr>
          <a:xfrm>
            <a:off x="4442950"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1525" y="4648782"/>
            <a:ext cx="253841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a16="http://schemas.microsoft.com/office/drawing/2014/main" xmlns="" id="{B5442419-EE56-AC34-88CB-69C70F0FABCB}"/>
              </a:ext>
            </a:extLst>
          </p:cNvPr>
          <p:cNvSpPr>
            <a:spLocks noGrp="1"/>
          </p:cNvSpPr>
          <p:nvPr>
            <p:ph type="body" idx="15"/>
          </p:nvPr>
        </p:nvSpPr>
        <p:spPr>
          <a:xfrm>
            <a:off x="4443059"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3" name="Rectangle 2">
            <a:extLst>
              <a:ext uri="{FF2B5EF4-FFF2-40B4-BE49-F238E27FC236}">
                <a16:creationId xmlns:a16="http://schemas.microsoft.com/office/drawing/2014/main" xmlns="" id="{03B89EE7-E754-D1FA-1426-29223B3B4CC6}"/>
              </a:ext>
            </a:extLst>
          </p:cNvPr>
          <p:cNvSpPr/>
          <p:nvPr userDrawn="1"/>
        </p:nvSpPr>
        <p:spPr>
          <a:xfrm>
            <a:off x="8043659" y="1617663"/>
            <a:ext cx="368141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4" name="Picture Placeholder 13">
            <a:extLst>
              <a:ext uri="{FF2B5EF4-FFF2-40B4-BE49-F238E27FC236}">
                <a16:creationId xmlns:a16="http://schemas.microsoft.com/office/drawing/2014/main" xmlns="" id="{5AFC5DED-0840-16E5-8F18-4379BF12D5F2}"/>
              </a:ext>
            </a:extLst>
          </p:cNvPr>
          <p:cNvSpPr>
            <a:spLocks noGrp="1"/>
          </p:cNvSpPr>
          <p:nvPr>
            <p:ph type="pic" sz="quarter" idx="16" hasCustomPrompt="1"/>
          </p:nvPr>
        </p:nvSpPr>
        <p:spPr>
          <a:xfrm>
            <a:off x="8233173" y="1768475"/>
            <a:ext cx="649288" cy="646113"/>
          </a:xfrm>
        </p:spPr>
        <p:txBody>
          <a:bodyPr/>
          <a:lstStyle>
            <a:lvl1pPr>
              <a:defRPr sz="800"/>
            </a:lvl1pPr>
          </a:lstStyle>
          <a:p>
            <a:r>
              <a:rPr lang="en-US"/>
              <a:t>Icon</a:t>
            </a:r>
          </a:p>
        </p:txBody>
      </p:sp>
      <p:sp>
        <p:nvSpPr>
          <p:cNvPr id="5" name="Text Placeholder 2">
            <a:extLst>
              <a:ext uri="{FF2B5EF4-FFF2-40B4-BE49-F238E27FC236}">
                <a16:creationId xmlns:a16="http://schemas.microsoft.com/office/drawing/2014/main" xmlns="" id="{1D9C80B5-F2B1-5142-E9EE-47BC3FF2F2C1}"/>
              </a:ext>
            </a:extLst>
          </p:cNvPr>
          <p:cNvSpPr>
            <a:spLocks noGrp="1"/>
          </p:cNvSpPr>
          <p:nvPr>
            <p:ph type="body" idx="17"/>
          </p:nvPr>
        </p:nvSpPr>
        <p:spPr>
          <a:xfrm>
            <a:off x="8233282"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272168082"/>
      </p:ext>
    </p:extLst>
  </p:cSld>
  <p:clrMapOvr>
    <a:overrideClrMapping bg1="lt1" tx1="dk1" bg2="lt2" tx2="dk2" accent1="accent1" accent2="accent2" accent3="accent3" accent4="accent4" accent5="accent5" accent6="accent6" hlink="hlink" folHlink="folHlink"/>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Text, 3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818433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487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a:spLocks noGrp="1" noRot="1" noMove="1" noResize="1" noEditPoints="1" noAdjustHandles="1" noChangeArrowheads="1" noChangeShapeType="1"/>
          </p:cNvSpPr>
          <p:nvPr userDrawn="1"/>
        </p:nvSpPr>
        <p:spPr>
          <a:xfrm>
            <a:off x="463550" y="1617663"/>
            <a:ext cx="3681413"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xmlns="" id="{B92D2E64-6BB9-928D-83F1-D878F96BBED4}"/>
              </a:ext>
            </a:extLst>
          </p:cNvPr>
          <p:cNvSpPr>
            <a:spLocks noGrp="1" noRot="1" noMove="1" noResize="1" noEditPoints="1" noAdjustHandles="1" noChangeArrowheads="1" noChangeShapeType="1"/>
          </p:cNvSpPr>
          <p:nvPr userDrawn="1"/>
        </p:nvSpPr>
        <p:spPr>
          <a:xfrm>
            <a:off x="4253436" y="1617663"/>
            <a:ext cx="368141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 name="Rectangle 2">
            <a:extLst>
              <a:ext uri="{FF2B5EF4-FFF2-40B4-BE49-F238E27FC236}">
                <a16:creationId xmlns:a16="http://schemas.microsoft.com/office/drawing/2014/main" xmlns="" id="{03B89EE7-E754-D1FA-1426-29223B3B4CC6}"/>
              </a:ext>
            </a:extLst>
          </p:cNvPr>
          <p:cNvSpPr>
            <a:spLocks noGrp="1" noRot="1" noMove="1" noResize="1" noEditPoints="1" noAdjustHandles="1" noChangeArrowheads="1" noChangeShapeType="1"/>
          </p:cNvSpPr>
          <p:nvPr userDrawn="1"/>
        </p:nvSpPr>
        <p:spPr>
          <a:xfrm>
            <a:off x="8043659" y="1617663"/>
            <a:ext cx="368141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72034" y="1768475"/>
            <a:ext cx="649288" cy="646113"/>
          </a:xfrm>
        </p:spPr>
        <p:txBody>
          <a:bodyPr/>
          <a:lstStyle>
            <a:lvl1pPr>
              <a:defRPr sz="800"/>
            </a:lvl1pPr>
          </a:lstStyle>
          <a:p>
            <a:r>
              <a:rPr lang="en-US"/>
              <a:t>Icon</a:t>
            </a:r>
          </a:p>
        </p:txBody>
      </p:sp>
      <p:sp>
        <p:nvSpPr>
          <p:cNvPr id="15" name="Picture Placeholder 13">
            <a:extLst>
              <a:ext uri="{FF2B5EF4-FFF2-40B4-BE49-F238E27FC236}">
                <a16:creationId xmlns:a16="http://schemas.microsoft.com/office/drawing/2014/main" xmlns="" id="{754D2A9F-A973-3F3C-9274-4715E5274C14}"/>
              </a:ext>
            </a:extLst>
          </p:cNvPr>
          <p:cNvSpPr>
            <a:spLocks noGrp="1"/>
          </p:cNvSpPr>
          <p:nvPr>
            <p:ph type="pic" sz="quarter" idx="14" hasCustomPrompt="1"/>
          </p:nvPr>
        </p:nvSpPr>
        <p:spPr>
          <a:xfrm>
            <a:off x="4446587"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5162" y="4648782"/>
            <a:ext cx="253841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a16="http://schemas.microsoft.com/office/drawing/2014/main" xmlns="" id="{B5442419-EE56-AC34-88CB-69C70F0FABCB}"/>
              </a:ext>
            </a:extLst>
          </p:cNvPr>
          <p:cNvSpPr>
            <a:spLocks noGrp="1"/>
          </p:cNvSpPr>
          <p:nvPr>
            <p:ph type="body" idx="15"/>
          </p:nvPr>
        </p:nvSpPr>
        <p:spPr>
          <a:xfrm>
            <a:off x="4446696"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4" name="Picture Placeholder 13">
            <a:extLst>
              <a:ext uri="{FF2B5EF4-FFF2-40B4-BE49-F238E27FC236}">
                <a16:creationId xmlns:a16="http://schemas.microsoft.com/office/drawing/2014/main" xmlns="" id="{5AFC5DED-0840-16E5-8F18-4379BF12D5F2}"/>
              </a:ext>
            </a:extLst>
          </p:cNvPr>
          <p:cNvSpPr>
            <a:spLocks noGrp="1"/>
          </p:cNvSpPr>
          <p:nvPr>
            <p:ph type="pic" sz="quarter" idx="16" hasCustomPrompt="1"/>
          </p:nvPr>
        </p:nvSpPr>
        <p:spPr>
          <a:xfrm>
            <a:off x="8236810" y="1768475"/>
            <a:ext cx="649288" cy="646113"/>
          </a:xfrm>
        </p:spPr>
        <p:txBody>
          <a:bodyPr/>
          <a:lstStyle>
            <a:lvl1pPr>
              <a:defRPr sz="800"/>
            </a:lvl1pPr>
          </a:lstStyle>
          <a:p>
            <a:r>
              <a:rPr lang="en-US"/>
              <a:t>Icon</a:t>
            </a:r>
          </a:p>
        </p:txBody>
      </p:sp>
      <p:sp>
        <p:nvSpPr>
          <p:cNvPr id="5" name="Text Placeholder 2">
            <a:extLst>
              <a:ext uri="{FF2B5EF4-FFF2-40B4-BE49-F238E27FC236}">
                <a16:creationId xmlns:a16="http://schemas.microsoft.com/office/drawing/2014/main" xmlns="" id="{1D9C80B5-F2B1-5142-E9EE-47BC3FF2F2C1}"/>
              </a:ext>
            </a:extLst>
          </p:cNvPr>
          <p:cNvSpPr>
            <a:spLocks noGrp="1"/>
          </p:cNvSpPr>
          <p:nvPr>
            <p:ph type="body" idx="17"/>
          </p:nvPr>
        </p:nvSpPr>
        <p:spPr>
          <a:xfrm>
            <a:off x="8236919"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693845289"/>
      </p:ext>
    </p:extLst>
  </p:cSld>
  <p:clrMapOvr>
    <a:overrideClrMapping bg1="dk1" tx1="lt1" bg2="dk2" tx2="lt2" accent1="accent1" accent2="accent2" accent3="accent3" accent4="accent4" accent5="accent5" accent6="accent6" hlink="hlink" folHlink="folHlink"/>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Text, 4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32107319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589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p:nvPr userDrawn="1"/>
        </p:nvSpPr>
        <p:spPr>
          <a:xfrm>
            <a:off x="463550"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75044"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8172"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8" name="Rectangle 7">
            <a:extLst>
              <a:ext uri="{FF2B5EF4-FFF2-40B4-BE49-F238E27FC236}">
                <a16:creationId xmlns:a16="http://schemas.microsoft.com/office/drawing/2014/main" xmlns="" id="{6B57E3F4-9F43-3E4F-CF14-23C7A7BC11D4}"/>
              </a:ext>
            </a:extLst>
          </p:cNvPr>
          <p:cNvSpPr/>
          <p:nvPr userDrawn="1"/>
        </p:nvSpPr>
        <p:spPr>
          <a:xfrm>
            <a:off x="3311452"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Picture Placeholder 13">
            <a:extLst>
              <a:ext uri="{FF2B5EF4-FFF2-40B4-BE49-F238E27FC236}">
                <a16:creationId xmlns:a16="http://schemas.microsoft.com/office/drawing/2014/main" xmlns="" id="{22728A29-21C1-FE17-D872-29F33FF55B6B}"/>
              </a:ext>
            </a:extLst>
          </p:cNvPr>
          <p:cNvSpPr>
            <a:spLocks noGrp="1"/>
          </p:cNvSpPr>
          <p:nvPr>
            <p:ph type="pic" sz="quarter" idx="14" hasCustomPrompt="1"/>
          </p:nvPr>
        </p:nvSpPr>
        <p:spPr>
          <a:xfrm>
            <a:off x="3522946" y="1768475"/>
            <a:ext cx="649288" cy="646113"/>
          </a:xfrm>
        </p:spPr>
        <p:txBody>
          <a:bodyPr/>
          <a:lstStyle>
            <a:lvl1pPr>
              <a:defRPr sz="800"/>
            </a:lvl1pPr>
          </a:lstStyle>
          <a:p>
            <a:r>
              <a:rPr lang="en-US"/>
              <a:t>Icon</a:t>
            </a:r>
          </a:p>
        </p:txBody>
      </p:sp>
      <p:sp>
        <p:nvSpPr>
          <p:cNvPr id="13" name="Text Placeholder 2">
            <a:extLst>
              <a:ext uri="{FF2B5EF4-FFF2-40B4-BE49-F238E27FC236}">
                <a16:creationId xmlns:a16="http://schemas.microsoft.com/office/drawing/2014/main" xmlns="" id="{F8ED409C-9BB0-C0DE-2DC1-0D8C059AB7DE}"/>
              </a:ext>
            </a:extLst>
          </p:cNvPr>
          <p:cNvSpPr>
            <a:spLocks noGrp="1"/>
          </p:cNvSpPr>
          <p:nvPr>
            <p:ph type="body" idx="15"/>
          </p:nvPr>
        </p:nvSpPr>
        <p:spPr>
          <a:xfrm>
            <a:off x="3516074"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8" name="Rectangle 17">
            <a:extLst>
              <a:ext uri="{FF2B5EF4-FFF2-40B4-BE49-F238E27FC236}">
                <a16:creationId xmlns:a16="http://schemas.microsoft.com/office/drawing/2014/main" xmlns="" id="{D9C6F735-C3A7-934E-F16F-4C50B49CC156}"/>
              </a:ext>
            </a:extLst>
          </p:cNvPr>
          <p:cNvSpPr/>
          <p:nvPr userDrawn="1"/>
        </p:nvSpPr>
        <p:spPr>
          <a:xfrm>
            <a:off x="6159949"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Picture Placeholder 13">
            <a:extLst>
              <a:ext uri="{FF2B5EF4-FFF2-40B4-BE49-F238E27FC236}">
                <a16:creationId xmlns:a16="http://schemas.microsoft.com/office/drawing/2014/main" xmlns="" id="{F6DF4CC7-B693-843D-35B9-07755D443698}"/>
              </a:ext>
            </a:extLst>
          </p:cNvPr>
          <p:cNvSpPr>
            <a:spLocks noGrp="1"/>
          </p:cNvSpPr>
          <p:nvPr>
            <p:ph type="pic" sz="quarter" idx="16" hasCustomPrompt="1"/>
          </p:nvPr>
        </p:nvSpPr>
        <p:spPr>
          <a:xfrm>
            <a:off x="6371443" y="1768475"/>
            <a:ext cx="649288" cy="646113"/>
          </a:xfrm>
        </p:spPr>
        <p:txBody>
          <a:bodyPr/>
          <a:lstStyle>
            <a:lvl1pPr>
              <a:defRPr sz="800"/>
            </a:lvl1pPr>
          </a:lstStyle>
          <a:p>
            <a:r>
              <a:rPr lang="en-US"/>
              <a:t>Icon</a:t>
            </a:r>
          </a:p>
        </p:txBody>
      </p:sp>
      <p:sp>
        <p:nvSpPr>
          <p:cNvPr id="20" name="Text Placeholder 2">
            <a:extLst>
              <a:ext uri="{FF2B5EF4-FFF2-40B4-BE49-F238E27FC236}">
                <a16:creationId xmlns:a16="http://schemas.microsoft.com/office/drawing/2014/main" xmlns="" id="{DA02A4FC-804F-D905-C80A-508F4B13855C}"/>
              </a:ext>
            </a:extLst>
          </p:cNvPr>
          <p:cNvSpPr>
            <a:spLocks noGrp="1"/>
          </p:cNvSpPr>
          <p:nvPr>
            <p:ph type="body" idx="17"/>
          </p:nvPr>
        </p:nvSpPr>
        <p:spPr>
          <a:xfrm>
            <a:off x="6364571"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21" name="Rectangle 20">
            <a:extLst>
              <a:ext uri="{FF2B5EF4-FFF2-40B4-BE49-F238E27FC236}">
                <a16:creationId xmlns:a16="http://schemas.microsoft.com/office/drawing/2014/main" xmlns="" id="{D3073047-8DDC-8072-C8AA-70E1791CFDFC}"/>
              </a:ext>
            </a:extLst>
          </p:cNvPr>
          <p:cNvSpPr/>
          <p:nvPr userDrawn="1"/>
        </p:nvSpPr>
        <p:spPr>
          <a:xfrm>
            <a:off x="9001466"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2" name="Picture Placeholder 13">
            <a:extLst>
              <a:ext uri="{FF2B5EF4-FFF2-40B4-BE49-F238E27FC236}">
                <a16:creationId xmlns:a16="http://schemas.microsoft.com/office/drawing/2014/main" xmlns="" id="{E7725F3D-5680-EE14-2B2D-2F8650B78913}"/>
              </a:ext>
            </a:extLst>
          </p:cNvPr>
          <p:cNvSpPr>
            <a:spLocks noGrp="1"/>
          </p:cNvSpPr>
          <p:nvPr>
            <p:ph type="pic" sz="quarter" idx="18" hasCustomPrompt="1"/>
          </p:nvPr>
        </p:nvSpPr>
        <p:spPr>
          <a:xfrm>
            <a:off x="9212960" y="1768475"/>
            <a:ext cx="649288" cy="646113"/>
          </a:xfrm>
        </p:spPr>
        <p:txBody>
          <a:bodyPr/>
          <a:lstStyle>
            <a:lvl1pPr>
              <a:defRPr sz="800"/>
            </a:lvl1pPr>
          </a:lstStyle>
          <a:p>
            <a:r>
              <a:rPr lang="en-US"/>
              <a:t>Icon</a:t>
            </a:r>
          </a:p>
        </p:txBody>
      </p:sp>
      <p:sp>
        <p:nvSpPr>
          <p:cNvPr id="23" name="Text Placeholder 2">
            <a:extLst>
              <a:ext uri="{FF2B5EF4-FFF2-40B4-BE49-F238E27FC236}">
                <a16:creationId xmlns:a16="http://schemas.microsoft.com/office/drawing/2014/main" xmlns="" id="{47911148-2128-D9C7-8E63-A4AABC6503AB}"/>
              </a:ext>
            </a:extLst>
          </p:cNvPr>
          <p:cNvSpPr>
            <a:spLocks noGrp="1"/>
          </p:cNvSpPr>
          <p:nvPr>
            <p:ph type="body" idx="19"/>
          </p:nvPr>
        </p:nvSpPr>
        <p:spPr>
          <a:xfrm>
            <a:off x="9206088"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04561728"/>
      </p:ext>
    </p:extLst>
  </p:cSld>
  <p:clrMapOvr>
    <a:overrideClrMapping bg1="lt1" tx1="dk1" bg2="lt2" tx2="dk2" accent1="accent1" accent2="accent2" accent3="accent3" accent4="accent4" accent5="accent5" accent6="accent6" hlink="hlink" folHlink="folHlink"/>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Text, 4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21307401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692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a:spLocks noGrp="1" noRot="1" noMove="1" noResize="1" noEditPoints="1" noAdjustHandles="1" noChangeArrowheads="1" noChangeShapeType="1"/>
          </p:cNvSpPr>
          <p:nvPr userDrawn="1"/>
        </p:nvSpPr>
        <p:spPr>
          <a:xfrm>
            <a:off x="463550"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72034"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5162"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8" name="Rectangle 7">
            <a:extLst>
              <a:ext uri="{FF2B5EF4-FFF2-40B4-BE49-F238E27FC236}">
                <a16:creationId xmlns:a16="http://schemas.microsoft.com/office/drawing/2014/main" xmlns="" id="{6B57E3F4-9F43-3E4F-CF14-23C7A7BC11D4}"/>
              </a:ext>
            </a:extLst>
          </p:cNvPr>
          <p:cNvSpPr>
            <a:spLocks noGrp="1" noRot="1" noMove="1" noResize="1" noEditPoints="1" noAdjustHandles="1" noChangeArrowheads="1" noChangeShapeType="1"/>
          </p:cNvSpPr>
          <p:nvPr userDrawn="1"/>
        </p:nvSpPr>
        <p:spPr>
          <a:xfrm>
            <a:off x="3311452"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Picture Placeholder 13">
            <a:extLst>
              <a:ext uri="{FF2B5EF4-FFF2-40B4-BE49-F238E27FC236}">
                <a16:creationId xmlns:a16="http://schemas.microsoft.com/office/drawing/2014/main" xmlns="" id="{22728A29-21C1-FE17-D872-29F33FF55B6B}"/>
              </a:ext>
            </a:extLst>
          </p:cNvPr>
          <p:cNvSpPr>
            <a:spLocks noGrp="1"/>
          </p:cNvSpPr>
          <p:nvPr>
            <p:ph type="pic" sz="quarter" idx="14" hasCustomPrompt="1"/>
          </p:nvPr>
        </p:nvSpPr>
        <p:spPr>
          <a:xfrm>
            <a:off x="3519936" y="1768475"/>
            <a:ext cx="649288" cy="646113"/>
          </a:xfrm>
        </p:spPr>
        <p:txBody>
          <a:bodyPr/>
          <a:lstStyle>
            <a:lvl1pPr>
              <a:defRPr sz="800"/>
            </a:lvl1pPr>
          </a:lstStyle>
          <a:p>
            <a:r>
              <a:rPr lang="en-US"/>
              <a:t>Icon</a:t>
            </a:r>
          </a:p>
        </p:txBody>
      </p:sp>
      <p:sp>
        <p:nvSpPr>
          <p:cNvPr id="13" name="Text Placeholder 2">
            <a:extLst>
              <a:ext uri="{FF2B5EF4-FFF2-40B4-BE49-F238E27FC236}">
                <a16:creationId xmlns:a16="http://schemas.microsoft.com/office/drawing/2014/main" xmlns="" id="{F8ED409C-9BB0-C0DE-2DC1-0D8C059AB7DE}"/>
              </a:ext>
            </a:extLst>
          </p:cNvPr>
          <p:cNvSpPr>
            <a:spLocks noGrp="1"/>
          </p:cNvSpPr>
          <p:nvPr>
            <p:ph type="body" idx="15"/>
          </p:nvPr>
        </p:nvSpPr>
        <p:spPr>
          <a:xfrm>
            <a:off x="3513064"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8" name="Rectangle 17">
            <a:extLst>
              <a:ext uri="{FF2B5EF4-FFF2-40B4-BE49-F238E27FC236}">
                <a16:creationId xmlns:a16="http://schemas.microsoft.com/office/drawing/2014/main" xmlns="" id="{D9C6F735-C3A7-934E-F16F-4C50B49CC156}"/>
              </a:ext>
            </a:extLst>
          </p:cNvPr>
          <p:cNvSpPr>
            <a:spLocks noGrp="1" noRot="1" noMove="1" noResize="1" noEditPoints="1" noAdjustHandles="1" noChangeArrowheads="1" noChangeShapeType="1"/>
          </p:cNvSpPr>
          <p:nvPr userDrawn="1"/>
        </p:nvSpPr>
        <p:spPr>
          <a:xfrm>
            <a:off x="6159949"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Picture Placeholder 13">
            <a:extLst>
              <a:ext uri="{FF2B5EF4-FFF2-40B4-BE49-F238E27FC236}">
                <a16:creationId xmlns:a16="http://schemas.microsoft.com/office/drawing/2014/main" xmlns="" id="{F6DF4CC7-B693-843D-35B9-07755D443698}"/>
              </a:ext>
            </a:extLst>
          </p:cNvPr>
          <p:cNvSpPr>
            <a:spLocks noGrp="1"/>
          </p:cNvSpPr>
          <p:nvPr>
            <p:ph type="pic" sz="quarter" idx="16" hasCustomPrompt="1"/>
          </p:nvPr>
        </p:nvSpPr>
        <p:spPr>
          <a:xfrm>
            <a:off x="6368433" y="1768475"/>
            <a:ext cx="649288" cy="646113"/>
          </a:xfrm>
        </p:spPr>
        <p:txBody>
          <a:bodyPr/>
          <a:lstStyle>
            <a:lvl1pPr>
              <a:defRPr sz="800"/>
            </a:lvl1pPr>
          </a:lstStyle>
          <a:p>
            <a:r>
              <a:rPr lang="en-US"/>
              <a:t>Icon</a:t>
            </a:r>
          </a:p>
        </p:txBody>
      </p:sp>
      <p:sp>
        <p:nvSpPr>
          <p:cNvPr id="20" name="Text Placeholder 2">
            <a:extLst>
              <a:ext uri="{FF2B5EF4-FFF2-40B4-BE49-F238E27FC236}">
                <a16:creationId xmlns:a16="http://schemas.microsoft.com/office/drawing/2014/main" xmlns="" id="{DA02A4FC-804F-D905-C80A-508F4B13855C}"/>
              </a:ext>
            </a:extLst>
          </p:cNvPr>
          <p:cNvSpPr>
            <a:spLocks noGrp="1"/>
          </p:cNvSpPr>
          <p:nvPr>
            <p:ph type="body" idx="17"/>
          </p:nvPr>
        </p:nvSpPr>
        <p:spPr>
          <a:xfrm>
            <a:off x="6361561"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21" name="Rectangle 20">
            <a:extLst>
              <a:ext uri="{FF2B5EF4-FFF2-40B4-BE49-F238E27FC236}">
                <a16:creationId xmlns:a16="http://schemas.microsoft.com/office/drawing/2014/main" xmlns="" id="{D3073047-8DDC-8072-C8AA-70E1791CFDFC}"/>
              </a:ext>
            </a:extLst>
          </p:cNvPr>
          <p:cNvSpPr>
            <a:spLocks noGrp="1" noRot="1" noMove="1" noResize="1" noEditPoints="1" noAdjustHandles="1" noChangeArrowheads="1" noChangeShapeType="1"/>
          </p:cNvSpPr>
          <p:nvPr userDrawn="1"/>
        </p:nvSpPr>
        <p:spPr>
          <a:xfrm>
            <a:off x="9001466"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2" name="Picture Placeholder 13">
            <a:extLst>
              <a:ext uri="{FF2B5EF4-FFF2-40B4-BE49-F238E27FC236}">
                <a16:creationId xmlns:a16="http://schemas.microsoft.com/office/drawing/2014/main" xmlns="" id="{E7725F3D-5680-EE14-2B2D-2F8650B78913}"/>
              </a:ext>
            </a:extLst>
          </p:cNvPr>
          <p:cNvSpPr>
            <a:spLocks noGrp="1"/>
          </p:cNvSpPr>
          <p:nvPr>
            <p:ph type="pic" sz="quarter" idx="18" hasCustomPrompt="1"/>
          </p:nvPr>
        </p:nvSpPr>
        <p:spPr>
          <a:xfrm>
            <a:off x="9209950" y="1768475"/>
            <a:ext cx="649288" cy="646113"/>
          </a:xfrm>
        </p:spPr>
        <p:txBody>
          <a:bodyPr/>
          <a:lstStyle>
            <a:lvl1pPr>
              <a:defRPr sz="800"/>
            </a:lvl1pPr>
          </a:lstStyle>
          <a:p>
            <a:r>
              <a:rPr lang="en-US"/>
              <a:t>Icon</a:t>
            </a:r>
          </a:p>
        </p:txBody>
      </p:sp>
      <p:sp>
        <p:nvSpPr>
          <p:cNvPr id="23" name="Text Placeholder 2">
            <a:extLst>
              <a:ext uri="{FF2B5EF4-FFF2-40B4-BE49-F238E27FC236}">
                <a16:creationId xmlns:a16="http://schemas.microsoft.com/office/drawing/2014/main" xmlns="" id="{47911148-2128-D9C7-8E63-A4AABC6503AB}"/>
              </a:ext>
            </a:extLst>
          </p:cNvPr>
          <p:cNvSpPr>
            <a:spLocks noGrp="1"/>
          </p:cNvSpPr>
          <p:nvPr>
            <p:ph type="body" idx="19"/>
          </p:nvPr>
        </p:nvSpPr>
        <p:spPr>
          <a:xfrm>
            <a:off x="9203078"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29942715"/>
      </p:ext>
    </p:extLst>
  </p:cSld>
  <p:clrMapOvr>
    <a:overrideClrMapping bg1="dk1" tx1="lt1" bg2="dk2" tx2="lt2" accent1="accent1" accent2="accent2" accent3="accent3" accent4="accent4" accent5="accent5" accent6="accent6" hlink="hlink" folHlink="folHlink"/>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a16="http://schemas.microsoft.com/office/drawing/2014/main" xmlns="" id="{71717D90-43C9-C972-4D0A-8F8DB9E4B985}"/>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326396353"/>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Title Only (Carbon)">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a16="http://schemas.microsoft.com/office/drawing/2014/main" xmlns="" id="{5B85D50D-E1D8-C209-D561-71978631B8F4}"/>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047269123"/>
      </p:ext>
    </p:extLst>
  </p:cSld>
  <p:clrMapOvr>
    <a:overrideClrMapping bg1="dk1" tx1="lt1" bg2="dk2" tx2="lt2" accent1="accent1" accent2="accent2" accent3="accent3" accent4="accent4" accent5="accent5" accent6="accent6" hlink="hlink" folHlink="folHlink"/>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xmlns="" id="{8AB8394B-8C24-A652-FDAD-A12D9786C379}"/>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102115820"/>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Blank (Carbon)">
    <p:bg>
      <p:bgPr>
        <a:solidFill>
          <a:schemeClr val="bg1"/>
        </a:solidFill>
        <a:effectLst/>
      </p:bgPr>
    </p:bg>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xmlns="" id="{D9A041E9-D37B-F094-0DEB-67D1437229D7}"/>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260849756"/>
      </p:ext>
    </p:extLst>
  </p:cSld>
  <p:clrMapOvr>
    <a:overrideClrMapping bg1="dk1" tx1="lt1" bg2="dk2" tx2="lt2" accent1="accent1" accent2="accent2" accent3="accent3" accent4="accent4" accent5="accent5" accent6="accent6" hlink="hlink" folHlink="folHlink"/>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18658860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794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3310147" y="1305349"/>
            <a:ext cx="5571717" cy="4247317"/>
          </a:xfrm>
          <a:prstGeom prst="rect">
            <a:avLst/>
          </a:prstGeom>
          <a:noFill/>
        </p:spPr>
        <p:txBody>
          <a:bodyPr wrap="none" lIns="0" tIns="0" rIns="0" bIns="0" rtlCol="0" anchor="ctr">
            <a:spAutoFit/>
          </a:bodyPr>
          <a:lstStyle/>
          <a:p>
            <a:pPr algn="ctr"/>
            <a:r>
              <a:rPr lang="en-US" sz="13800">
                <a:solidFill>
                  <a:srgbClr val="000000"/>
                </a:solidFill>
              </a:rPr>
              <a:t>Data</a:t>
            </a:r>
          </a:p>
          <a:p>
            <a:pPr algn="ctr"/>
            <a:r>
              <a:rPr lang="en-US" sz="13800">
                <a:solidFill>
                  <a:srgbClr val="000000"/>
                </a:solidFill>
              </a:rPr>
              <a:t>layouts</a:t>
            </a:r>
          </a:p>
        </p:txBody>
      </p:sp>
    </p:spTree>
    <p:extLst>
      <p:ext uri="{BB962C8B-B14F-4D97-AF65-F5344CB8AC3E}">
        <p14:creationId xmlns:p14="http://schemas.microsoft.com/office/powerpoint/2010/main" val="1868601778"/>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Data 1">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26984567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896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37C2CDB7-C805-4574-12AD-751C92140439}"/>
              </a:ext>
            </a:extLst>
          </p:cNvPr>
          <p:cNvSpPr>
            <a:spLocks noGrp="1"/>
          </p:cNvSpPr>
          <p:nvPr>
            <p:ph type="title" hasCustomPrompt="1"/>
          </p:nvPr>
        </p:nvSpPr>
        <p:spPr>
          <a:xfrm>
            <a:off x="565149" y="460375"/>
            <a:ext cx="4421189" cy="731520"/>
          </a:xfrm>
        </p:spPr>
        <p:txBody>
          <a:bodyPr vert="horz"/>
          <a:lstStyle/>
          <a:p>
            <a:r>
              <a:rPr lang="en-US"/>
              <a:t>Click to add title</a:t>
            </a:r>
          </a:p>
        </p:txBody>
      </p:sp>
      <p:sp>
        <p:nvSpPr>
          <p:cNvPr id="9" name="Text Placeholder 11">
            <a:extLst>
              <a:ext uri="{FF2B5EF4-FFF2-40B4-BE49-F238E27FC236}">
                <a16:creationId xmlns:a16="http://schemas.microsoft.com/office/drawing/2014/main" xmlns="" id="{45FED2EC-A49F-30F9-9C6A-12C70193719E}"/>
              </a:ext>
            </a:extLst>
          </p:cNvPr>
          <p:cNvSpPr>
            <a:spLocks noGrp="1"/>
          </p:cNvSpPr>
          <p:nvPr>
            <p:ph type="body" sz="quarter" idx="13"/>
          </p:nvPr>
        </p:nvSpPr>
        <p:spPr>
          <a:xfrm>
            <a:off x="565150" y="2980224"/>
            <a:ext cx="3155271" cy="2109302"/>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
        <p:nvSpPr>
          <p:cNvPr id="5" name="Text Placeholder 6">
            <a:extLst>
              <a:ext uri="{FF2B5EF4-FFF2-40B4-BE49-F238E27FC236}">
                <a16:creationId xmlns:a16="http://schemas.microsoft.com/office/drawing/2014/main" xmlns="" id="{D4167920-63DE-54BB-E65F-1733269DFA65}"/>
              </a:ext>
            </a:extLst>
          </p:cNvPr>
          <p:cNvSpPr>
            <a:spLocks noGrp="1"/>
          </p:cNvSpPr>
          <p:nvPr>
            <p:ph type="body" sz="quarter" idx="14"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825738098"/>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Data 1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4505495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999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a16="http://schemas.microsoft.com/office/drawing/2014/main" xmlns="" id="{45FED2EC-A49F-30F9-9C6A-12C70193719E}"/>
              </a:ext>
            </a:extLst>
          </p:cNvPr>
          <p:cNvSpPr>
            <a:spLocks noGrp="1"/>
          </p:cNvSpPr>
          <p:nvPr>
            <p:ph type="body" sz="quarter" idx="13"/>
          </p:nvPr>
        </p:nvSpPr>
        <p:spPr>
          <a:xfrm>
            <a:off x="565150" y="2980224"/>
            <a:ext cx="3155271" cy="2109302"/>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6DE963B-81EE-2860-268D-B3A54072AD04}"/>
              </a:ext>
            </a:extLst>
          </p:cNvPr>
          <p:cNvSpPr>
            <a:spLocks noGrp="1"/>
          </p:cNvSpPr>
          <p:nvPr>
            <p:ph type="title" hasCustomPrompt="1"/>
          </p:nvPr>
        </p:nvSpPr>
        <p:spPr>
          <a:xfrm>
            <a:off x="565149" y="460375"/>
            <a:ext cx="4421189" cy="731520"/>
          </a:xfrm>
        </p:spPr>
        <p:txBody>
          <a:bodyPr vert="horz"/>
          <a:lstStyle/>
          <a:p>
            <a:r>
              <a:rPr lang="en-US"/>
              <a:t>Click to add title</a:t>
            </a:r>
          </a:p>
        </p:txBody>
      </p:sp>
      <p:sp>
        <p:nvSpPr>
          <p:cNvPr id="2" name="Text Placeholder 6">
            <a:extLst>
              <a:ext uri="{FF2B5EF4-FFF2-40B4-BE49-F238E27FC236}">
                <a16:creationId xmlns:a16="http://schemas.microsoft.com/office/drawing/2014/main" xmlns="" id="{A936678D-9654-7C99-C080-9E3A2B10C629}"/>
              </a:ext>
            </a:extLst>
          </p:cNvPr>
          <p:cNvSpPr>
            <a:spLocks noGrp="1"/>
          </p:cNvSpPr>
          <p:nvPr>
            <p:ph type="body" sz="quarter" idx="14"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116866649"/>
      </p:ext>
    </p:extLst>
  </p:cSld>
  <p:clrMapOvr>
    <a:overrideClrMapping bg1="dk1" tx1="lt1" bg2="dk2" tx2="lt2" accent1="accent1" accent2="accent2" accent3="accent3" accent4="accent4" accent5="accent5" accent6="accent6" hlink="hlink" folHlink="folHlink"/>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Data 2">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279127367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101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a16="http://schemas.microsoft.com/office/drawing/2014/main" xmlns="" id="{45FED2EC-A49F-30F9-9C6A-12C70193719E}"/>
              </a:ext>
            </a:extLst>
          </p:cNvPr>
          <p:cNvSpPr>
            <a:spLocks noGrp="1"/>
          </p:cNvSpPr>
          <p:nvPr>
            <p:ph type="body" sz="quarter" idx="13"/>
          </p:nvPr>
        </p:nvSpPr>
        <p:spPr>
          <a:xfrm>
            <a:off x="565150" y="2980224"/>
            <a:ext cx="2233891" cy="2109302"/>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954394C-9F22-4B5A-7E4B-43D03EE746EF}"/>
              </a:ext>
            </a:extLst>
          </p:cNvPr>
          <p:cNvSpPr>
            <a:spLocks noGrp="1"/>
          </p:cNvSpPr>
          <p:nvPr>
            <p:ph type="title"/>
          </p:nvPr>
        </p:nvSpPr>
        <p:spPr/>
        <p:txBody>
          <a:bodyPr vert="horz"/>
          <a:lstStyle/>
          <a:p>
            <a:r>
              <a:rPr lang="en-US"/>
              <a:t>Click to edit Master title style</a:t>
            </a:r>
          </a:p>
        </p:txBody>
      </p:sp>
      <p:sp>
        <p:nvSpPr>
          <p:cNvPr id="14" name="Chart Placeholder 13">
            <a:extLst>
              <a:ext uri="{FF2B5EF4-FFF2-40B4-BE49-F238E27FC236}">
                <a16:creationId xmlns:a16="http://schemas.microsoft.com/office/drawing/2014/main" xmlns="" id="{5113F86D-1D68-351E-ADD3-B7DE5D59EAE7}"/>
              </a:ext>
            </a:extLst>
          </p:cNvPr>
          <p:cNvSpPr>
            <a:spLocks noGrp="1"/>
          </p:cNvSpPr>
          <p:nvPr>
            <p:ph type="chart" sz="quarter" idx="14"/>
          </p:nvPr>
        </p:nvSpPr>
        <p:spPr>
          <a:xfrm>
            <a:off x="3203575" y="1466850"/>
            <a:ext cx="8578850" cy="4829175"/>
          </a:xfrm>
        </p:spPr>
        <p:txBody>
          <a:bodyPr/>
          <a:lstStyle/>
          <a:p>
            <a:r>
              <a:rPr lang="en-US"/>
              <a:t>Click icon to add chart</a:t>
            </a:r>
          </a:p>
        </p:txBody>
      </p:sp>
      <p:sp>
        <p:nvSpPr>
          <p:cNvPr id="2" name="Text Placeholder 6">
            <a:extLst>
              <a:ext uri="{FF2B5EF4-FFF2-40B4-BE49-F238E27FC236}">
                <a16:creationId xmlns:a16="http://schemas.microsoft.com/office/drawing/2014/main" xmlns="" id="{41FFC367-0203-EC0E-10DF-B81D77491CB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288492857"/>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Data 2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65071068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204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a16="http://schemas.microsoft.com/office/drawing/2014/main" xmlns="" id="{45FED2EC-A49F-30F9-9C6A-12C70193719E}"/>
              </a:ext>
            </a:extLst>
          </p:cNvPr>
          <p:cNvSpPr>
            <a:spLocks noGrp="1"/>
          </p:cNvSpPr>
          <p:nvPr>
            <p:ph type="body" sz="quarter" idx="13"/>
          </p:nvPr>
        </p:nvSpPr>
        <p:spPr>
          <a:xfrm>
            <a:off x="565150" y="2980224"/>
            <a:ext cx="2233891" cy="2109302"/>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954394C-9F22-4B5A-7E4B-43D03EE746EF}"/>
              </a:ext>
            </a:extLst>
          </p:cNvPr>
          <p:cNvSpPr>
            <a:spLocks noGrp="1"/>
          </p:cNvSpPr>
          <p:nvPr>
            <p:ph type="title"/>
          </p:nvPr>
        </p:nvSpPr>
        <p:spPr/>
        <p:txBody>
          <a:bodyPr vert="horz"/>
          <a:lstStyle/>
          <a:p>
            <a:r>
              <a:rPr lang="en-US"/>
              <a:t>Click to edit Master title style</a:t>
            </a:r>
          </a:p>
        </p:txBody>
      </p:sp>
      <p:sp>
        <p:nvSpPr>
          <p:cNvPr id="14" name="Chart Placeholder 13">
            <a:extLst>
              <a:ext uri="{FF2B5EF4-FFF2-40B4-BE49-F238E27FC236}">
                <a16:creationId xmlns:a16="http://schemas.microsoft.com/office/drawing/2014/main" xmlns="" id="{5113F86D-1D68-351E-ADD3-B7DE5D59EAE7}"/>
              </a:ext>
            </a:extLst>
          </p:cNvPr>
          <p:cNvSpPr>
            <a:spLocks noGrp="1"/>
          </p:cNvSpPr>
          <p:nvPr>
            <p:ph type="chart" sz="quarter" idx="14"/>
          </p:nvPr>
        </p:nvSpPr>
        <p:spPr>
          <a:xfrm>
            <a:off x="3203575" y="1466850"/>
            <a:ext cx="8578850" cy="4829175"/>
          </a:xfrm>
        </p:spPr>
        <p:txBody>
          <a:bodyPr/>
          <a:lstStyle/>
          <a:p>
            <a:r>
              <a:rPr lang="en-US"/>
              <a:t>Click icon to add chart</a:t>
            </a:r>
          </a:p>
        </p:txBody>
      </p:sp>
      <p:sp>
        <p:nvSpPr>
          <p:cNvPr id="2" name="Text Placeholder 6">
            <a:extLst>
              <a:ext uri="{FF2B5EF4-FFF2-40B4-BE49-F238E27FC236}">
                <a16:creationId xmlns:a16="http://schemas.microsoft.com/office/drawing/2014/main" xmlns="" id="{BA9A9E04-9AC1-B2EA-811C-A2EBF8AC04EE}"/>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335597385"/>
      </p:ext>
    </p:extLst>
  </p:cSld>
  <p:clrMapOvr>
    <a:overrideClrMapping bg1="dk1" tx1="lt1" bg2="dk2" tx2="lt2" accent1="accent1" accent2="accent2" accent3="accent3" accent4="accent4" accent5="accent5" accent6="accent6" hlink="hlink" folHlink="folHlink"/>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Data, ful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A19A38-4850-E5CA-EB9F-F82D965F923D}"/>
              </a:ext>
            </a:extLst>
          </p:cNvPr>
          <p:cNvSpPr>
            <a:spLocks noGrp="1"/>
          </p:cNvSpPr>
          <p:nvPr>
            <p:ph type="title"/>
          </p:nvPr>
        </p:nvSpPr>
        <p:spPr/>
        <p:txBody>
          <a:bodyPr/>
          <a:lstStyle/>
          <a:p>
            <a:r>
              <a:rPr lang="en-US"/>
              <a:t>Click to edit Master title style</a:t>
            </a:r>
          </a:p>
        </p:txBody>
      </p:sp>
      <p:sp>
        <p:nvSpPr>
          <p:cNvPr id="5" name="Content Placeholder 2">
            <a:extLst>
              <a:ext uri="{FF2B5EF4-FFF2-40B4-BE49-F238E27FC236}">
                <a16:creationId xmlns:a16="http://schemas.microsoft.com/office/drawing/2014/main" xmlns="" id="{0C5DB361-3B1E-9FE8-36F0-4FD95E6B270D}"/>
              </a:ext>
            </a:extLst>
          </p:cNvPr>
          <p:cNvSpPr>
            <a:spLocks noGrp="1"/>
          </p:cNvSpPr>
          <p:nvPr>
            <p:ph idx="1"/>
          </p:nvPr>
        </p:nvSpPr>
        <p:spPr>
          <a:xfrm>
            <a:off x="565149" y="1617663"/>
            <a:ext cx="11066462"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a16="http://schemas.microsoft.com/office/drawing/2014/main" xmlns="" id="{CAED40FF-941F-42AC-B9C9-FBF2A861FE5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2425428598"/>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Data, full (Carbo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A19A38-4850-E5CA-EB9F-F82D965F923D}"/>
              </a:ext>
            </a:extLst>
          </p:cNvPr>
          <p:cNvSpPr>
            <a:spLocks noGrp="1"/>
          </p:cNvSpPr>
          <p:nvPr>
            <p:ph type="title"/>
          </p:nvPr>
        </p:nvSpPr>
        <p:spPr/>
        <p:txBody>
          <a:bodyPr/>
          <a:lstStyle/>
          <a:p>
            <a:r>
              <a:rPr lang="en-US"/>
              <a:t>Click to edit Master title style</a:t>
            </a:r>
          </a:p>
        </p:txBody>
      </p:sp>
      <p:sp>
        <p:nvSpPr>
          <p:cNvPr id="5" name="Content Placeholder 2">
            <a:extLst>
              <a:ext uri="{FF2B5EF4-FFF2-40B4-BE49-F238E27FC236}">
                <a16:creationId xmlns:a16="http://schemas.microsoft.com/office/drawing/2014/main" xmlns="" id="{0C5DB361-3B1E-9FE8-36F0-4FD95E6B270D}"/>
              </a:ext>
            </a:extLst>
          </p:cNvPr>
          <p:cNvSpPr>
            <a:spLocks noGrp="1"/>
          </p:cNvSpPr>
          <p:nvPr>
            <p:ph idx="1"/>
          </p:nvPr>
        </p:nvSpPr>
        <p:spPr>
          <a:xfrm>
            <a:off x="565149" y="1617663"/>
            <a:ext cx="11066462"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a16="http://schemas.microsoft.com/office/drawing/2014/main" xmlns="" id="{CAED40FF-941F-42AC-B9C9-FBF2A861FE5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191196068"/>
      </p:ext>
    </p:extLst>
  </p:cSld>
  <p:clrMapOvr>
    <a:overrideClrMapping bg1="dk1" tx1="lt1" bg2="dk2" tx2="lt2" accent1="accent1" accent2="accent2" accent3="accent3" accent4="accent4" accent5="accent5" accent6="accent6" hlink="hlink" folHlink="folHlink"/>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27045877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306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433400" y="1305349"/>
            <a:ext cx="11325216" cy="4247317"/>
          </a:xfrm>
          <a:prstGeom prst="rect">
            <a:avLst/>
          </a:prstGeom>
          <a:noFill/>
        </p:spPr>
        <p:txBody>
          <a:bodyPr wrap="none" lIns="0" tIns="0" rIns="0" bIns="0" rtlCol="0" anchor="ctr">
            <a:spAutoFit/>
          </a:bodyPr>
          <a:lstStyle/>
          <a:p>
            <a:pPr algn="ctr"/>
            <a:r>
              <a:rPr lang="en-US" sz="13800">
                <a:solidFill>
                  <a:srgbClr val="000000"/>
                </a:solidFill>
              </a:rPr>
              <a:t>Section divider</a:t>
            </a:r>
          </a:p>
          <a:p>
            <a:pPr algn="ctr"/>
            <a:r>
              <a:rPr lang="en-US" sz="13800">
                <a:solidFill>
                  <a:srgbClr val="000000"/>
                </a:solidFill>
              </a:rPr>
              <a:t>layouts</a:t>
            </a:r>
          </a:p>
        </p:txBody>
      </p:sp>
    </p:spTree>
    <p:extLst>
      <p:ext uri="{BB962C8B-B14F-4D97-AF65-F5344CB8AC3E}">
        <p14:creationId xmlns:p14="http://schemas.microsoft.com/office/powerpoint/2010/main" val="317858611"/>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Divider 1 (Tan)">
    <p:bg>
      <p:bgRef idx="1001">
        <a:schemeClr val="bg2"/>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193764051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408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27050"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3030584707"/>
      </p:ext>
    </p:extLst>
  </p:cSld>
  <p:clrMapOvr>
    <a:overrideClrMapping bg1="lt1" tx1="dk1" bg2="lt2" tx2="dk2" accent1="accent1" accent2="accent2" accent3="accent3" accent4="accent4" accent5="accent5" accent6="accent6" hlink="hlink" folHlink="folHlink"/>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Divider 2 (Tan)">
    <p:bg>
      <p:bgRef idx="1001">
        <a:schemeClr val="bg2"/>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345867624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511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tx1"/>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684780283"/>
      </p:ext>
    </p:extLst>
  </p:cSld>
  <p:clrMapOvr>
    <a:overrideClrMapping bg1="lt1" tx1="dk1" bg2="lt2" tx2="dk2" accent1="accent1" accent2="accent2" accent3="accent3" accent4="accent4" accent5="accent5" accent6="accent6" hlink="hlink" folHlink="folHlink"/>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Divider 1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25449044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613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rgbClr val="BEB4AA"/>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3445421116"/>
      </p:ext>
    </p:extLst>
  </p:cSld>
  <p:clrMapOvr>
    <a:overrideClrMapping bg1="dk1" tx1="lt1" bg2="dk2" tx2="lt2" accent1="accent1" accent2="accent2" accent3="accent3" accent4="accent4" accent5="accent5" accent6="accent6" hlink="hlink" folHlink="folHlink"/>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Divider 2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97233700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716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chemeClr val="bg2"/>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1966480769"/>
      </p:ext>
    </p:extLst>
  </p:cSld>
  <p:clrMapOvr>
    <a:overrideClrMapping bg1="dk1" tx1="lt1" bg2="dk2" tx2="lt2" accent1="accent1" accent2="accent2" accent3="accent3" accent4="accent4" accent5="accent5" accent6="accent6" hlink="hlink" folHlink="folHlink"/>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Divider 3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139942180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818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bg2"/>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113068390"/>
      </p:ext>
    </p:extLst>
  </p:cSld>
  <p:clrMapOvr>
    <a:overrideClrMapping bg1="dk1" tx1="lt1" bg2="dk2" tx2="lt2" accent1="accent1" accent2="accent2" accent3="accent3" accent4="accent4" accent5="accent5" accent6="accent6" hlink="hlink" folHlink="folHlink"/>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Divider 1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345402771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920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rgbClr val="BEB4AA"/>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3473199204"/>
      </p:ext>
    </p:extLst>
  </p:cSld>
  <p:clrMapOvr>
    <a:overrideClrMapping bg1="dk1" tx1="lt1" bg2="dk2" tx2="lt2" accent1="accent1" accent2="accent2" accent3="accent3" accent4="accent4" accent5="accent5" accent6="accent6" hlink="hlink" folHlink="folHlink"/>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Divider 2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160608033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023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chemeClr val="bg2"/>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1573496620"/>
      </p:ext>
    </p:extLst>
  </p:cSld>
  <p:clrMapOvr>
    <a:overrideClrMapping bg1="dk1" tx1="lt1" bg2="dk2" tx2="lt2" accent1="accent1" accent2="accent2" accent3="accent3" accent4="accent4" accent5="accent5" accent6="accent6" hlink="hlink" folHlink="folHlink"/>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Divider 3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42849229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125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bg2"/>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025901173"/>
      </p:ext>
    </p:extLst>
  </p:cSld>
  <p:clrMapOvr>
    <a:overrideClrMapping bg1="dk1" tx1="lt1" bg2="dk2" tx2="lt2" accent1="accent1" accent2="accent2" accent3="accent3" accent4="accent4" accent5="accent5" accent6="accent6" hlink="hlink" folHlink="folHlink"/>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4168798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228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2232864" y="1305349"/>
            <a:ext cx="7726282" cy="4247317"/>
          </a:xfrm>
          <a:prstGeom prst="rect">
            <a:avLst/>
          </a:prstGeom>
          <a:noFill/>
        </p:spPr>
        <p:txBody>
          <a:bodyPr wrap="none" lIns="0" tIns="0" rIns="0" bIns="0" rtlCol="0" anchor="ctr">
            <a:spAutoFit/>
          </a:bodyPr>
          <a:lstStyle/>
          <a:p>
            <a:pPr algn="ctr"/>
            <a:r>
              <a:rPr lang="en-US" sz="13800">
                <a:solidFill>
                  <a:srgbClr val="000000"/>
                </a:solidFill>
              </a:rPr>
              <a:t>Large text </a:t>
            </a:r>
          </a:p>
          <a:p>
            <a:pPr algn="ctr"/>
            <a:r>
              <a:rPr lang="en-US" sz="13800">
                <a:solidFill>
                  <a:srgbClr val="000000"/>
                </a:solidFill>
              </a:rPr>
              <a:t>layouts</a:t>
            </a:r>
          </a:p>
        </p:txBody>
      </p:sp>
    </p:spTree>
    <p:extLst>
      <p:ext uri="{BB962C8B-B14F-4D97-AF65-F5344CB8AC3E}">
        <p14:creationId xmlns:p14="http://schemas.microsoft.com/office/powerpoint/2010/main" val="990869071"/>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Large Text">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358332353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330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2101737479"/>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Large Text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4098608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432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1939919774"/>
      </p:ext>
    </p:extLst>
  </p:cSld>
  <p:clrMapOvr>
    <a:overrideClrMapping bg1="lt1" tx1="dk1" bg2="lt2" tx2="dk2" accent1="accent1" accent2="accent2" accent3="accent3" accent4="accent4" accent5="accent5" accent6="accent6" hlink="hlink" folHlink="folHlink"/>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Large Text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61986468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535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1516569473"/>
      </p:ext>
    </p:extLst>
  </p:cSld>
  <p:clrMapOvr>
    <a:overrideClrMapping bg1="dk1" tx1="lt1" bg2="dk2" tx2="lt2" accent1="accent1" accent2="accent2" accent3="accent3" accent4="accent4" accent5="accent5" accent6="accent6" hlink="hlink" folHlink="folHlink"/>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Large Text, patter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5113001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637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xmlns="" id="{703D0EC0-800C-017B-115C-E6C2A79F739E}"/>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
        <p:nvSpPr>
          <p:cNvPr id="9" name="Page# static">
            <a:extLst>
              <a:ext uri="{FF2B5EF4-FFF2-40B4-BE49-F238E27FC236}">
                <a16:creationId xmlns:a16="http://schemas.microsoft.com/office/drawing/2014/main" xmlns="" id="{961FCCAC-9A14-EABD-E6FC-0250DF9CC614}"/>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3" name="TextBox 2">
            <a:extLst>
              <a:ext uri="{FF2B5EF4-FFF2-40B4-BE49-F238E27FC236}">
                <a16:creationId xmlns:a16="http://schemas.microsoft.com/office/drawing/2014/main" xmlns="" id="{C5A28A1E-C0C1-68F9-2CC0-E47E8E939C27}"/>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000000"/>
                </a:solidFill>
              </a:rPr>
              <a:t>Tenarai</a:t>
            </a:r>
          </a:p>
        </p:txBody>
      </p:sp>
    </p:spTree>
    <p:extLst>
      <p:ext uri="{BB962C8B-B14F-4D97-AF65-F5344CB8AC3E}">
        <p14:creationId xmlns:p14="http://schemas.microsoft.com/office/powerpoint/2010/main" val="722347694"/>
      </p:ext>
    </p:extLst>
  </p:cSld>
  <p:clrMapOvr>
    <a:overrideClrMapping bg1="lt1" tx1="dk1" bg2="lt2" tx2="dk2" accent1="accent1" accent2="accent2" accent3="accent3" accent4="accent4" accent5="accent5" accent6="accent6" hlink="hlink" folHlink="folHlink"/>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Large Text, pattern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407726262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740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4" name="Graphic 3">
            <a:extLst>
              <a:ext uri="{FF2B5EF4-FFF2-40B4-BE49-F238E27FC236}">
                <a16:creationId xmlns:a16="http://schemas.microsoft.com/office/drawing/2014/main" xmlns="" id="{0EAE06A4-0CF9-D5F6-2C1C-A4EA49DA4107}"/>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
        <p:nvSpPr>
          <p:cNvPr id="12" name="Page# static">
            <a:extLst>
              <a:ext uri="{FF2B5EF4-FFF2-40B4-BE49-F238E27FC236}">
                <a16:creationId xmlns:a16="http://schemas.microsoft.com/office/drawing/2014/main" xmlns="" id="{CFD9CA61-A5D4-A8B1-D137-7AE49157FD8B}"/>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3" name="TextBox 2">
            <a:extLst>
              <a:ext uri="{FF2B5EF4-FFF2-40B4-BE49-F238E27FC236}">
                <a16:creationId xmlns:a16="http://schemas.microsoft.com/office/drawing/2014/main" xmlns="" id="{D2A8C3E6-DD95-5B46-D797-E225A8A1F31E}"/>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Tree>
    <p:extLst>
      <p:ext uri="{BB962C8B-B14F-4D97-AF65-F5344CB8AC3E}">
        <p14:creationId xmlns:p14="http://schemas.microsoft.com/office/powerpoint/2010/main" val="408292974"/>
      </p:ext>
    </p:extLst>
  </p:cSld>
  <p:clrMapOvr>
    <a:overrideClrMapping bg1="dk1" tx1="lt1" bg2="dk2" tx2="lt2" accent1="accent1" accent2="accent2" accent3="accent3" accent4="accent4" accent5="accent5" accent6="accent6" hlink="hlink" folHlink="folHlink"/>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Quote Large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0173603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842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a16="http://schemas.microsoft.com/office/drawing/2014/main" xmlns="" id="{9BBEBE0E-152D-A16F-3630-C71A21EECEDC}"/>
              </a:ext>
            </a:extLst>
          </p:cNvPr>
          <p:cNvSpPr>
            <a:spLocks noGrp="1" noRot="1" noMove="1" noResize="1" noEditPoints="1" noAdjustHandles="1" noChangeArrowheads="1" noChangeShapeType="1"/>
          </p:cNvSpPr>
          <p:nvPr/>
        </p:nvSpPr>
        <p:spPr>
          <a:xfrm>
            <a:off x="8491622"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chemeClr val="tx2"/>
          </a:solidFill>
          <a:ln w="9525" cap="flat">
            <a:noFill/>
            <a:prstDash val="solid"/>
            <a:miter/>
          </a:ln>
        </p:spPr>
        <p:txBody>
          <a:bodyPr/>
          <a:lstStyle/>
          <a:p>
            <a:endParaRPr lang="en-US">
              <a:solidFill>
                <a:srgbClr val="000000"/>
              </a:solidFill>
            </a:endParaRPr>
          </a:p>
        </p:txBody>
      </p:sp>
      <p:sp>
        <p:nvSpPr>
          <p:cNvPr id="13" name="Graphic 6">
            <a:extLst>
              <a:ext uri="{FF2B5EF4-FFF2-40B4-BE49-F238E27FC236}">
                <a16:creationId xmlns:a16="http://schemas.microsoft.com/office/drawing/2014/main" xmlns="" id="{5704A31B-9B6E-C2A6-8DE0-7AD2C158968C}"/>
              </a:ext>
            </a:extLst>
          </p:cNvPr>
          <p:cNvSpPr>
            <a:spLocks noGrp="1" noRot="1" noMove="1" noResize="1" noEditPoints="1" noAdjustHandles="1" noChangeArrowheads="1" noChangeShapeType="1"/>
          </p:cNvSpPr>
          <p:nvPr userDrawn="1"/>
        </p:nvSpPr>
        <p:spPr>
          <a:xfrm>
            <a:off x="4512935"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chemeClr val="tx2"/>
          </a:solidFill>
          <a:ln w="9525" cap="flat">
            <a:noFill/>
            <a:prstDash val="solid"/>
            <a:miter/>
          </a:ln>
        </p:spPr>
        <p:txBody>
          <a:bodyPr/>
          <a:lstStyle/>
          <a:p>
            <a:endParaRPr lang="en-US">
              <a:solidFill>
                <a:srgbClr val="000000"/>
              </a:solidFill>
            </a:endParaRPr>
          </a:p>
        </p:txBody>
      </p:sp>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617663"/>
            <a:ext cx="9158288" cy="3773488"/>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2812478625"/>
      </p:ext>
    </p:extLst>
  </p:cSld>
  <p:clrMapOvr>
    <a:overrideClrMapping bg1="lt1" tx1="dk1" bg2="lt2" tx2="dk2" accent1="accent1" accent2="accent2" accent3="accent3" accent4="accent4" accent5="accent5" accent6="accent6" hlink="hlink" folHlink="folHlink"/>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Quote Large (Carbon)">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361920857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944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a16="http://schemas.microsoft.com/office/drawing/2014/main" xmlns="" id="{9BBEBE0E-152D-A16F-3630-C71A21EECEDC}"/>
              </a:ext>
            </a:extLst>
          </p:cNvPr>
          <p:cNvSpPr>
            <a:spLocks noGrp="1" noRot="1" noMove="1" noResize="1" noEditPoints="1" noAdjustHandles="1" noChangeArrowheads="1" noChangeShapeType="1"/>
          </p:cNvSpPr>
          <p:nvPr/>
        </p:nvSpPr>
        <p:spPr>
          <a:xfrm>
            <a:off x="8491622"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rgbClr val="1E321E"/>
          </a:solidFill>
          <a:ln w="9525" cap="flat">
            <a:noFill/>
            <a:prstDash val="solid"/>
            <a:miter/>
          </a:ln>
        </p:spPr>
        <p:txBody>
          <a:bodyPr/>
          <a:lstStyle/>
          <a:p>
            <a:endParaRPr lang="en-US">
              <a:solidFill>
                <a:srgbClr val="FFFFFF"/>
              </a:solidFill>
            </a:endParaRPr>
          </a:p>
        </p:txBody>
      </p:sp>
      <p:sp>
        <p:nvSpPr>
          <p:cNvPr id="13" name="Graphic 6">
            <a:extLst>
              <a:ext uri="{FF2B5EF4-FFF2-40B4-BE49-F238E27FC236}">
                <a16:creationId xmlns:a16="http://schemas.microsoft.com/office/drawing/2014/main" xmlns="" id="{5704A31B-9B6E-C2A6-8DE0-7AD2C158968C}"/>
              </a:ext>
            </a:extLst>
          </p:cNvPr>
          <p:cNvSpPr>
            <a:spLocks noGrp="1" noRot="1" noMove="1" noResize="1" noEditPoints="1" noAdjustHandles="1" noChangeArrowheads="1" noChangeShapeType="1"/>
          </p:cNvSpPr>
          <p:nvPr userDrawn="1"/>
        </p:nvSpPr>
        <p:spPr>
          <a:xfrm>
            <a:off x="4512935"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rgbClr val="1E321E"/>
          </a:solidFill>
          <a:ln w="9525" cap="flat">
            <a:noFill/>
            <a:prstDash val="solid"/>
            <a:miter/>
          </a:ln>
        </p:spPr>
        <p:txBody>
          <a:bodyPr/>
          <a:lstStyle/>
          <a:p>
            <a:endParaRPr lang="en-US">
              <a:solidFill>
                <a:srgbClr val="FFFFFF"/>
              </a:solidFill>
            </a:endParaRPr>
          </a:p>
        </p:txBody>
      </p:sp>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617663"/>
            <a:ext cx="9158288" cy="3773488"/>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1868610825"/>
      </p:ext>
    </p:extLst>
  </p:cSld>
  <p:clrMapOvr>
    <a:overrideClrMapping bg1="dk1" tx1="lt1" bg2="dk2" tx2="lt2" accent1="accent1" accent2="accent2" accent3="accent3" accent4="accent4" accent5="accent5" accent6="accent6" hlink="hlink" folHlink="folHlink"/>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Quote Small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6440497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047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a16="http://schemas.microsoft.com/office/drawing/2014/main" xmlns="" id="{9BBEBE0E-152D-A16F-3630-C71A21EECEDC}"/>
              </a:ext>
            </a:extLst>
          </p:cNvPr>
          <p:cNvSpPr>
            <a:spLocks noGrp="1" noRot="1" noChangeAspect="1" noMove="1" noResize="1" noEditPoints="1" noAdjustHandles="1" noChangeArrowheads="1" noChangeShapeType="1"/>
          </p:cNvSpPr>
          <p:nvPr/>
        </p:nvSpPr>
        <p:spPr>
          <a:xfrm>
            <a:off x="10145268"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bg2"/>
            </a:solidFill>
            <a:prstDash val="solid"/>
            <a:miter/>
          </a:ln>
        </p:spPr>
        <p:txBody>
          <a:bodyPr/>
          <a:lstStyle/>
          <a:p>
            <a:endParaRPr lang="en-US">
              <a:solidFill>
                <a:srgbClr val="FFFFFF"/>
              </a:solidFill>
            </a:endParaRPr>
          </a:p>
        </p:txBody>
      </p:sp>
      <p:sp>
        <p:nvSpPr>
          <p:cNvPr id="5" name="Graphic 6">
            <a:extLst>
              <a:ext uri="{FF2B5EF4-FFF2-40B4-BE49-F238E27FC236}">
                <a16:creationId xmlns:a16="http://schemas.microsoft.com/office/drawing/2014/main" xmlns="" id="{8A7C7FDA-9484-79E1-3FBC-E8E366DADB95}"/>
              </a:ext>
            </a:extLst>
          </p:cNvPr>
          <p:cNvSpPr>
            <a:spLocks noGrp="1" noRot="1" noChangeAspect="1" noMove="1" noResize="1" noEditPoints="1" noAdjustHandles="1" noChangeArrowheads="1" noChangeShapeType="1"/>
          </p:cNvSpPr>
          <p:nvPr userDrawn="1"/>
        </p:nvSpPr>
        <p:spPr>
          <a:xfrm>
            <a:off x="8239686"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bg2"/>
            </a:solidFill>
            <a:prstDash val="solid"/>
            <a:miter/>
          </a:ln>
        </p:spPr>
        <p:txBody>
          <a:bodyPr/>
          <a:lstStyle/>
          <a:p>
            <a:endParaRPr lang="en-US">
              <a:solidFill>
                <a:srgbClr val="FFFFFF"/>
              </a:solidFill>
            </a:endParaRPr>
          </a:p>
        </p:txBody>
      </p:sp>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2278801549"/>
      </p:ext>
    </p:extLst>
  </p:cSld>
  <p:clrMapOvr>
    <a:overrideClrMapping bg1="dk1" tx1="lt1" bg2="dk2" tx2="lt2" accent1="accent1" accent2="accent2" accent3="accent3" accent4="accent4" accent5="accent5" accent6="accent6" hlink="hlink" folHlink="folHlink"/>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Quote Small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30960572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149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a16="http://schemas.microsoft.com/office/drawing/2014/main" xmlns="" id="{9BBEBE0E-152D-A16F-3630-C71A21EECEDC}"/>
              </a:ext>
            </a:extLst>
          </p:cNvPr>
          <p:cNvSpPr>
            <a:spLocks noGrp="1" noRot="1" noChangeAspect="1" noMove="1" noResize="1" noEditPoints="1" noAdjustHandles="1" noChangeArrowheads="1" noChangeShapeType="1"/>
          </p:cNvSpPr>
          <p:nvPr/>
        </p:nvSpPr>
        <p:spPr>
          <a:xfrm>
            <a:off x="10145268"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tx2"/>
            </a:solidFill>
            <a:prstDash val="solid"/>
            <a:miter/>
          </a:ln>
        </p:spPr>
        <p:txBody>
          <a:bodyPr/>
          <a:lstStyle/>
          <a:p>
            <a:endParaRPr lang="en-US">
              <a:solidFill>
                <a:srgbClr val="000000"/>
              </a:solidFill>
            </a:endParaRPr>
          </a:p>
        </p:txBody>
      </p:sp>
      <p:sp>
        <p:nvSpPr>
          <p:cNvPr id="5" name="Graphic 6">
            <a:extLst>
              <a:ext uri="{FF2B5EF4-FFF2-40B4-BE49-F238E27FC236}">
                <a16:creationId xmlns:a16="http://schemas.microsoft.com/office/drawing/2014/main" xmlns="" id="{8A7C7FDA-9484-79E1-3FBC-E8E366DADB95}"/>
              </a:ext>
            </a:extLst>
          </p:cNvPr>
          <p:cNvSpPr>
            <a:spLocks noGrp="1" noRot="1" noChangeAspect="1" noMove="1" noResize="1" noEditPoints="1" noAdjustHandles="1" noChangeArrowheads="1" noChangeShapeType="1"/>
          </p:cNvSpPr>
          <p:nvPr userDrawn="1"/>
        </p:nvSpPr>
        <p:spPr>
          <a:xfrm>
            <a:off x="8239686"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tx2"/>
            </a:solidFill>
            <a:prstDash val="solid"/>
            <a:miter/>
          </a:ln>
        </p:spPr>
        <p:txBody>
          <a:bodyPr/>
          <a:lstStyle/>
          <a:p>
            <a:endParaRPr lang="en-US">
              <a:solidFill>
                <a:srgbClr val="000000"/>
              </a:solidFill>
            </a:endParaRPr>
          </a:p>
        </p:txBody>
      </p:sp>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4055401298"/>
      </p:ext>
    </p:extLst>
  </p:cSld>
  <p:clrMapOvr>
    <a:overrideClrMapping bg1="lt1" tx1="dk1" bg2="lt2" tx2="dk2" accent1="accent1" accent2="accent2" accent3="accent3" accent4="accent4" accent5="accent5" accent6="accent6" hlink="hlink" folHlink="folHlink"/>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82106486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252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1437038" y="1305349"/>
            <a:ext cx="9317936" cy="4247317"/>
          </a:xfrm>
          <a:prstGeom prst="rect">
            <a:avLst/>
          </a:prstGeom>
          <a:noFill/>
        </p:spPr>
        <p:txBody>
          <a:bodyPr wrap="none" lIns="0" tIns="0" rIns="0" bIns="0" rtlCol="0" anchor="ctr">
            <a:spAutoFit/>
          </a:bodyPr>
          <a:lstStyle/>
          <a:p>
            <a:pPr algn="ctr"/>
            <a:r>
              <a:rPr lang="en-US" sz="13800">
                <a:solidFill>
                  <a:srgbClr val="000000"/>
                </a:solidFill>
              </a:rPr>
              <a:t>Text + Image</a:t>
            </a:r>
          </a:p>
          <a:p>
            <a:pPr algn="ctr"/>
            <a:r>
              <a:rPr lang="en-US" sz="13800">
                <a:solidFill>
                  <a:srgbClr val="000000"/>
                </a:solidFill>
              </a:rPr>
              <a:t>layouts</a:t>
            </a:r>
          </a:p>
        </p:txBody>
      </p:sp>
    </p:spTree>
    <p:extLst>
      <p:ext uri="{BB962C8B-B14F-4D97-AF65-F5344CB8AC3E}">
        <p14:creationId xmlns:p14="http://schemas.microsoft.com/office/powerpoint/2010/main" val="1289946805"/>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showMasterSp="0" preserve="1" userDrawn="1">
  <p:cSld name="Title Only + Image (white logo)">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204069778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354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xmlns="" id="{D4560061-E12B-343E-74A9-8D141BE850FC}"/>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50000"/>
              <a:lumOff val="50000"/>
            </a:schemeClr>
          </a:solidFill>
        </p:spPr>
        <p:txBody>
          <a:bodyPr wrap="square">
            <a:noAutofit/>
          </a:bodyPr>
          <a:lstStyle/>
          <a:p>
            <a:r>
              <a:rPr lang="en-US"/>
              <a:t>Click icon to add picture</a:t>
            </a:r>
          </a:p>
        </p:txBody>
      </p:sp>
      <p:sp>
        <p:nvSpPr>
          <p:cNvPr id="5" name="Title 4">
            <a:extLst>
              <a:ext uri="{FF2B5EF4-FFF2-40B4-BE49-F238E27FC236}">
                <a16:creationId xmlns:a16="http://schemas.microsoft.com/office/drawing/2014/main" xmlns="" id="{1E261A2D-5A29-90C5-B92E-37A00CDF7A06}"/>
              </a:ext>
            </a:extLst>
          </p:cNvPr>
          <p:cNvSpPr>
            <a:spLocks noGrp="1"/>
          </p:cNvSpPr>
          <p:nvPr>
            <p:ph type="title"/>
          </p:nvPr>
        </p:nvSpPr>
        <p:spPr/>
        <p:txBody>
          <a:bodyPr vert="horz"/>
          <a:lstStyle>
            <a:lvl1pPr>
              <a:defRPr>
                <a:solidFill>
                  <a:schemeClr val="bg1"/>
                </a:solidFill>
              </a:defRPr>
            </a:lvl1pPr>
          </a:lstStyle>
          <a:p>
            <a:r>
              <a:rPr lang="en-US"/>
              <a:t>Click to edit Master title style</a:t>
            </a:r>
            <a:endParaRPr lang="en-US" dirty="0"/>
          </a:p>
        </p:txBody>
      </p:sp>
      <p:sp>
        <p:nvSpPr>
          <p:cNvPr id="6" name="Slide Number Placeholder 5">
            <a:extLst>
              <a:ext uri="{FF2B5EF4-FFF2-40B4-BE49-F238E27FC236}">
                <a16:creationId xmlns:a16="http://schemas.microsoft.com/office/drawing/2014/main" xmlns="" id="{9EA11B80-ED54-BA49-69A0-DA418072FEF3}"/>
              </a:ext>
            </a:extLst>
          </p:cNvPr>
          <p:cNvSpPr>
            <a:spLocks noGrp="1"/>
          </p:cNvSpPr>
          <p:nvPr>
            <p:ph type="sldNum" sz="quarter" idx="15"/>
          </p:nvPr>
        </p:nvSpPr>
        <p:spPr/>
        <p:txBody>
          <a:bodyPr/>
          <a:lstStyle>
            <a:lvl1pPr>
              <a:defRPr>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1423848775"/>
      </p:ext>
    </p:extLst>
  </p:cSld>
  <p:clrMapOvr>
    <a:overrideClrMapping bg1="lt1" tx1="dk1" bg2="lt2" tx2="dk2" accent1="accent1" accent2="accent2" accent3="accent3" accent4="accent4" accent5="accent5" accent6="accent6" hlink="hlink" folHlink="folHlink"/>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showMasterSp="0" preserve="1" userDrawn="1">
  <p:cSld name="Title Only + Image (dark logo)">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383320149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456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xmlns="" id="{27A1CDB2-CCE0-BB20-550A-00A6A2BF7F12}"/>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95000"/>
            </a:schemeClr>
          </a:solidFill>
        </p:spPr>
        <p:txBody>
          <a:bodyPr wrap="square">
            <a:noAutofit/>
          </a:bodyPr>
          <a:lstStyle/>
          <a:p>
            <a:r>
              <a:rPr lang="en-US"/>
              <a:t>Click icon to add picture</a:t>
            </a:r>
          </a:p>
        </p:txBody>
      </p:sp>
      <p:sp>
        <p:nvSpPr>
          <p:cNvPr id="5" name="Title 4">
            <a:extLst>
              <a:ext uri="{FF2B5EF4-FFF2-40B4-BE49-F238E27FC236}">
                <a16:creationId xmlns:a16="http://schemas.microsoft.com/office/drawing/2014/main" xmlns="" id="{1E261A2D-5A29-90C5-B92E-37A00CDF7A06}"/>
              </a:ext>
            </a:extLst>
          </p:cNvPr>
          <p:cNvSpPr>
            <a:spLocks noGrp="1"/>
          </p:cNvSpPr>
          <p:nvPr>
            <p:ph type="title"/>
          </p:nvPr>
        </p:nvSpPr>
        <p:spPr/>
        <p:txBody>
          <a:bodyPr vert="horz"/>
          <a:lstStyle>
            <a:lvl1pPr>
              <a:defRPr>
                <a:solidFill>
                  <a:schemeClr val="bg1"/>
                </a:solidFill>
              </a:defRPr>
            </a:lvl1pPr>
          </a:lstStyle>
          <a:p>
            <a:r>
              <a:rPr lang="en-US"/>
              <a:t>Click to edit Master title style</a:t>
            </a:r>
            <a:endParaRPr lang="en-US" dirty="0"/>
          </a:p>
        </p:txBody>
      </p:sp>
      <p:sp>
        <p:nvSpPr>
          <p:cNvPr id="6" name="Slide Number Placeholder 5">
            <a:extLst>
              <a:ext uri="{FF2B5EF4-FFF2-40B4-BE49-F238E27FC236}">
                <a16:creationId xmlns:a16="http://schemas.microsoft.com/office/drawing/2014/main" xmlns="" id="{773BFFBA-BDD4-3A19-5F77-2115BCF77AE5}"/>
              </a:ext>
            </a:extLst>
          </p:cNvPr>
          <p:cNvSpPr>
            <a:spLocks noGrp="1"/>
          </p:cNvSpPr>
          <p:nvPr>
            <p:ph type="sldNum" sz="quarter" idx="15"/>
          </p:nvPr>
        </p:nvSpPr>
        <p:spPr>
          <a:noFill/>
        </p:spPr>
        <p:txBody>
          <a:bodyPr/>
          <a:lstStyle>
            <a:lvl1pPr>
              <a:defRPr>
                <a:solidFill>
                  <a:schemeClr val="bg1"/>
                </a:solidFill>
              </a:defRPr>
            </a:lvl1pPr>
          </a:lstStyle>
          <a:p>
            <a:fld id="{48F63A3B-78C7-47BE-AE5E-E10140E04643}" type="slidenum">
              <a:rPr lang="en-US" smtClean="0">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037260919"/>
      </p:ext>
    </p:extLst>
  </p:cSld>
  <p:clrMapOvr>
    <a:overrideClrMapping bg1="dk1" tx1="lt1" bg2="dk2" tx2="lt2" accent1="accent1" accent2="accent2" accent3="accent3" accent4="accent4" accent5="accent5" accent6="accent6" hlink="hlink" folHlink="folHlink"/>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Text + Image, overlay white">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231249982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559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xmlns="" id="{203AE294-C7C7-AF77-7408-9188832D4394}"/>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95000"/>
            </a:schemeClr>
          </a:solidFill>
        </p:spPr>
        <p:txBody>
          <a:bodyPr wrap="square">
            <a:noAutofit/>
          </a:bodyPr>
          <a:lstStyle/>
          <a:p>
            <a:r>
              <a:rPr lang="en-US"/>
              <a:t>Click icon to add picture</a:t>
            </a:r>
          </a:p>
        </p:txBody>
      </p:sp>
      <p:sp>
        <p:nvSpPr>
          <p:cNvPr id="2" name="Title 1">
            <a:extLst>
              <a:ext uri="{FF2B5EF4-FFF2-40B4-BE49-F238E27FC236}">
                <a16:creationId xmlns:a16="http://schemas.microsoft.com/office/drawing/2014/main" xmlns="" id="{2A8160C1-257C-7AAE-C491-296AF113DC78}"/>
              </a:ext>
            </a:extLst>
          </p:cNvPr>
          <p:cNvSpPr>
            <a:spLocks noGrp="1"/>
          </p:cNvSpPr>
          <p:nvPr>
            <p:ph type="title"/>
          </p:nvPr>
        </p:nvSpPr>
        <p:spPr>
          <a:xfrm>
            <a:off x="565150" y="460374"/>
            <a:ext cx="3479800" cy="2212975"/>
          </a:xfrm>
        </p:spPr>
        <p:txBody>
          <a:bodyPr vert="horz"/>
          <a:lstStyle>
            <a:lvl1pPr>
              <a:defRPr>
                <a:solidFill>
                  <a:schemeClr val="bg1"/>
                </a:solidFill>
              </a:defRPr>
            </a:lvl1pPr>
          </a:lstStyle>
          <a:p>
            <a:r>
              <a:rPr lang="en-US"/>
              <a:t>Click to edit Master title style</a:t>
            </a:r>
          </a:p>
        </p:txBody>
      </p:sp>
      <p:sp>
        <p:nvSpPr>
          <p:cNvPr id="13" name="Text Placeholder 12">
            <a:extLst>
              <a:ext uri="{FF2B5EF4-FFF2-40B4-BE49-F238E27FC236}">
                <a16:creationId xmlns:a16="http://schemas.microsoft.com/office/drawing/2014/main" xmlns="" id="{70DF3DD5-61B4-B393-5871-2AF2ADD0C804}"/>
              </a:ext>
            </a:extLst>
          </p:cNvPr>
          <p:cNvSpPr>
            <a:spLocks noGrp="1"/>
          </p:cNvSpPr>
          <p:nvPr>
            <p:ph type="body" sz="quarter" idx="14"/>
          </p:nvPr>
        </p:nvSpPr>
        <p:spPr>
          <a:xfrm>
            <a:off x="5334000" y="0"/>
            <a:ext cx="6858000" cy="6858000"/>
          </a:xfrm>
          <a:custGeom>
            <a:avLst/>
            <a:gdLst>
              <a:gd name="csX0" fmla="*/ 0 w 6858000"/>
              <a:gd name="csY0" fmla="*/ 0 h 6858000"/>
              <a:gd name="csX1" fmla="*/ 6858000 w 6858000"/>
              <a:gd name="csY1" fmla="*/ 0 h 6858000"/>
              <a:gd name="csX2" fmla="*/ 6858000 w 6858000"/>
              <a:gd name="csY2" fmla="*/ 6858000 h 6858000"/>
              <a:gd name="csX3" fmla="*/ 3429007 w 6858000"/>
              <a:gd name="csY3" fmla="*/ 6858000 h 6858000"/>
              <a:gd name="csX4" fmla="*/ 3429007 w 6858000"/>
              <a:gd name="csY4" fmla="*/ 3428993 h 6858000"/>
              <a:gd name="csX5" fmla="*/ 0 w 6858000"/>
              <a:gd name="csY5" fmla="*/ 3428993 h 6858000"/>
            </a:gdLst>
            <a:ahLst/>
            <a:cxnLst>
              <a:cxn ang="0">
                <a:pos x="csX0" y="csY0"/>
              </a:cxn>
              <a:cxn ang="0">
                <a:pos x="csX1" y="csY1"/>
              </a:cxn>
              <a:cxn ang="0">
                <a:pos x="csX2" y="csY2"/>
              </a:cxn>
              <a:cxn ang="0">
                <a:pos x="csX3" y="csY3"/>
              </a:cxn>
              <a:cxn ang="0">
                <a:pos x="csX4" y="csY4"/>
              </a:cxn>
              <a:cxn ang="0">
                <a:pos x="csX5" y="csY5"/>
              </a:cxn>
            </a:cxnLst>
            <a:rect l="l" t="t" r="r" b="b"/>
            <a:pathLst>
              <a:path w="6858000" h="6858000">
                <a:moveTo>
                  <a:pt x="0" y="0"/>
                </a:moveTo>
                <a:lnTo>
                  <a:pt x="6858000" y="0"/>
                </a:lnTo>
                <a:lnTo>
                  <a:pt x="6858000" y="6858000"/>
                </a:lnTo>
                <a:lnTo>
                  <a:pt x="3429007" y="6858000"/>
                </a:lnTo>
                <a:lnTo>
                  <a:pt x="3429007" y="3428993"/>
                </a:lnTo>
                <a:lnTo>
                  <a:pt x="0" y="3428993"/>
                </a:lnTo>
                <a:close/>
              </a:path>
            </a:pathLst>
          </a:custGeom>
          <a:solidFill>
            <a:schemeClr val="tx1">
              <a:alpha val="65000"/>
            </a:schemeClr>
          </a:solidFill>
        </p:spPr>
        <p:txBody>
          <a:bodyPr wrap="square" lIns="914400" tIns="402336" rIns="1371600">
            <a:noAutofit/>
          </a:bodyPr>
          <a:lstStyle>
            <a:lvl1pPr>
              <a:defRPr sz="1800">
                <a:solidFill>
                  <a:schemeClr val="bg1"/>
                </a:solidFill>
              </a:defRPr>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5">
            <a:extLst>
              <a:ext uri="{FF2B5EF4-FFF2-40B4-BE49-F238E27FC236}">
                <a16:creationId xmlns:a16="http://schemas.microsoft.com/office/drawing/2014/main" xmlns="" id="{CA7C3122-E6F9-FD8C-5516-A3734BC187BE}"/>
              </a:ext>
            </a:extLst>
          </p:cNvPr>
          <p:cNvSpPr>
            <a:spLocks noGrp="1"/>
          </p:cNvSpPr>
          <p:nvPr>
            <p:ph type="sldNum" sz="quarter" idx="16"/>
          </p:nvPr>
        </p:nvSpPr>
        <p:spPr/>
        <p:txBody>
          <a:bodyPr/>
          <a:lstStyle>
            <a:lvl1pPr>
              <a:defRPr>
                <a:solidFill>
                  <a:schemeClr val="tx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2206523961"/>
      </p:ext>
    </p:extLst>
  </p:cSld>
  <p:clrMapOvr>
    <a:overrideClrMapping bg1="dk1" tx1="lt1" bg2="dk2" tx2="lt2" accent1="accent1" accent2="accent2" accent3="accent3" accent4="accent4" accent5="accent5" accent6="accent6" hlink="hlink" folHlink="folHlink"/>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Text + Image, overlay dark">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19263180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661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xmlns="" id="{185C2D0C-55B8-E2AC-5B89-356BBDF1C98D}"/>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bg1">
              <a:lumMod val="50000"/>
              <a:lumOff val="50000"/>
            </a:schemeClr>
          </a:solidFill>
        </p:spPr>
        <p:txBody>
          <a:bodyPr wrap="square">
            <a:noAutofit/>
          </a:bodyPr>
          <a:lstStyle/>
          <a:p>
            <a:r>
              <a:rPr lang="en-US"/>
              <a:t>Click icon to add picture</a:t>
            </a:r>
          </a:p>
        </p:txBody>
      </p:sp>
      <p:sp>
        <p:nvSpPr>
          <p:cNvPr id="2" name="Title 1">
            <a:extLst>
              <a:ext uri="{FF2B5EF4-FFF2-40B4-BE49-F238E27FC236}">
                <a16:creationId xmlns:a16="http://schemas.microsoft.com/office/drawing/2014/main" xmlns="" id="{2A8160C1-257C-7AAE-C491-296AF113DC78}"/>
              </a:ext>
            </a:extLst>
          </p:cNvPr>
          <p:cNvSpPr>
            <a:spLocks noGrp="1"/>
          </p:cNvSpPr>
          <p:nvPr>
            <p:ph type="title"/>
          </p:nvPr>
        </p:nvSpPr>
        <p:spPr>
          <a:xfrm>
            <a:off x="565150" y="460374"/>
            <a:ext cx="3479800" cy="2212975"/>
          </a:xfrm>
        </p:spPr>
        <p:txBody>
          <a:bodyPr vert="horz"/>
          <a:lstStyle/>
          <a:p>
            <a:r>
              <a:rPr lang="en-US"/>
              <a:t>Click to edit Master title style</a:t>
            </a:r>
          </a:p>
        </p:txBody>
      </p:sp>
      <p:sp>
        <p:nvSpPr>
          <p:cNvPr id="13" name="Text Placeholder 12">
            <a:extLst>
              <a:ext uri="{FF2B5EF4-FFF2-40B4-BE49-F238E27FC236}">
                <a16:creationId xmlns:a16="http://schemas.microsoft.com/office/drawing/2014/main" xmlns="" id="{70DF3DD5-61B4-B393-5871-2AF2ADD0C804}"/>
              </a:ext>
            </a:extLst>
          </p:cNvPr>
          <p:cNvSpPr>
            <a:spLocks noGrp="1"/>
          </p:cNvSpPr>
          <p:nvPr>
            <p:ph type="body" sz="quarter" idx="14"/>
          </p:nvPr>
        </p:nvSpPr>
        <p:spPr>
          <a:xfrm>
            <a:off x="5334000" y="0"/>
            <a:ext cx="6858000" cy="6858000"/>
          </a:xfrm>
          <a:custGeom>
            <a:avLst/>
            <a:gdLst>
              <a:gd name="csX0" fmla="*/ 0 w 6858000"/>
              <a:gd name="csY0" fmla="*/ 0 h 6858000"/>
              <a:gd name="csX1" fmla="*/ 6858000 w 6858000"/>
              <a:gd name="csY1" fmla="*/ 0 h 6858000"/>
              <a:gd name="csX2" fmla="*/ 6858000 w 6858000"/>
              <a:gd name="csY2" fmla="*/ 6858000 h 6858000"/>
              <a:gd name="csX3" fmla="*/ 3429007 w 6858000"/>
              <a:gd name="csY3" fmla="*/ 6858000 h 6858000"/>
              <a:gd name="csX4" fmla="*/ 3429007 w 6858000"/>
              <a:gd name="csY4" fmla="*/ 3428993 h 6858000"/>
              <a:gd name="csX5" fmla="*/ 0 w 6858000"/>
              <a:gd name="csY5" fmla="*/ 3428993 h 6858000"/>
            </a:gdLst>
            <a:ahLst/>
            <a:cxnLst>
              <a:cxn ang="0">
                <a:pos x="csX0" y="csY0"/>
              </a:cxn>
              <a:cxn ang="0">
                <a:pos x="csX1" y="csY1"/>
              </a:cxn>
              <a:cxn ang="0">
                <a:pos x="csX2" y="csY2"/>
              </a:cxn>
              <a:cxn ang="0">
                <a:pos x="csX3" y="csY3"/>
              </a:cxn>
              <a:cxn ang="0">
                <a:pos x="csX4" y="csY4"/>
              </a:cxn>
              <a:cxn ang="0">
                <a:pos x="csX5" y="csY5"/>
              </a:cxn>
            </a:cxnLst>
            <a:rect l="l" t="t" r="r" b="b"/>
            <a:pathLst>
              <a:path w="6858000" h="6858000">
                <a:moveTo>
                  <a:pt x="0" y="0"/>
                </a:moveTo>
                <a:lnTo>
                  <a:pt x="6858000" y="0"/>
                </a:lnTo>
                <a:lnTo>
                  <a:pt x="6858000" y="6858000"/>
                </a:lnTo>
                <a:lnTo>
                  <a:pt x="3429007" y="6858000"/>
                </a:lnTo>
                <a:lnTo>
                  <a:pt x="3429007" y="3428993"/>
                </a:lnTo>
                <a:lnTo>
                  <a:pt x="0" y="3428993"/>
                </a:lnTo>
                <a:close/>
              </a:path>
            </a:pathLst>
          </a:custGeom>
          <a:solidFill>
            <a:schemeClr val="bg1">
              <a:alpha val="30000"/>
            </a:schemeClr>
          </a:solidFill>
        </p:spPr>
        <p:txBody>
          <a:bodyPr wrap="square" lIns="914400" tIns="402336" rIns="1371600">
            <a:noAutofit/>
          </a:bodyPr>
          <a:lstStyle>
            <a:lvl1pPr>
              <a:defRPr sz="1800"/>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5">
            <a:extLst>
              <a:ext uri="{FF2B5EF4-FFF2-40B4-BE49-F238E27FC236}">
                <a16:creationId xmlns:a16="http://schemas.microsoft.com/office/drawing/2014/main" xmlns="" id="{34A4401C-3313-2C03-438B-0B7C7043CEB2}"/>
              </a:ext>
            </a:extLst>
          </p:cNvPr>
          <p:cNvSpPr>
            <a:spLocks noGrp="1"/>
          </p:cNvSpPr>
          <p:nvPr>
            <p:ph type="sldNum" sz="quarter" idx="16"/>
          </p:nvPr>
        </p:nvSpPr>
        <p:spPr/>
        <p:txBody>
          <a:bodyPr/>
          <a:lstStyle>
            <a:lvl1pPr>
              <a:defRPr>
                <a:solidFill>
                  <a:schemeClr val="tx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1521226675"/>
      </p:ext>
    </p:extLst>
  </p:cSld>
  <p:clrMapOvr>
    <a:overrideClrMapping bg1="dk1" tx1="lt1" bg2="dk2" tx2="lt2" accent1="accent1" accent2="accent2" accent3="accent3" accent4="accent4" accent5="accent5" accent6="accent6" hlink="hlink" folHlink="folHlink"/>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Text + Image, 33% lef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113069747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764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4346575" y="0"/>
            <a:ext cx="7845425" cy="6858000"/>
          </a:xfrm>
          <a:solidFill>
            <a:schemeClr val="bg1">
              <a:lumMod val="95000"/>
            </a:schemeClr>
          </a:solidFill>
        </p:spPr>
        <p:txBody>
          <a:bodyPr/>
          <a:lstStyle/>
          <a:p>
            <a:r>
              <a:rPr lang="en-US"/>
              <a:t>Click icon to add picture</a:t>
            </a:r>
          </a:p>
        </p:txBody>
      </p:sp>
      <p:sp>
        <p:nvSpPr>
          <p:cNvPr id="2" name="Title 1">
            <a:extLst>
              <a:ext uri="{FF2B5EF4-FFF2-40B4-BE49-F238E27FC236}">
                <a16:creationId xmlns:a16="http://schemas.microsoft.com/office/drawing/2014/main" xmlns=""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10" name="Text Placeholder 9">
            <a:extLst>
              <a:ext uri="{FF2B5EF4-FFF2-40B4-BE49-F238E27FC236}">
                <a16:creationId xmlns:a16="http://schemas.microsoft.com/office/drawing/2014/main" xmlns="" id="{88403ECA-F93D-BE4E-2FD5-BD8E047A9F00}"/>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7" name="Slide Number Placeholder 6">
            <a:extLst>
              <a:ext uri="{FF2B5EF4-FFF2-40B4-BE49-F238E27FC236}">
                <a16:creationId xmlns:a16="http://schemas.microsoft.com/office/drawing/2014/main" xmlns="" id="{1B7C2440-A050-99BC-6EE3-70279BE5C5F5}"/>
              </a:ext>
            </a:extLst>
          </p:cNvPr>
          <p:cNvSpPr>
            <a:spLocks noGrp="1"/>
          </p:cNvSpPr>
          <p:nvPr>
            <p:ph type="sldNum" sz="quarter" idx="15"/>
          </p:nvPr>
        </p:nvSpPr>
        <p:spPr/>
        <p:txBody>
          <a:bodyPr/>
          <a:lstStyle>
            <a:lvl1pPr>
              <a:defRPr>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4123124671"/>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Text + Image, 33% Left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403986272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866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4346575" y="0"/>
            <a:ext cx="7845425" cy="6858000"/>
          </a:xfrm>
          <a:solidFill>
            <a:schemeClr val="bg1">
              <a:lumMod val="50000"/>
              <a:lumOff val="50000"/>
            </a:schemeClr>
          </a:solidFill>
        </p:spPr>
        <p:txBody>
          <a:bodyPr/>
          <a:lstStyle/>
          <a:p>
            <a:r>
              <a:rPr lang="en-US"/>
              <a:t>Click icon to add picture</a:t>
            </a:r>
          </a:p>
        </p:txBody>
      </p:sp>
      <p:sp>
        <p:nvSpPr>
          <p:cNvPr id="2" name="Title 1">
            <a:extLst>
              <a:ext uri="{FF2B5EF4-FFF2-40B4-BE49-F238E27FC236}">
                <a16:creationId xmlns:a16="http://schemas.microsoft.com/office/drawing/2014/main" xmlns=""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a16="http://schemas.microsoft.com/office/drawing/2014/main" xmlns="" id="{388A1134-0987-22DD-8DD0-0A995B637E47}"/>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9" name="Slide Number Placeholder 8">
            <a:extLst>
              <a:ext uri="{FF2B5EF4-FFF2-40B4-BE49-F238E27FC236}">
                <a16:creationId xmlns:a16="http://schemas.microsoft.com/office/drawing/2014/main" xmlns="" id="{1E8D5F67-F09B-F6C0-93DE-F3E9F433FD94}"/>
              </a:ext>
            </a:extLst>
          </p:cNvPr>
          <p:cNvSpPr>
            <a:spLocks noGrp="1"/>
          </p:cNvSpPr>
          <p:nvPr>
            <p:ph type="sldNum" sz="quarter" idx="15"/>
          </p:nvPr>
        </p:nvSpPr>
        <p:spPr/>
        <p:txBody>
          <a:bodyPr/>
          <a:lstStyle>
            <a:lvl1pPr>
              <a:defRPr>
                <a:solidFill>
                  <a:schemeClr val="tx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2799683860"/>
      </p:ext>
    </p:extLst>
  </p:cSld>
  <p:clrMapOvr>
    <a:overrideClrMapping bg1="dk1" tx1="lt1" bg2="dk2" tx2="lt2" accent1="accent1" accent2="accent2" accent3="accent3" accent4="accent4" accent5="accent5" accent6="accent6" hlink="hlink" folHlink="folHlink"/>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Text + Image, inse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74969102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968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4346575" y="260350"/>
            <a:ext cx="7516368" cy="6035675"/>
          </a:xfrm>
          <a:solidFill>
            <a:schemeClr val="bg1">
              <a:lumMod val="95000"/>
            </a:schemeClr>
          </a:solidFill>
        </p:spPr>
        <p:txBody>
          <a:bodyPr/>
          <a:lstStyle/>
          <a:p>
            <a:r>
              <a:rPr lang="en-US"/>
              <a:t>Click icon to add picture</a:t>
            </a:r>
          </a:p>
        </p:txBody>
      </p:sp>
      <p:sp>
        <p:nvSpPr>
          <p:cNvPr id="2" name="Title 1">
            <a:extLst>
              <a:ext uri="{FF2B5EF4-FFF2-40B4-BE49-F238E27FC236}">
                <a16:creationId xmlns:a16="http://schemas.microsoft.com/office/drawing/2014/main" xmlns=""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737250338"/>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Text + Image, inset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62456504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071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4346575" y="260350"/>
            <a:ext cx="7516368" cy="6035675"/>
          </a:xfrm>
          <a:solidFill>
            <a:schemeClr val="bg1">
              <a:lumMod val="50000"/>
              <a:lumOff val="50000"/>
            </a:schemeClr>
          </a:solidFill>
        </p:spPr>
        <p:txBody>
          <a:bodyPr/>
          <a:lstStyle/>
          <a:p>
            <a:r>
              <a:rPr lang="en-US"/>
              <a:t>Click icon to add picture</a:t>
            </a:r>
          </a:p>
        </p:txBody>
      </p:sp>
      <p:sp>
        <p:nvSpPr>
          <p:cNvPr id="2" name="Title 1">
            <a:extLst>
              <a:ext uri="{FF2B5EF4-FFF2-40B4-BE49-F238E27FC236}">
                <a16:creationId xmlns:a16="http://schemas.microsoft.com/office/drawing/2014/main" xmlns=""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a16="http://schemas.microsoft.com/office/drawing/2014/main" xmlns="" id="{C8533EED-4FDE-C8A5-79CA-8C8A0202D107}"/>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796937857"/>
      </p:ext>
    </p:extLst>
  </p:cSld>
  <p:clrMapOvr>
    <a:overrideClrMapping bg1="dk1" tx1="lt1" bg2="dk2" tx2="lt2" accent1="accent1" accent2="accent2" accent3="accent3" accent4="accent4" accent5="accent5" accent6="accent6" hlink="hlink" folHlink="folHlink"/>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Text + Image, 2">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01996392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173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5394960"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539496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p:txBody>
          <a:bodyPr vert="horz"/>
          <a:lstStyle/>
          <a:p>
            <a:r>
              <a:rPr lang="en-US"/>
              <a:t>Click to edit Master title style</a:t>
            </a:r>
          </a:p>
        </p:txBody>
      </p:sp>
      <p:sp>
        <p:nvSpPr>
          <p:cNvPr id="12" name="Picture Placeholder 7">
            <a:extLst>
              <a:ext uri="{FF2B5EF4-FFF2-40B4-BE49-F238E27FC236}">
                <a16:creationId xmlns:a16="http://schemas.microsoft.com/office/drawing/2014/main" xmlns="" id="{F3162975-62F4-436D-4FC6-1EF79CDD4AC2}"/>
              </a:ext>
            </a:extLst>
          </p:cNvPr>
          <p:cNvSpPr>
            <a:spLocks noGrp="1"/>
          </p:cNvSpPr>
          <p:nvPr>
            <p:ph type="pic" sz="quarter" idx="14"/>
          </p:nvPr>
        </p:nvSpPr>
        <p:spPr>
          <a:xfrm>
            <a:off x="6248400" y="1481052"/>
            <a:ext cx="5394960" cy="2416683"/>
          </a:xfrm>
          <a:solidFill>
            <a:schemeClr val="bg1">
              <a:lumMod val="95000"/>
            </a:schemeClr>
          </a:solidFill>
        </p:spPr>
        <p:txBody>
          <a:bodyPr/>
          <a:lstStyle/>
          <a:p>
            <a:r>
              <a:rPr lang="en-US"/>
              <a:t>Click icon to add picture</a:t>
            </a:r>
          </a:p>
        </p:txBody>
      </p:sp>
      <p:sp>
        <p:nvSpPr>
          <p:cNvPr id="13" name="Text Placeholder 9">
            <a:extLst>
              <a:ext uri="{FF2B5EF4-FFF2-40B4-BE49-F238E27FC236}">
                <a16:creationId xmlns:a16="http://schemas.microsoft.com/office/drawing/2014/main" xmlns="" id="{2C720AD6-ACB0-70C4-C4D3-72062B4A44CD}"/>
              </a:ext>
            </a:extLst>
          </p:cNvPr>
          <p:cNvSpPr>
            <a:spLocks noGrp="1"/>
          </p:cNvSpPr>
          <p:nvPr>
            <p:ph type="body" sz="quarter" idx="15"/>
          </p:nvPr>
        </p:nvSpPr>
        <p:spPr>
          <a:xfrm>
            <a:off x="6248399" y="4191001"/>
            <a:ext cx="539496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56911038"/>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Text + Image, 2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5467931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276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5394960"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539496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p:txBody>
          <a:bodyPr vert="horz"/>
          <a:lstStyle/>
          <a:p>
            <a:r>
              <a:rPr lang="en-US"/>
              <a:t>Click to edit Master title style</a:t>
            </a:r>
          </a:p>
        </p:txBody>
      </p:sp>
      <p:sp>
        <p:nvSpPr>
          <p:cNvPr id="12" name="Picture Placeholder 7">
            <a:extLst>
              <a:ext uri="{FF2B5EF4-FFF2-40B4-BE49-F238E27FC236}">
                <a16:creationId xmlns:a16="http://schemas.microsoft.com/office/drawing/2014/main" xmlns="" id="{F3162975-62F4-436D-4FC6-1EF79CDD4AC2}"/>
              </a:ext>
            </a:extLst>
          </p:cNvPr>
          <p:cNvSpPr>
            <a:spLocks noGrp="1"/>
          </p:cNvSpPr>
          <p:nvPr>
            <p:ph type="pic" sz="quarter" idx="14"/>
          </p:nvPr>
        </p:nvSpPr>
        <p:spPr>
          <a:xfrm>
            <a:off x="6248400" y="1481052"/>
            <a:ext cx="5394960" cy="2416683"/>
          </a:xfrm>
          <a:solidFill>
            <a:schemeClr val="bg1">
              <a:lumMod val="50000"/>
              <a:lumOff val="50000"/>
            </a:schemeClr>
          </a:solidFill>
        </p:spPr>
        <p:txBody>
          <a:bodyPr/>
          <a:lstStyle/>
          <a:p>
            <a:r>
              <a:rPr lang="en-US"/>
              <a:t>Click icon to add picture</a:t>
            </a:r>
          </a:p>
        </p:txBody>
      </p:sp>
      <p:sp>
        <p:nvSpPr>
          <p:cNvPr id="13" name="Text Placeholder 9">
            <a:extLst>
              <a:ext uri="{FF2B5EF4-FFF2-40B4-BE49-F238E27FC236}">
                <a16:creationId xmlns:a16="http://schemas.microsoft.com/office/drawing/2014/main" xmlns="" id="{2C720AD6-ACB0-70C4-C4D3-72062B4A44CD}"/>
              </a:ext>
            </a:extLst>
          </p:cNvPr>
          <p:cNvSpPr>
            <a:spLocks noGrp="1"/>
          </p:cNvSpPr>
          <p:nvPr>
            <p:ph type="body" sz="quarter" idx="15"/>
          </p:nvPr>
        </p:nvSpPr>
        <p:spPr>
          <a:xfrm>
            <a:off x="6248399" y="4191001"/>
            <a:ext cx="539496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133383088"/>
      </p:ext>
    </p:extLst>
  </p:cSld>
  <p:clrMapOvr>
    <a:overrideClrMapping bg1="dk1" tx1="lt1" bg2="dk2" tx2="lt2" accent1="accent1" accent2="accent2" accent3="accent3" accent4="accent4" accent5="accent5" accent6="accent6" hlink="hlink" folHlink="folHlink"/>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Text + Image, 3">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57728713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378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3479800"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p:txBody>
          <a:bodyPr vert="horz"/>
          <a:lstStyle/>
          <a:p>
            <a:r>
              <a:rPr lang="en-US"/>
              <a:t>Click to edit Master title style</a:t>
            </a:r>
          </a:p>
        </p:txBody>
      </p:sp>
      <p:sp>
        <p:nvSpPr>
          <p:cNvPr id="2" name="Picture Placeholder 7">
            <a:extLst>
              <a:ext uri="{FF2B5EF4-FFF2-40B4-BE49-F238E27FC236}">
                <a16:creationId xmlns:a16="http://schemas.microsoft.com/office/drawing/2014/main" xmlns="" id="{C426DFC7-77AC-5D09-1D2D-DF1BDDB507BC}"/>
              </a:ext>
            </a:extLst>
          </p:cNvPr>
          <p:cNvSpPr>
            <a:spLocks noGrp="1"/>
          </p:cNvSpPr>
          <p:nvPr>
            <p:ph type="pic" sz="quarter" idx="14"/>
          </p:nvPr>
        </p:nvSpPr>
        <p:spPr>
          <a:xfrm>
            <a:off x="4355373" y="1481052"/>
            <a:ext cx="3479800" cy="2416683"/>
          </a:xfrm>
          <a:solidFill>
            <a:schemeClr val="bg1">
              <a:lumMod val="95000"/>
            </a:schemeClr>
          </a:solidFill>
        </p:spPr>
        <p:txBody>
          <a:bodyPr/>
          <a:lstStyle/>
          <a:p>
            <a:r>
              <a:rPr lang="en-US"/>
              <a:t>Click icon to add picture</a:t>
            </a:r>
          </a:p>
        </p:txBody>
      </p:sp>
      <p:sp>
        <p:nvSpPr>
          <p:cNvPr id="9" name="Text Placeholder 9">
            <a:extLst>
              <a:ext uri="{FF2B5EF4-FFF2-40B4-BE49-F238E27FC236}">
                <a16:creationId xmlns:a16="http://schemas.microsoft.com/office/drawing/2014/main" xmlns="" id="{E61938BC-BFC8-5C34-14B6-ABA4979B2378}"/>
              </a:ext>
            </a:extLst>
          </p:cNvPr>
          <p:cNvSpPr>
            <a:spLocks noGrp="1"/>
          </p:cNvSpPr>
          <p:nvPr>
            <p:ph type="body" sz="quarter" idx="15"/>
          </p:nvPr>
        </p:nvSpPr>
        <p:spPr>
          <a:xfrm>
            <a:off x="4355372"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a16="http://schemas.microsoft.com/office/drawing/2014/main" xmlns="" id="{F0E6370C-4B6C-16C6-400E-ADA71B718584}"/>
              </a:ext>
            </a:extLst>
          </p:cNvPr>
          <p:cNvSpPr>
            <a:spLocks noGrp="1"/>
          </p:cNvSpPr>
          <p:nvPr>
            <p:ph type="pic" sz="quarter" idx="16"/>
          </p:nvPr>
        </p:nvSpPr>
        <p:spPr>
          <a:xfrm>
            <a:off x="8145596" y="1481052"/>
            <a:ext cx="3479800" cy="2416683"/>
          </a:xfrm>
          <a:solidFill>
            <a:schemeClr val="bg1">
              <a:lumMod val="95000"/>
            </a:schemeClr>
          </a:solidFill>
        </p:spPr>
        <p:txBody>
          <a:bodyPr/>
          <a:lstStyle/>
          <a:p>
            <a:r>
              <a:rPr lang="en-US"/>
              <a:t>Click icon to add picture</a:t>
            </a:r>
          </a:p>
        </p:txBody>
      </p:sp>
      <p:sp>
        <p:nvSpPr>
          <p:cNvPr id="11" name="Text Placeholder 9">
            <a:extLst>
              <a:ext uri="{FF2B5EF4-FFF2-40B4-BE49-F238E27FC236}">
                <a16:creationId xmlns:a16="http://schemas.microsoft.com/office/drawing/2014/main" xmlns="" id="{BDDDA5D0-45B3-08F4-D76C-47407E4CD0CF}"/>
              </a:ext>
            </a:extLst>
          </p:cNvPr>
          <p:cNvSpPr>
            <a:spLocks noGrp="1"/>
          </p:cNvSpPr>
          <p:nvPr>
            <p:ph type="body" sz="quarter" idx="17"/>
          </p:nvPr>
        </p:nvSpPr>
        <p:spPr>
          <a:xfrm>
            <a:off x="8145595"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99920229"/>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Text + Image, 3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198710448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480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3479800"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p:txBody>
          <a:bodyPr vert="horz"/>
          <a:lstStyle/>
          <a:p>
            <a:r>
              <a:rPr lang="en-US"/>
              <a:t>Click to edit Master title style</a:t>
            </a:r>
          </a:p>
        </p:txBody>
      </p:sp>
      <p:sp>
        <p:nvSpPr>
          <p:cNvPr id="2" name="Picture Placeholder 7">
            <a:extLst>
              <a:ext uri="{FF2B5EF4-FFF2-40B4-BE49-F238E27FC236}">
                <a16:creationId xmlns:a16="http://schemas.microsoft.com/office/drawing/2014/main" xmlns="" id="{C426DFC7-77AC-5D09-1D2D-DF1BDDB507BC}"/>
              </a:ext>
            </a:extLst>
          </p:cNvPr>
          <p:cNvSpPr>
            <a:spLocks noGrp="1"/>
          </p:cNvSpPr>
          <p:nvPr>
            <p:ph type="pic" sz="quarter" idx="14"/>
          </p:nvPr>
        </p:nvSpPr>
        <p:spPr>
          <a:xfrm>
            <a:off x="4355373" y="1481052"/>
            <a:ext cx="3479800" cy="2416683"/>
          </a:xfrm>
          <a:solidFill>
            <a:schemeClr val="bg1">
              <a:lumMod val="50000"/>
              <a:lumOff val="50000"/>
            </a:schemeClr>
          </a:solidFill>
        </p:spPr>
        <p:txBody>
          <a:bodyPr/>
          <a:lstStyle/>
          <a:p>
            <a:r>
              <a:rPr lang="en-US"/>
              <a:t>Click icon to add picture</a:t>
            </a:r>
          </a:p>
        </p:txBody>
      </p:sp>
      <p:sp>
        <p:nvSpPr>
          <p:cNvPr id="9" name="Text Placeholder 9">
            <a:extLst>
              <a:ext uri="{FF2B5EF4-FFF2-40B4-BE49-F238E27FC236}">
                <a16:creationId xmlns:a16="http://schemas.microsoft.com/office/drawing/2014/main" xmlns="" id="{E61938BC-BFC8-5C34-14B6-ABA4979B2378}"/>
              </a:ext>
            </a:extLst>
          </p:cNvPr>
          <p:cNvSpPr>
            <a:spLocks noGrp="1"/>
          </p:cNvSpPr>
          <p:nvPr>
            <p:ph type="body" sz="quarter" idx="15"/>
          </p:nvPr>
        </p:nvSpPr>
        <p:spPr>
          <a:xfrm>
            <a:off x="4355372"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a16="http://schemas.microsoft.com/office/drawing/2014/main" xmlns="" id="{F0E6370C-4B6C-16C6-400E-ADA71B718584}"/>
              </a:ext>
            </a:extLst>
          </p:cNvPr>
          <p:cNvSpPr>
            <a:spLocks noGrp="1"/>
          </p:cNvSpPr>
          <p:nvPr>
            <p:ph type="pic" sz="quarter" idx="16"/>
          </p:nvPr>
        </p:nvSpPr>
        <p:spPr>
          <a:xfrm>
            <a:off x="8145596" y="1481052"/>
            <a:ext cx="3479800" cy="2416683"/>
          </a:xfrm>
          <a:solidFill>
            <a:schemeClr val="bg1">
              <a:lumMod val="50000"/>
              <a:lumOff val="50000"/>
            </a:schemeClr>
          </a:solidFill>
        </p:spPr>
        <p:txBody>
          <a:bodyPr/>
          <a:lstStyle/>
          <a:p>
            <a:r>
              <a:rPr lang="en-US"/>
              <a:t>Click icon to add picture</a:t>
            </a:r>
          </a:p>
        </p:txBody>
      </p:sp>
      <p:sp>
        <p:nvSpPr>
          <p:cNvPr id="11" name="Text Placeholder 9">
            <a:extLst>
              <a:ext uri="{FF2B5EF4-FFF2-40B4-BE49-F238E27FC236}">
                <a16:creationId xmlns:a16="http://schemas.microsoft.com/office/drawing/2014/main" xmlns="" id="{BDDDA5D0-45B3-08F4-D76C-47407E4CD0CF}"/>
              </a:ext>
            </a:extLst>
          </p:cNvPr>
          <p:cNvSpPr>
            <a:spLocks noGrp="1"/>
          </p:cNvSpPr>
          <p:nvPr>
            <p:ph type="body" sz="quarter" idx="17"/>
          </p:nvPr>
        </p:nvSpPr>
        <p:spPr>
          <a:xfrm>
            <a:off x="8145595"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930336317"/>
      </p:ext>
    </p:extLst>
  </p:cSld>
  <p:clrMapOvr>
    <a:overrideClrMapping bg1="dk1" tx1="lt1" bg2="dk2" tx2="lt2" accent1="accent1" accent2="accent2" accent3="accent3" accent4="accent4" accent5="accent5" accent6="accent6" hlink="hlink" folHlink="folHlink"/>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Text + Image, 4">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0335989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583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2542032"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2542032"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2" name="Picture Placeholder 7">
            <a:extLst>
              <a:ext uri="{FF2B5EF4-FFF2-40B4-BE49-F238E27FC236}">
                <a16:creationId xmlns:a16="http://schemas.microsoft.com/office/drawing/2014/main" xmlns="" id="{C426DFC7-77AC-5D09-1D2D-DF1BDDB507BC}"/>
              </a:ext>
            </a:extLst>
          </p:cNvPr>
          <p:cNvSpPr>
            <a:spLocks noGrp="1"/>
          </p:cNvSpPr>
          <p:nvPr>
            <p:ph type="pic" sz="quarter" idx="14"/>
          </p:nvPr>
        </p:nvSpPr>
        <p:spPr>
          <a:xfrm>
            <a:off x="3406627" y="1481052"/>
            <a:ext cx="2542032" cy="2416683"/>
          </a:xfrm>
          <a:solidFill>
            <a:schemeClr val="bg1">
              <a:lumMod val="95000"/>
            </a:schemeClr>
          </a:solidFill>
        </p:spPr>
        <p:txBody>
          <a:bodyPr/>
          <a:lstStyle/>
          <a:p>
            <a:r>
              <a:rPr lang="en-US"/>
              <a:t>Click icon to add picture</a:t>
            </a:r>
          </a:p>
        </p:txBody>
      </p:sp>
      <p:sp>
        <p:nvSpPr>
          <p:cNvPr id="9" name="Text Placeholder 9">
            <a:extLst>
              <a:ext uri="{FF2B5EF4-FFF2-40B4-BE49-F238E27FC236}">
                <a16:creationId xmlns:a16="http://schemas.microsoft.com/office/drawing/2014/main" xmlns="" id="{E61938BC-BFC8-5C34-14B6-ABA4979B2378}"/>
              </a:ext>
            </a:extLst>
          </p:cNvPr>
          <p:cNvSpPr>
            <a:spLocks noGrp="1"/>
          </p:cNvSpPr>
          <p:nvPr>
            <p:ph type="body" sz="quarter" idx="15"/>
          </p:nvPr>
        </p:nvSpPr>
        <p:spPr>
          <a:xfrm>
            <a:off x="3408658"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a16="http://schemas.microsoft.com/office/drawing/2014/main" xmlns="" id="{F0E6370C-4B6C-16C6-400E-ADA71B718584}"/>
              </a:ext>
            </a:extLst>
          </p:cNvPr>
          <p:cNvSpPr>
            <a:spLocks noGrp="1"/>
          </p:cNvSpPr>
          <p:nvPr>
            <p:ph type="pic" sz="quarter" idx="16"/>
          </p:nvPr>
        </p:nvSpPr>
        <p:spPr>
          <a:xfrm>
            <a:off x="6248104" y="1481052"/>
            <a:ext cx="2542032" cy="2416683"/>
          </a:xfrm>
          <a:solidFill>
            <a:schemeClr val="bg1">
              <a:lumMod val="95000"/>
            </a:schemeClr>
          </a:solidFill>
        </p:spPr>
        <p:txBody>
          <a:bodyPr/>
          <a:lstStyle/>
          <a:p>
            <a:r>
              <a:rPr lang="en-US"/>
              <a:t>Click icon to add picture</a:t>
            </a:r>
          </a:p>
        </p:txBody>
      </p:sp>
      <p:sp>
        <p:nvSpPr>
          <p:cNvPr id="11" name="Text Placeholder 9">
            <a:extLst>
              <a:ext uri="{FF2B5EF4-FFF2-40B4-BE49-F238E27FC236}">
                <a16:creationId xmlns:a16="http://schemas.microsoft.com/office/drawing/2014/main" xmlns="" id="{BDDDA5D0-45B3-08F4-D76C-47407E4CD0CF}"/>
              </a:ext>
            </a:extLst>
          </p:cNvPr>
          <p:cNvSpPr>
            <a:spLocks noGrp="1"/>
          </p:cNvSpPr>
          <p:nvPr>
            <p:ph type="body" sz="quarter" idx="17"/>
          </p:nvPr>
        </p:nvSpPr>
        <p:spPr>
          <a:xfrm>
            <a:off x="6250135"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2" name="Picture Placeholder 7">
            <a:extLst>
              <a:ext uri="{FF2B5EF4-FFF2-40B4-BE49-F238E27FC236}">
                <a16:creationId xmlns:a16="http://schemas.microsoft.com/office/drawing/2014/main" xmlns="" id="{F46AC7D4-BC15-6A84-4467-242C1C4BAFE1}"/>
              </a:ext>
            </a:extLst>
          </p:cNvPr>
          <p:cNvSpPr>
            <a:spLocks noGrp="1"/>
          </p:cNvSpPr>
          <p:nvPr>
            <p:ph type="pic" sz="quarter" idx="18"/>
          </p:nvPr>
        </p:nvSpPr>
        <p:spPr>
          <a:xfrm>
            <a:off x="9089580" y="1481052"/>
            <a:ext cx="2542032" cy="2416683"/>
          </a:xfrm>
          <a:solidFill>
            <a:schemeClr val="bg1">
              <a:lumMod val="95000"/>
            </a:schemeClr>
          </a:solidFill>
        </p:spPr>
        <p:txBody>
          <a:bodyPr/>
          <a:lstStyle/>
          <a:p>
            <a:r>
              <a:rPr lang="en-US"/>
              <a:t>Click icon to add picture</a:t>
            </a:r>
          </a:p>
        </p:txBody>
      </p:sp>
      <p:sp>
        <p:nvSpPr>
          <p:cNvPr id="13" name="Text Placeholder 9">
            <a:extLst>
              <a:ext uri="{FF2B5EF4-FFF2-40B4-BE49-F238E27FC236}">
                <a16:creationId xmlns:a16="http://schemas.microsoft.com/office/drawing/2014/main" xmlns="" id="{9903FE93-7DD1-D9EC-1426-97509BCD2DCB}"/>
              </a:ext>
            </a:extLst>
          </p:cNvPr>
          <p:cNvSpPr>
            <a:spLocks noGrp="1"/>
          </p:cNvSpPr>
          <p:nvPr>
            <p:ph type="body" sz="quarter" idx="19"/>
          </p:nvPr>
        </p:nvSpPr>
        <p:spPr>
          <a:xfrm>
            <a:off x="9091612"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855891793"/>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Text + Image, 4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5074786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685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2542032"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2542032"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2" name="Picture Placeholder 7">
            <a:extLst>
              <a:ext uri="{FF2B5EF4-FFF2-40B4-BE49-F238E27FC236}">
                <a16:creationId xmlns:a16="http://schemas.microsoft.com/office/drawing/2014/main" xmlns="" id="{C426DFC7-77AC-5D09-1D2D-DF1BDDB507BC}"/>
              </a:ext>
            </a:extLst>
          </p:cNvPr>
          <p:cNvSpPr>
            <a:spLocks noGrp="1"/>
          </p:cNvSpPr>
          <p:nvPr>
            <p:ph type="pic" sz="quarter" idx="14"/>
          </p:nvPr>
        </p:nvSpPr>
        <p:spPr>
          <a:xfrm>
            <a:off x="3406627" y="1481052"/>
            <a:ext cx="2542032" cy="2416683"/>
          </a:xfrm>
          <a:solidFill>
            <a:schemeClr val="bg1">
              <a:lumMod val="50000"/>
              <a:lumOff val="50000"/>
            </a:schemeClr>
          </a:solidFill>
        </p:spPr>
        <p:txBody>
          <a:bodyPr/>
          <a:lstStyle/>
          <a:p>
            <a:r>
              <a:rPr lang="en-US"/>
              <a:t>Click icon to add picture</a:t>
            </a:r>
          </a:p>
        </p:txBody>
      </p:sp>
      <p:sp>
        <p:nvSpPr>
          <p:cNvPr id="9" name="Text Placeholder 9">
            <a:extLst>
              <a:ext uri="{FF2B5EF4-FFF2-40B4-BE49-F238E27FC236}">
                <a16:creationId xmlns:a16="http://schemas.microsoft.com/office/drawing/2014/main" xmlns="" id="{E61938BC-BFC8-5C34-14B6-ABA4979B2378}"/>
              </a:ext>
            </a:extLst>
          </p:cNvPr>
          <p:cNvSpPr>
            <a:spLocks noGrp="1"/>
          </p:cNvSpPr>
          <p:nvPr>
            <p:ph type="body" sz="quarter" idx="15"/>
          </p:nvPr>
        </p:nvSpPr>
        <p:spPr>
          <a:xfrm>
            <a:off x="3408658"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a16="http://schemas.microsoft.com/office/drawing/2014/main" xmlns="" id="{F0E6370C-4B6C-16C6-400E-ADA71B718584}"/>
              </a:ext>
            </a:extLst>
          </p:cNvPr>
          <p:cNvSpPr>
            <a:spLocks noGrp="1"/>
          </p:cNvSpPr>
          <p:nvPr>
            <p:ph type="pic" sz="quarter" idx="16"/>
          </p:nvPr>
        </p:nvSpPr>
        <p:spPr>
          <a:xfrm>
            <a:off x="6248104" y="1481052"/>
            <a:ext cx="2542032" cy="2416683"/>
          </a:xfrm>
          <a:solidFill>
            <a:schemeClr val="bg1">
              <a:lumMod val="50000"/>
              <a:lumOff val="50000"/>
            </a:schemeClr>
          </a:solidFill>
        </p:spPr>
        <p:txBody>
          <a:bodyPr/>
          <a:lstStyle/>
          <a:p>
            <a:r>
              <a:rPr lang="en-US"/>
              <a:t>Click icon to add picture</a:t>
            </a:r>
          </a:p>
        </p:txBody>
      </p:sp>
      <p:sp>
        <p:nvSpPr>
          <p:cNvPr id="11" name="Text Placeholder 9">
            <a:extLst>
              <a:ext uri="{FF2B5EF4-FFF2-40B4-BE49-F238E27FC236}">
                <a16:creationId xmlns:a16="http://schemas.microsoft.com/office/drawing/2014/main" xmlns="" id="{BDDDA5D0-45B3-08F4-D76C-47407E4CD0CF}"/>
              </a:ext>
            </a:extLst>
          </p:cNvPr>
          <p:cNvSpPr>
            <a:spLocks noGrp="1"/>
          </p:cNvSpPr>
          <p:nvPr>
            <p:ph type="body" sz="quarter" idx="17"/>
          </p:nvPr>
        </p:nvSpPr>
        <p:spPr>
          <a:xfrm>
            <a:off x="6250135"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2" name="Picture Placeholder 7">
            <a:extLst>
              <a:ext uri="{FF2B5EF4-FFF2-40B4-BE49-F238E27FC236}">
                <a16:creationId xmlns:a16="http://schemas.microsoft.com/office/drawing/2014/main" xmlns="" id="{F46AC7D4-BC15-6A84-4467-242C1C4BAFE1}"/>
              </a:ext>
            </a:extLst>
          </p:cNvPr>
          <p:cNvSpPr>
            <a:spLocks noGrp="1"/>
          </p:cNvSpPr>
          <p:nvPr>
            <p:ph type="pic" sz="quarter" idx="18"/>
          </p:nvPr>
        </p:nvSpPr>
        <p:spPr>
          <a:xfrm>
            <a:off x="9089580" y="1481052"/>
            <a:ext cx="2542032" cy="2416683"/>
          </a:xfrm>
          <a:solidFill>
            <a:schemeClr val="bg1">
              <a:lumMod val="50000"/>
              <a:lumOff val="50000"/>
            </a:schemeClr>
          </a:solidFill>
        </p:spPr>
        <p:txBody>
          <a:bodyPr/>
          <a:lstStyle/>
          <a:p>
            <a:r>
              <a:rPr lang="en-US"/>
              <a:t>Click icon to add picture</a:t>
            </a:r>
          </a:p>
        </p:txBody>
      </p:sp>
      <p:sp>
        <p:nvSpPr>
          <p:cNvPr id="13" name="Text Placeholder 9">
            <a:extLst>
              <a:ext uri="{FF2B5EF4-FFF2-40B4-BE49-F238E27FC236}">
                <a16:creationId xmlns:a16="http://schemas.microsoft.com/office/drawing/2014/main" xmlns="" id="{9903FE93-7DD1-D9EC-1426-97509BCD2DCB}"/>
              </a:ext>
            </a:extLst>
          </p:cNvPr>
          <p:cNvSpPr>
            <a:spLocks noGrp="1"/>
          </p:cNvSpPr>
          <p:nvPr>
            <p:ph type="body" sz="quarter" idx="19"/>
          </p:nvPr>
        </p:nvSpPr>
        <p:spPr>
          <a:xfrm>
            <a:off x="9091612"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88871333"/>
      </p:ext>
    </p:extLst>
  </p:cSld>
  <p:clrMapOvr>
    <a:overrideClrMapping bg1="dk1" tx1="lt1" bg2="dk2" tx2="lt2" accent1="accent1" accent2="accent2" accent3="accent3" accent4="accent4" accent5="accent5" accent6="accent6" hlink="hlink" folHlink="folHlink"/>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237508618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788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3310147" y="1305349"/>
            <a:ext cx="5571717" cy="4247317"/>
          </a:xfrm>
          <a:prstGeom prst="rect">
            <a:avLst/>
          </a:prstGeom>
          <a:noFill/>
        </p:spPr>
        <p:txBody>
          <a:bodyPr wrap="none" lIns="0" tIns="0" rIns="0" bIns="0" rtlCol="0" anchor="ctr">
            <a:spAutoFit/>
          </a:bodyPr>
          <a:lstStyle/>
          <a:p>
            <a:pPr algn="ctr"/>
            <a:r>
              <a:rPr lang="en-US" sz="13800">
                <a:solidFill>
                  <a:srgbClr val="000000"/>
                </a:solidFill>
              </a:rPr>
              <a:t>Case</a:t>
            </a:r>
          </a:p>
          <a:p>
            <a:pPr algn="ctr"/>
            <a:r>
              <a:rPr lang="en-US" sz="13800">
                <a:solidFill>
                  <a:srgbClr val="000000"/>
                </a:solidFill>
              </a:rPr>
              <a:t>layouts</a:t>
            </a:r>
          </a:p>
        </p:txBody>
      </p:sp>
    </p:spTree>
    <p:extLst>
      <p:ext uri="{BB962C8B-B14F-4D97-AF65-F5344CB8AC3E}">
        <p14:creationId xmlns:p14="http://schemas.microsoft.com/office/powerpoint/2010/main" val="465531071"/>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showMasterSp="0" preserve="1" userDrawn="1">
  <p:cSld name="6_Cas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D59692DF-901F-96E4-737C-0C9F729D125A}"/>
              </a:ext>
            </a:extLst>
          </p:cNvPr>
          <p:cNvSpPr/>
          <p:nvPr/>
        </p:nvSpPr>
        <p:spPr>
          <a:xfrm>
            <a:off x="4985640" y="1"/>
            <a:ext cx="7246467"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46" name="Rectangle 45">
            <a:extLst>
              <a:ext uri="{FF2B5EF4-FFF2-40B4-BE49-F238E27FC236}">
                <a16:creationId xmlns:a16="http://schemas.microsoft.com/office/drawing/2014/main" xmlns="" id="{EDF65D57-7405-B1F1-189F-3EA07B19BDD8}"/>
              </a:ext>
            </a:extLst>
          </p:cNvPr>
          <p:cNvSpPr/>
          <p:nvPr userDrawn="1"/>
        </p:nvSpPr>
        <p:spPr>
          <a:xfrm>
            <a:off x="5525393" y="5300630"/>
            <a:ext cx="6316085" cy="1124607"/>
          </a:xfrm>
          <a:prstGeom prst="rect">
            <a:avLst/>
          </a:prstGeom>
          <a:solidFill>
            <a:srgbClr val="F5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rgbClr val="000000"/>
              </a:solidFill>
            </a:endParaRPr>
          </a:p>
        </p:txBody>
      </p:sp>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353997667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8912"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49" y="460375"/>
            <a:ext cx="4109385" cy="1124586"/>
          </a:xfrm>
        </p:spPr>
        <p:txBody>
          <a:bodyPr vert="horz"/>
          <a:lstStyle/>
          <a:p>
            <a:r>
              <a:rPr lang="en-US" dirty="0"/>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a16="http://schemas.microsoft.com/office/drawing/2014/main" xmlns=""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a16="http://schemas.microsoft.com/office/drawing/2014/main" xmlns=""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6" name="TextBox 5">
            <a:extLst>
              <a:ext uri="{FF2B5EF4-FFF2-40B4-BE49-F238E27FC236}">
                <a16:creationId xmlns:a16="http://schemas.microsoft.com/office/drawing/2014/main" xmlns="" id="{7DB752B6-A013-4EB6-8E20-8EA33B1FE962}"/>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sp>
        <p:nvSpPr>
          <p:cNvPr id="15" name="Text Placeholder 13">
            <a:extLst>
              <a:ext uri="{FF2B5EF4-FFF2-40B4-BE49-F238E27FC236}">
                <a16:creationId xmlns:a16="http://schemas.microsoft.com/office/drawing/2014/main" xmlns=""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a16="http://schemas.microsoft.com/office/drawing/2014/main" xmlns=""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200" baseline="0">
                <a:solidFill>
                  <a:schemeClr val="tx1">
                    <a:lumMod val="65000"/>
                    <a:lumOff val="3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a16="http://schemas.microsoft.com/office/drawing/2014/main" xmlns=""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407613272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8913" name="think-cell Slide" r:id="rId7" imgW="7772400" imgH="10058400" progId="TCLayout.ActiveDocument.1">
                  <p:embed/>
                </p:oleObj>
              </mc:Choice>
              <mc:Fallback>
                <p:oleObj name="think-cell Slide" r:id="rId7"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a16="http://schemas.microsoft.com/office/drawing/2014/main" xmlns=""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26" name="Text Placeholder 11">
            <a:extLst>
              <a:ext uri="{FF2B5EF4-FFF2-40B4-BE49-F238E27FC236}">
                <a16:creationId xmlns:a16="http://schemas.microsoft.com/office/drawing/2014/main" xmlns=""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a16="http://schemas.microsoft.com/office/drawing/2014/main" xmlns="" id="{D738CE7C-9AC6-FCC5-F504-B9842892C1D3}"/>
              </a:ext>
            </a:extLst>
          </p:cNvPr>
          <p:cNvSpPr>
            <a:spLocks noGrp="1"/>
          </p:cNvSpPr>
          <p:nvPr>
            <p:ph type="body" sz="quarter" idx="22" hasCustomPrompt="1"/>
          </p:nvPr>
        </p:nvSpPr>
        <p:spPr>
          <a:xfrm>
            <a:off x="5525393" y="897678"/>
            <a:ext cx="1992072"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CHALLENGE</a:t>
            </a:r>
            <a:endParaRPr lang="en-US" dirty="0"/>
          </a:p>
        </p:txBody>
      </p:sp>
      <p:cxnSp>
        <p:nvCxnSpPr>
          <p:cNvPr id="32" name="Straight Connector 31">
            <a:extLst>
              <a:ext uri="{FF2B5EF4-FFF2-40B4-BE49-F238E27FC236}">
                <a16:creationId xmlns:a16="http://schemas.microsoft.com/office/drawing/2014/main" xmlns=""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a16="http://schemas.microsoft.com/office/drawing/2014/main" xmlns=""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200" baseline="0">
                <a:solidFill>
                  <a:schemeClr val="tx1">
                    <a:lumMod val="65000"/>
                    <a:lumOff val="3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a16="http://schemas.microsoft.com/office/drawing/2014/main" xmlns="" id="{87E1CC24-D75A-C013-9495-53F0C22A2596}"/>
              </a:ext>
            </a:extLst>
          </p:cNvPr>
          <p:cNvSpPr>
            <a:spLocks noGrp="1"/>
          </p:cNvSpPr>
          <p:nvPr>
            <p:ph type="body" sz="quarter" idx="24" hasCustomPrompt="1"/>
          </p:nvPr>
        </p:nvSpPr>
        <p:spPr>
          <a:xfrm>
            <a:off x="5525393" y="2646243"/>
            <a:ext cx="1952367"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a16="http://schemas.microsoft.com/office/drawing/2014/main" xmlns=""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a16="http://schemas.microsoft.com/office/drawing/2014/main" xmlns=""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a:t>
            </a:r>
            <a:endParaRPr lang="en-US" dirty="0"/>
          </a:p>
        </p:txBody>
      </p:sp>
      <p:cxnSp>
        <p:nvCxnSpPr>
          <p:cNvPr id="40" name="Straight Connector 39">
            <a:extLst>
              <a:ext uri="{FF2B5EF4-FFF2-40B4-BE49-F238E27FC236}">
                <a16:creationId xmlns:a16="http://schemas.microsoft.com/office/drawing/2014/main" xmlns="" id="{CD84A50B-F2B1-C6BE-E6EE-6BEF58E99BCB}"/>
              </a:ext>
            </a:extLst>
          </p:cNvPr>
          <p:cNvCxnSpPr>
            <a:cxnSpLocks/>
          </p:cNvCxnSpPr>
          <p:nvPr userDrawn="1"/>
        </p:nvCxnSpPr>
        <p:spPr>
          <a:xfrm>
            <a:off x="5525393" y="5300630"/>
            <a:ext cx="0" cy="112460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xmlns="" id="{E7B7D991-8F48-A2FE-48B9-5DE04A8FC96C}"/>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000000"/>
                </a:solidFill>
              </a:rPr>
              <a:t>Tenarai</a:t>
            </a:r>
          </a:p>
        </p:txBody>
      </p:sp>
    </p:spTree>
    <p:extLst>
      <p:ext uri="{BB962C8B-B14F-4D97-AF65-F5344CB8AC3E}">
        <p14:creationId xmlns:p14="http://schemas.microsoft.com/office/powerpoint/2010/main" val="930839048"/>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showMasterSp="0" preserve="1" userDrawn="1">
  <p:cSld name="7_Cas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D59692DF-901F-96E4-737C-0C9F729D125A}"/>
              </a:ext>
            </a:extLst>
          </p:cNvPr>
          <p:cNvSpPr/>
          <p:nvPr/>
        </p:nvSpPr>
        <p:spPr>
          <a:xfrm>
            <a:off x="4985640" y="1"/>
            <a:ext cx="7246467"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xmlns="" id="{ACF7983F-BA5F-CFFA-A0A8-08DDC8806E6C}"/>
              </a:ext>
            </a:extLst>
          </p:cNvPr>
          <p:cNvSpPr/>
          <p:nvPr userDrawn="1"/>
        </p:nvSpPr>
        <p:spPr>
          <a:xfrm>
            <a:off x="5525393" y="5300630"/>
            <a:ext cx="6316085" cy="1124607"/>
          </a:xfrm>
          <a:prstGeom prst="rect">
            <a:avLst/>
          </a:prstGeom>
          <a:solidFill>
            <a:srgbClr val="DAD2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rgbClr val="000000"/>
              </a:solidFill>
            </a:endParaRPr>
          </a:p>
        </p:txBody>
      </p:sp>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33150028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9936"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49" y="460375"/>
            <a:ext cx="4109385" cy="1124586"/>
          </a:xfrm>
        </p:spPr>
        <p:txBody>
          <a:bodyPr vert="horz"/>
          <a:lstStyle/>
          <a:p>
            <a:r>
              <a:rPr lang="en-US" dirty="0"/>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a16="http://schemas.microsoft.com/office/drawing/2014/main" xmlns=""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a16="http://schemas.microsoft.com/office/drawing/2014/main" xmlns=""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6" name="TextBox 5">
            <a:extLst>
              <a:ext uri="{FF2B5EF4-FFF2-40B4-BE49-F238E27FC236}">
                <a16:creationId xmlns:a16="http://schemas.microsoft.com/office/drawing/2014/main" xmlns=""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sp>
        <p:nvSpPr>
          <p:cNvPr id="15" name="Text Placeholder 13">
            <a:extLst>
              <a:ext uri="{FF2B5EF4-FFF2-40B4-BE49-F238E27FC236}">
                <a16:creationId xmlns:a16="http://schemas.microsoft.com/office/drawing/2014/main" xmlns=""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a16="http://schemas.microsoft.com/office/drawing/2014/main" xmlns=""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200" baseline="0">
                <a:solidFill>
                  <a:srgbClr val="5E575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a16="http://schemas.microsoft.com/office/drawing/2014/main" xmlns=""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6820632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9937" name="think-cell Slide" r:id="rId7" imgW="7772400" imgH="10058400" progId="TCLayout.ActiveDocument.1">
                  <p:embed/>
                </p:oleObj>
              </mc:Choice>
              <mc:Fallback>
                <p:oleObj name="think-cell Slide" r:id="rId7"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a16="http://schemas.microsoft.com/office/drawing/2014/main" xmlns=""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26" name="Text Placeholder 11">
            <a:extLst>
              <a:ext uri="{FF2B5EF4-FFF2-40B4-BE49-F238E27FC236}">
                <a16:creationId xmlns:a16="http://schemas.microsoft.com/office/drawing/2014/main" xmlns=""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baseline="0">
                <a:solidFill>
                  <a:srgbClr val="8E867E"/>
                </a:solidFill>
              </a:defRPr>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a16="http://schemas.microsoft.com/office/drawing/2014/main" xmlns="" id="{D738CE7C-9AC6-FCC5-F504-B9842892C1D3}"/>
              </a:ext>
            </a:extLst>
          </p:cNvPr>
          <p:cNvSpPr>
            <a:spLocks noGrp="1"/>
          </p:cNvSpPr>
          <p:nvPr>
            <p:ph type="body" sz="quarter" idx="22" hasCustomPrompt="1"/>
          </p:nvPr>
        </p:nvSpPr>
        <p:spPr>
          <a:xfrm>
            <a:off x="5525393" y="897678"/>
            <a:ext cx="1881247" cy="168321"/>
          </a:xfrm>
        </p:spPr>
        <p:txBody>
          <a:bodyPr/>
          <a:lstStyle>
            <a:lvl1pPr marL="182880" indent="-182880">
              <a:lnSpc>
                <a:spcPct val="100000"/>
              </a:lnSpc>
              <a:spcBef>
                <a:spcPts val="0"/>
              </a:spcBef>
              <a:buFont typeface="Arial" panose="020B0604020202020204" pitchFamily="34" charset="0"/>
              <a:buNone/>
              <a:defRPr sz="1100" b="1" kern="1200" cap="all" spc="200" baseline="0">
                <a:solidFill>
                  <a:srgbClr val="8E867E"/>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IN" dirty="0"/>
              <a:t>THE CHALLENGE</a:t>
            </a:r>
            <a:endParaRPr lang="en-US" dirty="0"/>
          </a:p>
        </p:txBody>
      </p:sp>
      <p:cxnSp>
        <p:nvCxnSpPr>
          <p:cNvPr id="32" name="Straight Connector 31">
            <a:extLst>
              <a:ext uri="{FF2B5EF4-FFF2-40B4-BE49-F238E27FC236}">
                <a16:creationId xmlns:a16="http://schemas.microsoft.com/office/drawing/2014/main" xmlns=""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a16="http://schemas.microsoft.com/office/drawing/2014/main" xmlns=""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200" baseline="0">
                <a:solidFill>
                  <a:srgbClr val="5E575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a16="http://schemas.microsoft.com/office/drawing/2014/main" xmlns="" id="{87E1CC24-D75A-C013-9495-53F0C22A2596}"/>
              </a:ext>
            </a:extLst>
          </p:cNvPr>
          <p:cNvSpPr>
            <a:spLocks noGrp="1"/>
          </p:cNvSpPr>
          <p:nvPr>
            <p:ph type="body" sz="quarter" idx="24" hasCustomPrompt="1"/>
          </p:nvPr>
        </p:nvSpPr>
        <p:spPr>
          <a:xfrm>
            <a:off x="5525393" y="2646243"/>
            <a:ext cx="1527769"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a16="http://schemas.microsoft.com/office/drawing/2014/main" xmlns=""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a16="http://schemas.microsoft.com/office/drawing/2014/main" xmlns=""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 </a:t>
            </a:r>
            <a:endParaRPr lang="en-US" dirty="0"/>
          </a:p>
        </p:txBody>
      </p:sp>
      <p:cxnSp>
        <p:nvCxnSpPr>
          <p:cNvPr id="40" name="Straight Connector 39">
            <a:extLst>
              <a:ext uri="{FF2B5EF4-FFF2-40B4-BE49-F238E27FC236}">
                <a16:creationId xmlns:a16="http://schemas.microsoft.com/office/drawing/2014/main" xmlns="" id="{CD84A50B-F2B1-C6BE-E6EE-6BEF58E99BCB}"/>
              </a:ext>
            </a:extLst>
          </p:cNvPr>
          <p:cNvCxnSpPr>
            <a:cxnSpLocks/>
          </p:cNvCxnSpPr>
          <p:nvPr userDrawn="1"/>
        </p:nvCxnSpPr>
        <p:spPr>
          <a:xfrm>
            <a:off x="5525393" y="5300630"/>
            <a:ext cx="0" cy="112460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xmlns="" id="{132D2CBB-6B5E-C0DC-5A56-451205979AAE}"/>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000000"/>
                </a:solidFill>
              </a:rPr>
              <a:t>Tenarai</a:t>
            </a:r>
          </a:p>
        </p:txBody>
      </p:sp>
    </p:spTree>
    <p:extLst>
      <p:ext uri="{BB962C8B-B14F-4D97-AF65-F5344CB8AC3E}">
        <p14:creationId xmlns:p14="http://schemas.microsoft.com/office/powerpoint/2010/main" val="2072111206"/>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8_Case">
    <p:bg>
      <p:bgPr>
        <a:solidFill>
          <a:schemeClr val="tx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D59692DF-901F-96E4-737C-0C9F729D125A}"/>
              </a:ext>
            </a:extLst>
          </p:cNvPr>
          <p:cNvSpPr/>
          <p:nvPr/>
        </p:nvSpPr>
        <p:spPr>
          <a:xfrm>
            <a:off x="4985640" y="1"/>
            <a:ext cx="7246467" cy="6857999"/>
          </a:xfrm>
          <a:prstGeom prst="rect">
            <a:avLst/>
          </a:prstGeom>
          <a:solidFill>
            <a:srgbClr val="1E1E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Rectangle 18">
            <a:extLst>
              <a:ext uri="{FF2B5EF4-FFF2-40B4-BE49-F238E27FC236}">
                <a16:creationId xmlns:a16="http://schemas.microsoft.com/office/drawing/2014/main" xmlns="" id="{EBFAB308-4AAB-3B8F-BC70-3145A0D359C1}"/>
              </a:ext>
            </a:extLst>
          </p:cNvPr>
          <p:cNvSpPr/>
          <p:nvPr userDrawn="1"/>
        </p:nvSpPr>
        <p:spPr>
          <a:xfrm>
            <a:off x="5525393" y="5300630"/>
            <a:ext cx="6316085" cy="1124607"/>
          </a:xfrm>
          <a:prstGeom prst="rect">
            <a:avLst/>
          </a:prstGeom>
          <a:solidFill>
            <a:srgbClr val="161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rgbClr val="000000"/>
              </a:solidFill>
            </a:endParaRPr>
          </a:p>
        </p:txBody>
      </p:sp>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22429785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0960"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49" y="460375"/>
            <a:ext cx="4109385" cy="1124586"/>
          </a:xfrm>
        </p:spPr>
        <p:txBody>
          <a:bodyPr vert="horz"/>
          <a:lstStyle>
            <a:lvl1pPr>
              <a:defRPr b="0">
                <a:solidFill>
                  <a:schemeClr val="bg1"/>
                </a:solidFill>
              </a:defRPr>
            </a:lvl1pPr>
          </a:lstStyle>
          <a:p>
            <a:r>
              <a:rPr lang="en-US" dirty="0"/>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solidFill>
                  <a:schemeClr val="bg1"/>
                </a:solidFill>
              </a:defRPr>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a16="http://schemas.microsoft.com/office/drawing/2014/main" xmlns=""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lumMod val="50000"/>
                  </a:schemeClr>
                </a:solidFill>
              </a:defRPr>
            </a:lvl1pPr>
          </a:lstStyle>
          <a:p>
            <a:fld id="{48F63A3B-78C7-47BE-AE5E-E10140E04643}" type="slidenum">
              <a:rPr lang="en-US" smtClean="0">
                <a:solidFill>
                  <a:srgbClr val="FFFFFF">
                    <a:lumMod val="50000"/>
                  </a:srgbClr>
                </a:solidFill>
              </a:rPr>
              <a:pPr/>
              <a:t>‹#›</a:t>
            </a:fld>
            <a:endParaRPr lang="en-US">
              <a:solidFill>
                <a:srgbClr val="FFFFFF">
                  <a:lumMod val="50000"/>
                </a:srgbClr>
              </a:solidFill>
            </a:endParaRPr>
          </a:p>
        </p:txBody>
      </p:sp>
      <p:sp>
        <p:nvSpPr>
          <p:cNvPr id="5" name="Page# static">
            <a:extLst>
              <a:ext uri="{FF2B5EF4-FFF2-40B4-BE49-F238E27FC236}">
                <a16:creationId xmlns:a16="http://schemas.microsoft.com/office/drawing/2014/main" xmlns="" id="{07C6CA1E-06E0-1FDA-6640-6A806400C7EC}"/>
              </a:ext>
            </a:extLst>
          </p:cNvPr>
          <p:cNvSpPr txBox="1"/>
          <p:nvPr/>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lumMod val="50000"/>
                  </a:srgbClr>
                </a:solidFill>
              </a:rPr>
              <a:pPr algn="r"/>
              <a:t>‹#›</a:t>
            </a:fld>
            <a:endParaRPr lang="en-US" sz="1000">
              <a:solidFill>
                <a:srgbClr val="FFFFFF">
                  <a:lumMod val="50000"/>
                </a:srgbClr>
              </a:solidFill>
            </a:endParaRPr>
          </a:p>
        </p:txBody>
      </p:sp>
      <p:sp>
        <p:nvSpPr>
          <p:cNvPr id="6" name="TextBox 5">
            <a:extLst>
              <a:ext uri="{FF2B5EF4-FFF2-40B4-BE49-F238E27FC236}">
                <a16:creationId xmlns:a16="http://schemas.microsoft.com/office/drawing/2014/main" xmlns=""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solidFill>
                  <a:srgbClr val="FFFFFF">
                    <a:lumMod val="50000"/>
                  </a:srgbClr>
                </a:solidFill>
              </a:rPr>
              <a:t>Copyright 2026, Strictly Confidential, All rights reserved</a:t>
            </a:r>
          </a:p>
        </p:txBody>
      </p:sp>
      <p:sp>
        <p:nvSpPr>
          <p:cNvPr id="15" name="Text Placeholder 13">
            <a:extLst>
              <a:ext uri="{FF2B5EF4-FFF2-40B4-BE49-F238E27FC236}">
                <a16:creationId xmlns:a16="http://schemas.microsoft.com/office/drawing/2014/main" xmlns=""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chemeClr val="tx2"/>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a16="http://schemas.microsoft.com/office/drawing/2014/main" xmlns=""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050">
                <a:solidFill>
                  <a:schemeClr val="bg1">
                    <a:lumMod val="6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a16="http://schemas.microsoft.com/office/drawing/2014/main" xmlns=""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91778956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0961" name="think-cell Slide" r:id="rId7" imgW="7772400" imgH="10058400" progId="TCLayout.ActiveDocument.1">
                  <p:embed/>
                </p:oleObj>
              </mc:Choice>
              <mc:Fallback>
                <p:oleObj name="think-cell Slide" r:id="rId7"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a16="http://schemas.microsoft.com/office/drawing/2014/main" xmlns="" id="{A98E8C05-9004-BA75-1DF7-359D93DA85A9}"/>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lumMod val="50000"/>
                  </a:srgbClr>
                </a:solidFill>
              </a:rPr>
              <a:pPr algn="r"/>
              <a:t>‹#›</a:t>
            </a:fld>
            <a:endParaRPr lang="en-US" sz="1000">
              <a:solidFill>
                <a:srgbClr val="FFFFFF">
                  <a:lumMod val="50000"/>
                </a:srgbClr>
              </a:solidFill>
            </a:endParaRPr>
          </a:p>
        </p:txBody>
      </p:sp>
      <p:sp>
        <p:nvSpPr>
          <p:cNvPr id="14" name="TextBox 13">
            <a:extLst>
              <a:ext uri="{FF2B5EF4-FFF2-40B4-BE49-F238E27FC236}">
                <a16:creationId xmlns:a16="http://schemas.microsoft.com/office/drawing/2014/main" xmlns="" id="{FC8B8D77-6DA4-6ED0-5E89-D7CC77BD7E80}"/>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lumMod val="50000"/>
                  </a:srgbClr>
                </a:solidFill>
              </a:rPr>
              <a:t>Copyright 2026, Strictly Confidential, All rights reserved</a:t>
            </a:r>
          </a:p>
        </p:txBody>
      </p:sp>
      <p:sp>
        <p:nvSpPr>
          <p:cNvPr id="26" name="Text Placeholder 11">
            <a:extLst>
              <a:ext uri="{FF2B5EF4-FFF2-40B4-BE49-F238E27FC236}">
                <a16:creationId xmlns:a16="http://schemas.microsoft.com/office/drawing/2014/main" xmlns=""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a:solidFill>
                  <a:schemeClr val="bg1">
                    <a:lumMod val="75000"/>
                  </a:schemeClr>
                </a:solidFill>
              </a:defRPr>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a16="http://schemas.microsoft.com/office/drawing/2014/main" xmlns="" id="{D738CE7C-9AC6-FCC5-F504-B9842892C1D3}"/>
              </a:ext>
            </a:extLst>
          </p:cNvPr>
          <p:cNvSpPr>
            <a:spLocks noGrp="1"/>
          </p:cNvSpPr>
          <p:nvPr>
            <p:ph type="body" sz="quarter" idx="22" hasCustomPrompt="1"/>
          </p:nvPr>
        </p:nvSpPr>
        <p:spPr>
          <a:xfrm>
            <a:off x="5525393" y="897678"/>
            <a:ext cx="1992072" cy="215019"/>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chemeClr val="tx1">
                    <a:lumMod val="50000"/>
                    <a:lumOff val="50000"/>
                  </a:schemeClr>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CHALLENGE</a:t>
            </a:r>
            <a:endParaRPr lang="en-US" dirty="0"/>
          </a:p>
        </p:txBody>
      </p:sp>
      <p:cxnSp>
        <p:nvCxnSpPr>
          <p:cNvPr id="32" name="Straight Connector 31">
            <a:extLst>
              <a:ext uri="{FF2B5EF4-FFF2-40B4-BE49-F238E27FC236}">
                <a16:creationId xmlns:a16="http://schemas.microsoft.com/office/drawing/2014/main" xmlns=""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a16="http://schemas.microsoft.com/office/drawing/2014/main" xmlns=""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050">
                <a:solidFill>
                  <a:schemeClr val="bg1">
                    <a:lumMod val="6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a16="http://schemas.microsoft.com/office/drawing/2014/main" xmlns="" id="{87E1CC24-D75A-C013-9495-53F0C22A2596}"/>
              </a:ext>
            </a:extLst>
          </p:cNvPr>
          <p:cNvSpPr>
            <a:spLocks noGrp="1"/>
          </p:cNvSpPr>
          <p:nvPr>
            <p:ph type="body" sz="quarter" idx="24" hasCustomPrompt="1"/>
          </p:nvPr>
        </p:nvSpPr>
        <p:spPr>
          <a:xfrm>
            <a:off x="5525393" y="2646243"/>
            <a:ext cx="2241927"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chemeClr val="tx1">
                    <a:lumMod val="50000"/>
                    <a:lumOff val="50000"/>
                  </a:schemeClr>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a16="http://schemas.microsoft.com/office/drawing/2014/main" xmlns=""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a16="http://schemas.microsoft.com/office/drawing/2014/main" xmlns=""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050">
                <a:solidFill>
                  <a:schemeClr val="bg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a:t>
            </a:r>
            <a:endParaRPr lang="en-US" dirty="0"/>
          </a:p>
        </p:txBody>
      </p:sp>
      <p:cxnSp>
        <p:nvCxnSpPr>
          <p:cNvPr id="40" name="Straight Connector 39">
            <a:extLst>
              <a:ext uri="{FF2B5EF4-FFF2-40B4-BE49-F238E27FC236}">
                <a16:creationId xmlns:a16="http://schemas.microsoft.com/office/drawing/2014/main" xmlns="" id="{CD84A50B-F2B1-C6BE-E6EE-6BEF58E99BCB}"/>
              </a:ext>
            </a:extLst>
          </p:cNvPr>
          <p:cNvCxnSpPr>
            <a:cxnSpLocks/>
          </p:cNvCxnSpPr>
          <p:nvPr userDrawn="1"/>
        </p:nvCxnSpPr>
        <p:spPr>
          <a:xfrm>
            <a:off x="5525393" y="5300630"/>
            <a:ext cx="0" cy="1124607"/>
          </a:xfrm>
          <a:prstGeom prst="line">
            <a:avLst/>
          </a:prstGeom>
          <a:ln w="28575">
            <a:solidFill>
              <a:schemeClr val="tx2"/>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xmlns="" id="{09D0CC24-D7A4-EBC9-ED92-E511AB8246E9}"/>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lumMod val="50000"/>
                  </a:srgbClr>
                </a:solidFill>
              </a:rPr>
              <a:t>Tenarai</a:t>
            </a:r>
          </a:p>
        </p:txBody>
      </p:sp>
    </p:spTree>
    <p:extLst>
      <p:ext uri="{BB962C8B-B14F-4D97-AF65-F5344CB8AC3E}">
        <p14:creationId xmlns:p14="http://schemas.microsoft.com/office/powerpoint/2010/main" val="1149561108"/>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p:cSld name="1_Cas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D59692DF-901F-96E4-737C-0C9F729D125A}"/>
              </a:ext>
            </a:extLst>
          </p:cNvPr>
          <p:cNvSpPr/>
          <p:nvPr/>
        </p:nvSpPr>
        <p:spPr>
          <a:xfrm>
            <a:off x="4304260" y="1"/>
            <a:ext cx="7927848"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96728310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1984"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358668" cy="2329125"/>
          </a:xfrm>
        </p:spPr>
        <p:txBody>
          <a:bodyPr vert="horz"/>
          <a:lstStyle/>
          <a:p>
            <a:r>
              <a:rPr lang="en-US" dirty="0"/>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49" y="3067291"/>
            <a:ext cx="3358668" cy="3228733"/>
          </a:xfrm>
        </p:spPr>
        <p:txBody>
          <a:bodyPr/>
          <a:lstStyle>
            <a:lvl1pPr>
              <a:spcBef>
                <a:spcPts val="1200"/>
              </a:spcBef>
              <a:defRPr sz="1600" b="1"/>
            </a:lvl1pPr>
            <a:lvl2pPr marL="0" indent="0">
              <a:spcBef>
                <a:spcPts val="1200"/>
              </a:spcBef>
              <a:buNone/>
              <a:defRPr>
                <a:solidFill>
                  <a:srgbClr val="5E5751"/>
                </a:solidFill>
              </a:defRPr>
            </a:lvl2pPr>
          </a:lstStyle>
          <a:p>
            <a:pPr lvl="0"/>
            <a:r>
              <a:rPr lang="en-US" dirty="0"/>
              <a:t>Click to edit Master text styles</a:t>
            </a:r>
          </a:p>
          <a:p>
            <a:pPr lvl="1"/>
            <a:r>
              <a:rPr lang="en-US" dirty="0"/>
              <a:t>Second level</a:t>
            </a:r>
          </a:p>
        </p:txBody>
      </p:sp>
      <p:sp>
        <p:nvSpPr>
          <p:cNvPr id="4" name="Slide Number Placeholder 5">
            <a:extLst>
              <a:ext uri="{FF2B5EF4-FFF2-40B4-BE49-F238E27FC236}">
                <a16:creationId xmlns:a16="http://schemas.microsoft.com/office/drawing/2014/main" xmlns=""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a16="http://schemas.microsoft.com/office/drawing/2014/main" xmlns=""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6" name="TextBox 5">
            <a:extLst>
              <a:ext uri="{FF2B5EF4-FFF2-40B4-BE49-F238E27FC236}">
                <a16:creationId xmlns:a16="http://schemas.microsoft.com/office/drawing/2014/main" xmlns=""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cxnSp>
        <p:nvCxnSpPr>
          <p:cNvPr id="11" name="Straight Connector 10">
            <a:extLst>
              <a:ext uri="{FF2B5EF4-FFF2-40B4-BE49-F238E27FC236}">
                <a16:creationId xmlns:a16="http://schemas.microsoft.com/office/drawing/2014/main" xmlns="" id="{0E9F2B9A-52E4-5369-DE70-8BFDBBCC0D18}"/>
              </a:ext>
            </a:extLst>
          </p:cNvPr>
          <p:cNvCxnSpPr>
            <a:cxnSpLocks/>
          </p:cNvCxnSpPr>
          <p:nvPr/>
        </p:nvCxnSpPr>
        <p:spPr>
          <a:xfrm>
            <a:off x="4985641" y="558800"/>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13" name="Picture 12">
            <a:extLst>
              <a:ext uri="{FF2B5EF4-FFF2-40B4-BE49-F238E27FC236}">
                <a16:creationId xmlns:a16="http://schemas.microsoft.com/office/drawing/2014/main" xmlns="" id="{C0E0F2B1-911D-23F5-0F11-045F8FF1FA0E}"/>
              </a:ext>
            </a:extLst>
          </p:cNvPr>
          <p:cNvPicPr>
            <a:picLocks noChangeAspect="1"/>
          </p:cNvPicPr>
          <p:nvPr/>
        </p:nvPicPr>
        <p:blipFill>
          <a:blip r:embed="rId7">
            <a:duotone>
              <a:schemeClr val="accent1">
                <a:shade val="45000"/>
                <a:satMod val="135000"/>
              </a:schemeClr>
              <a:prstClr val="white"/>
            </a:duotone>
          </a:blip>
          <a:stretch>
            <a:fillRect/>
          </a:stretch>
        </p:blipFill>
        <p:spPr>
          <a:xfrm>
            <a:off x="4507657" y="623103"/>
            <a:ext cx="304706" cy="304706"/>
          </a:xfrm>
          <a:prstGeom prst="rect">
            <a:avLst/>
          </a:prstGeom>
        </p:spPr>
      </p:pic>
      <p:cxnSp>
        <p:nvCxnSpPr>
          <p:cNvPr id="23" name="Straight Connector 22">
            <a:extLst>
              <a:ext uri="{FF2B5EF4-FFF2-40B4-BE49-F238E27FC236}">
                <a16:creationId xmlns:a16="http://schemas.microsoft.com/office/drawing/2014/main" xmlns="" id="{E1DC7703-A219-49E7-FEA0-BEFC89E1F97D}"/>
              </a:ext>
            </a:extLst>
          </p:cNvPr>
          <p:cNvCxnSpPr>
            <a:cxnSpLocks/>
          </p:cNvCxnSpPr>
          <p:nvPr/>
        </p:nvCxnSpPr>
        <p:spPr>
          <a:xfrm>
            <a:off x="4985641" y="2393142"/>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xmlns="" id="{00FD386C-28AE-B74F-02DC-04E3555D6840}"/>
              </a:ext>
            </a:extLst>
          </p:cNvPr>
          <p:cNvCxnSpPr>
            <a:cxnSpLocks/>
          </p:cNvCxnSpPr>
          <p:nvPr/>
        </p:nvCxnSpPr>
        <p:spPr>
          <a:xfrm>
            <a:off x="4985641" y="4610063"/>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36" name="Picture 35">
            <a:extLst>
              <a:ext uri="{FF2B5EF4-FFF2-40B4-BE49-F238E27FC236}">
                <a16:creationId xmlns:a16="http://schemas.microsoft.com/office/drawing/2014/main" xmlns="" id="{326B9CEE-3F61-9895-D003-98F8E1D78142}"/>
              </a:ext>
            </a:extLst>
          </p:cNvPr>
          <p:cNvPicPr>
            <a:picLocks noChangeAspect="1"/>
          </p:cNvPicPr>
          <p:nvPr/>
        </p:nvPicPr>
        <p:blipFill>
          <a:blip r:embed="rId8">
            <a:duotone>
              <a:schemeClr val="accent1">
                <a:shade val="45000"/>
                <a:satMod val="135000"/>
              </a:schemeClr>
              <a:prstClr val="white"/>
            </a:duotone>
          </a:blip>
          <a:stretch>
            <a:fillRect/>
          </a:stretch>
        </p:blipFill>
        <p:spPr>
          <a:xfrm>
            <a:off x="4507657" y="4674366"/>
            <a:ext cx="304706" cy="304706"/>
          </a:xfrm>
          <a:prstGeom prst="rect">
            <a:avLst/>
          </a:prstGeom>
        </p:spPr>
      </p:pic>
      <p:pic>
        <p:nvPicPr>
          <p:cNvPr id="65" name="Picture 64">
            <a:extLst>
              <a:ext uri="{FF2B5EF4-FFF2-40B4-BE49-F238E27FC236}">
                <a16:creationId xmlns:a16="http://schemas.microsoft.com/office/drawing/2014/main" xmlns="" id="{9BA95AFC-6701-9FCC-EF2C-3DFAAF6DE781}"/>
              </a:ext>
            </a:extLst>
          </p:cNvPr>
          <p:cNvPicPr>
            <a:picLocks noChangeAspect="1"/>
          </p:cNvPicPr>
          <p:nvPr/>
        </p:nvPicPr>
        <p:blipFill>
          <a:blip r:embed="rId9">
            <a:duotone>
              <a:schemeClr val="accent1">
                <a:shade val="45000"/>
                <a:satMod val="135000"/>
              </a:schemeClr>
              <a:prstClr val="white"/>
            </a:duotone>
          </a:blip>
          <a:stretch>
            <a:fillRect/>
          </a:stretch>
        </p:blipFill>
        <p:spPr>
          <a:xfrm>
            <a:off x="4507657" y="2457445"/>
            <a:ext cx="304706" cy="304706"/>
          </a:xfrm>
          <a:prstGeom prst="rect">
            <a:avLst/>
          </a:prstGeom>
        </p:spPr>
      </p:pic>
      <p:sp>
        <p:nvSpPr>
          <p:cNvPr id="15" name="Text Placeholder 13">
            <a:extLst>
              <a:ext uri="{FF2B5EF4-FFF2-40B4-BE49-F238E27FC236}">
                <a16:creationId xmlns:a16="http://schemas.microsoft.com/office/drawing/2014/main" xmlns="" id="{391FDC00-B1D7-9C33-205E-89C2DDA560F1}"/>
              </a:ext>
            </a:extLst>
          </p:cNvPr>
          <p:cNvSpPr>
            <a:spLocks noGrp="1"/>
          </p:cNvSpPr>
          <p:nvPr>
            <p:ph type="body" sz="quarter" idx="15"/>
          </p:nvPr>
        </p:nvSpPr>
        <p:spPr>
          <a:xfrm>
            <a:off x="5050831" y="647287"/>
            <a:ext cx="6465523"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buNone/>
              <a:defRPr kumimoji="0" lang="en-US" b="1" spc="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en-US" dirty="0"/>
              <a:t>Click to edit Master text styles</a:t>
            </a:r>
          </a:p>
        </p:txBody>
      </p:sp>
      <p:sp>
        <p:nvSpPr>
          <p:cNvPr id="16" name="Text Placeholder 13">
            <a:extLst>
              <a:ext uri="{FF2B5EF4-FFF2-40B4-BE49-F238E27FC236}">
                <a16:creationId xmlns:a16="http://schemas.microsoft.com/office/drawing/2014/main" xmlns="" id="{CA3606B1-576E-7889-44A2-AC25BD122E54}"/>
              </a:ext>
            </a:extLst>
          </p:cNvPr>
          <p:cNvSpPr>
            <a:spLocks noGrp="1"/>
          </p:cNvSpPr>
          <p:nvPr>
            <p:ph type="body" sz="quarter" idx="16"/>
          </p:nvPr>
        </p:nvSpPr>
        <p:spPr>
          <a:xfrm>
            <a:off x="5050831" y="2481629"/>
            <a:ext cx="6465523"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buNone/>
              <a:defRPr kumimoji="0" lang="en-US" b="1" spc="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en-US" dirty="0"/>
              <a:t>Click to edit Master text styles</a:t>
            </a:r>
          </a:p>
        </p:txBody>
      </p:sp>
      <p:sp>
        <p:nvSpPr>
          <p:cNvPr id="22" name="Text Placeholder 13">
            <a:extLst>
              <a:ext uri="{FF2B5EF4-FFF2-40B4-BE49-F238E27FC236}">
                <a16:creationId xmlns:a16="http://schemas.microsoft.com/office/drawing/2014/main" xmlns="" id="{DEDA8E94-A7BA-2A7C-EA6E-8F98BCFEB728}"/>
              </a:ext>
            </a:extLst>
          </p:cNvPr>
          <p:cNvSpPr>
            <a:spLocks noGrp="1"/>
          </p:cNvSpPr>
          <p:nvPr>
            <p:ph type="body" sz="quarter" idx="18" hasCustomPrompt="1"/>
          </p:nvPr>
        </p:nvSpPr>
        <p:spPr>
          <a:xfrm>
            <a:off x="5050831" y="4698550"/>
            <a:ext cx="1235667"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lgn="l">
              <a:buNone/>
              <a:defRPr kumimoji="0" lang="en-US" b="1" spc="0" normalizeH="0" baseline="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algn="l">
              <a:defRPr/>
            </a:pPr>
            <a:r>
              <a:rPr lang="en-US" sz="1400" dirty="0">
                <a:solidFill>
                  <a:srgbClr val="47413D"/>
                </a:solidFill>
                <a:latin typeface="+mn-lt"/>
              </a:rPr>
              <a:t>Impact</a:t>
            </a:r>
            <a:endParaRPr lang="en-IN" sz="1400" dirty="0">
              <a:solidFill>
                <a:srgbClr val="47413D"/>
              </a:solidFill>
              <a:latin typeface="+mn-lt"/>
            </a:endParaRPr>
          </a:p>
        </p:txBody>
      </p:sp>
      <p:sp>
        <p:nvSpPr>
          <p:cNvPr id="25" name="Text Placeholder 24">
            <a:extLst>
              <a:ext uri="{FF2B5EF4-FFF2-40B4-BE49-F238E27FC236}">
                <a16:creationId xmlns:a16="http://schemas.microsoft.com/office/drawing/2014/main" xmlns="" id="{3069DD77-514E-A4EF-9422-DD760605E2A7}"/>
              </a:ext>
            </a:extLst>
          </p:cNvPr>
          <p:cNvSpPr>
            <a:spLocks noGrp="1"/>
          </p:cNvSpPr>
          <p:nvPr>
            <p:ph type="body" sz="quarter" idx="19"/>
          </p:nvPr>
        </p:nvSpPr>
        <p:spPr>
          <a:xfrm>
            <a:off x="5050831" y="1036357"/>
            <a:ext cx="6576019" cy="1015880"/>
          </a:xfrm>
        </p:spPr>
        <p:txBody>
          <a:bodyPr/>
          <a:lstStyle>
            <a:lvl1pPr marL="182880" indent="-182880">
              <a:lnSpc>
                <a:spcPct val="100000"/>
              </a:lnSpc>
              <a:spcBef>
                <a:spcPts val="0"/>
              </a:spcBef>
              <a:buFont typeface="Arial" panose="020B0604020202020204" pitchFamily="34" charset="0"/>
              <a:buChar char="•"/>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Click to edit Master text styles</a:t>
            </a:r>
          </a:p>
        </p:txBody>
      </p:sp>
      <p:sp>
        <p:nvSpPr>
          <p:cNvPr id="27" name="Text Placeholder 24">
            <a:extLst>
              <a:ext uri="{FF2B5EF4-FFF2-40B4-BE49-F238E27FC236}">
                <a16:creationId xmlns:a16="http://schemas.microsoft.com/office/drawing/2014/main" xmlns="" id="{B19AFB08-B154-3AE2-9763-B7A80F0CD723}"/>
              </a:ext>
            </a:extLst>
          </p:cNvPr>
          <p:cNvSpPr>
            <a:spLocks noGrp="1"/>
          </p:cNvSpPr>
          <p:nvPr>
            <p:ph type="body" sz="quarter" idx="20"/>
          </p:nvPr>
        </p:nvSpPr>
        <p:spPr>
          <a:xfrm>
            <a:off x="5050831" y="2870699"/>
            <a:ext cx="6576019" cy="1015880"/>
          </a:xfrm>
        </p:spPr>
        <p:txBody>
          <a:bodyPr/>
          <a:lstStyle>
            <a:lvl1pPr marL="182880" indent="-182880">
              <a:lnSpc>
                <a:spcPct val="100000"/>
              </a:lnSpc>
              <a:spcBef>
                <a:spcPts val="0"/>
              </a:spcBef>
              <a:buFont typeface="Arial" panose="020B0604020202020204" pitchFamily="34" charset="0"/>
              <a:buChar char="•"/>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Click to edit Master text styles</a:t>
            </a:r>
          </a:p>
        </p:txBody>
      </p:sp>
      <p:sp>
        <p:nvSpPr>
          <p:cNvPr id="8" name="Rectangle 7">
            <a:extLst>
              <a:ext uri="{FF2B5EF4-FFF2-40B4-BE49-F238E27FC236}">
                <a16:creationId xmlns:a16="http://schemas.microsoft.com/office/drawing/2014/main" xmlns="" id="{1580CECB-9733-8E17-F7D6-AEBC84C01F54}"/>
              </a:ext>
            </a:extLst>
          </p:cNvPr>
          <p:cNvSpPr/>
          <p:nvPr userDrawn="1"/>
        </p:nvSpPr>
        <p:spPr>
          <a:xfrm>
            <a:off x="4304260" y="1"/>
            <a:ext cx="7927848"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aphicFrame>
        <p:nvGraphicFramePr>
          <p:cNvPr id="9" name="think-cell data - do not delete" hidden="1">
            <a:extLst>
              <a:ext uri="{FF2B5EF4-FFF2-40B4-BE49-F238E27FC236}">
                <a16:creationId xmlns:a16="http://schemas.microsoft.com/office/drawing/2014/main" xmlns=""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210738198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1985" name="think-cell Slide" r:id="rId10" imgW="7772400" imgH="10058400" progId="TCLayout.ActiveDocument.1">
                  <p:embed/>
                </p:oleObj>
              </mc:Choice>
              <mc:Fallback>
                <p:oleObj name="think-cell Slide" r:id="rId10"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a16="http://schemas.microsoft.com/office/drawing/2014/main" xmlns=""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14" name="TextBox 13">
            <a:extLst>
              <a:ext uri="{FF2B5EF4-FFF2-40B4-BE49-F238E27FC236}">
                <a16:creationId xmlns:a16="http://schemas.microsoft.com/office/drawing/2014/main" xmlns="" id="{FC8B8D77-6DA4-6ED0-5E89-D7CC77BD7E80}"/>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cxnSp>
        <p:nvCxnSpPr>
          <p:cNvPr id="17" name="Straight Connector 16">
            <a:extLst>
              <a:ext uri="{FF2B5EF4-FFF2-40B4-BE49-F238E27FC236}">
                <a16:creationId xmlns:a16="http://schemas.microsoft.com/office/drawing/2014/main" xmlns="" id="{7DED35B3-FE32-22B2-FE4B-F71536D0475E}"/>
              </a:ext>
            </a:extLst>
          </p:cNvPr>
          <p:cNvCxnSpPr>
            <a:cxnSpLocks/>
          </p:cNvCxnSpPr>
          <p:nvPr userDrawn="1"/>
        </p:nvCxnSpPr>
        <p:spPr>
          <a:xfrm>
            <a:off x="4985641" y="558800"/>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a16="http://schemas.microsoft.com/office/drawing/2014/main" xmlns="" id="{BF19F648-E713-19E4-8E80-E336B132E799}"/>
              </a:ext>
            </a:extLst>
          </p:cNvPr>
          <p:cNvPicPr>
            <a:picLocks noChangeAspect="1"/>
          </p:cNvPicPr>
          <p:nvPr userDrawn="1"/>
        </p:nvPicPr>
        <p:blipFill>
          <a:blip r:embed="rId7">
            <a:duotone>
              <a:schemeClr val="accent1">
                <a:shade val="45000"/>
                <a:satMod val="135000"/>
              </a:schemeClr>
              <a:prstClr val="white"/>
            </a:duotone>
          </a:blip>
          <a:stretch>
            <a:fillRect/>
          </a:stretch>
        </p:blipFill>
        <p:spPr>
          <a:xfrm>
            <a:off x="4507657" y="623103"/>
            <a:ext cx="304706" cy="304706"/>
          </a:xfrm>
          <a:prstGeom prst="rect">
            <a:avLst/>
          </a:prstGeom>
        </p:spPr>
      </p:pic>
      <p:cxnSp>
        <p:nvCxnSpPr>
          <p:cNvPr id="19" name="Straight Connector 18">
            <a:extLst>
              <a:ext uri="{FF2B5EF4-FFF2-40B4-BE49-F238E27FC236}">
                <a16:creationId xmlns:a16="http://schemas.microsoft.com/office/drawing/2014/main" xmlns="" id="{AE27C355-0CBF-1E79-F265-A00BA34BBCBF}"/>
              </a:ext>
            </a:extLst>
          </p:cNvPr>
          <p:cNvCxnSpPr>
            <a:cxnSpLocks/>
          </p:cNvCxnSpPr>
          <p:nvPr userDrawn="1"/>
        </p:nvCxnSpPr>
        <p:spPr>
          <a:xfrm>
            <a:off x="4985641" y="2393142"/>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xmlns="" id="{56B8D5F7-A361-8AD4-52B8-082036B1721F}"/>
              </a:ext>
            </a:extLst>
          </p:cNvPr>
          <p:cNvCxnSpPr>
            <a:cxnSpLocks/>
          </p:cNvCxnSpPr>
          <p:nvPr userDrawn="1"/>
        </p:nvCxnSpPr>
        <p:spPr>
          <a:xfrm>
            <a:off x="4985641" y="4610063"/>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21" name="Picture 20">
            <a:extLst>
              <a:ext uri="{FF2B5EF4-FFF2-40B4-BE49-F238E27FC236}">
                <a16:creationId xmlns:a16="http://schemas.microsoft.com/office/drawing/2014/main" xmlns="" id="{D9214AAD-F1D4-D149-48E4-A4CA0897E294}"/>
              </a:ext>
            </a:extLst>
          </p:cNvPr>
          <p:cNvPicPr>
            <a:picLocks noChangeAspect="1"/>
          </p:cNvPicPr>
          <p:nvPr userDrawn="1"/>
        </p:nvPicPr>
        <p:blipFill>
          <a:blip r:embed="rId8">
            <a:duotone>
              <a:schemeClr val="accent1">
                <a:shade val="45000"/>
                <a:satMod val="135000"/>
              </a:schemeClr>
              <a:prstClr val="white"/>
            </a:duotone>
          </a:blip>
          <a:stretch>
            <a:fillRect/>
          </a:stretch>
        </p:blipFill>
        <p:spPr>
          <a:xfrm>
            <a:off x="4507657" y="4674366"/>
            <a:ext cx="304706" cy="304706"/>
          </a:xfrm>
          <a:prstGeom prst="rect">
            <a:avLst/>
          </a:prstGeom>
        </p:spPr>
      </p:pic>
      <p:pic>
        <p:nvPicPr>
          <p:cNvPr id="24" name="Picture 23">
            <a:extLst>
              <a:ext uri="{FF2B5EF4-FFF2-40B4-BE49-F238E27FC236}">
                <a16:creationId xmlns:a16="http://schemas.microsoft.com/office/drawing/2014/main" xmlns="" id="{97757A16-D1D2-AF1B-D2D6-6B02D3A65248}"/>
              </a:ext>
            </a:extLst>
          </p:cNvPr>
          <p:cNvPicPr>
            <a:picLocks noChangeAspect="1"/>
          </p:cNvPicPr>
          <p:nvPr userDrawn="1"/>
        </p:nvPicPr>
        <p:blipFill>
          <a:blip r:embed="rId9">
            <a:duotone>
              <a:schemeClr val="accent1">
                <a:shade val="45000"/>
                <a:satMod val="135000"/>
              </a:schemeClr>
              <a:prstClr val="white"/>
            </a:duotone>
          </a:blip>
          <a:stretch>
            <a:fillRect/>
          </a:stretch>
        </p:blipFill>
        <p:spPr>
          <a:xfrm>
            <a:off x="4507657" y="2457445"/>
            <a:ext cx="304706" cy="304706"/>
          </a:xfrm>
          <a:prstGeom prst="rect">
            <a:avLst/>
          </a:prstGeom>
        </p:spPr>
      </p:pic>
    </p:spTree>
    <p:extLst>
      <p:ext uri="{BB962C8B-B14F-4D97-AF65-F5344CB8AC3E}">
        <p14:creationId xmlns:p14="http://schemas.microsoft.com/office/powerpoint/2010/main" val="4223079547"/>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p:cSld name="2_Cas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25457857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300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474616600"/>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Cas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407402527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402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0" name="Picture Placeholder 9">
            <a:extLst>
              <a:ext uri="{FF2B5EF4-FFF2-40B4-BE49-F238E27FC236}">
                <a16:creationId xmlns:a16="http://schemas.microsoft.com/office/drawing/2014/main" xmlns="" id="{4D7F28B9-3CD7-58BB-E8E5-1B72C75CB7B0}"/>
              </a:ext>
            </a:extLst>
          </p:cNvPr>
          <p:cNvSpPr>
            <a:spLocks noGrp="1"/>
          </p:cNvSpPr>
          <p:nvPr>
            <p:ph type="pic" sz="quarter" idx="12"/>
          </p:nvPr>
        </p:nvSpPr>
        <p:spPr>
          <a:xfrm>
            <a:off x="4267200" y="-1"/>
            <a:ext cx="7927848" cy="6857999"/>
          </a:xfrm>
          <a:solidFill>
            <a:srgbClr val="DAD2CB"/>
          </a:solidFill>
        </p:spPr>
        <p:txBody>
          <a:bodyPr/>
          <a:lstStyle/>
          <a:p>
            <a:r>
              <a:rPr lang="en-US"/>
              <a:t>Click icon to add picture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591070875"/>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Case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307996809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504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3" name="Picture Placeholder 9">
            <a:extLst>
              <a:ext uri="{FF2B5EF4-FFF2-40B4-BE49-F238E27FC236}">
                <a16:creationId xmlns:a16="http://schemas.microsoft.com/office/drawing/2014/main" xmlns="" id="{5C6055F8-9989-D9E2-3C90-326C85A7A212}"/>
              </a:ext>
            </a:extLst>
          </p:cNvPr>
          <p:cNvSpPr>
            <a:spLocks noGrp="1"/>
          </p:cNvSpPr>
          <p:nvPr>
            <p:ph type="pic" sz="quarter" idx="12"/>
          </p:nvPr>
        </p:nvSpPr>
        <p:spPr>
          <a:xfrm>
            <a:off x="4267200" y="-1"/>
            <a:ext cx="7927848" cy="6857999"/>
          </a:xfrm>
          <a:solidFill>
            <a:srgbClr val="2F2C29"/>
          </a:solidFill>
        </p:spPr>
        <p:txBody>
          <a:bodyPr/>
          <a:lstStyle/>
          <a:p>
            <a:r>
              <a:rPr lang="en-US"/>
              <a:t>Click icon to add picture</a:t>
            </a:r>
          </a:p>
        </p:txBody>
      </p:sp>
    </p:spTree>
    <p:extLst>
      <p:ext uri="{BB962C8B-B14F-4D97-AF65-F5344CB8AC3E}">
        <p14:creationId xmlns:p14="http://schemas.microsoft.com/office/powerpoint/2010/main" val="808329495"/>
      </p:ext>
    </p:extLst>
  </p:cSld>
  <p:clrMapOvr>
    <a:overrideClrMapping bg1="dk1" tx1="lt1" bg2="dk2" tx2="lt2" accent1="accent1" accent2="accent2" accent3="accent3" accent4="accent4" accent5="accent5" accent6="accent6" hlink="hlink" folHlink="folHlink"/>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Case, mobile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2113273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607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4" name="Picture 33">
            <a:extLst>
              <a:ext uri="{FF2B5EF4-FFF2-40B4-BE49-F238E27FC236}">
                <a16:creationId xmlns:a16="http://schemas.microsoft.com/office/drawing/2014/main" xmlns="" id="{669AC99F-9E1F-AA4F-D805-0DA4D123B8E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486657" y="967796"/>
            <a:ext cx="2316555" cy="4935841"/>
          </a:xfrm>
          <a:prstGeom prst="rect">
            <a:avLst/>
          </a:prstGeom>
        </p:spPr>
      </p:pic>
      <p:pic>
        <p:nvPicPr>
          <p:cNvPr id="35" name="Picture 34">
            <a:extLst>
              <a:ext uri="{FF2B5EF4-FFF2-40B4-BE49-F238E27FC236}">
                <a16:creationId xmlns:a16="http://schemas.microsoft.com/office/drawing/2014/main" xmlns="" id="{69C7691F-1149-9C9C-9465-09104B41577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061335" y="967796"/>
            <a:ext cx="2316555" cy="4935841"/>
          </a:xfrm>
          <a:prstGeom prst="rect">
            <a:avLst/>
          </a:prstGeom>
        </p:spPr>
      </p:pic>
      <p:pic>
        <p:nvPicPr>
          <p:cNvPr id="36" name="Picture 35">
            <a:extLst>
              <a:ext uri="{FF2B5EF4-FFF2-40B4-BE49-F238E27FC236}">
                <a16:creationId xmlns:a16="http://schemas.microsoft.com/office/drawing/2014/main" xmlns="" id="{1970DA38-8844-7E04-11C7-1715CD52AED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631865" y="967796"/>
            <a:ext cx="2316555" cy="4935841"/>
          </a:xfrm>
          <a:prstGeom prst="rect">
            <a:avLst/>
          </a:prstGeom>
        </p:spPr>
      </p:pic>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a16="http://schemas.microsoft.com/office/drawing/2014/main" xmlns="" id="{1B2A1423-4B70-2BC1-DC51-7E074E13C985}"/>
              </a:ext>
            </a:extLst>
          </p:cNvPr>
          <p:cNvSpPr>
            <a:spLocks noGrp="1"/>
          </p:cNvSpPr>
          <p:nvPr>
            <p:ph type="pic" sz="quarter" idx="14"/>
          </p:nvPr>
        </p:nvSpPr>
        <p:spPr>
          <a:xfrm>
            <a:off x="4584700"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8" name="Picture Placeholder 8">
            <a:extLst>
              <a:ext uri="{FF2B5EF4-FFF2-40B4-BE49-F238E27FC236}">
                <a16:creationId xmlns:a16="http://schemas.microsoft.com/office/drawing/2014/main" xmlns="" id="{BBC75C68-F35A-EB20-E1B4-6BB6CC31F183}"/>
              </a:ext>
            </a:extLst>
          </p:cNvPr>
          <p:cNvSpPr>
            <a:spLocks noGrp="1"/>
          </p:cNvSpPr>
          <p:nvPr>
            <p:ph type="pic" sz="quarter" idx="15"/>
          </p:nvPr>
        </p:nvSpPr>
        <p:spPr>
          <a:xfrm>
            <a:off x="716771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9" name="Picture Placeholder 8">
            <a:extLst>
              <a:ext uri="{FF2B5EF4-FFF2-40B4-BE49-F238E27FC236}">
                <a16:creationId xmlns:a16="http://schemas.microsoft.com/office/drawing/2014/main" xmlns="" id="{D0DE5F3A-508C-BF15-E5FE-9DC32F0E4F86}"/>
              </a:ext>
            </a:extLst>
          </p:cNvPr>
          <p:cNvSpPr>
            <a:spLocks noGrp="1"/>
          </p:cNvSpPr>
          <p:nvPr>
            <p:ph type="pic" sz="quarter" idx="16"/>
          </p:nvPr>
        </p:nvSpPr>
        <p:spPr>
          <a:xfrm>
            <a:off x="973070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1784746153"/>
      </p:ext>
    </p:extLst>
  </p:cSld>
  <p:clrMapOvr>
    <a:overrideClrMapping bg1="lt1" tx1="dk1" bg2="lt2" tx2="dk2" accent1="accent1" accent2="accent2" accent3="accent3" accent4="accent4" accent5="accent5" accent6="accent6" hlink="hlink" folHlink="folHlink"/>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Case, mobile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30903947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709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4" name="Picture 33">
            <a:extLst>
              <a:ext uri="{FF2B5EF4-FFF2-40B4-BE49-F238E27FC236}">
                <a16:creationId xmlns:a16="http://schemas.microsoft.com/office/drawing/2014/main" xmlns="" id="{669AC99F-9E1F-AA4F-D805-0DA4D123B8E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486657" y="967796"/>
            <a:ext cx="2316555" cy="4935841"/>
          </a:xfrm>
          <a:prstGeom prst="rect">
            <a:avLst/>
          </a:prstGeom>
        </p:spPr>
      </p:pic>
      <p:pic>
        <p:nvPicPr>
          <p:cNvPr id="35" name="Picture 34">
            <a:extLst>
              <a:ext uri="{FF2B5EF4-FFF2-40B4-BE49-F238E27FC236}">
                <a16:creationId xmlns:a16="http://schemas.microsoft.com/office/drawing/2014/main" xmlns="" id="{69C7691F-1149-9C9C-9465-09104B41577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061335" y="967796"/>
            <a:ext cx="2316555" cy="4935841"/>
          </a:xfrm>
          <a:prstGeom prst="rect">
            <a:avLst/>
          </a:prstGeom>
        </p:spPr>
      </p:pic>
      <p:pic>
        <p:nvPicPr>
          <p:cNvPr id="36" name="Picture 35">
            <a:extLst>
              <a:ext uri="{FF2B5EF4-FFF2-40B4-BE49-F238E27FC236}">
                <a16:creationId xmlns:a16="http://schemas.microsoft.com/office/drawing/2014/main" xmlns="" id="{1970DA38-8844-7E04-11C7-1715CD52AED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631865" y="967796"/>
            <a:ext cx="2316555" cy="4935841"/>
          </a:xfrm>
          <a:prstGeom prst="rect">
            <a:avLst/>
          </a:prstGeom>
        </p:spPr>
      </p:pic>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a16="http://schemas.microsoft.com/office/drawing/2014/main" xmlns="" id="{1B2A1423-4B70-2BC1-DC51-7E074E13C985}"/>
              </a:ext>
            </a:extLst>
          </p:cNvPr>
          <p:cNvSpPr>
            <a:spLocks noGrp="1"/>
          </p:cNvSpPr>
          <p:nvPr>
            <p:ph type="pic" sz="quarter" idx="14"/>
          </p:nvPr>
        </p:nvSpPr>
        <p:spPr>
          <a:xfrm>
            <a:off x="4584700"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8" name="Picture Placeholder 8">
            <a:extLst>
              <a:ext uri="{FF2B5EF4-FFF2-40B4-BE49-F238E27FC236}">
                <a16:creationId xmlns:a16="http://schemas.microsoft.com/office/drawing/2014/main" xmlns="" id="{BBC75C68-F35A-EB20-E1B4-6BB6CC31F183}"/>
              </a:ext>
            </a:extLst>
          </p:cNvPr>
          <p:cNvSpPr>
            <a:spLocks noGrp="1"/>
          </p:cNvSpPr>
          <p:nvPr>
            <p:ph type="pic" sz="quarter" idx="15"/>
          </p:nvPr>
        </p:nvSpPr>
        <p:spPr>
          <a:xfrm>
            <a:off x="716771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9" name="Picture Placeholder 8">
            <a:extLst>
              <a:ext uri="{FF2B5EF4-FFF2-40B4-BE49-F238E27FC236}">
                <a16:creationId xmlns:a16="http://schemas.microsoft.com/office/drawing/2014/main" xmlns="" id="{D0DE5F3A-508C-BF15-E5FE-9DC32F0E4F86}"/>
              </a:ext>
            </a:extLst>
          </p:cNvPr>
          <p:cNvSpPr>
            <a:spLocks noGrp="1"/>
          </p:cNvSpPr>
          <p:nvPr>
            <p:ph type="pic" sz="quarter" idx="16"/>
          </p:nvPr>
        </p:nvSpPr>
        <p:spPr>
          <a:xfrm>
            <a:off x="973070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2493304497"/>
      </p:ext>
    </p:extLst>
  </p:cSld>
  <p:clrMapOvr>
    <a:overrideClrMapping bg1="dk1" tx1="lt1" bg2="dk2" tx2="lt2" accent1="accent1" accent2="accent2" accent3="accent3" accent4="accent4" accent5="accent5" accent6="accent6" hlink="hlink" folHlink="folHlink"/>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Case, laptop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62292197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812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xmlns="" id="{718121F4-F386-EB6F-41E4-6D1400E6145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a:fillRect/>
          </a:stretch>
        </p:blipFill>
        <p:spPr>
          <a:xfrm>
            <a:off x="4419600" y="963611"/>
            <a:ext cx="7772400" cy="4333788"/>
          </a:xfrm>
          <a:custGeom>
            <a:avLst/>
            <a:gdLst>
              <a:gd name="csX0" fmla="*/ 967795 w 7772400"/>
              <a:gd name="csY0" fmla="*/ 137674 h 4333788"/>
              <a:gd name="csX1" fmla="*/ 866565 w 7772400"/>
              <a:gd name="csY1" fmla="*/ 238904 h 4333788"/>
              <a:gd name="csX2" fmla="*/ 866565 w 7772400"/>
              <a:gd name="csY2" fmla="*/ 4068926 h 4333788"/>
              <a:gd name="csX3" fmla="*/ 6906944 w 7772400"/>
              <a:gd name="csY3" fmla="*/ 4068926 h 4333788"/>
              <a:gd name="csX4" fmla="*/ 6906944 w 7772400"/>
              <a:gd name="csY4" fmla="*/ 238904 h 4333788"/>
              <a:gd name="csX5" fmla="*/ 6805714 w 7772400"/>
              <a:gd name="csY5" fmla="*/ 137674 h 4333788"/>
              <a:gd name="csX6" fmla="*/ 0 w 7772400"/>
              <a:gd name="csY6" fmla="*/ 0 h 4333788"/>
              <a:gd name="csX7" fmla="*/ 7772400 w 7772400"/>
              <a:gd name="csY7" fmla="*/ 0 h 4333788"/>
              <a:gd name="csX8" fmla="*/ 7772400 w 7772400"/>
              <a:gd name="csY8" fmla="*/ 4333788 h 4333788"/>
              <a:gd name="csX9" fmla="*/ 0 w 7772400"/>
              <a:gd name="csY9" fmla="*/ 4333788 h 4333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772400" h="4333788">
                <a:moveTo>
                  <a:pt x="967795" y="137674"/>
                </a:moveTo>
                <a:cubicBezTo>
                  <a:pt x="911887" y="137674"/>
                  <a:pt x="866565" y="182996"/>
                  <a:pt x="866565" y="238904"/>
                </a:cubicBezTo>
                <a:lnTo>
                  <a:pt x="866565" y="4068926"/>
                </a:lnTo>
                <a:lnTo>
                  <a:pt x="6906944" y="4068926"/>
                </a:lnTo>
                <a:lnTo>
                  <a:pt x="6906944" y="238904"/>
                </a:lnTo>
                <a:cubicBezTo>
                  <a:pt x="6906944" y="182996"/>
                  <a:pt x="6861622" y="137674"/>
                  <a:pt x="6805714" y="137674"/>
                </a:cubicBezTo>
                <a:close/>
                <a:moveTo>
                  <a:pt x="0" y="0"/>
                </a:moveTo>
                <a:lnTo>
                  <a:pt x="7772400" y="0"/>
                </a:lnTo>
                <a:lnTo>
                  <a:pt x="7772400" y="4333788"/>
                </a:lnTo>
                <a:lnTo>
                  <a:pt x="0" y="4333788"/>
                </a:lnTo>
                <a:close/>
              </a:path>
            </a:pathLst>
          </a:custGeom>
        </p:spPr>
      </p:pic>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a16="http://schemas.microsoft.com/office/drawing/2014/main" xmlns="" id="{1B2A1423-4B70-2BC1-DC51-7E074E13C985}"/>
              </a:ext>
            </a:extLst>
          </p:cNvPr>
          <p:cNvSpPr>
            <a:spLocks noGrp="1"/>
          </p:cNvSpPr>
          <p:nvPr>
            <p:ph type="pic" sz="quarter" idx="14"/>
          </p:nvPr>
        </p:nvSpPr>
        <p:spPr>
          <a:xfrm>
            <a:off x="5286166" y="1101285"/>
            <a:ext cx="6040380" cy="3931252"/>
          </a:xfrm>
          <a:prstGeom prst="round2SameRect">
            <a:avLst>
              <a:gd name="adj1" fmla="val 3015"/>
              <a:gd name="adj2" fmla="val 0"/>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2842190896"/>
      </p:ext>
    </p:extLst>
  </p:cSld>
  <p:clrMapOvr>
    <a:overrideClrMapping bg1="lt1" tx1="dk1" bg2="lt2" tx2="dk2" accent1="accent1" accent2="accent2" accent3="accent3" accent4="accent4" accent5="accent5" accent6="accent6" hlink="hlink" folHlink="folHlink"/>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Case, laptop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7405784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914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xmlns="" id="{718121F4-F386-EB6F-41E4-6D1400E6145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a:fillRect/>
          </a:stretch>
        </p:blipFill>
        <p:spPr>
          <a:xfrm>
            <a:off x="4419600" y="963611"/>
            <a:ext cx="7772400" cy="4333788"/>
          </a:xfrm>
          <a:custGeom>
            <a:avLst/>
            <a:gdLst>
              <a:gd name="csX0" fmla="*/ 967795 w 7772400"/>
              <a:gd name="csY0" fmla="*/ 137674 h 4333788"/>
              <a:gd name="csX1" fmla="*/ 866565 w 7772400"/>
              <a:gd name="csY1" fmla="*/ 238904 h 4333788"/>
              <a:gd name="csX2" fmla="*/ 866565 w 7772400"/>
              <a:gd name="csY2" fmla="*/ 4068926 h 4333788"/>
              <a:gd name="csX3" fmla="*/ 6906944 w 7772400"/>
              <a:gd name="csY3" fmla="*/ 4068926 h 4333788"/>
              <a:gd name="csX4" fmla="*/ 6906944 w 7772400"/>
              <a:gd name="csY4" fmla="*/ 238904 h 4333788"/>
              <a:gd name="csX5" fmla="*/ 6805714 w 7772400"/>
              <a:gd name="csY5" fmla="*/ 137674 h 4333788"/>
              <a:gd name="csX6" fmla="*/ 0 w 7772400"/>
              <a:gd name="csY6" fmla="*/ 0 h 4333788"/>
              <a:gd name="csX7" fmla="*/ 7772400 w 7772400"/>
              <a:gd name="csY7" fmla="*/ 0 h 4333788"/>
              <a:gd name="csX8" fmla="*/ 7772400 w 7772400"/>
              <a:gd name="csY8" fmla="*/ 4333788 h 4333788"/>
              <a:gd name="csX9" fmla="*/ 0 w 7772400"/>
              <a:gd name="csY9" fmla="*/ 4333788 h 4333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772400" h="4333788">
                <a:moveTo>
                  <a:pt x="967795" y="137674"/>
                </a:moveTo>
                <a:cubicBezTo>
                  <a:pt x="911887" y="137674"/>
                  <a:pt x="866565" y="182996"/>
                  <a:pt x="866565" y="238904"/>
                </a:cubicBezTo>
                <a:lnTo>
                  <a:pt x="866565" y="4068926"/>
                </a:lnTo>
                <a:lnTo>
                  <a:pt x="6906944" y="4068926"/>
                </a:lnTo>
                <a:lnTo>
                  <a:pt x="6906944" y="238904"/>
                </a:lnTo>
                <a:cubicBezTo>
                  <a:pt x="6906944" y="182996"/>
                  <a:pt x="6861622" y="137674"/>
                  <a:pt x="6805714" y="137674"/>
                </a:cubicBezTo>
                <a:close/>
                <a:moveTo>
                  <a:pt x="0" y="0"/>
                </a:moveTo>
                <a:lnTo>
                  <a:pt x="7772400" y="0"/>
                </a:lnTo>
                <a:lnTo>
                  <a:pt x="7772400" y="4333788"/>
                </a:lnTo>
                <a:lnTo>
                  <a:pt x="0" y="4333788"/>
                </a:lnTo>
                <a:close/>
              </a:path>
            </a:pathLst>
          </a:custGeom>
        </p:spPr>
      </p:pic>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a16="http://schemas.microsoft.com/office/drawing/2014/main" xmlns="" id="{1B2A1423-4B70-2BC1-DC51-7E074E13C985}"/>
              </a:ext>
            </a:extLst>
          </p:cNvPr>
          <p:cNvSpPr>
            <a:spLocks noGrp="1"/>
          </p:cNvSpPr>
          <p:nvPr>
            <p:ph type="pic" sz="quarter" idx="14"/>
          </p:nvPr>
        </p:nvSpPr>
        <p:spPr>
          <a:xfrm>
            <a:off x="5286166" y="1101285"/>
            <a:ext cx="6040380" cy="3931252"/>
          </a:xfrm>
          <a:prstGeom prst="round2SameRect">
            <a:avLst>
              <a:gd name="adj1" fmla="val 3015"/>
              <a:gd name="adj2" fmla="val 0"/>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28778206"/>
      </p:ext>
    </p:extLst>
  </p:cSld>
  <p:clrMapOvr>
    <a:overrideClrMapping bg1="dk1" tx1="lt1" bg2="dk2" tx2="lt2" accent1="accent1" accent2="accent2" accent3="accent3" accent4="accent4" accent5="accent5" accent6="accent6" hlink="hlink" folHlink="folHlink"/>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Case, Social Media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43345244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016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6250327" y="460374"/>
            <a:ext cx="3473111" cy="1006475"/>
          </a:xfrm>
        </p:spPr>
        <p:txBody>
          <a:bodyPr/>
          <a:lstStyle>
            <a:lvl1pPr>
              <a:defRPr b="1"/>
            </a:lvl1pPr>
            <a:lvl2pPr marL="0" indent="0">
              <a:spcBef>
                <a:spcPts val="0"/>
              </a:spcBef>
              <a:buNone/>
              <a:defRPr>
                <a:solidFill>
                  <a:srgbClr val="8E867E"/>
                </a:solidFill>
              </a:defRPr>
            </a:lvl2pPr>
          </a:lstStyle>
          <a:p>
            <a:pPr lvl="0"/>
            <a:r>
              <a:rPr lang="en-US"/>
              <a:t>Click to edit Master text styles</a:t>
            </a:r>
          </a:p>
          <a:p>
            <a:pPr lvl="1"/>
            <a:r>
              <a:rPr lang="en-US"/>
              <a:t>Second level</a:t>
            </a:r>
          </a:p>
        </p:txBody>
      </p:sp>
      <p:pic>
        <p:nvPicPr>
          <p:cNvPr id="6" name="Graphic 5">
            <a:extLst>
              <a:ext uri="{FF2B5EF4-FFF2-40B4-BE49-F238E27FC236}">
                <a16:creationId xmlns:a16="http://schemas.microsoft.com/office/drawing/2014/main" xmlns="" id="{25E49CCA-F737-5786-8174-B0564AEC1647}"/>
              </a:ext>
            </a:extLst>
          </p:cNvPr>
          <p:cNvPicPr>
            <a:picLocks noChangeAspect="1"/>
          </p:cNvPicPr>
          <p:nvPr userDrawn="1"/>
        </p:nvPicPr>
        <p:blipFill>
          <a:blip>
            <a:extLst>
              <a:ext uri="{96DAC541-7B7A-43D3-8B79-37D633B846F1}">
                <asvg:svgBlip xmlns:asvg="http://schemas.microsoft.com/office/drawing/2016/SVG/main" xmlns="" r:embed="rId6"/>
              </a:ext>
            </a:extLst>
          </a:blip>
          <a:srcRect/>
          <a:stretch/>
        </p:blipFill>
        <p:spPr>
          <a:xfrm>
            <a:off x="2989882" y="1768475"/>
            <a:ext cx="2956893" cy="3721606"/>
          </a:xfrm>
          <a:prstGeom prst="rect">
            <a:avLst/>
          </a:prstGeom>
        </p:spPr>
      </p:pic>
      <p:pic>
        <p:nvPicPr>
          <p:cNvPr id="8" name="Graphic 7">
            <a:extLst>
              <a:ext uri="{FF2B5EF4-FFF2-40B4-BE49-F238E27FC236}">
                <a16:creationId xmlns:a16="http://schemas.microsoft.com/office/drawing/2014/main" xmlns="" id="{226AC344-E1CE-70B2-B97E-30637E49AB07}"/>
              </a:ext>
            </a:extLst>
          </p:cNvPr>
          <p:cNvPicPr>
            <a:picLocks noChangeAspect="1"/>
          </p:cNvPicPr>
          <p:nvPr userDrawn="1"/>
        </p:nvPicPr>
        <p:blipFill>
          <a:blip>
            <a:extLst>
              <a:ext uri="{96DAC541-7B7A-43D3-8B79-37D633B846F1}">
                <asvg:svgBlip xmlns:asvg="http://schemas.microsoft.com/office/drawing/2016/SVG/main" xmlns="" r:embed="rId6"/>
              </a:ext>
            </a:extLst>
          </a:blip>
          <a:srcRect/>
          <a:stretch/>
        </p:blipFill>
        <p:spPr>
          <a:xfrm>
            <a:off x="6249613" y="1768475"/>
            <a:ext cx="2956893" cy="3721606"/>
          </a:xfrm>
          <a:prstGeom prst="rect">
            <a:avLst/>
          </a:prstGeom>
        </p:spPr>
      </p:pic>
      <p:pic>
        <p:nvPicPr>
          <p:cNvPr id="9" name="Graphic 8">
            <a:extLst>
              <a:ext uri="{FF2B5EF4-FFF2-40B4-BE49-F238E27FC236}">
                <a16:creationId xmlns:a16="http://schemas.microsoft.com/office/drawing/2014/main" xmlns="" id="{FCEB8D3E-A5C6-310F-74E2-78E550DF1E71}"/>
              </a:ext>
            </a:extLst>
          </p:cNvPr>
          <p:cNvPicPr>
            <a:picLocks noChangeAspect="1"/>
          </p:cNvPicPr>
          <p:nvPr userDrawn="1"/>
        </p:nvPicPr>
        <p:blipFill>
          <a:blip>
            <a:extLst>
              <a:ext uri="{96DAC541-7B7A-43D3-8B79-37D633B846F1}">
                <asvg:svgBlip xmlns:asvg="http://schemas.microsoft.com/office/drawing/2016/SVG/main" xmlns="" r:embed="rId6"/>
              </a:ext>
            </a:extLst>
          </a:blip>
          <a:srcRect/>
          <a:stretch/>
        </p:blipFill>
        <p:spPr>
          <a:xfrm>
            <a:off x="-269850" y="1768475"/>
            <a:ext cx="2956893" cy="3721606"/>
          </a:xfrm>
          <a:prstGeom prst="rect">
            <a:avLst/>
          </a:prstGeom>
        </p:spPr>
      </p:pic>
      <p:pic>
        <p:nvPicPr>
          <p:cNvPr id="10" name="Graphic 9">
            <a:extLst>
              <a:ext uri="{FF2B5EF4-FFF2-40B4-BE49-F238E27FC236}">
                <a16:creationId xmlns:a16="http://schemas.microsoft.com/office/drawing/2014/main" xmlns="" id="{47F66854-B8B3-FA25-DFD9-036CBFA383D7}"/>
              </a:ext>
            </a:extLst>
          </p:cNvPr>
          <p:cNvPicPr>
            <a:picLocks noChangeAspect="1"/>
          </p:cNvPicPr>
          <p:nvPr userDrawn="1"/>
        </p:nvPicPr>
        <p:blipFill>
          <a:blip>
            <a:extLst>
              <a:ext uri="{96DAC541-7B7A-43D3-8B79-37D633B846F1}">
                <asvg:svgBlip xmlns:asvg="http://schemas.microsoft.com/office/drawing/2016/SVG/main" xmlns="" r:embed="rId6"/>
              </a:ext>
            </a:extLst>
          </a:blip>
          <a:srcRect/>
          <a:stretch/>
        </p:blipFill>
        <p:spPr>
          <a:xfrm>
            <a:off x="9509344" y="1768475"/>
            <a:ext cx="2956893" cy="3721606"/>
          </a:xfrm>
          <a:prstGeom prst="rect">
            <a:avLst/>
          </a:prstGeom>
        </p:spPr>
      </p:pic>
      <p:sp>
        <p:nvSpPr>
          <p:cNvPr id="13" name="Picture Placeholder 12">
            <a:extLst>
              <a:ext uri="{FF2B5EF4-FFF2-40B4-BE49-F238E27FC236}">
                <a16:creationId xmlns:a16="http://schemas.microsoft.com/office/drawing/2014/main" xmlns="" id="{52B67BAC-F68E-DD3A-DCA7-6CDA13093294}"/>
              </a:ext>
            </a:extLst>
          </p:cNvPr>
          <p:cNvSpPr>
            <a:spLocks noGrp="1"/>
          </p:cNvSpPr>
          <p:nvPr>
            <p:ph type="pic" sz="quarter" idx="14"/>
          </p:nvPr>
        </p:nvSpPr>
        <p:spPr>
          <a:xfrm>
            <a:off x="-266469" y="2149886"/>
            <a:ext cx="2953512" cy="2959585"/>
          </a:xfrm>
          <a:solidFill>
            <a:schemeClr val="bg1">
              <a:lumMod val="50000"/>
              <a:lumOff val="50000"/>
            </a:schemeClr>
          </a:solidFill>
        </p:spPr>
        <p:txBody>
          <a:bodyPr/>
          <a:lstStyle/>
          <a:p>
            <a:r>
              <a:rPr lang="en-US"/>
              <a:t>Click icon to add picture</a:t>
            </a:r>
          </a:p>
        </p:txBody>
      </p:sp>
      <p:sp>
        <p:nvSpPr>
          <p:cNvPr id="14" name="Picture Placeholder 12">
            <a:extLst>
              <a:ext uri="{FF2B5EF4-FFF2-40B4-BE49-F238E27FC236}">
                <a16:creationId xmlns:a16="http://schemas.microsoft.com/office/drawing/2014/main" xmlns="" id="{92A6E3AA-4010-F3C8-DB6D-5D6BAC94EDD3}"/>
              </a:ext>
            </a:extLst>
          </p:cNvPr>
          <p:cNvSpPr>
            <a:spLocks noGrp="1"/>
          </p:cNvSpPr>
          <p:nvPr>
            <p:ph type="pic" sz="quarter" idx="15"/>
          </p:nvPr>
        </p:nvSpPr>
        <p:spPr>
          <a:xfrm>
            <a:off x="2993263" y="2149886"/>
            <a:ext cx="2953512" cy="2959585"/>
          </a:xfrm>
          <a:solidFill>
            <a:schemeClr val="bg1">
              <a:lumMod val="50000"/>
              <a:lumOff val="50000"/>
            </a:schemeClr>
          </a:solidFill>
        </p:spPr>
        <p:txBody>
          <a:bodyPr/>
          <a:lstStyle/>
          <a:p>
            <a:r>
              <a:rPr lang="en-US"/>
              <a:t>Click icon to add picture</a:t>
            </a:r>
          </a:p>
        </p:txBody>
      </p:sp>
      <p:sp>
        <p:nvSpPr>
          <p:cNvPr id="15" name="Picture Placeholder 12">
            <a:extLst>
              <a:ext uri="{FF2B5EF4-FFF2-40B4-BE49-F238E27FC236}">
                <a16:creationId xmlns:a16="http://schemas.microsoft.com/office/drawing/2014/main" xmlns="" id="{A5F86528-100B-394F-245D-BB6C50C4BA2C}"/>
              </a:ext>
            </a:extLst>
          </p:cNvPr>
          <p:cNvSpPr>
            <a:spLocks noGrp="1"/>
          </p:cNvSpPr>
          <p:nvPr>
            <p:ph type="pic" sz="quarter" idx="16"/>
          </p:nvPr>
        </p:nvSpPr>
        <p:spPr>
          <a:xfrm>
            <a:off x="6252994" y="2149886"/>
            <a:ext cx="2953512" cy="2959585"/>
          </a:xfrm>
          <a:solidFill>
            <a:schemeClr val="bg1">
              <a:lumMod val="50000"/>
              <a:lumOff val="50000"/>
            </a:schemeClr>
          </a:solidFill>
        </p:spPr>
        <p:txBody>
          <a:bodyPr/>
          <a:lstStyle/>
          <a:p>
            <a:r>
              <a:rPr lang="en-US"/>
              <a:t>Click icon to add picture</a:t>
            </a:r>
          </a:p>
        </p:txBody>
      </p:sp>
      <p:sp>
        <p:nvSpPr>
          <p:cNvPr id="16" name="Picture Placeholder 12">
            <a:extLst>
              <a:ext uri="{FF2B5EF4-FFF2-40B4-BE49-F238E27FC236}">
                <a16:creationId xmlns:a16="http://schemas.microsoft.com/office/drawing/2014/main" xmlns="" id="{F4212F00-26F9-885F-580A-F8C386D648DD}"/>
              </a:ext>
            </a:extLst>
          </p:cNvPr>
          <p:cNvSpPr>
            <a:spLocks noGrp="1"/>
          </p:cNvSpPr>
          <p:nvPr>
            <p:ph type="pic" sz="quarter" idx="17"/>
          </p:nvPr>
        </p:nvSpPr>
        <p:spPr>
          <a:xfrm>
            <a:off x="9512725" y="2149886"/>
            <a:ext cx="2953512" cy="2959585"/>
          </a:xfr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1029430402"/>
      </p:ext>
    </p:extLst>
  </p:cSld>
  <p:clrMapOvr>
    <a:overrideClrMapping bg1="lt1" tx1="dk1" bg2="lt2" tx2="dk2" accent1="accent1" accent2="accent2" accent3="accent3" accent4="accent4" accent5="accent5" accent6="accent6" hlink="hlink" folHlink="folHlink"/>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Case, Social Media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5083130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119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6250327" y="460374"/>
            <a:ext cx="3473111" cy="1006475"/>
          </a:xfrm>
        </p:spPr>
        <p:txBody>
          <a:bodyPr/>
          <a:lstStyle>
            <a:lvl1pPr>
              <a:defRPr b="1"/>
            </a:lvl1pPr>
            <a:lvl2pPr marL="0" indent="0">
              <a:spcBef>
                <a:spcPts val="0"/>
              </a:spcBef>
              <a:buNone/>
              <a:defRPr>
                <a:solidFill>
                  <a:srgbClr val="8E867E"/>
                </a:solidFill>
              </a:defRPr>
            </a:lvl2pPr>
          </a:lstStyle>
          <a:p>
            <a:pPr lvl="0"/>
            <a:r>
              <a:rPr lang="en-US"/>
              <a:t>Click to edit Master text styles</a:t>
            </a:r>
          </a:p>
          <a:p>
            <a:pPr lvl="1"/>
            <a:r>
              <a:rPr lang="en-US"/>
              <a:t>Second level</a:t>
            </a:r>
          </a:p>
        </p:txBody>
      </p:sp>
      <p:pic>
        <p:nvPicPr>
          <p:cNvPr id="6" name="Graphic 5">
            <a:extLst>
              <a:ext uri="{FF2B5EF4-FFF2-40B4-BE49-F238E27FC236}">
                <a16:creationId xmlns:a16="http://schemas.microsoft.com/office/drawing/2014/main" xmlns="" id="{25E49CCA-F737-5786-8174-B0564AEC1647}"/>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2989882" y="1768474"/>
            <a:ext cx="2956893" cy="3721608"/>
          </a:xfrm>
          <a:prstGeom prst="rect">
            <a:avLst/>
          </a:prstGeom>
        </p:spPr>
      </p:pic>
      <p:pic>
        <p:nvPicPr>
          <p:cNvPr id="8" name="Graphic 7">
            <a:extLst>
              <a:ext uri="{FF2B5EF4-FFF2-40B4-BE49-F238E27FC236}">
                <a16:creationId xmlns:a16="http://schemas.microsoft.com/office/drawing/2014/main" xmlns="" id="{226AC344-E1CE-70B2-B97E-30637E49AB07}"/>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6249613" y="1768474"/>
            <a:ext cx="2956893" cy="3721608"/>
          </a:xfrm>
          <a:prstGeom prst="rect">
            <a:avLst/>
          </a:prstGeom>
        </p:spPr>
      </p:pic>
      <p:pic>
        <p:nvPicPr>
          <p:cNvPr id="9" name="Graphic 8">
            <a:extLst>
              <a:ext uri="{FF2B5EF4-FFF2-40B4-BE49-F238E27FC236}">
                <a16:creationId xmlns:a16="http://schemas.microsoft.com/office/drawing/2014/main" xmlns="" id="{FCEB8D3E-A5C6-310F-74E2-78E550DF1E71}"/>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269850" y="1768474"/>
            <a:ext cx="2956893" cy="3721608"/>
          </a:xfrm>
          <a:prstGeom prst="rect">
            <a:avLst/>
          </a:prstGeom>
        </p:spPr>
      </p:pic>
      <p:pic>
        <p:nvPicPr>
          <p:cNvPr id="10" name="Graphic 9">
            <a:extLst>
              <a:ext uri="{FF2B5EF4-FFF2-40B4-BE49-F238E27FC236}">
                <a16:creationId xmlns:a16="http://schemas.microsoft.com/office/drawing/2014/main" xmlns="" id="{47F66854-B8B3-FA25-DFD9-036CBFA383D7}"/>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9509344" y="1768474"/>
            <a:ext cx="2956893" cy="3721608"/>
          </a:xfrm>
          <a:prstGeom prst="rect">
            <a:avLst/>
          </a:prstGeom>
        </p:spPr>
      </p:pic>
      <p:sp>
        <p:nvSpPr>
          <p:cNvPr id="13" name="Picture Placeholder 12">
            <a:extLst>
              <a:ext uri="{FF2B5EF4-FFF2-40B4-BE49-F238E27FC236}">
                <a16:creationId xmlns:a16="http://schemas.microsoft.com/office/drawing/2014/main" xmlns="" id="{52B67BAC-F68E-DD3A-DCA7-6CDA13093294}"/>
              </a:ext>
            </a:extLst>
          </p:cNvPr>
          <p:cNvSpPr>
            <a:spLocks noGrp="1"/>
          </p:cNvSpPr>
          <p:nvPr>
            <p:ph type="pic" sz="quarter" idx="14"/>
          </p:nvPr>
        </p:nvSpPr>
        <p:spPr>
          <a:xfrm>
            <a:off x="-266469" y="2149886"/>
            <a:ext cx="2953512" cy="2959585"/>
          </a:xfrm>
          <a:solidFill>
            <a:schemeClr val="bg1">
              <a:lumMod val="50000"/>
              <a:lumOff val="50000"/>
            </a:schemeClr>
          </a:solidFill>
        </p:spPr>
        <p:txBody>
          <a:bodyPr/>
          <a:lstStyle/>
          <a:p>
            <a:r>
              <a:rPr lang="en-US"/>
              <a:t>Click icon to add picture</a:t>
            </a:r>
          </a:p>
        </p:txBody>
      </p:sp>
      <p:sp>
        <p:nvSpPr>
          <p:cNvPr id="14" name="Picture Placeholder 12">
            <a:extLst>
              <a:ext uri="{FF2B5EF4-FFF2-40B4-BE49-F238E27FC236}">
                <a16:creationId xmlns:a16="http://schemas.microsoft.com/office/drawing/2014/main" xmlns="" id="{92A6E3AA-4010-F3C8-DB6D-5D6BAC94EDD3}"/>
              </a:ext>
            </a:extLst>
          </p:cNvPr>
          <p:cNvSpPr>
            <a:spLocks noGrp="1"/>
          </p:cNvSpPr>
          <p:nvPr>
            <p:ph type="pic" sz="quarter" idx="15"/>
          </p:nvPr>
        </p:nvSpPr>
        <p:spPr>
          <a:xfrm>
            <a:off x="2993263" y="2149886"/>
            <a:ext cx="2953512" cy="2959585"/>
          </a:xfrm>
          <a:solidFill>
            <a:schemeClr val="bg1">
              <a:lumMod val="50000"/>
              <a:lumOff val="50000"/>
            </a:schemeClr>
          </a:solidFill>
        </p:spPr>
        <p:txBody>
          <a:bodyPr/>
          <a:lstStyle/>
          <a:p>
            <a:r>
              <a:rPr lang="en-US"/>
              <a:t>Click icon to add picture</a:t>
            </a:r>
          </a:p>
        </p:txBody>
      </p:sp>
      <p:sp>
        <p:nvSpPr>
          <p:cNvPr id="15" name="Picture Placeholder 12">
            <a:extLst>
              <a:ext uri="{FF2B5EF4-FFF2-40B4-BE49-F238E27FC236}">
                <a16:creationId xmlns:a16="http://schemas.microsoft.com/office/drawing/2014/main" xmlns="" id="{A5F86528-100B-394F-245D-BB6C50C4BA2C}"/>
              </a:ext>
            </a:extLst>
          </p:cNvPr>
          <p:cNvSpPr>
            <a:spLocks noGrp="1"/>
          </p:cNvSpPr>
          <p:nvPr>
            <p:ph type="pic" sz="quarter" idx="16"/>
          </p:nvPr>
        </p:nvSpPr>
        <p:spPr>
          <a:xfrm>
            <a:off x="6252994" y="2149886"/>
            <a:ext cx="2953512" cy="2959585"/>
          </a:xfrm>
          <a:solidFill>
            <a:schemeClr val="bg1">
              <a:lumMod val="50000"/>
              <a:lumOff val="50000"/>
            </a:schemeClr>
          </a:solidFill>
        </p:spPr>
        <p:txBody>
          <a:bodyPr/>
          <a:lstStyle/>
          <a:p>
            <a:r>
              <a:rPr lang="en-US"/>
              <a:t>Click icon to add picture</a:t>
            </a:r>
          </a:p>
        </p:txBody>
      </p:sp>
      <p:sp>
        <p:nvSpPr>
          <p:cNvPr id="16" name="Picture Placeholder 12">
            <a:extLst>
              <a:ext uri="{FF2B5EF4-FFF2-40B4-BE49-F238E27FC236}">
                <a16:creationId xmlns:a16="http://schemas.microsoft.com/office/drawing/2014/main" xmlns="" id="{F4212F00-26F9-885F-580A-F8C386D648DD}"/>
              </a:ext>
            </a:extLst>
          </p:cNvPr>
          <p:cNvSpPr>
            <a:spLocks noGrp="1"/>
          </p:cNvSpPr>
          <p:nvPr>
            <p:ph type="pic" sz="quarter" idx="17"/>
          </p:nvPr>
        </p:nvSpPr>
        <p:spPr>
          <a:xfrm>
            <a:off x="9512725" y="2149886"/>
            <a:ext cx="2953512" cy="2959585"/>
          </a:xfr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445686510"/>
      </p:ext>
    </p:extLst>
  </p:cSld>
  <p:clrMapOvr>
    <a:overrideClrMapping bg1="dk1" tx1="lt1" bg2="dk2" tx2="lt2" accent1="accent1" accent2="accent2" accent3="accent3" accent4="accent4" accent5="accent5" accent6="accent6" hlink="hlink" folHlink="folHlink"/>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255089615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221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3213838" y="1305349"/>
            <a:ext cx="5764335" cy="4247317"/>
          </a:xfrm>
          <a:prstGeom prst="rect">
            <a:avLst/>
          </a:prstGeom>
          <a:noFill/>
        </p:spPr>
        <p:txBody>
          <a:bodyPr wrap="none" lIns="0" tIns="0" rIns="0" bIns="0" rtlCol="0" anchor="ctr">
            <a:spAutoFit/>
          </a:bodyPr>
          <a:lstStyle/>
          <a:p>
            <a:pPr algn="ctr"/>
            <a:r>
              <a:rPr lang="en-US" sz="13800">
                <a:solidFill>
                  <a:srgbClr val="000000"/>
                </a:solidFill>
              </a:rPr>
              <a:t>Agenda</a:t>
            </a:r>
          </a:p>
          <a:p>
            <a:pPr algn="ctr"/>
            <a:r>
              <a:rPr lang="en-US" sz="13800">
                <a:solidFill>
                  <a:srgbClr val="000000"/>
                </a:solidFill>
              </a:rPr>
              <a:t>layouts</a:t>
            </a:r>
          </a:p>
        </p:txBody>
      </p:sp>
    </p:spTree>
    <p:extLst>
      <p:ext uri="{BB962C8B-B14F-4D97-AF65-F5344CB8AC3E}">
        <p14:creationId xmlns:p14="http://schemas.microsoft.com/office/powerpoint/2010/main" val="591938669"/>
      </p:ext>
    </p:extLst>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43017E1-5C50-A1AB-8360-416C697FA071}"/>
              </a:ext>
            </a:extLst>
          </p:cNvPr>
          <p:cNvGraphicFramePr>
            <a:graphicFrameLocks noChangeAspect="1"/>
          </p:cNvGraphicFramePr>
          <p:nvPr userDrawn="1">
            <p:custDataLst>
              <p:tags r:id="rId2"/>
            </p:custDataLst>
            <p:extLst>
              <p:ext uri="{D42A27DB-BD31-4B8C-83A1-F6EECF244321}">
                <p14:modId xmlns:p14="http://schemas.microsoft.com/office/powerpoint/2010/main" val="218903251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324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Rectangle 15">
            <a:extLst>
              <a:ext uri="{FF2B5EF4-FFF2-40B4-BE49-F238E27FC236}">
                <a16:creationId xmlns:a16="http://schemas.microsoft.com/office/drawing/2014/main" xmlns="" id="{33889F7A-DE98-F358-02C5-D65EB1DD488E}"/>
              </a:ext>
            </a:extLst>
          </p:cNvPr>
          <p:cNvSpPr>
            <a:spLocks noGrp="1" noRot="1" noMove="1" noResize="1" noEditPoints="1" noAdjustHandles="1" noChangeArrowheads="1" noChangeShapeType="1"/>
          </p:cNvSpPr>
          <p:nvPr userDrawn="1"/>
        </p:nvSpPr>
        <p:spPr>
          <a:xfrm>
            <a:off x="5946775" y="409575"/>
            <a:ext cx="5838381" cy="5991733"/>
          </a:xfrm>
          <a:prstGeom prst="rect">
            <a:avLst/>
          </a:prstGeom>
          <a:solidFill>
            <a:srgbClr val="F5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xmlns="" id="{EC5F68A8-0C58-24DF-315E-5F7C105CEFD9}"/>
              </a:ext>
            </a:extLst>
          </p:cNvPr>
          <p:cNvSpPr>
            <a:spLocks noGrp="1"/>
          </p:cNvSpPr>
          <p:nvPr>
            <p:ph type="title" hasCustomPrompt="1"/>
          </p:nvPr>
        </p:nvSpPr>
        <p:spPr>
          <a:xfrm>
            <a:off x="565149" y="460375"/>
            <a:ext cx="3479801" cy="2514600"/>
          </a:xfrm>
        </p:spPr>
        <p:txBody>
          <a:bodyPr vert="horz"/>
          <a:lstStyle>
            <a:lvl1pPr>
              <a:defRPr sz="4800"/>
            </a:lvl1pPr>
          </a:lstStyle>
          <a:p>
            <a:r>
              <a:rPr lang="en-US"/>
              <a:t>Agenda title</a:t>
            </a:r>
          </a:p>
        </p:txBody>
      </p:sp>
      <p:sp>
        <p:nvSpPr>
          <p:cNvPr id="17" name="Text Placeholder 11">
            <a:extLst>
              <a:ext uri="{FF2B5EF4-FFF2-40B4-BE49-F238E27FC236}">
                <a16:creationId xmlns:a16="http://schemas.microsoft.com/office/drawing/2014/main" xmlns="" id="{E734E431-CF7E-DBDA-44CF-DF97B6F2F634}"/>
              </a:ext>
            </a:extLst>
          </p:cNvPr>
          <p:cNvSpPr>
            <a:spLocks noGrp="1"/>
          </p:cNvSpPr>
          <p:nvPr>
            <p:ph type="body" sz="quarter" idx="12" hasCustomPrompt="1"/>
          </p:nvPr>
        </p:nvSpPr>
        <p:spPr>
          <a:xfrm>
            <a:off x="6248400" y="558800"/>
            <a:ext cx="5383213" cy="5142992"/>
          </a:xfrm>
        </p:spPr>
        <p:txBody>
          <a:bodyPr/>
          <a:lstStyle>
            <a:lvl1pPr marL="0" indent="0">
              <a:spcBef>
                <a:spcPts val="0"/>
              </a:spcBef>
              <a:spcAft>
                <a:spcPts val="600"/>
              </a:spcAft>
              <a:tabLst>
                <a:tab pos="1879600" algn="l"/>
                <a:tab pos="2508250" algn="l"/>
              </a:tabLst>
              <a:defRPr sz="1600">
                <a:solidFill>
                  <a:schemeClr val="tx1"/>
                </a:solidFill>
                <a:latin typeface="+mn-lt"/>
              </a:defRPr>
            </a:lvl1pPr>
            <a:lvl2pPr marL="2514600" indent="-628650">
              <a:spcBef>
                <a:spcPts val="0"/>
              </a:spcBef>
              <a:spcAft>
                <a:spcPts val="600"/>
              </a:spcAft>
              <a:buNone/>
              <a:tabLst/>
              <a:defRPr sz="1600">
                <a:solidFill>
                  <a:schemeClr val="tx1"/>
                </a:solidFill>
                <a:latin typeface="+mn-lt"/>
              </a:defRPr>
            </a:lvl2pPr>
            <a:lvl3pPr marL="4763" indent="0">
              <a:spcBef>
                <a:spcPts val="0"/>
              </a:spcBef>
              <a:spcAft>
                <a:spcPts val="600"/>
              </a:spcAft>
              <a:buNone/>
              <a:tabLst>
                <a:tab pos="1879600" algn="l"/>
                <a:tab pos="2508250" algn="l"/>
              </a:tabLst>
              <a:defRPr sz="1600">
                <a:solidFill>
                  <a:srgbClr val="5E5751"/>
                </a:solidFill>
                <a:latin typeface="+mn-lt"/>
              </a:defRPr>
            </a:lvl3pPr>
            <a:lvl4pPr marL="2514600" indent="-628650">
              <a:spcBef>
                <a:spcPts val="0"/>
              </a:spcBef>
              <a:spcAft>
                <a:spcPts val="600"/>
              </a:spcAft>
              <a:buNone/>
              <a:tabLst/>
              <a:defRPr sz="1600">
                <a:solidFill>
                  <a:srgbClr val="5E5751"/>
                </a:solidFill>
                <a:latin typeface="+mn-lt"/>
              </a:defRPr>
            </a:lvl4pPr>
            <a:lvl5pPr>
              <a:defRPr sz="1600"/>
            </a:lvl5pPr>
          </a:lstStyle>
          <a:p>
            <a:pPr lvl="0"/>
            <a:r>
              <a:rPr lang="en-US" dirty="0"/>
              <a:t>Phase ##	01	Use tabs to format </a:t>
            </a:r>
          </a:p>
          <a:p>
            <a:pPr lvl="1"/>
            <a:r>
              <a:rPr lang="en-US" dirty="0"/>
              <a:t>Second level</a:t>
            </a:r>
          </a:p>
          <a:p>
            <a:pPr lvl="2"/>
            <a:r>
              <a:rPr lang="en-US" dirty="0"/>
              <a:t>Phase ##	02	Use tabs to format</a:t>
            </a:r>
          </a:p>
          <a:p>
            <a:pPr lvl="3"/>
            <a:r>
              <a:rPr lang="en-US" dirty="0"/>
              <a:t>Fourth level</a:t>
            </a:r>
          </a:p>
        </p:txBody>
      </p:sp>
    </p:spTree>
    <p:extLst>
      <p:ext uri="{BB962C8B-B14F-4D97-AF65-F5344CB8AC3E}">
        <p14:creationId xmlns:p14="http://schemas.microsoft.com/office/powerpoint/2010/main" val="4266721279"/>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Agenda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43017E1-5C50-A1AB-8360-416C697FA071}"/>
              </a:ext>
            </a:extLst>
          </p:cNvPr>
          <p:cNvGraphicFramePr>
            <a:graphicFrameLocks noChangeAspect="1"/>
          </p:cNvGraphicFramePr>
          <p:nvPr userDrawn="1">
            <p:custDataLst>
              <p:tags r:id="rId2"/>
            </p:custDataLst>
            <p:extLst>
              <p:ext uri="{D42A27DB-BD31-4B8C-83A1-F6EECF244321}">
                <p14:modId xmlns:p14="http://schemas.microsoft.com/office/powerpoint/2010/main" val="30273486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426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Rectangle 15">
            <a:extLst>
              <a:ext uri="{FF2B5EF4-FFF2-40B4-BE49-F238E27FC236}">
                <a16:creationId xmlns:a16="http://schemas.microsoft.com/office/drawing/2014/main" xmlns="" id="{33889F7A-DE98-F358-02C5-D65EB1DD488E}"/>
              </a:ext>
            </a:extLst>
          </p:cNvPr>
          <p:cNvSpPr>
            <a:spLocks noGrp="1" noRot="1" noMove="1" noResize="1" noEditPoints="1" noAdjustHandles="1" noChangeArrowheads="1" noChangeShapeType="1"/>
          </p:cNvSpPr>
          <p:nvPr userDrawn="1"/>
        </p:nvSpPr>
        <p:spPr>
          <a:xfrm>
            <a:off x="5946775" y="409575"/>
            <a:ext cx="5838381" cy="5991733"/>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xmlns="" id="{EC5F68A8-0C58-24DF-315E-5F7C105CEFD9}"/>
              </a:ext>
            </a:extLst>
          </p:cNvPr>
          <p:cNvSpPr>
            <a:spLocks noGrp="1"/>
          </p:cNvSpPr>
          <p:nvPr>
            <p:ph type="title" hasCustomPrompt="1"/>
          </p:nvPr>
        </p:nvSpPr>
        <p:spPr>
          <a:xfrm>
            <a:off x="565149" y="460375"/>
            <a:ext cx="3479801" cy="2514600"/>
          </a:xfrm>
        </p:spPr>
        <p:txBody>
          <a:bodyPr vert="horz"/>
          <a:lstStyle>
            <a:lvl1pPr>
              <a:defRPr sz="4800"/>
            </a:lvl1pPr>
          </a:lstStyle>
          <a:p>
            <a:r>
              <a:rPr lang="en-US"/>
              <a:t>Agenda title</a:t>
            </a:r>
          </a:p>
        </p:txBody>
      </p:sp>
      <p:sp>
        <p:nvSpPr>
          <p:cNvPr id="17" name="Text Placeholder 11">
            <a:extLst>
              <a:ext uri="{FF2B5EF4-FFF2-40B4-BE49-F238E27FC236}">
                <a16:creationId xmlns:a16="http://schemas.microsoft.com/office/drawing/2014/main" xmlns="" id="{E734E431-CF7E-DBDA-44CF-DF97B6F2F634}"/>
              </a:ext>
            </a:extLst>
          </p:cNvPr>
          <p:cNvSpPr>
            <a:spLocks noGrp="1"/>
          </p:cNvSpPr>
          <p:nvPr>
            <p:ph type="body" sz="quarter" idx="12" hasCustomPrompt="1"/>
          </p:nvPr>
        </p:nvSpPr>
        <p:spPr>
          <a:xfrm>
            <a:off x="6248400" y="558800"/>
            <a:ext cx="5383213" cy="5142992"/>
          </a:xfrm>
        </p:spPr>
        <p:txBody>
          <a:bodyPr/>
          <a:lstStyle>
            <a:lvl1pPr marL="0" indent="0">
              <a:spcBef>
                <a:spcPts val="0"/>
              </a:spcBef>
              <a:spcAft>
                <a:spcPts val="600"/>
              </a:spcAft>
              <a:tabLst>
                <a:tab pos="1879600" algn="l"/>
                <a:tab pos="2508250" algn="l"/>
              </a:tabLst>
              <a:defRPr sz="1600">
                <a:solidFill>
                  <a:schemeClr val="tx1"/>
                </a:solidFill>
                <a:latin typeface="+mn-lt"/>
              </a:defRPr>
            </a:lvl1pPr>
            <a:lvl2pPr marL="2514600" indent="-628650">
              <a:spcBef>
                <a:spcPts val="0"/>
              </a:spcBef>
              <a:spcAft>
                <a:spcPts val="600"/>
              </a:spcAft>
              <a:buNone/>
              <a:tabLst/>
              <a:defRPr sz="1600">
                <a:solidFill>
                  <a:schemeClr val="tx1"/>
                </a:solidFill>
                <a:latin typeface="+mn-lt"/>
              </a:defRPr>
            </a:lvl2pPr>
            <a:lvl3pPr marL="4763" indent="0">
              <a:spcBef>
                <a:spcPts val="0"/>
              </a:spcBef>
              <a:spcAft>
                <a:spcPts val="600"/>
              </a:spcAft>
              <a:buNone/>
              <a:tabLst>
                <a:tab pos="1879600" algn="l"/>
                <a:tab pos="2508250" algn="l"/>
              </a:tabLst>
              <a:defRPr sz="1600">
                <a:solidFill>
                  <a:srgbClr val="BEB4AA"/>
                </a:solidFill>
                <a:latin typeface="+mn-lt"/>
              </a:defRPr>
            </a:lvl3pPr>
            <a:lvl4pPr marL="2514600" indent="-628650">
              <a:spcBef>
                <a:spcPts val="0"/>
              </a:spcBef>
              <a:spcAft>
                <a:spcPts val="600"/>
              </a:spcAft>
              <a:buNone/>
              <a:tabLst/>
              <a:defRPr sz="1600">
                <a:solidFill>
                  <a:srgbClr val="BEB4AA"/>
                </a:solidFill>
                <a:latin typeface="+mn-lt"/>
              </a:defRPr>
            </a:lvl4pPr>
            <a:lvl5pPr>
              <a:defRPr sz="1600"/>
            </a:lvl5pPr>
          </a:lstStyle>
          <a:p>
            <a:pPr lvl="0"/>
            <a:r>
              <a:rPr lang="en-US" dirty="0"/>
              <a:t>Phase ##	01	Use tabs to format </a:t>
            </a:r>
          </a:p>
          <a:p>
            <a:pPr lvl="1"/>
            <a:r>
              <a:rPr lang="en-US" dirty="0"/>
              <a:t>Second level</a:t>
            </a:r>
          </a:p>
          <a:p>
            <a:pPr lvl="2"/>
            <a:r>
              <a:rPr lang="en-US" dirty="0"/>
              <a:t>Phase ##	02	Use tabs to format</a:t>
            </a:r>
          </a:p>
          <a:p>
            <a:pPr lvl="3"/>
            <a:r>
              <a:rPr lang="en-US" dirty="0"/>
              <a:t>Fourth level</a:t>
            </a:r>
          </a:p>
        </p:txBody>
      </p:sp>
    </p:spTree>
    <p:extLst>
      <p:ext uri="{BB962C8B-B14F-4D97-AF65-F5344CB8AC3E}">
        <p14:creationId xmlns:p14="http://schemas.microsoft.com/office/powerpoint/2010/main" val="590701100"/>
      </p:ext>
    </p:extLst>
  </p:cSld>
  <p:clrMapOvr>
    <a:overrideClrMapping bg1="dk1" tx1="lt1" bg2="dk2" tx2="lt2" accent1="accent1" accent2="accent2" accent3="accent3" accent4="accent4" accent5="accent5" accent6="accent6" hlink="hlink" folHlink="folHlink"/>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userDrawn="1">
  <p:cSld name="Agenda, tab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6FD185B2-CA96-F547-FFF0-7838243B1A2A}"/>
              </a:ext>
            </a:extLst>
          </p:cNvPr>
          <p:cNvGraphicFramePr>
            <a:graphicFrameLocks noChangeAspect="1"/>
          </p:cNvGraphicFramePr>
          <p:nvPr userDrawn="1">
            <p:custDataLst>
              <p:tags r:id="rId2"/>
            </p:custDataLst>
            <p:extLst>
              <p:ext uri="{D42A27DB-BD31-4B8C-83A1-F6EECF244321}">
                <p14:modId xmlns:p14="http://schemas.microsoft.com/office/powerpoint/2010/main" val="81937865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528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D11BFDB8-62FD-B783-90CD-5011EC3F9DB0}"/>
              </a:ext>
            </a:extLst>
          </p:cNvPr>
          <p:cNvSpPr>
            <a:spLocks noGrp="1"/>
          </p:cNvSpPr>
          <p:nvPr>
            <p:ph type="title" hasCustomPrompt="1"/>
          </p:nvPr>
        </p:nvSpPr>
        <p:spPr/>
        <p:txBody>
          <a:bodyPr vert="horz"/>
          <a:lstStyle>
            <a:lvl1pPr>
              <a:defRPr sz="4800"/>
            </a:lvl1pPr>
          </a:lstStyle>
          <a:p>
            <a:r>
              <a:rPr lang="en-US"/>
              <a:t>Agenda title</a:t>
            </a:r>
          </a:p>
        </p:txBody>
      </p:sp>
      <p:sp>
        <p:nvSpPr>
          <p:cNvPr id="12" name="Table Placeholder 11">
            <a:extLst>
              <a:ext uri="{FF2B5EF4-FFF2-40B4-BE49-F238E27FC236}">
                <a16:creationId xmlns:a16="http://schemas.microsoft.com/office/drawing/2014/main" xmlns="" id="{8C62C179-ADF8-3E0D-22F0-94F67DB4CB1E}"/>
              </a:ext>
            </a:extLst>
          </p:cNvPr>
          <p:cNvSpPr>
            <a:spLocks noGrp="1"/>
          </p:cNvSpPr>
          <p:nvPr>
            <p:ph type="tbl" sz="quarter" idx="12"/>
          </p:nvPr>
        </p:nvSpPr>
        <p:spPr>
          <a:xfrm>
            <a:off x="565150" y="1466850"/>
            <a:ext cx="11066463" cy="4981575"/>
          </a:xfrm>
        </p:spPr>
        <p:txBody>
          <a:bodyPr/>
          <a:lstStyle/>
          <a:p>
            <a:r>
              <a:rPr lang="en-US"/>
              <a:t>Click icon to add table</a:t>
            </a:r>
          </a:p>
        </p:txBody>
      </p:sp>
    </p:spTree>
    <p:extLst>
      <p:ext uri="{BB962C8B-B14F-4D97-AF65-F5344CB8AC3E}">
        <p14:creationId xmlns:p14="http://schemas.microsoft.com/office/powerpoint/2010/main" val="1343137585"/>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Agenda, table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6FD185B2-CA96-F547-FFF0-7838243B1A2A}"/>
              </a:ext>
            </a:extLst>
          </p:cNvPr>
          <p:cNvGraphicFramePr>
            <a:graphicFrameLocks noChangeAspect="1"/>
          </p:cNvGraphicFramePr>
          <p:nvPr userDrawn="1">
            <p:custDataLst>
              <p:tags r:id="rId2"/>
            </p:custDataLst>
            <p:extLst>
              <p:ext uri="{D42A27DB-BD31-4B8C-83A1-F6EECF244321}">
                <p14:modId xmlns:p14="http://schemas.microsoft.com/office/powerpoint/2010/main" val="382144336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631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D11BFDB8-62FD-B783-90CD-5011EC3F9DB0}"/>
              </a:ext>
            </a:extLst>
          </p:cNvPr>
          <p:cNvSpPr>
            <a:spLocks noGrp="1"/>
          </p:cNvSpPr>
          <p:nvPr>
            <p:ph type="title" hasCustomPrompt="1"/>
          </p:nvPr>
        </p:nvSpPr>
        <p:spPr/>
        <p:txBody>
          <a:bodyPr vert="horz"/>
          <a:lstStyle>
            <a:lvl1pPr>
              <a:defRPr sz="4800"/>
            </a:lvl1pPr>
          </a:lstStyle>
          <a:p>
            <a:r>
              <a:rPr lang="en-US"/>
              <a:t>Agenda title</a:t>
            </a:r>
          </a:p>
        </p:txBody>
      </p:sp>
      <p:sp>
        <p:nvSpPr>
          <p:cNvPr id="12" name="Table Placeholder 11">
            <a:extLst>
              <a:ext uri="{FF2B5EF4-FFF2-40B4-BE49-F238E27FC236}">
                <a16:creationId xmlns:a16="http://schemas.microsoft.com/office/drawing/2014/main" xmlns="" id="{8C62C179-ADF8-3E0D-22F0-94F67DB4CB1E}"/>
              </a:ext>
            </a:extLst>
          </p:cNvPr>
          <p:cNvSpPr>
            <a:spLocks noGrp="1"/>
          </p:cNvSpPr>
          <p:nvPr>
            <p:ph type="tbl" sz="quarter" idx="12"/>
          </p:nvPr>
        </p:nvSpPr>
        <p:spPr>
          <a:xfrm>
            <a:off x="565150" y="1466850"/>
            <a:ext cx="11066463" cy="4981575"/>
          </a:xfrm>
        </p:spPr>
        <p:txBody>
          <a:bodyPr/>
          <a:lstStyle/>
          <a:p>
            <a:r>
              <a:rPr lang="en-US"/>
              <a:t>Click icon to add table</a:t>
            </a:r>
          </a:p>
        </p:txBody>
      </p:sp>
    </p:spTree>
    <p:extLst>
      <p:ext uri="{BB962C8B-B14F-4D97-AF65-F5344CB8AC3E}">
        <p14:creationId xmlns:p14="http://schemas.microsoft.com/office/powerpoint/2010/main" val="715954589"/>
      </p:ext>
    </p:extLst>
  </p:cSld>
  <p:clrMapOvr>
    <a:overrideClrMapping bg1="dk1" tx1="lt1" bg2="dk2" tx2="lt2" accent1="accent1" accent2="accent2" accent3="accent3" accent4="accent4" accent5="accent5" accent6="accent6" hlink="hlink" folHlink="folHlink"/>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30296208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733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2569560" y="1305349"/>
            <a:ext cx="7052893" cy="4247317"/>
          </a:xfrm>
          <a:prstGeom prst="rect">
            <a:avLst/>
          </a:prstGeom>
          <a:noFill/>
        </p:spPr>
        <p:txBody>
          <a:bodyPr wrap="none" lIns="0" tIns="0" rIns="0" bIns="0" rtlCol="0" anchor="ctr">
            <a:spAutoFit/>
          </a:bodyPr>
          <a:lstStyle/>
          <a:p>
            <a:pPr algn="ctr"/>
            <a:r>
              <a:rPr lang="en-US" sz="13800">
                <a:solidFill>
                  <a:srgbClr val="000000"/>
                </a:solidFill>
              </a:rPr>
              <a:t>Speakers</a:t>
            </a:r>
          </a:p>
          <a:p>
            <a:pPr algn="ctr"/>
            <a:r>
              <a:rPr lang="en-US" sz="13800">
                <a:solidFill>
                  <a:srgbClr val="000000"/>
                </a:solidFill>
              </a:rPr>
              <a:t>layouts</a:t>
            </a:r>
          </a:p>
        </p:txBody>
      </p:sp>
    </p:spTree>
    <p:extLst>
      <p:ext uri="{BB962C8B-B14F-4D97-AF65-F5344CB8AC3E}">
        <p14:creationId xmlns:p14="http://schemas.microsoft.com/office/powerpoint/2010/main" val="2765443025"/>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Speaker, 1">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03728889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836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76254" y="1637435"/>
            <a:ext cx="2527309" cy="2553565"/>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3405188" y="1637434"/>
            <a:ext cx="2554626" cy="2553566"/>
          </a:xfrm>
        </p:spPr>
        <p:txBody>
          <a:bodyPr/>
          <a:lstStyle>
            <a:lvl1pPr>
              <a:spcBef>
                <a:spcPts val="0"/>
              </a:spcBef>
              <a:defRPr sz="2400" b="0"/>
            </a:lvl1pPr>
            <a:lvl2pPr marL="0" indent="0">
              <a:spcBef>
                <a:spcPts val="1200"/>
              </a:spcBef>
              <a:buNone/>
              <a:defRPr sz="2400">
                <a:solidFill>
                  <a:srgbClr val="5E5751"/>
                </a:solidFill>
              </a:defRPr>
            </a:lvl2pPr>
          </a:lstStyle>
          <a:p>
            <a:pPr lvl="0"/>
            <a:r>
              <a:rPr lang="en-US" err="1"/>
              <a:t>Firstname</a:t>
            </a:r>
            <a:r>
              <a:rPr lang="en-US"/>
              <a:t> Lastname</a:t>
            </a:r>
          </a:p>
          <a:p>
            <a:pPr lvl="1"/>
            <a:r>
              <a:rPr lang="en-US"/>
              <a:t>Job title</a:t>
            </a:r>
          </a:p>
        </p:txBody>
      </p:sp>
      <p:sp>
        <p:nvSpPr>
          <p:cNvPr id="13" name="Text Placeholder 9">
            <a:extLst>
              <a:ext uri="{FF2B5EF4-FFF2-40B4-BE49-F238E27FC236}">
                <a16:creationId xmlns:a16="http://schemas.microsoft.com/office/drawing/2014/main" xmlns="" id="{00076557-BFE9-5F8B-B4A1-ED0C0029638E}"/>
              </a:ext>
            </a:extLst>
          </p:cNvPr>
          <p:cNvSpPr>
            <a:spLocks noGrp="1"/>
          </p:cNvSpPr>
          <p:nvPr>
            <p:ph type="body" sz="quarter" idx="12" hasCustomPrompt="1"/>
          </p:nvPr>
        </p:nvSpPr>
        <p:spPr>
          <a:xfrm>
            <a:off x="6248400" y="1637435"/>
            <a:ext cx="3776663" cy="2553565"/>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Tree>
    <p:extLst>
      <p:ext uri="{BB962C8B-B14F-4D97-AF65-F5344CB8AC3E}">
        <p14:creationId xmlns:p14="http://schemas.microsoft.com/office/powerpoint/2010/main" val="2459879857"/>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Speaker, 2">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43676579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938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64817" y="1637435"/>
            <a:ext cx="1564021" cy="1564021"/>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2428504" y="1637434"/>
            <a:ext cx="3517940" cy="1035916"/>
          </a:xfrm>
        </p:spPr>
        <p:txBody>
          <a:bodyPr/>
          <a:lstStyle>
            <a:lvl1pPr>
              <a:spcBef>
                <a:spcPts val="0"/>
              </a:spcBef>
              <a:defRPr sz="2400" b="0"/>
            </a:lvl1pPr>
            <a:lvl2pPr marL="0" indent="0">
              <a:spcBef>
                <a:spcPts val="0"/>
              </a:spcBef>
              <a:buNone/>
              <a:defRPr sz="24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a16="http://schemas.microsoft.com/office/drawing/2014/main" xmlns="" id="{5C63439D-4D82-6FC2-C60B-B16FE6C01A3A}"/>
              </a:ext>
            </a:extLst>
          </p:cNvPr>
          <p:cNvSpPr>
            <a:spLocks noGrp="1" noChangeAspect="1"/>
          </p:cNvSpPr>
          <p:nvPr>
            <p:ph type="pic" sz="quarter" idx="14"/>
          </p:nvPr>
        </p:nvSpPr>
        <p:spPr>
          <a:xfrm>
            <a:off x="6263986" y="1637435"/>
            <a:ext cx="1563976" cy="1563976"/>
          </a:xfrm>
          <a:solidFill>
            <a:srgbClr val="F5F0EB"/>
          </a:solidFill>
        </p:spPr>
        <p:txBody>
          <a:bodyPr/>
          <a:lstStyle/>
          <a:p>
            <a:r>
              <a:rPr lang="en-US"/>
              <a:t>Click icon to add picture</a:t>
            </a:r>
          </a:p>
        </p:txBody>
      </p:sp>
      <p:sp>
        <p:nvSpPr>
          <p:cNvPr id="5" name="Text Placeholder 11">
            <a:extLst>
              <a:ext uri="{FF2B5EF4-FFF2-40B4-BE49-F238E27FC236}">
                <a16:creationId xmlns:a16="http://schemas.microsoft.com/office/drawing/2014/main" xmlns="" id="{6AD321CB-1F7A-D001-14D9-8179640E93B5}"/>
              </a:ext>
            </a:extLst>
          </p:cNvPr>
          <p:cNvSpPr>
            <a:spLocks noGrp="1"/>
          </p:cNvSpPr>
          <p:nvPr>
            <p:ph type="body" sz="quarter" idx="15" hasCustomPrompt="1"/>
          </p:nvPr>
        </p:nvSpPr>
        <p:spPr>
          <a:xfrm>
            <a:off x="8129589" y="1637434"/>
            <a:ext cx="3516024" cy="1035916"/>
          </a:xfrm>
        </p:spPr>
        <p:txBody>
          <a:bodyPr/>
          <a:lstStyle>
            <a:lvl1pPr>
              <a:spcBef>
                <a:spcPts val="0"/>
              </a:spcBef>
              <a:defRPr sz="2400" b="0"/>
            </a:lvl1pPr>
            <a:lvl2pPr marL="0" indent="0">
              <a:spcBef>
                <a:spcPts val="0"/>
              </a:spcBef>
              <a:buNone/>
              <a:defRPr sz="2400">
                <a:solidFill>
                  <a:srgbClr val="5E5751"/>
                </a:solidFill>
              </a:defRPr>
            </a:lvl2pPr>
          </a:lstStyle>
          <a:p>
            <a:pPr lvl="0"/>
            <a:r>
              <a:rPr lang="en-US" err="1"/>
              <a:t>Firstname</a:t>
            </a:r>
            <a:r>
              <a:rPr lang="en-US"/>
              <a:t> Lastname</a:t>
            </a:r>
          </a:p>
          <a:p>
            <a:pPr lvl="1"/>
            <a:r>
              <a:rPr lang="en-US"/>
              <a:t>Job title</a:t>
            </a:r>
          </a:p>
        </p:txBody>
      </p:sp>
      <p:sp>
        <p:nvSpPr>
          <p:cNvPr id="9" name="Text Placeholder 9">
            <a:extLst>
              <a:ext uri="{FF2B5EF4-FFF2-40B4-BE49-F238E27FC236}">
                <a16:creationId xmlns:a16="http://schemas.microsoft.com/office/drawing/2014/main" xmlns="" id="{43A263B2-272B-44F1-9D39-AEA893A1C856}"/>
              </a:ext>
            </a:extLst>
          </p:cNvPr>
          <p:cNvSpPr>
            <a:spLocks noGrp="1"/>
          </p:cNvSpPr>
          <p:nvPr>
            <p:ph type="body" sz="quarter" idx="12" hasCustomPrompt="1"/>
          </p:nvPr>
        </p:nvSpPr>
        <p:spPr>
          <a:xfrm>
            <a:off x="2428504" y="2974975"/>
            <a:ext cx="3517940" cy="2670047"/>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
        <p:nvSpPr>
          <p:cNvPr id="12" name="Text Placeholder 9">
            <a:extLst>
              <a:ext uri="{FF2B5EF4-FFF2-40B4-BE49-F238E27FC236}">
                <a16:creationId xmlns:a16="http://schemas.microsoft.com/office/drawing/2014/main" xmlns="" id="{061D7D79-B6DD-C3D3-D30D-2056D760FFAA}"/>
              </a:ext>
            </a:extLst>
          </p:cNvPr>
          <p:cNvSpPr>
            <a:spLocks noGrp="1"/>
          </p:cNvSpPr>
          <p:nvPr>
            <p:ph type="body" sz="quarter" idx="16" hasCustomPrompt="1"/>
          </p:nvPr>
        </p:nvSpPr>
        <p:spPr>
          <a:xfrm>
            <a:off x="8122427" y="2974975"/>
            <a:ext cx="3517939" cy="2670047"/>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Tree>
    <p:extLst>
      <p:ext uri="{BB962C8B-B14F-4D97-AF65-F5344CB8AC3E}">
        <p14:creationId xmlns:p14="http://schemas.microsoft.com/office/powerpoint/2010/main" val="2524254148"/>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Speaker, 3">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3552956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040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65149" y="1637435"/>
            <a:ext cx="2514600" cy="2514600"/>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56514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a16="http://schemas.microsoft.com/office/drawing/2014/main" xmlns="" id="{5C63439D-4D82-6FC2-C60B-B16FE6C01A3A}"/>
              </a:ext>
            </a:extLst>
          </p:cNvPr>
          <p:cNvSpPr>
            <a:spLocks noGrp="1" noChangeAspect="1"/>
          </p:cNvSpPr>
          <p:nvPr>
            <p:ph type="pic" sz="quarter" idx="14"/>
          </p:nvPr>
        </p:nvSpPr>
        <p:spPr>
          <a:xfrm>
            <a:off x="4349799" y="1637435"/>
            <a:ext cx="2511552" cy="2511552"/>
          </a:xfrm>
          <a:solidFill>
            <a:srgbClr val="F5F0EB"/>
          </a:solidFill>
        </p:spPr>
        <p:txBody>
          <a:bodyPr/>
          <a:lstStyle/>
          <a:p>
            <a:r>
              <a:rPr lang="en-US"/>
              <a:t>Click icon to add picture</a:t>
            </a:r>
          </a:p>
        </p:txBody>
      </p:sp>
      <p:sp>
        <p:nvSpPr>
          <p:cNvPr id="5" name="Text Placeholder 11">
            <a:extLst>
              <a:ext uri="{FF2B5EF4-FFF2-40B4-BE49-F238E27FC236}">
                <a16:creationId xmlns:a16="http://schemas.microsoft.com/office/drawing/2014/main" xmlns="" id="{6AD321CB-1F7A-D001-14D9-8179640E93B5}"/>
              </a:ext>
            </a:extLst>
          </p:cNvPr>
          <p:cNvSpPr>
            <a:spLocks noGrp="1"/>
          </p:cNvSpPr>
          <p:nvPr>
            <p:ph type="body" sz="quarter" idx="15" hasCustomPrompt="1"/>
          </p:nvPr>
        </p:nvSpPr>
        <p:spPr>
          <a:xfrm>
            <a:off x="434979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a16="http://schemas.microsoft.com/office/drawing/2014/main" xmlns="" id="{7EBD53F4-AA15-026E-C06F-BFCDCD680F32}"/>
              </a:ext>
            </a:extLst>
          </p:cNvPr>
          <p:cNvSpPr>
            <a:spLocks noGrp="1" noChangeAspect="1"/>
          </p:cNvSpPr>
          <p:nvPr>
            <p:ph type="pic" sz="quarter" idx="16"/>
          </p:nvPr>
        </p:nvSpPr>
        <p:spPr>
          <a:xfrm>
            <a:off x="8143458" y="1637434"/>
            <a:ext cx="2511551" cy="2511551"/>
          </a:xfrm>
          <a:solidFill>
            <a:srgbClr val="F5F0EB"/>
          </a:solidFill>
        </p:spPr>
        <p:txBody>
          <a:bodyPr/>
          <a:lstStyle/>
          <a:p>
            <a:r>
              <a:rPr lang="en-US"/>
              <a:t>Click icon to add picture</a:t>
            </a:r>
          </a:p>
        </p:txBody>
      </p:sp>
      <p:sp>
        <p:nvSpPr>
          <p:cNvPr id="20" name="Text Placeholder 11">
            <a:extLst>
              <a:ext uri="{FF2B5EF4-FFF2-40B4-BE49-F238E27FC236}">
                <a16:creationId xmlns:a16="http://schemas.microsoft.com/office/drawing/2014/main" xmlns="" id="{B6945004-3FBB-EB03-5646-97F9F63ABEAD}"/>
              </a:ext>
            </a:extLst>
          </p:cNvPr>
          <p:cNvSpPr>
            <a:spLocks noGrp="1"/>
          </p:cNvSpPr>
          <p:nvPr>
            <p:ph type="body" sz="quarter" idx="17" hasCustomPrompt="1"/>
          </p:nvPr>
        </p:nvSpPr>
        <p:spPr>
          <a:xfrm>
            <a:off x="814345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145786142"/>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userDrawn="1">
  <p:cSld name="Speaker, 4">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63033265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143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65149" y="1637435"/>
            <a:ext cx="2514600" cy="2514600"/>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565149"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a16="http://schemas.microsoft.com/office/drawing/2014/main" xmlns="" id="{5C63439D-4D82-6FC2-C60B-B16FE6C01A3A}"/>
              </a:ext>
            </a:extLst>
          </p:cNvPr>
          <p:cNvSpPr>
            <a:spLocks noGrp="1" noChangeAspect="1"/>
          </p:cNvSpPr>
          <p:nvPr>
            <p:ph type="pic" sz="quarter" idx="14"/>
          </p:nvPr>
        </p:nvSpPr>
        <p:spPr>
          <a:xfrm>
            <a:off x="3412998" y="1637435"/>
            <a:ext cx="2514600" cy="2514600"/>
          </a:xfrm>
          <a:solidFill>
            <a:srgbClr val="F5F0EB"/>
          </a:solidFill>
        </p:spPr>
        <p:txBody>
          <a:bodyPr/>
          <a:lstStyle/>
          <a:p>
            <a:r>
              <a:rPr lang="en-US"/>
              <a:t>Click icon to add picture</a:t>
            </a:r>
          </a:p>
        </p:txBody>
      </p:sp>
      <p:sp>
        <p:nvSpPr>
          <p:cNvPr id="5" name="Text Placeholder 11">
            <a:extLst>
              <a:ext uri="{FF2B5EF4-FFF2-40B4-BE49-F238E27FC236}">
                <a16:creationId xmlns:a16="http://schemas.microsoft.com/office/drawing/2014/main" xmlns="" id="{6AD321CB-1F7A-D001-14D9-8179640E93B5}"/>
              </a:ext>
            </a:extLst>
          </p:cNvPr>
          <p:cNvSpPr>
            <a:spLocks noGrp="1"/>
          </p:cNvSpPr>
          <p:nvPr>
            <p:ph type="body" sz="quarter" idx="15" hasCustomPrompt="1"/>
          </p:nvPr>
        </p:nvSpPr>
        <p:spPr>
          <a:xfrm>
            <a:off x="3412998"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a16="http://schemas.microsoft.com/office/drawing/2014/main" xmlns="" id="{7EBD53F4-AA15-026E-C06F-BFCDCD680F32}"/>
              </a:ext>
            </a:extLst>
          </p:cNvPr>
          <p:cNvSpPr>
            <a:spLocks noGrp="1" noChangeAspect="1"/>
          </p:cNvSpPr>
          <p:nvPr>
            <p:ph type="pic" sz="quarter" idx="16"/>
          </p:nvPr>
        </p:nvSpPr>
        <p:spPr>
          <a:xfrm>
            <a:off x="6256365" y="1637435"/>
            <a:ext cx="2514600" cy="2514600"/>
          </a:xfrm>
          <a:solidFill>
            <a:srgbClr val="F5F0EB"/>
          </a:solidFill>
        </p:spPr>
        <p:txBody>
          <a:bodyPr/>
          <a:lstStyle/>
          <a:p>
            <a:r>
              <a:rPr lang="en-US"/>
              <a:t>Click icon to add picture</a:t>
            </a:r>
          </a:p>
        </p:txBody>
      </p:sp>
      <p:sp>
        <p:nvSpPr>
          <p:cNvPr id="20" name="Text Placeholder 11">
            <a:extLst>
              <a:ext uri="{FF2B5EF4-FFF2-40B4-BE49-F238E27FC236}">
                <a16:creationId xmlns:a16="http://schemas.microsoft.com/office/drawing/2014/main" xmlns="" id="{B6945004-3FBB-EB03-5646-97F9F63ABEAD}"/>
              </a:ext>
            </a:extLst>
          </p:cNvPr>
          <p:cNvSpPr>
            <a:spLocks noGrp="1"/>
          </p:cNvSpPr>
          <p:nvPr>
            <p:ph type="body" sz="quarter" idx="17" hasCustomPrompt="1"/>
          </p:nvPr>
        </p:nvSpPr>
        <p:spPr>
          <a:xfrm>
            <a:off x="6256364"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7" name="Picture Placeholder 7">
            <a:extLst>
              <a:ext uri="{FF2B5EF4-FFF2-40B4-BE49-F238E27FC236}">
                <a16:creationId xmlns:a16="http://schemas.microsoft.com/office/drawing/2014/main" xmlns="" id="{D16ABBBF-2339-2E06-7C84-AF01ECF613A3}"/>
              </a:ext>
            </a:extLst>
          </p:cNvPr>
          <p:cNvSpPr>
            <a:spLocks noGrp="1" noChangeAspect="1"/>
          </p:cNvSpPr>
          <p:nvPr>
            <p:ph type="pic" sz="quarter" idx="18"/>
          </p:nvPr>
        </p:nvSpPr>
        <p:spPr>
          <a:xfrm>
            <a:off x="9087852" y="1637435"/>
            <a:ext cx="2514600" cy="2514600"/>
          </a:xfrm>
          <a:solidFill>
            <a:srgbClr val="F5F0EB"/>
          </a:solidFill>
        </p:spPr>
        <p:txBody>
          <a:bodyPr/>
          <a:lstStyle/>
          <a:p>
            <a:r>
              <a:rPr lang="en-US"/>
              <a:t>Click icon to add picture</a:t>
            </a:r>
          </a:p>
        </p:txBody>
      </p:sp>
      <p:sp>
        <p:nvSpPr>
          <p:cNvPr id="9" name="Text Placeholder 11">
            <a:extLst>
              <a:ext uri="{FF2B5EF4-FFF2-40B4-BE49-F238E27FC236}">
                <a16:creationId xmlns:a16="http://schemas.microsoft.com/office/drawing/2014/main" xmlns="" id="{0799ED43-EE89-E750-7B23-AFCCA755762E}"/>
              </a:ext>
            </a:extLst>
          </p:cNvPr>
          <p:cNvSpPr>
            <a:spLocks noGrp="1"/>
          </p:cNvSpPr>
          <p:nvPr>
            <p:ph type="body" sz="quarter" idx="19" hasCustomPrompt="1"/>
          </p:nvPr>
        </p:nvSpPr>
        <p:spPr>
          <a:xfrm>
            <a:off x="9087851"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2786960867"/>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userDrawn="1">
  <p:cSld name="Speaker, 6">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10031900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245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76463" y="1775000"/>
            <a:ext cx="1552375" cy="1552375"/>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576463"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5" name="Text Placeholder 11">
            <a:extLst>
              <a:ext uri="{FF2B5EF4-FFF2-40B4-BE49-F238E27FC236}">
                <a16:creationId xmlns:a16="http://schemas.microsoft.com/office/drawing/2014/main" xmlns="" id="{F71FED85-DAF8-E75C-B88D-72336814AFD6}"/>
              </a:ext>
            </a:extLst>
          </p:cNvPr>
          <p:cNvSpPr>
            <a:spLocks noGrp="1"/>
          </p:cNvSpPr>
          <p:nvPr>
            <p:ph type="body" sz="quarter" idx="19" hasCustomPrompt="1"/>
          </p:nvPr>
        </p:nvSpPr>
        <p:spPr>
          <a:xfrm>
            <a:off x="576463" y="1254086"/>
            <a:ext cx="5521125" cy="279827"/>
          </a:xfrm>
        </p:spPr>
        <p:txBody>
          <a:bodyPr/>
          <a:lstStyle>
            <a:lvl1pPr>
              <a:spcBef>
                <a:spcPts val="0"/>
              </a:spcBef>
              <a:defRPr sz="1600" b="1">
                <a:solidFill>
                  <a:schemeClr val="tx1"/>
                </a:solidFill>
              </a:defRPr>
            </a:lvl1pPr>
            <a:lvl2pPr marL="0" indent="0">
              <a:spcBef>
                <a:spcPts val="0"/>
              </a:spcBef>
              <a:buNone/>
              <a:defRPr sz="1200">
                <a:solidFill>
                  <a:srgbClr val="5E5751"/>
                </a:solidFill>
              </a:defRPr>
            </a:lvl2pPr>
          </a:lstStyle>
          <a:p>
            <a:pPr lvl="0"/>
            <a:r>
              <a:rPr lang="en-US" dirty="0"/>
              <a:t>Header (optional)</a:t>
            </a:r>
          </a:p>
        </p:txBody>
      </p:sp>
      <p:sp>
        <p:nvSpPr>
          <p:cNvPr id="26" name="Text Placeholder 11">
            <a:extLst>
              <a:ext uri="{FF2B5EF4-FFF2-40B4-BE49-F238E27FC236}">
                <a16:creationId xmlns:a16="http://schemas.microsoft.com/office/drawing/2014/main" xmlns="" id="{80D331FB-07CC-CBB0-1C97-15E6031B1502}"/>
              </a:ext>
            </a:extLst>
          </p:cNvPr>
          <p:cNvSpPr>
            <a:spLocks noGrp="1"/>
          </p:cNvSpPr>
          <p:nvPr>
            <p:ph type="body" sz="quarter" idx="20" hasCustomPrompt="1"/>
          </p:nvPr>
        </p:nvSpPr>
        <p:spPr>
          <a:xfrm>
            <a:off x="576463" y="4501783"/>
            <a:ext cx="5521125" cy="279827"/>
          </a:xfrm>
        </p:spPr>
        <p:txBody>
          <a:bodyPr/>
          <a:lstStyle>
            <a:lvl1pPr>
              <a:spcBef>
                <a:spcPts val="0"/>
              </a:spcBef>
              <a:defRPr sz="1600" b="1">
                <a:solidFill>
                  <a:schemeClr val="tx1"/>
                </a:solidFill>
              </a:defRPr>
            </a:lvl1pPr>
            <a:lvl2pPr marL="0" indent="0">
              <a:spcBef>
                <a:spcPts val="0"/>
              </a:spcBef>
              <a:buNone/>
              <a:defRPr sz="1200">
                <a:solidFill>
                  <a:srgbClr val="5E5751"/>
                </a:solidFill>
              </a:defRPr>
            </a:lvl2pPr>
          </a:lstStyle>
          <a:p>
            <a:pPr lvl="0"/>
            <a:r>
              <a:rPr lang="en-US" dirty="0"/>
              <a:t>Header over logos (optional)</a:t>
            </a:r>
          </a:p>
        </p:txBody>
      </p:sp>
      <p:sp>
        <p:nvSpPr>
          <p:cNvPr id="31" name="Picture Placeholder 7">
            <a:extLst>
              <a:ext uri="{FF2B5EF4-FFF2-40B4-BE49-F238E27FC236}">
                <a16:creationId xmlns:a16="http://schemas.microsoft.com/office/drawing/2014/main" xmlns="" id="{3B6500AD-6C0E-2707-679D-0A899C4EA95D}"/>
              </a:ext>
            </a:extLst>
          </p:cNvPr>
          <p:cNvSpPr>
            <a:spLocks noGrp="1" noChangeAspect="1"/>
          </p:cNvSpPr>
          <p:nvPr>
            <p:ph type="pic" sz="quarter" idx="21"/>
          </p:nvPr>
        </p:nvSpPr>
        <p:spPr>
          <a:xfrm>
            <a:off x="2467064" y="1775000"/>
            <a:ext cx="1552375" cy="1552375"/>
          </a:xfrm>
          <a:solidFill>
            <a:srgbClr val="F5F0EB"/>
          </a:solidFill>
        </p:spPr>
        <p:txBody>
          <a:bodyPr/>
          <a:lstStyle/>
          <a:p>
            <a:r>
              <a:rPr lang="en-US"/>
              <a:t>Click icon to add picture</a:t>
            </a:r>
          </a:p>
        </p:txBody>
      </p:sp>
      <p:sp>
        <p:nvSpPr>
          <p:cNvPr id="32" name="Text Placeholder 11">
            <a:extLst>
              <a:ext uri="{FF2B5EF4-FFF2-40B4-BE49-F238E27FC236}">
                <a16:creationId xmlns:a16="http://schemas.microsoft.com/office/drawing/2014/main" xmlns="" id="{F4A0A85C-8282-CFF2-07DC-5B20BB9E9834}"/>
              </a:ext>
            </a:extLst>
          </p:cNvPr>
          <p:cNvSpPr>
            <a:spLocks noGrp="1"/>
          </p:cNvSpPr>
          <p:nvPr>
            <p:ph type="body" sz="quarter" idx="22" hasCustomPrompt="1"/>
          </p:nvPr>
        </p:nvSpPr>
        <p:spPr>
          <a:xfrm>
            <a:off x="2467064"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3" name="Picture Placeholder 7">
            <a:extLst>
              <a:ext uri="{FF2B5EF4-FFF2-40B4-BE49-F238E27FC236}">
                <a16:creationId xmlns:a16="http://schemas.microsoft.com/office/drawing/2014/main" xmlns="" id="{D078D3FA-853F-C115-1493-DF9FB1C6F215}"/>
              </a:ext>
            </a:extLst>
          </p:cNvPr>
          <p:cNvSpPr>
            <a:spLocks noGrp="1" noChangeAspect="1"/>
          </p:cNvSpPr>
          <p:nvPr>
            <p:ph type="pic" sz="quarter" idx="23"/>
          </p:nvPr>
        </p:nvSpPr>
        <p:spPr>
          <a:xfrm>
            <a:off x="4357665" y="1775000"/>
            <a:ext cx="1552375" cy="1552375"/>
          </a:xfrm>
          <a:solidFill>
            <a:srgbClr val="F5F0EB"/>
          </a:solidFill>
        </p:spPr>
        <p:txBody>
          <a:bodyPr/>
          <a:lstStyle/>
          <a:p>
            <a:r>
              <a:rPr lang="en-US"/>
              <a:t>Click icon to add picture</a:t>
            </a:r>
          </a:p>
        </p:txBody>
      </p:sp>
      <p:sp>
        <p:nvSpPr>
          <p:cNvPr id="34" name="Text Placeholder 11">
            <a:extLst>
              <a:ext uri="{FF2B5EF4-FFF2-40B4-BE49-F238E27FC236}">
                <a16:creationId xmlns:a16="http://schemas.microsoft.com/office/drawing/2014/main" xmlns="" id="{05A7CFBA-E0A6-8DD1-C303-4DD735628AC8}"/>
              </a:ext>
            </a:extLst>
          </p:cNvPr>
          <p:cNvSpPr>
            <a:spLocks noGrp="1"/>
          </p:cNvSpPr>
          <p:nvPr>
            <p:ph type="body" sz="quarter" idx="24" hasCustomPrompt="1"/>
          </p:nvPr>
        </p:nvSpPr>
        <p:spPr>
          <a:xfrm>
            <a:off x="4357665"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5" name="Picture Placeholder 7">
            <a:extLst>
              <a:ext uri="{FF2B5EF4-FFF2-40B4-BE49-F238E27FC236}">
                <a16:creationId xmlns:a16="http://schemas.microsoft.com/office/drawing/2014/main" xmlns="" id="{B6102AE7-F278-B5A9-F2C5-1FBF4197ECDB}"/>
              </a:ext>
            </a:extLst>
          </p:cNvPr>
          <p:cNvSpPr>
            <a:spLocks noGrp="1" noChangeAspect="1"/>
          </p:cNvSpPr>
          <p:nvPr>
            <p:ph type="pic" sz="quarter" idx="25"/>
          </p:nvPr>
        </p:nvSpPr>
        <p:spPr>
          <a:xfrm>
            <a:off x="6248266" y="1775000"/>
            <a:ext cx="1552375" cy="1552375"/>
          </a:xfrm>
          <a:solidFill>
            <a:srgbClr val="F5F0EB"/>
          </a:solidFill>
        </p:spPr>
        <p:txBody>
          <a:bodyPr/>
          <a:lstStyle/>
          <a:p>
            <a:r>
              <a:rPr lang="en-US"/>
              <a:t>Click icon to add picture</a:t>
            </a:r>
          </a:p>
        </p:txBody>
      </p:sp>
      <p:sp>
        <p:nvSpPr>
          <p:cNvPr id="36" name="Text Placeholder 11">
            <a:extLst>
              <a:ext uri="{FF2B5EF4-FFF2-40B4-BE49-F238E27FC236}">
                <a16:creationId xmlns:a16="http://schemas.microsoft.com/office/drawing/2014/main" xmlns="" id="{C2A82CB5-B9E0-2A6D-25BE-D13CD2814ADE}"/>
              </a:ext>
            </a:extLst>
          </p:cNvPr>
          <p:cNvSpPr>
            <a:spLocks noGrp="1"/>
          </p:cNvSpPr>
          <p:nvPr>
            <p:ph type="body" sz="quarter" idx="26" hasCustomPrompt="1"/>
          </p:nvPr>
        </p:nvSpPr>
        <p:spPr>
          <a:xfrm>
            <a:off x="6248266"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7" name="Picture Placeholder 7">
            <a:extLst>
              <a:ext uri="{FF2B5EF4-FFF2-40B4-BE49-F238E27FC236}">
                <a16:creationId xmlns:a16="http://schemas.microsoft.com/office/drawing/2014/main" xmlns="" id="{70B59503-4A68-E260-B103-EA49A509D2C1}"/>
              </a:ext>
            </a:extLst>
          </p:cNvPr>
          <p:cNvSpPr>
            <a:spLocks noGrp="1" noChangeAspect="1"/>
          </p:cNvSpPr>
          <p:nvPr>
            <p:ph type="pic" sz="quarter" idx="27"/>
          </p:nvPr>
        </p:nvSpPr>
        <p:spPr>
          <a:xfrm>
            <a:off x="8138867" y="1775000"/>
            <a:ext cx="1552375" cy="1552375"/>
          </a:xfrm>
          <a:solidFill>
            <a:srgbClr val="F5F0EB"/>
          </a:solidFill>
        </p:spPr>
        <p:txBody>
          <a:bodyPr/>
          <a:lstStyle/>
          <a:p>
            <a:r>
              <a:rPr lang="en-US"/>
              <a:t>Click icon to add picture</a:t>
            </a:r>
          </a:p>
        </p:txBody>
      </p:sp>
      <p:sp>
        <p:nvSpPr>
          <p:cNvPr id="38" name="Text Placeholder 11">
            <a:extLst>
              <a:ext uri="{FF2B5EF4-FFF2-40B4-BE49-F238E27FC236}">
                <a16:creationId xmlns:a16="http://schemas.microsoft.com/office/drawing/2014/main" xmlns="" id="{A0995BA9-2C1D-3A52-7C7F-BC37A2466C4A}"/>
              </a:ext>
            </a:extLst>
          </p:cNvPr>
          <p:cNvSpPr>
            <a:spLocks noGrp="1"/>
          </p:cNvSpPr>
          <p:nvPr>
            <p:ph type="body" sz="quarter" idx="28" hasCustomPrompt="1"/>
          </p:nvPr>
        </p:nvSpPr>
        <p:spPr>
          <a:xfrm>
            <a:off x="8138867"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9" name="Picture Placeholder 7">
            <a:extLst>
              <a:ext uri="{FF2B5EF4-FFF2-40B4-BE49-F238E27FC236}">
                <a16:creationId xmlns:a16="http://schemas.microsoft.com/office/drawing/2014/main" xmlns="" id="{FE049F1E-C38A-F65C-3614-91F97F14616A}"/>
              </a:ext>
            </a:extLst>
          </p:cNvPr>
          <p:cNvSpPr>
            <a:spLocks noGrp="1" noChangeAspect="1"/>
          </p:cNvSpPr>
          <p:nvPr>
            <p:ph type="pic" sz="quarter" idx="29"/>
          </p:nvPr>
        </p:nvSpPr>
        <p:spPr>
          <a:xfrm>
            <a:off x="10029466" y="1775000"/>
            <a:ext cx="1552375" cy="1552375"/>
          </a:xfrm>
          <a:solidFill>
            <a:srgbClr val="F5F0EB"/>
          </a:solidFill>
        </p:spPr>
        <p:txBody>
          <a:bodyPr/>
          <a:lstStyle/>
          <a:p>
            <a:r>
              <a:rPr lang="en-US"/>
              <a:t>Click icon to add picture</a:t>
            </a:r>
          </a:p>
        </p:txBody>
      </p:sp>
      <p:sp>
        <p:nvSpPr>
          <p:cNvPr id="40" name="Text Placeholder 11">
            <a:extLst>
              <a:ext uri="{FF2B5EF4-FFF2-40B4-BE49-F238E27FC236}">
                <a16:creationId xmlns:a16="http://schemas.microsoft.com/office/drawing/2014/main" xmlns="" id="{06C2ADEC-2DA0-0CA9-F153-77DFAA70DA1B}"/>
              </a:ext>
            </a:extLst>
          </p:cNvPr>
          <p:cNvSpPr>
            <a:spLocks noGrp="1"/>
          </p:cNvSpPr>
          <p:nvPr>
            <p:ph type="body" sz="quarter" idx="30" hasCustomPrompt="1"/>
          </p:nvPr>
        </p:nvSpPr>
        <p:spPr>
          <a:xfrm>
            <a:off x="10029466"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2078235520"/>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userDrawn="1">
  <p:cSld name="Speaker, 12">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9020097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348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65150" y="1637435"/>
            <a:ext cx="987552" cy="987552"/>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1703515"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a16="http://schemas.microsoft.com/office/drawing/2014/main" xmlns="" id="{5C63439D-4D82-6FC2-C60B-B16FE6C01A3A}"/>
              </a:ext>
            </a:extLst>
          </p:cNvPr>
          <p:cNvSpPr>
            <a:spLocks noGrp="1" noChangeAspect="1"/>
          </p:cNvSpPr>
          <p:nvPr>
            <p:ph type="pic" sz="quarter" idx="14"/>
          </p:nvPr>
        </p:nvSpPr>
        <p:spPr>
          <a:xfrm>
            <a:off x="4358849" y="1637435"/>
            <a:ext cx="987552" cy="987552"/>
          </a:xfrm>
          <a:solidFill>
            <a:srgbClr val="F5F0EB"/>
          </a:solidFill>
        </p:spPr>
        <p:txBody>
          <a:bodyPr/>
          <a:lstStyle/>
          <a:p>
            <a:r>
              <a:rPr lang="en-US"/>
              <a:t>Click icon to add picture</a:t>
            </a:r>
          </a:p>
        </p:txBody>
      </p:sp>
      <p:sp>
        <p:nvSpPr>
          <p:cNvPr id="5" name="Text Placeholder 11">
            <a:extLst>
              <a:ext uri="{FF2B5EF4-FFF2-40B4-BE49-F238E27FC236}">
                <a16:creationId xmlns:a16="http://schemas.microsoft.com/office/drawing/2014/main" xmlns="" id="{6AD321CB-1F7A-D001-14D9-8179640E93B5}"/>
              </a:ext>
            </a:extLst>
          </p:cNvPr>
          <p:cNvSpPr>
            <a:spLocks noGrp="1"/>
          </p:cNvSpPr>
          <p:nvPr>
            <p:ph type="body" sz="quarter" idx="15" hasCustomPrompt="1"/>
          </p:nvPr>
        </p:nvSpPr>
        <p:spPr>
          <a:xfrm>
            <a:off x="5495540"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9" name="Picture Placeholder 7">
            <a:extLst>
              <a:ext uri="{FF2B5EF4-FFF2-40B4-BE49-F238E27FC236}">
                <a16:creationId xmlns:a16="http://schemas.microsoft.com/office/drawing/2014/main" xmlns="" id="{E07B74AC-EE9A-25D5-4583-5F253A748507}"/>
              </a:ext>
            </a:extLst>
          </p:cNvPr>
          <p:cNvSpPr>
            <a:spLocks noGrp="1" noChangeAspect="1"/>
          </p:cNvSpPr>
          <p:nvPr>
            <p:ph type="pic" sz="quarter" idx="16"/>
          </p:nvPr>
        </p:nvSpPr>
        <p:spPr>
          <a:xfrm>
            <a:off x="565150" y="2888166"/>
            <a:ext cx="987552" cy="987552"/>
          </a:xfrm>
          <a:solidFill>
            <a:srgbClr val="F5F0EB"/>
          </a:solidFill>
        </p:spPr>
        <p:txBody>
          <a:bodyPr/>
          <a:lstStyle/>
          <a:p>
            <a:r>
              <a:rPr lang="en-US"/>
              <a:t>Click icon to add picture</a:t>
            </a:r>
          </a:p>
        </p:txBody>
      </p:sp>
      <p:sp>
        <p:nvSpPr>
          <p:cNvPr id="12" name="Text Placeholder 11">
            <a:extLst>
              <a:ext uri="{FF2B5EF4-FFF2-40B4-BE49-F238E27FC236}">
                <a16:creationId xmlns:a16="http://schemas.microsoft.com/office/drawing/2014/main" xmlns="" id="{35B64ED0-1747-14E8-8C38-312801E015E8}"/>
              </a:ext>
            </a:extLst>
          </p:cNvPr>
          <p:cNvSpPr>
            <a:spLocks noGrp="1"/>
          </p:cNvSpPr>
          <p:nvPr>
            <p:ph type="body" sz="quarter" idx="17" hasCustomPrompt="1"/>
          </p:nvPr>
        </p:nvSpPr>
        <p:spPr>
          <a:xfrm>
            <a:off x="1703515"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3" name="Picture Placeholder 7">
            <a:extLst>
              <a:ext uri="{FF2B5EF4-FFF2-40B4-BE49-F238E27FC236}">
                <a16:creationId xmlns:a16="http://schemas.microsoft.com/office/drawing/2014/main" xmlns="" id="{17D60C2A-77D9-52CA-F221-CE501A39CABC}"/>
              </a:ext>
            </a:extLst>
          </p:cNvPr>
          <p:cNvSpPr>
            <a:spLocks noGrp="1" noChangeAspect="1"/>
          </p:cNvSpPr>
          <p:nvPr>
            <p:ph type="pic" sz="quarter" idx="18"/>
          </p:nvPr>
        </p:nvSpPr>
        <p:spPr>
          <a:xfrm>
            <a:off x="4358849" y="2888166"/>
            <a:ext cx="987552" cy="987552"/>
          </a:xfrm>
          <a:solidFill>
            <a:srgbClr val="F5F0EB"/>
          </a:solidFill>
        </p:spPr>
        <p:txBody>
          <a:bodyPr/>
          <a:lstStyle/>
          <a:p>
            <a:r>
              <a:rPr lang="en-US"/>
              <a:t>Click icon to add picture</a:t>
            </a:r>
          </a:p>
        </p:txBody>
      </p:sp>
      <p:sp>
        <p:nvSpPr>
          <p:cNvPr id="14" name="Text Placeholder 11">
            <a:extLst>
              <a:ext uri="{FF2B5EF4-FFF2-40B4-BE49-F238E27FC236}">
                <a16:creationId xmlns:a16="http://schemas.microsoft.com/office/drawing/2014/main" xmlns="" id="{CB165B28-35C1-D225-4A64-E2A61301A4DD}"/>
              </a:ext>
            </a:extLst>
          </p:cNvPr>
          <p:cNvSpPr>
            <a:spLocks noGrp="1"/>
          </p:cNvSpPr>
          <p:nvPr>
            <p:ph type="body" sz="quarter" idx="19" hasCustomPrompt="1"/>
          </p:nvPr>
        </p:nvSpPr>
        <p:spPr>
          <a:xfrm>
            <a:off x="5495540"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5" name="Picture Placeholder 7">
            <a:extLst>
              <a:ext uri="{FF2B5EF4-FFF2-40B4-BE49-F238E27FC236}">
                <a16:creationId xmlns:a16="http://schemas.microsoft.com/office/drawing/2014/main" xmlns="" id="{E73A1BFE-276C-0927-9FF7-66318C2DBD7D}"/>
              </a:ext>
            </a:extLst>
          </p:cNvPr>
          <p:cNvSpPr>
            <a:spLocks noGrp="1" noChangeAspect="1"/>
          </p:cNvSpPr>
          <p:nvPr>
            <p:ph type="pic" sz="quarter" idx="20"/>
          </p:nvPr>
        </p:nvSpPr>
        <p:spPr>
          <a:xfrm>
            <a:off x="565150" y="4138897"/>
            <a:ext cx="987552" cy="987552"/>
          </a:xfrm>
          <a:solidFill>
            <a:srgbClr val="F5F0EB"/>
          </a:solidFill>
        </p:spPr>
        <p:txBody>
          <a:bodyPr/>
          <a:lstStyle/>
          <a:p>
            <a:r>
              <a:rPr lang="en-US"/>
              <a:t>Click icon to add picture</a:t>
            </a:r>
          </a:p>
        </p:txBody>
      </p:sp>
      <p:sp>
        <p:nvSpPr>
          <p:cNvPr id="16" name="Text Placeholder 11">
            <a:extLst>
              <a:ext uri="{FF2B5EF4-FFF2-40B4-BE49-F238E27FC236}">
                <a16:creationId xmlns:a16="http://schemas.microsoft.com/office/drawing/2014/main" xmlns="" id="{2529DBB2-3720-4AB8-3C81-7BBD12B176C4}"/>
              </a:ext>
            </a:extLst>
          </p:cNvPr>
          <p:cNvSpPr>
            <a:spLocks noGrp="1"/>
          </p:cNvSpPr>
          <p:nvPr>
            <p:ph type="body" sz="quarter" idx="21" hasCustomPrompt="1"/>
          </p:nvPr>
        </p:nvSpPr>
        <p:spPr>
          <a:xfrm>
            <a:off x="1703515"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7" name="Picture Placeholder 7">
            <a:extLst>
              <a:ext uri="{FF2B5EF4-FFF2-40B4-BE49-F238E27FC236}">
                <a16:creationId xmlns:a16="http://schemas.microsoft.com/office/drawing/2014/main" xmlns="" id="{D518239F-8303-6062-88F3-9C2B67E4E1A4}"/>
              </a:ext>
            </a:extLst>
          </p:cNvPr>
          <p:cNvSpPr>
            <a:spLocks noGrp="1" noChangeAspect="1"/>
          </p:cNvSpPr>
          <p:nvPr>
            <p:ph type="pic" sz="quarter" idx="22"/>
          </p:nvPr>
        </p:nvSpPr>
        <p:spPr>
          <a:xfrm>
            <a:off x="4358849" y="4138897"/>
            <a:ext cx="987552" cy="987552"/>
          </a:xfrm>
          <a:solidFill>
            <a:srgbClr val="F5F0EB"/>
          </a:solidFill>
        </p:spPr>
        <p:txBody>
          <a:bodyPr/>
          <a:lstStyle/>
          <a:p>
            <a:r>
              <a:rPr lang="en-US"/>
              <a:t>Click icon to add picture</a:t>
            </a:r>
          </a:p>
        </p:txBody>
      </p:sp>
      <p:sp>
        <p:nvSpPr>
          <p:cNvPr id="18" name="Text Placeholder 11">
            <a:extLst>
              <a:ext uri="{FF2B5EF4-FFF2-40B4-BE49-F238E27FC236}">
                <a16:creationId xmlns:a16="http://schemas.microsoft.com/office/drawing/2014/main" xmlns="" id="{4FA7EC9E-AD87-A0B5-8F3E-FED229E183FF}"/>
              </a:ext>
            </a:extLst>
          </p:cNvPr>
          <p:cNvSpPr>
            <a:spLocks noGrp="1"/>
          </p:cNvSpPr>
          <p:nvPr>
            <p:ph type="body" sz="quarter" idx="23" hasCustomPrompt="1"/>
          </p:nvPr>
        </p:nvSpPr>
        <p:spPr>
          <a:xfrm>
            <a:off x="5495540"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a16="http://schemas.microsoft.com/office/drawing/2014/main" xmlns="" id="{4E9CDB91-D9C5-B930-B1D8-D183D7EC2AEF}"/>
              </a:ext>
            </a:extLst>
          </p:cNvPr>
          <p:cNvSpPr>
            <a:spLocks noGrp="1" noChangeAspect="1"/>
          </p:cNvSpPr>
          <p:nvPr>
            <p:ph type="pic" sz="quarter" idx="24"/>
          </p:nvPr>
        </p:nvSpPr>
        <p:spPr>
          <a:xfrm>
            <a:off x="8142573" y="1637435"/>
            <a:ext cx="987552" cy="987552"/>
          </a:xfrm>
          <a:solidFill>
            <a:srgbClr val="F5F0EB"/>
          </a:solidFill>
        </p:spPr>
        <p:txBody>
          <a:bodyPr/>
          <a:lstStyle/>
          <a:p>
            <a:r>
              <a:rPr lang="en-US"/>
              <a:t>Click icon to add picture</a:t>
            </a:r>
          </a:p>
        </p:txBody>
      </p:sp>
      <p:sp>
        <p:nvSpPr>
          <p:cNvPr id="7" name="Text Placeholder 11">
            <a:extLst>
              <a:ext uri="{FF2B5EF4-FFF2-40B4-BE49-F238E27FC236}">
                <a16:creationId xmlns:a16="http://schemas.microsoft.com/office/drawing/2014/main" xmlns="" id="{311B5EAD-8B7F-6A93-83A3-23F72B428F6D}"/>
              </a:ext>
            </a:extLst>
          </p:cNvPr>
          <p:cNvSpPr>
            <a:spLocks noGrp="1"/>
          </p:cNvSpPr>
          <p:nvPr>
            <p:ph type="body" sz="quarter" idx="25" hasCustomPrompt="1"/>
          </p:nvPr>
        </p:nvSpPr>
        <p:spPr>
          <a:xfrm>
            <a:off x="9279264"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9" name="Picture Placeholder 7">
            <a:extLst>
              <a:ext uri="{FF2B5EF4-FFF2-40B4-BE49-F238E27FC236}">
                <a16:creationId xmlns:a16="http://schemas.microsoft.com/office/drawing/2014/main" xmlns="" id="{3C128D69-5F12-E113-1C1D-87FD3076CE28}"/>
              </a:ext>
            </a:extLst>
          </p:cNvPr>
          <p:cNvSpPr>
            <a:spLocks noGrp="1" noChangeAspect="1"/>
          </p:cNvSpPr>
          <p:nvPr>
            <p:ph type="pic" sz="quarter" idx="26"/>
          </p:nvPr>
        </p:nvSpPr>
        <p:spPr>
          <a:xfrm>
            <a:off x="8142573" y="2888166"/>
            <a:ext cx="987552" cy="987552"/>
          </a:xfrm>
          <a:solidFill>
            <a:srgbClr val="F5F0EB"/>
          </a:solidFill>
        </p:spPr>
        <p:txBody>
          <a:bodyPr/>
          <a:lstStyle/>
          <a:p>
            <a:r>
              <a:rPr lang="en-US"/>
              <a:t>Click icon to add picture</a:t>
            </a:r>
          </a:p>
        </p:txBody>
      </p:sp>
      <p:sp>
        <p:nvSpPr>
          <p:cNvPr id="20" name="Text Placeholder 11">
            <a:extLst>
              <a:ext uri="{FF2B5EF4-FFF2-40B4-BE49-F238E27FC236}">
                <a16:creationId xmlns:a16="http://schemas.microsoft.com/office/drawing/2014/main" xmlns="" id="{7F066EF6-1311-24CB-7809-237CF39D9372}"/>
              </a:ext>
            </a:extLst>
          </p:cNvPr>
          <p:cNvSpPr>
            <a:spLocks noGrp="1"/>
          </p:cNvSpPr>
          <p:nvPr>
            <p:ph type="body" sz="quarter" idx="27" hasCustomPrompt="1"/>
          </p:nvPr>
        </p:nvSpPr>
        <p:spPr>
          <a:xfrm>
            <a:off x="9279264"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1" name="Picture Placeholder 7">
            <a:extLst>
              <a:ext uri="{FF2B5EF4-FFF2-40B4-BE49-F238E27FC236}">
                <a16:creationId xmlns:a16="http://schemas.microsoft.com/office/drawing/2014/main" xmlns="" id="{125D1315-97FF-9A57-853E-248B543B2AF8}"/>
              </a:ext>
            </a:extLst>
          </p:cNvPr>
          <p:cNvSpPr>
            <a:spLocks noGrp="1" noChangeAspect="1"/>
          </p:cNvSpPr>
          <p:nvPr>
            <p:ph type="pic" sz="quarter" idx="28"/>
          </p:nvPr>
        </p:nvSpPr>
        <p:spPr>
          <a:xfrm>
            <a:off x="8142573" y="4138897"/>
            <a:ext cx="987552" cy="987552"/>
          </a:xfrm>
          <a:solidFill>
            <a:srgbClr val="F5F0EB"/>
          </a:solidFill>
        </p:spPr>
        <p:txBody>
          <a:bodyPr/>
          <a:lstStyle/>
          <a:p>
            <a:r>
              <a:rPr lang="en-US"/>
              <a:t>Click icon to add picture</a:t>
            </a:r>
          </a:p>
        </p:txBody>
      </p:sp>
      <p:sp>
        <p:nvSpPr>
          <p:cNvPr id="22" name="Text Placeholder 11">
            <a:extLst>
              <a:ext uri="{FF2B5EF4-FFF2-40B4-BE49-F238E27FC236}">
                <a16:creationId xmlns:a16="http://schemas.microsoft.com/office/drawing/2014/main" xmlns="" id="{68CC0581-D126-BDB7-1E9C-98F2C66DDE7E}"/>
              </a:ext>
            </a:extLst>
          </p:cNvPr>
          <p:cNvSpPr>
            <a:spLocks noGrp="1"/>
          </p:cNvSpPr>
          <p:nvPr>
            <p:ph type="body" sz="quarter" idx="29" hasCustomPrompt="1"/>
          </p:nvPr>
        </p:nvSpPr>
        <p:spPr>
          <a:xfrm>
            <a:off x="9279264"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3" name="Picture Placeholder 7">
            <a:extLst>
              <a:ext uri="{FF2B5EF4-FFF2-40B4-BE49-F238E27FC236}">
                <a16:creationId xmlns:a16="http://schemas.microsoft.com/office/drawing/2014/main" xmlns="" id="{7C60BF74-5B69-8111-2CFB-81EABD313A45}"/>
              </a:ext>
            </a:extLst>
          </p:cNvPr>
          <p:cNvSpPr>
            <a:spLocks noGrp="1" noChangeAspect="1"/>
          </p:cNvSpPr>
          <p:nvPr>
            <p:ph type="pic" sz="quarter" idx="30"/>
          </p:nvPr>
        </p:nvSpPr>
        <p:spPr>
          <a:xfrm>
            <a:off x="565150" y="5389629"/>
            <a:ext cx="987552" cy="987552"/>
          </a:xfrm>
          <a:solidFill>
            <a:srgbClr val="F5F0EB"/>
          </a:solidFill>
        </p:spPr>
        <p:txBody>
          <a:bodyPr/>
          <a:lstStyle/>
          <a:p>
            <a:r>
              <a:rPr lang="en-US"/>
              <a:t>Click icon to add picture</a:t>
            </a:r>
          </a:p>
        </p:txBody>
      </p:sp>
      <p:sp>
        <p:nvSpPr>
          <p:cNvPr id="24" name="Text Placeholder 11">
            <a:extLst>
              <a:ext uri="{FF2B5EF4-FFF2-40B4-BE49-F238E27FC236}">
                <a16:creationId xmlns:a16="http://schemas.microsoft.com/office/drawing/2014/main" xmlns="" id="{FB93A903-C399-3411-D3A5-7D8EA27E4781}"/>
              </a:ext>
            </a:extLst>
          </p:cNvPr>
          <p:cNvSpPr>
            <a:spLocks noGrp="1"/>
          </p:cNvSpPr>
          <p:nvPr>
            <p:ph type="body" sz="quarter" idx="31" hasCustomPrompt="1"/>
          </p:nvPr>
        </p:nvSpPr>
        <p:spPr>
          <a:xfrm>
            <a:off x="1703515"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5" name="Picture Placeholder 7">
            <a:extLst>
              <a:ext uri="{FF2B5EF4-FFF2-40B4-BE49-F238E27FC236}">
                <a16:creationId xmlns:a16="http://schemas.microsoft.com/office/drawing/2014/main" xmlns="" id="{2736E186-6C9A-1B23-F922-E7C60426EB6D}"/>
              </a:ext>
            </a:extLst>
          </p:cNvPr>
          <p:cNvSpPr>
            <a:spLocks noGrp="1" noChangeAspect="1"/>
          </p:cNvSpPr>
          <p:nvPr>
            <p:ph type="pic" sz="quarter" idx="32"/>
          </p:nvPr>
        </p:nvSpPr>
        <p:spPr>
          <a:xfrm>
            <a:off x="4358849" y="5389629"/>
            <a:ext cx="987552" cy="987552"/>
          </a:xfrm>
          <a:solidFill>
            <a:srgbClr val="F5F0EB"/>
          </a:solidFill>
        </p:spPr>
        <p:txBody>
          <a:bodyPr/>
          <a:lstStyle/>
          <a:p>
            <a:r>
              <a:rPr lang="en-US"/>
              <a:t>Click icon to add picture</a:t>
            </a:r>
          </a:p>
        </p:txBody>
      </p:sp>
      <p:sp>
        <p:nvSpPr>
          <p:cNvPr id="26" name="Text Placeholder 11">
            <a:extLst>
              <a:ext uri="{FF2B5EF4-FFF2-40B4-BE49-F238E27FC236}">
                <a16:creationId xmlns:a16="http://schemas.microsoft.com/office/drawing/2014/main" xmlns="" id="{D67FFBB4-8EBA-A591-9025-E103B80DA52D}"/>
              </a:ext>
            </a:extLst>
          </p:cNvPr>
          <p:cNvSpPr>
            <a:spLocks noGrp="1"/>
          </p:cNvSpPr>
          <p:nvPr>
            <p:ph type="body" sz="quarter" idx="33" hasCustomPrompt="1"/>
          </p:nvPr>
        </p:nvSpPr>
        <p:spPr>
          <a:xfrm>
            <a:off x="5495540"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7" name="Picture Placeholder 7">
            <a:extLst>
              <a:ext uri="{FF2B5EF4-FFF2-40B4-BE49-F238E27FC236}">
                <a16:creationId xmlns:a16="http://schemas.microsoft.com/office/drawing/2014/main" xmlns="" id="{315113AF-65B1-6860-94D3-6847ED73E65E}"/>
              </a:ext>
            </a:extLst>
          </p:cNvPr>
          <p:cNvSpPr>
            <a:spLocks noGrp="1" noChangeAspect="1"/>
          </p:cNvSpPr>
          <p:nvPr>
            <p:ph type="pic" sz="quarter" idx="34"/>
          </p:nvPr>
        </p:nvSpPr>
        <p:spPr>
          <a:xfrm>
            <a:off x="8142573" y="5389629"/>
            <a:ext cx="987552" cy="987552"/>
          </a:xfrm>
          <a:solidFill>
            <a:srgbClr val="F5F0EB"/>
          </a:solidFill>
        </p:spPr>
        <p:txBody>
          <a:bodyPr/>
          <a:lstStyle/>
          <a:p>
            <a:r>
              <a:rPr lang="en-US"/>
              <a:t>Click icon to add picture</a:t>
            </a:r>
          </a:p>
        </p:txBody>
      </p:sp>
      <p:sp>
        <p:nvSpPr>
          <p:cNvPr id="28" name="Text Placeholder 11">
            <a:extLst>
              <a:ext uri="{FF2B5EF4-FFF2-40B4-BE49-F238E27FC236}">
                <a16:creationId xmlns:a16="http://schemas.microsoft.com/office/drawing/2014/main" xmlns="" id="{D8D2915E-D44F-7A27-1EFE-AA964A273E35}"/>
              </a:ext>
            </a:extLst>
          </p:cNvPr>
          <p:cNvSpPr>
            <a:spLocks noGrp="1"/>
          </p:cNvSpPr>
          <p:nvPr>
            <p:ph type="body" sz="quarter" idx="35" hasCustomPrompt="1"/>
          </p:nvPr>
        </p:nvSpPr>
        <p:spPr>
          <a:xfrm>
            <a:off x="9279264"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4181779623"/>
      </p:ext>
    </p:extLst>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14253529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450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3213838" y="1305349"/>
            <a:ext cx="5764335" cy="4247317"/>
          </a:xfrm>
          <a:prstGeom prst="rect">
            <a:avLst/>
          </a:prstGeom>
          <a:noFill/>
        </p:spPr>
        <p:txBody>
          <a:bodyPr wrap="none" lIns="0" tIns="0" rIns="0" bIns="0" rtlCol="0" anchor="ctr">
            <a:spAutoFit/>
          </a:bodyPr>
          <a:lstStyle/>
          <a:p>
            <a:pPr algn="ctr"/>
            <a:r>
              <a:rPr lang="en-US" sz="13800">
                <a:solidFill>
                  <a:srgbClr val="000000"/>
                </a:solidFill>
              </a:rPr>
              <a:t>Closing</a:t>
            </a:r>
          </a:p>
          <a:p>
            <a:pPr algn="ctr"/>
            <a:r>
              <a:rPr lang="en-US" sz="13800">
                <a:solidFill>
                  <a:srgbClr val="000000"/>
                </a:solidFill>
              </a:rPr>
              <a:t>layouts</a:t>
            </a:r>
          </a:p>
        </p:txBody>
      </p:sp>
    </p:spTree>
    <p:extLst>
      <p:ext uri="{BB962C8B-B14F-4D97-AF65-F5344CB8AC3E}">
        <p14:creationId xmlns:p14="http://schemas.microsoft.com/office/powerpoint/2010/main" val="1933230681"/>
      </p:ext>
    </p:extLst>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showMasterSp="0" preserve="1" userDrawn="1">
  <p:cSld name="6_End Slide (Carbon)">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xmlns="" id="{F0E82741-EECD-7D5E-DA50-894B61C9F926}"/>
              </a:ext>
            </a:extLst>
          </p:cNvPr>
          <p:cNvPicPr>
            <a:picLocks noChangeAspect="1"/>
          </p:cNvPicPr>
          <p:nvPr userDrawn="1"/>
        </p:nvPicPr>
        <p:blipFill>
          <a:blip>
            <a:extLst>
              <a:ext uri="{96DAC541-7B7A-43D3-8B79-37D633B846F1}">
                <asvg:svgBlip xmlns:asvg="http://schemas.microsoft.com/office/drawing/2016/SVG/main" xmlns=""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a16="http://schemas.microsoft.com/office/drawing/2014/main" xmlns=""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342190216"/>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235529"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xmlns="" id="{B6B4F07B-D6B3-E5C8-D832-E51E0E864BB7}"/>
              </a:ext>
            </a:extLst>
          </p:cNvPr>
          <p:cNvPicPr>
            <a:picLocks noChangeAspect="1"/>
          </p:cNvPicPr>
          <p:nvPr userDrawn="1"/>
        </p:nvPicPr>
        <p:blipFill>
          <a:blip>
            <a:extLst>
              <a:ext uri="{96DAC541-7B7A-43D3-8B79-37D633B846F1}">
                <asvg:svgBlip xmlns:asvg="http://schemas.microsoft.com/office/drawing/2016/SVG/main" xmlns=""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a16="http://schemas.microsoft.com/office/drawing/2014/main" xmlns=""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defTabSz="914172">
              <a:defRPr/>
            </a:pPr>
            <a:r>
              <a:rPr lang="en-US" sz="600">
                <a:solidFill>
                  <a:srgbClr val="000000">
                    <a:lumMod val="65000"/>
                    <a:lumOff val="35000"/>
                  </a:srgbClr>
                </a:solidFill>
                <a:latin typeface="Arial" panose="020B0604020202020204" pitchFamily="34" charset="0"/>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a16="http://schemas.microsoft.com/office/drawing/2014/main" xmlns=""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rgbClr val="000000">
                    <a:lumMod val="65000"/>
                    <a:lumOff val="35000"/>
                  </a:srgbClr>
                </a:solidFill>
              </a:rPr>
              <a:t>Copyright 2026, Strictly Confidential, All rights reserved</a:t>
            </a:r>
          </a:p>
        </p:txBody>
      </p:sp>
      <p:sp>
        <p:nvSpPr>
          <p:cNvPr id="2" name="TextBox 1">
            <a:extLst>
              <a:ext uri="{FF2B5EF4-FFF2-40B4-BE49-F238E27FC236}">
                <a16:creationId xmlns:a16="http://schemas.microsoft.com/office/drawing/2014/main" xmlns="" id="{10E9B97E-B871-FBDE-4718-2615A1C20F6E}"/>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rgbClr val="FFFFFF"/>
                </a:solidFill>
              </a:rPr>
              <a:t>Copyright 2026, Strictly Confidential, All rights reserved</a:t>
            </a:r>
          </a:p>
        </p:txBody>
      </p:sp>
      <p:sp>
        <p:nvSpPr>
          <p:cNvPr id="3" name="TextBox 2">
            <a:extLst>
              <a:ext uri="{FF2B5EF4-FFF2-40B4-BE49-F238E27FC236}">
                <a16:creationId xmlns:a16="http://schemas.microsoft.com/office/drawing/2014/main" xmlns=""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err="1">
                <a:solidFill>
                  <a:srgbClr val="FFFFFF"/>
                </a:solidFill>
              </a:rPr>
              <a:t>Tenarai</a:t>
            </a:r>
            <a:endParaRPr lang="en-US" sz="1000" b="1">
              <a:solidFill>
                <a:srgbClr val="FFFFFF"/>
              </a:solidFill>
            </a:endParaRPr>
          </a:p>
        </p:txBody>
      </p:sp>
      <p:sp>
        <p:nvSpPr>
          <p:cNvPr id="7" name="Text Placeholder 5">
            <a:extLst>
              <a:ext uri="{FF2B5EF4-FFF2-40B4-BE49-F238E27FC236}">
                <a16:creationId xmlns:a16="http://schemas.microsoft.com/office/drawing/2014/main" xmlns="" id="{999A7ADE-D49A-50BF-E2D0-38B4984B8E96}"/>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rgbClr val="8E867E"/>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132776825"/>
      </p:ext>
    </p:extLst>
  </p:cSld>
  <p:clrMapOvr>
    <a:overrideClrMapping bg1="dk1" tx1="lt1" bg2="dk2" tx2="lt2" accent1="accent1" accent2="accent2" accent3="accent3" accent4="accent4" accent5="accent5" accent6="accent6" hlink="hlink" folHlink="folHlink"/>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showMasterSp="0" preserve="1" userDrawn="1">
  <p:cSld name="7_End Slide (Carbon)">
    <p:bg>
      <p:bgPr>
        <a:solidFill>
          <a:schemeClr val="tx2"/>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xmlns="" id="{792E8758-AC20-EA9F-2FD3-F5B9E92540F5}"/>
              </a:ext>
            </a:extLst>
          </p:cNvPr>
          <p:cNvPicPr>
            <a:picLocks noChangeAspect="1"/>
          </p:cNvPicPr>
          <p:nvPr userDrawn="1"/>
        </p:nvPicPr>
        <p:blipFill>
          <a:blip>
            <a:extLst>
              <a:ext uri="{96DAC541-7B7A-43D3-8B79-37D633B846F1}">
                <asvg:svgBlip xmlns:asvg="http://schemas.microsoft.com/office/drawing/2016/SVG/main" xmlns=""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a16="http://schemas.microsoft.com/office/drawing/2014/main" xmlns=""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1855751468"/>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236553"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xmlns="" id="{B6B4F07B-D6B3-E5C8-D832-E51E0E864BB7}"/>
              </a:ext>
            </a:extLst>
          </p:cNvPr>
          <p:cNvPicPr>
            <a:picLocks noChangeAspect="1"/>
          </p:cNvPicPr>
          <p:nvPr userDrawn="1"/>
        </p:nvPicPr>
        <p:blipFill>
          <a:blip>
            <a:extLst>
              <a:ext uri="{96DAC541-7B7A-43D3-8B79-37D633B846F1}">
                <asvg:svgBlip xmlns:asvg="http://schemas.microsoft.com/office/drawing/2016/SVG/main" xmlns=""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a16="http://schemas.microsoft.com/office/drawing/2014/main" xmlns=""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defTabSz="914172">
              <a:defRPr/>
            </a:pPr>
            <a:r>
              <a:rPr lang="en-US" sz="600">
                <a:solidFill>
                  <a:srgbClr val="BEB4AA"/>
                </a:solidFill>
                <a:latin typeface="Arial" panose="020B0604020202020204" pitchFamily="34" charset="0"/>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a16="http://schemas.microsoft.com/office/drawing/2014/main" xmlns=""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rgbClr val="000000">
                    <a:lumMod val="65000"/>
                    <a:lumOff val="35000"/>
                  </a:srgbClr>
                </a:solidFill>
              </a:rPr>
              <a:t>Copyright 2026, Strictly Confidential, All rights reserved</a:t>
            </a:r>
          </a:p>
        </p:txBody>
      </p:sp>
      <p:sp>
        <p:nvSpPr>
          <p:cNvPr id="3" name="TextBox 2">
            <a:extLst>
              <a:ext uri="{FF2B5EF4-FFF2-40B4-BE49-F238E27FC236}">
                <a16:creationId xmlns:a16="http://schemas.microsoft.com/office/drawing/2014/main" xmlns=""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err="1">
                <a:solidFill>
                  <a:srgbClr val="000000"/>
                </a:solidFill>
              </a:rPr>
              <a:t>Tenarai</a:t>
            </a:r>
            <a:endParaRPr lang="en-US" sz="1000" b="1">
              <a:solidFill>
                <a:srgbClr val="000000"/>
              </a:solidFill>
            </a:endParaRPr>
          </a:p>
        </p:txBody>
      </p:sp>
      <p:sp>
        <p:nvSpPr>
          <p:cNvPr id="6" name="Text Placeholder 5">
            <a:extLst>
              <a:ext uri="{FF2B5EF4-FFF2-40B4-BE49-F238E27FC236}">
                <a16:creationId xmlns:a16="http://schemas.microsoft.com/office/drawing/2014/main" xmlns="" id="{2FA9B9D4-E9FA-5F10-B93E-7C4E0E33E6CB}"/>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rgbClr val="47413D"/>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2810136954"/>
      </p:ext>
    </p:extLst>
  </p:cSld>
  <p:clrMapOvr>
    <a:overrideClrMapping bg1="dk1" tx1="lt1" bg2="dk2" tx2="lt2" accent1="accent1" accent2="accent2" accent3="accent3" accent4="accent4" accent5="accent5" accent6="accent6" hlink="hlink" folHlink="folHlink"/>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showMasterSp="0" preserve="1" userDrawn="1">
  <p:cSld name="8_End Slide (Carbon)">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xmlns="" id="{792E8758-AC20-EA9F-2FD3-F5B9E92540F5}"/>
              </a:ext>
            </a:extLst>
          </p:cNvPr>
          <p:cNvPicPr>
            <a:picLocks noChangeAspect="1"/>
          </p:cNvPicPr>
          <p:nvPr userDrawn="1"/>
        </p:nvPicPr>
        <p:blipFill>
          <a:blip>
            <a:extLst>
              <a:ext uri="{96DAC541-7B7A-43D3-8B79-37D633B846F1}">
                <asvg:svgBlip xmlns:asvg="http://schemas.microsoft.com/office/drawing/2016/SVG/main" xmlns=""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a16="http://schemas.microsoft.com/office/drawing/2014/main" xmlns=""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366624365"/>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237577"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xmlns="" id="{B6B4F07B-D6B3-E5C8-D832-E51E0E864BB7}"/>
              </a:ext>
            </a:extLst>
          </p:cNvPr>
          <p:cNvPicPr>
            <a:picLocks noChangeAspect="1"/>
          </p:cNvPicPr>
          <p:nvPr userDrawn="1"/>
        </p:nvPicPr>
        <p:blipFill>
          <a:blip>
            <a:extLst>
              <a:ext uri="{96DAC541-7B7A-43D3-8B79-37D633B846F1}">
                <asvg:svgBlip xmlns:asvg="http://schemas.microsoft.com/office/drawing/2016/SVG/main" xmlns=""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a16="http://schemas.microsoft.com/office/drawing/2014/main" xmlns=""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defTabSz="914172">
              <a:defRPr/>
            </a:pPr>
            <a:r>
              <a:rPr lang="en-US" sz="600">
                <a:solidFill>
                  <a:srgbClr val="BEB4AA"/>
                </a:solidFill>
                <a:latin typeface="Arial" panose="020B0604020202020204" pitchFamily="34" charset="0"/>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a16="http://schemas.microsoft.com/office/drawing/2014/main" xmlns=""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rgbClr val="000000">
                    <a:lumMod val="65000"/>
                    <a:lumOff val="35000"/>
                  </a:srgbClr>
                </a:solidFill>
              </a:rPr>
              <a:t>Copyright 2026, Strictly Confidential, All rights reserved</a:t>
            </a:r>
          </a:p>
        </p:txBody>
      </p:sp>
      <p:sp>
        <p:nvSpPr>
          <p:cNvPr id="3" name="TextBox 2">
            <a:extLst>
              <a:ext uri="{FF2B5EF4-FFF2-40B4-BE49-F238E27FC236}">
                <a16:creationId xmlns:a16="http://schemas.microsoft.com/office/drawing/2014/main" xmlns=""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err="1">
                <a:solidFill>
                  <a:srgbClr val="000000"/>
                </a:solidFill>
              </a:rPr>
              <a:t>Tenarai</a:t>
            </a:r>
            <a:endParaRPr lang="en-US" sz="1000" b="1">
              <a:solidFill>
                <a:srgbClr val="000000"/>
              </a:solidFill>
            </a:endParaRPr>
          </a:p>
        </p:txBody>
      </p:sp>
      <p:sp>
        <p:nvSpPr>
          <p:cNvPr id="6" name="Text Placeholder 5">
            <a:extLst>
              <a:ext uri="{FF2B5EF4-FFF2-40B4-BE49-F238E27FC236}">
                <a16:creationId xmlns:a16="http://schemas.microsoft.com/office/drawing/2014/main" xmlns="" id="{2FA9B9D4-E9FA-5F10-B93E-7C4E0E33E6CB}"/>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chemeClr val="bg1"/>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2126235597"/>
      </p:ext>
    </p:extLst>
  </p:cSld>
  <p:clrMapOvr>
    <a:overrideClrMapping bg1="dk1" tx1="lt1" bg2="dk2" tx2="lt2" accent1="accent1" accent2="accent2" accent3="accent3" accent4="accent4" accent5="accent5" accent6="accent6" hlink="hlink" folHlink="folHlink"/>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showMasterSp="0" preserve="1" userDrawn="1">
  <p:cSld name="End Slide (Tan)">
    <p:bg>
      <p:bgRef idx="1001">
        <a:schemeClr val="bg2"/>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14921417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860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7" name="Graphic 6">
            <a:extLst>
              <a:ext uri="{FF2B5EF4-FFF2-40B4-BE49-F238E27FC236}">
                <a16:creationId xmlns:a16="http://schemas.microsoft.com/office/drawing/2014/main" xmlns="" id="{CEBDEADF-0953-6CAE-7213-DECA8F5A09E3}"/>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7769515" y="5910834"/>
            <a:ext cx="4012910" cy="585216"/>
          </a:xfrm>
          <a:prstGeom prst="rect">
            <a:avLst/>
          </a:prstGeom>
        </p:spPr>
      </p:pic>
      <p:sp>
        <p:nvSpPr>
          <p:cNvPr id="2" name="Text Placeholder 11">
            <a:extLst>
              <a:ext uri="{FF2B5EF4-FFF2-40B4-BE49-F238E27FC236}">
                <a16:creationId xmlns:a16="http://schemas.microsoft.com/office/drawing/2014/main" xmlns="" id="{1449CD1B-818D-994A-063B-D4E7C53D002E}"/>
              </a:ext>
            </a:extLst>
          </p:cNvPr>
          <p:cNvSpPr>
            <a:spLocks noGrp="1"/>
          </p:cNvSpPr>
          <p:nvPr>
            <p:ph type="body" sz="quarter" idx="13" hasCustomPrompt="1"/>
          </p:nvPr>
        </p:nvSpPr>
        <p:spPr>
          <a:xfrm>
            <a:off x="565150" y="558800"/>
            <a:ext cx="3479800" cy="4530725"/>
          </a:xfrm>
        </p:spPr>
        <p:txBody>
          <a:bodyPr/>
          <a:lstStyle>
            <a:lvl1pPr>
              <a:spcBef>
                <a:spcPts val="0"/>
              </a:spcBef>
              <a:defRPr sz="1600" b="1">
                <a:solidFill>
                  <a:schemeClr val="tx1"/>
                </a:solidFill>
              </a:defRPr>
            </a:lvl1pPr>
            <a:lvl2pPr marL="0" indent="0">
              <a:spcBef>
                <a:spcPts val="0"/>
              </a:spcBef>
              <a:buNone/>
              <a:defRPr sz="1400">
                <a:solidFill>
                  <a:schemeClr val="tx1"/>
                </a:solidFill>
              </a:defRPr>
            </a:lvl2pPr>
          </a:lstStyle>
          <a:p>
            <a:pPr lvl="0"/>
            <a:r>
              <a:rPr lang="en-US" dirty="0"/>
              <a:t>Contact (optional)</a:t>
            </a:r>
          </a:p>
          <a:p>
            <a:pPr lvl="1"/>
            <a:r>
              <a:rPr lang="en-US" dirty="0"/>
              <a:t>Job title</a:t>
            </a:r>
            <a:br>
              <a:rPr lang="en-US" dirty="0"/>
            </a:br>
            <a:r>
              <a:rPr lang="en-US" dirty="0"/>
              <a:t>Email</a:t>
            </a:r>
          </a:p>
        </p:txBody>
      </p:sp>
    </p:spTree>
    <p:extLst>
      <p:ext uri="{BB962C8B-B14F-4D97-AF65-F5344CB8AC3E}">
        <p14:creationId xmlns:p14="http://schemas.microsoft.com/office/powerpoint/2010/main" val="1943036629"/>
      </p:ext>
    </p:extLst>
  </p:cSld>
  <p:clrMapOvr>
    <a:overrideClrMapping bg1="lt1" tx1="dk1" bg2="lt2" tx2="dk2" accent1="accent1" accent2="accent2" accent3="accent3" accent4="accent4" accent5="accent5" accent6="accent6" hlink="hlink" folHlink="folHlink"/>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showMasterSp="0" preserve="1" userDrawn="1">
  <p:cSld name="End Slide (Carbon)">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29306569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962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7" name="Graphic 6">
            <a:extLst>
              <a:ext uri="{FF2B5EF4-FFF2-40B4-BE49-F238E27FC236}">
                <a16:creationId xmlns:a16="http://schemas.microsoft.com/office/drawing/2014/main" xmlns="" id="{CEBDEADF-0953-6CAE-7213-DECA8F5A09E3}"/>
              </a:ext>
            </a:extLst>
          </p:cNvPr>
          <p:cNvPicPr>
            <a:picLocks noChangeAspect="1"/>
          </p:cNvPicPr>
          <p:nvPr userDrawn="1"/>
        </p:nvPicPr>
        <p:blipFill>
          <a:blip>
            <a:extLst>
              <a:ext uri="{96DAC541-7B7A-43D3-8B79-37D633B846F1}">
                <asvg:svgBlip xmlns:asvg="http://schemas.microsoft.com/office/drawing/2016/SVG/main" xmlns="" r:embed="rId6"/>
              </a:ext>
            </a:extLst>
          </a:blip>
          <a:srcRect/>
          <a:stretch/>
        </p:blipFill>
        <p:spPr>
          <a:xfrm>
            <a:off x="7769515" y="5910834"/>
            <a:ext cx="4012909" cy="585216"/>
          </a:xfrm>
          <a:prstGeom prst="rect">
            <a:avLst/>
          </a:prstGeom>
        </p:spPr>
      </p:pic>
      <p:sp>
        <p:nvSpPr>
          <p:cNvPr id="2" name="Text Placeholder 11">
            <a:extLst>
              <a:ext uri="{FF2B5EF4-FFF2-40B4-BE49-F238E27FC236}">
                <a16:creationId xmlns:a16="http://schemas.microsoft.com/office/drawing/2014/main" xmlns="" id="{24200F27-F0C5-8CBC-B4DA-2772790B2C82}"/>
              </a:ext>
            </a:extLst>
          </p:cNvPr>
          <p:cNvSpPr>
            <a:spLocks noGrp="1"/>
          </p:cNvSpPr>
          <p:nvPr>
            <p:ph type="body" sz="quarter" idx="13" hasCustomPrompt="1"/>
          </p:nvPr>
        </p:nvSpPr>
        <p:spPr>
          <a:xfrm>
            <a:off x="565150" y="558800"/>
            <a:ext cx="3479800" cy="4530725"/>
          </a:xfrm>
        </p:spPr>
        <p:txBody>
          <a:bodyPr/>
          <a:lstStyle>
            <a:lvl1pPr>
              <a:spcBef>
                <a:spcPts val="0"/>
              </a:spcBef>
              <a:defRPr sz="1600" b="1">
                <a:solidFill>
                  <a:schemeClr val="tx1"/>
                </a:solidFill>
              </a:defRPr>
            </a:lvl1pPr>
            <a:lvl2pPr marL="0" indent="0">
              <a:spcBef>
                <a:spcPts val="0"/>
              </a:spcBef>
              <a:buNone/>
              <a:defRPr sz="1400">
                <a:solidFill>
                  <a:schemeClr val="tx1"/>
                </a:solidFill>
              </a:defRPr>
            </a:lvl2pPr>
          </a:lstStyle>
          <a:p>
            <a:pPr lvl="0"/>
            <a:r>
              <a:rPr lang="en-US" dirty="0"/>
              <a:t>Contact (optional)</a:t>
            </a:r>
          </a:p>
          <a:p>
            <a:pPr lvl="1"/>
            <a:r>
              <a:rPr lang="en-US" dirty="0"/>
              <a:t>Job title</a:t>
            </a:r>
            <a:br>
              <a:rPr lang="en-US" dirty="0"/>
            </a:br>
            <a:r>
              <a:rPr lang="en-US" dirty="0"/>
              <a:t>Email</a:t>
            </a:r>
          </a:p>
        </p:txBody>
      </p:sp>
    </p:spTree>
    <p:extLst>
      <p:ext uri="{BB962C8B-B14F-4D97-AF65-F5344CB8AC3E}">
        <p14:creationId xmlns:p14="http://schemas.microsoft.com/office/powerpoint/2010/main" val="627362940"/>
      </p:ext>
    </p:extLst>
  </p:cSld>
  <p:clrMapOvr>
    <a:overrideClrMapping bg1="dk1" tx1="lt1" bg2="dk2" tx2="lt2" accent1="accent1" accent2="accent2" accent3="accent3" accent4="accent4" accent5="accent5" accent6="accent6" hlink="hlink" folHlink="folHlink"/>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2414319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4064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565150" y="851377"/>
            <a:ext cx="11066462" cy="5155257"/>
          </a:xfrm>
          <a:prstGeom prst="rect">
            <a:avLst/>
          </a:prstGeom>
          <a:noFill/>
        </p:spPr>
        <p:txBody>
          <a:bodyPr wrap="square" lIns="0" tIns="0" rIns="0" bIns="0" rtlCol="0" anchor="ctr">
            <a:noAutofit/>
          </a:bodyPr>
          <a:lstStyle/>
          <a:p>
            <a:pPr algn="ctr"/>
            <a:r>
              <a:rPr lang="en-US" sz="3600">
                <a:solidFill>
                  <a:srgbClr val="000000"/>
                </a:solidFill>
              </a:rPr>
              <a:t>If you see any </a:t>
            </a:r>
            <a:r>
              <a:rPr lang="en-US" sz="3600" b="1" i="1">
                <a:solidFill>
                  <a:srgbClr val="000000"/>
                </a:solidFill>
              </a:rPr>
              <a:t>layouts after this one</a:t>
            </a:r>
            <a:r>
              <a:rPr lang="en-US" sz="3600" i="1">
                <a:solidFill>
                  <a:srgbClr val="000000"/>
                </a:solidFill>
              </a:rPr>
              <a:t>,</a:t>
            </a:r>
            <a:r>
              <a:rPr lang="en-US" sz="3600">
                <a:solidFill>
                  <a:srgbClr val="000000"/>
                </a:solidFill>
              </a:rPr>
              <a:t> do not use them. These layouts </a:t>
            </a:r>
            <a:r>
              <a:rPr lang="en-US" sz="3600" b="1" i="1">
                <a:solidFill>
                  <a:srgbClr val="000000"/>
                </a:solidFill>
              </a:rPr>
              <a:t>are not </a:t>
            </a:r>
            <a:r>
              <a:rPr lang="en-US" sz="3600">
                <a:solidFill>
                  <a:srgbClr val="000000"/>
                </a:solidFill>
              </a:rPr>
              <a:t>part of our template.</a:t>
            </a:r>
          </a:p>
          <a:p>
            <a:pPr algn="ctr"/>
            <a:r>
              <a:rPr lang="en-US" sz="13800" b="1">
                <a:solidFill>
                  <a:srgbClr val="000000"/>
                </a:solidFill>
              </a:rPr>
              <a:t>Do not use</a:t>
            </a:r>
            <a:endParaRPr lang="en-US" sz="2000">
              <a:solidFill>
                <a:srgbClr val="000000"/>
              </a:solidFill>
            </a:endParaRPr>
          </a:p>
          <a:p>
            <a:pPr algn="ctr"/>
            <a:r>
              <a:rPr lang="en-US" sz="2000">
                <a:solidFill>
                  <a:srgbClr val="000000"/>
                </a:solidFill>
              </a:rPr>
              <a:t>Due to PowerPoint’s standard Copy/Paste functionality extra undesirable layouts can appear.</a:t>
            </a:r>
          </a:p>
          <a:p>
            <a:pPr algn="ctr">
              <a:spcBef>
                <a:spcPts val="600"/>
              </a:spcBef>
              <a:buClr>
                <a:srgbClr val="003755"/>
              </a:buClr>
            </a:pPr>
            <a:r>
              <a:rPr lang="en-US" sz="2000">
                <a:solidFill>
                  <a:srgbClr val="000000"/>
                </a:solidFill>
              </a:rPr>
              <a:t>Also notice: Layouts after this might contain potential confidential information.</a:t>
            </a:r>
          </a:p>
        </p:txBody>
      </p:sp>
      <p:sp>
        <p:nvSpPr>
          <p:cNvPr id="2" name="Chevron 1">
            <a:extLst>
              <a:ext uri="{FF2B5EF4-FFF2-40B4-BE49-F238E27FC236}">
                <a16:creationId xmlns:a16="http://schemas.microsoft.com/office/drawing/2014/main" xmlns="" id="{10DC4FBB-A3AA-0EB1-1C90-CC7161DB18D5}"/>
              </a:ext>
            </a:extLst>
          </p:cNvPr>
          <p:cNvSpPr/>
          <p:nvPr userDrawn="1"/>
        </p:nvSpPr>
        <p:spPr>
          <a:xfrm rot="5400000">
            <a:off x="5785638" y="5593195"/>
            <a:ext cx="620724" cy="1014517"/>
          </a:xfrm>
          <a:prstGeom prst="chevron">
            <a:avLst>
              <a:gd name="adj" fmla="val 77451"/>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rgbClr val="000000"/>
              </a:solidFill>
            </a:endParaRPr>
          </a:p>
        </p:txBody>
      </p:sp>
    </p:spTree>
    <p:extLst>
      <p:ext uri="{BB962C8B-B14F-4D97-AF65-F5344CB8AC3E}">
        <p14:creationId xmlns:p14="http://schemas.microsoft.com/office/powerpoint/2010/main" val="328098989"/>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userDrawn="1">
  <p:cSld name="Title and content v2">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173677"/>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35358522"/>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type="blank">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 xmlns:a16="http://schemas.microsoft.com/office/drawing/2014/main" id="{C4DC091D-E20B-43AF-85A6-D06B098A5765}"/>
              </a:ext>
            </a:extLst>
          </p:cNvPr>
          <p:cNvSpPr>
            <a:spLocks noGrp="1"/>
          </p:cNvSpPr>
          <p:nvPr>
            <p:ph type="dt" sz="half" idx="10"/>
          </p:nvPr>
        </p:nvSpPr>
        <p:spPr>
          <a:xfrm>
            <a:off x="838200" y="6356350"/>
            <a:ext cx="2743200" cy="365125"/>
          </a:xfrm>
          <a:prstGeom prst="rect">
            <a:avLst/>
          </a:prstGeom>
        </p:spPr>
        <p:txBody>
          <a:bodyPr/>
          <a:lstStyle/>
          <a:p>
            <a:fld id="{8E7E9FA1-3201-4CFE-B59E-2CC3904A385B}" type="datetimeFigureOut">
              <a:rPr lang="ru-RU" smtClean="0">
                <a:solidFill>
                  <a:srgbClr val="000000"/>
                </a:solidFill>
              </a:rPr>
              <a:pPr/>
              <a:t>13.07.2026</a:t>
            </a:fld>
            <a:endParaRPr lang="ru-RU">
              <a:solidFill>
                <a:srgbClr val="000000"/>
              </a:solidFill>
            </a:endParaRPr>
          </a:p>
        </p:txBody>
      </p:sp>
      <p:sp>
        <p:nvSpPr>
          <p:cNvPr id="3" name="Нижний колонтитул 2">
            <a:extLst>
              <a:ext uri="{FF2B5EF4-FFF2-40B4-BE49-F238E27FC236}">
                <a16:creationId xmlns="" xmlns:a16="http://schemas.microsoft.com/office/drawing/2014/main" id="{7256F216-F3C5-4473-B251-72A6A8FB0A56}"/>
              </a:ext>
            </a:extLst>
          </p:cNvPr>
          <p:cNvSpPr>
            <a:spLocks noGrp="1"/>
          </p:cNvSpPr>
          <p:nvPr>
            <p:ph type="ftr" sz="quarter" idx="11"/>
          </p:nvPr>
        </p:nvSpPr>
        <p:spPr>
          <a:xfrm>
            <a:off x="4038600" y="6356350"/>
            <a:ext cx="4114800" cy="365125"/>
          </a:xfrm>
          <a:prstGeom prst="rect">
            <a:avLst/>
          </a:prstGeom>
        </p:spPr>
        <p:txBody>
          <a:bodyPr/>
          <a:lstStyle/>
          <a:p>
            <a:endParaRPr lang="ru-RU">
              <a:solidFill>
                <a:srgbClr val="000000"/>
              </a:solidFill>
            </a:endParaRPr>
          </a:p>
        </p:txBody>
      </p:sp>
      <p:sp>
        <p:nvSpPr>
          <p:cNvPr id="4" name="Номер слайда 3">
            <a:extLst>
              <a:ext uri="{FF2B5EF4-FFF2-40B4-BE49-F238E27FC236}">
                <a16:creationId xmlns="" xmlns:a16="http://schemas.microsoft.com/office/drawing/2014/main" id="{0510FE17-D12B-4940-A9BA-F5142885EE84}"/>
              </a:ext>
            </a:extLst>
          </p:cNvPr>
          <p:cNvSpPr>
            <a:spLocks noGrp="1"/>
          </p:cNvSpPr>
          <p:nvPr>
            <p:ph type="sldNum" sz="quarter" idx="12"/>
          </p:nvPr>
        </p:nvSpPr>
        <p:spPr/>
        <p:txBody>
          <a:bodyPr/>
          <a:lstStyle/>
          <a:p>
            <a:fld id="{218DFB81-B4D1-4C46-8DB6-75181515BA6D}" type="slidenum">
              <a:rPr lang="ru-RU" smtClean="0"/>
              <a:pPr/>
              <a:t>‹#›</a:t>
            </a:fld>
            <a:endParaRPr lang="ru-RU"/>
          </a:p>
        </p:txBody>
      </p:sp>
    </p:spTree>
    <p:extLst>
      <p:ext uri="{BB962C8B-B14F-4D97-AF65-F5344CB8AC3E}">
        <p14:creationId xmlns:p14="http://schemas.microsoft.com/office/powerpoint/2010/main" val="1458587628"/>
      </p:ext>
    </p:extLst>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type="obj">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 xmlns:a16="http://schemas.microsoft.com/office/drawing/2014/main" id="{BD785E31-5EE4-4031-8DAA-64044DE0836F}"/>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 xmlns:a16="http://schemas.microsoft.com/office/drawing/2014/main" id="{EAAB51F7-AD05-4812-9AEE-F0A7A18CE345}"/>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 xmlns:a16="http://schemas.microsoft.com/office/drawing/2014/main" id="{CE39D8A6-338D-4A25-B834-B4A942E94EFE}"/>
              </a:ext>
            </a:extLst>
          </p:cNvPr>
          <p:cNvSpPr>
            <a:spLocks noGrp="1"/>
          </p:cNvSpPr>
          <p:nvPr>
            <p:ph type="dt" sz="half" idx="10"/>
          </p:nvPr>
        </p:nvSpPr>
        <p:spPr>
          <a:xfrm>
            <a:off x="838200" y="6356350"/>
            <a:ext cx="2743200" cy="365125"/>
          </a:xfrm>
          <a:prstGeom prst="rect">
            <a:avLst/>
          </a:prstGeom>
        </p:spPr>
        <p:txBody>
          <a:bodyPr/>
          <a:lstStyle/>
          <a:p>
            <a:fld id="{8E7E9FA1-3201-4CFE-B59E-2CC3904A385B}" type="datetimeFigureOut">
              <a:rPr lang="ru-RU" smtClean="0">
                <a:solidFill>
                  <a:srgbClr val="000000"/>
                </a:solidFill>
              </a:rPr>
              <a:pPr/>
              <a:t>13.07.2026</a:t>
            </a:fld>
            <a:endParaRPr lang="ru-RU">
              <a:solidFill>
                <a:srgbClr val="000000"/>
              </a:solidFill>
            </a:endParaRPr>
          </a:p>
        </p:txBody>
      </p:sp>
      <p:sp>
        <p:nvSpPr>
          <p:cNvPr id="5" name="Нижний колонтитул 4">
            <a:extLst>
              <a:ext uri="{FF2B5EF4-FFF2-40B4-BE49-F238E27FC236}">
                <a16:creationId xmlns="" xmlns:a16="http://schemas.microsoft.com/office/drawing/2014/main" id="{CC93547E-E0C5-4326-ADC3-C43A6781B1A5}"/>
              </a:ext>
            </a:extLst>
          </p:cNvPr>
          <p:cNvSpPr>
            <a:spLocks noGrp="1"/>
          </p:cNvSpPr>
          <p:nvPr>
            <p:ph type="ftr" sz="quarter" idx="11"/>
          </p:nvPr>
        </p:nvSpPr>
        <p:spPr>
          <a:xfrm>
            <a:off x="4038600" y="6356350"/>
            <a:ext cx="4114800" cy="365125"/>
          </a:xfrm>
          <a:prstGeom prst="rect">
            <a:avLst/>
          </a:prstGeom>
        </p:spPr>
        <p:txBody>
          <a:bodyPr/>
          <a:lstStyle/>
          <a:p>
            <a:endParaRPr lang="ru-RU">
              <a:solidFill>
                <a:srgbClr val="000000"/>
              </a:solidFill>
            </a:endParaRPr>
          </a:p>
        </p:txBody>
      </p:sp>
      <p:sp>
        <p:nvSpPr>
          <p:cNvPr id="6" name="Номер слайда 5">
            <a:extLst>
              <a:ext uri="{FF2B5EF4-FFF2-40B4-BE49-F238E27FC236}">
                <a16:creationId xmlns="" xmlns:a16="http://schemas.microsoft.com/office/drawing/2014/main" id="{C267DB44-D3F4-429C-AB2C-E561CB263BD7}"/>
              </a:ext>
            </a:extLst>
          </p:cNvPr>
          <p:cNvSpPr>
            <a:spLocks noGrp="1"/>
          </p:cNvSpPr>
          <p:nvPr>
            <p:ph type="sldNum" sz="quarter" idx="12"/>
          </p:nvPr>
        </p:nvSpPr>
        <p:spPr/>
        <p:txBody>
          <a:bodyPr/>
          <a:lstStyle/>
          <a:p>
            <a:fld id="{218DFB81-B4D1-4C46-8DB6-75181515BA6D}" type="slidenum">
              <a:rPr lang="ru-RU" smtClean="0"/>
              <a:pPr/>
              <a:t>‹#›</a:t>
            </a:fld>
            <a:endParaRPr lang="ru-RU"/>
          </a:p>
        </p:txBody>
      </p:sp>
    </p:spTree>
    <p:extLst>
      <p:ext uri="{BB962C8B-B14F-4D97-AF65-F5344CB8AC3E}">
        <p14:creationId xmlns:p14="http://schemas.microsoft.com/office/powerpoint/2010/main" val="3346919047"/>
      </p:ext>
    </p:extLst>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type="title">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 xmlns:a16="http://schemas.microsoft.com/office/drawing/2014/main" id="{570CF9D4-6142-441F-9CC7-B111E5F3C8F7}"/>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 xmlns:a16="http://schemas.microsoft.com/office/drawing/2014/main" id="{A8BD84C9-C47B-4688-9E12-08B97B78CB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 xmlns:a16="http://schemas.microsoft.com/office/drawing/2014/main" id="{83306C19-EDB8-45AC-A06D-1C6E7A4688A4}"/>
              </a:ext>
            </a:extLst>
          </p:cNvPr>
          <p:cNvSpPr>
            <a:spLocks noGrp="1"/>
          </p:cNvSpPr>
          <p:nvPr>
            <p:ph type="dt" sz="half" idx="10"/>
          </p:nvPr>
        </p:nvSpPr>
        <p:spPr>
          <a:xfrm>
            <a:off x="838200" y="6356350"/>
            <a:ext cx="2743200" cy="365125"/>
          </a:xfrm>
          <a:prstGeom prst="rect">
            <a:avLst/>
          </a:prstGeom>
        </p:spPr>
        <p:txBody>
          <a:bodyPr/>
          <a:lstStyle/>
          <a:p>
            <a:fld id="{8E7E9FA1-3201-4CFE-B59E-2CC3904A385B}" type="datetimeFigureOut">
              <a:rPr lang="ru-RU" smtClean="0">
                <a:solidFill>
                  <a:srgbClr val="000000"/>
                </a:solidFill>
              </a:rPr>
              <a:pPr/>
              <a:t>13.07.2026</a:t>
            </a:fld>
            <a:endParaRPr lang="ru-RU">
              <a:solidFill>
                <a:srgbClr val="000000"/>
              </a:solidFill>
            </a:endParaRPr>
          </a:p>
        </p:txBody>
      </p:sp>
      <p:sp>
        <p:nvSpPr>
          <p:cNvPr id="5" name="Нижний колонтитул 4">
            <a:extLst>
              <a:ext uri="{FF2B5EF4-FFF2-40B4-BE49-F238E27FC236}">
                <a16:creationId xmlns="" xmlns:a16="http://schemas.microsoft.com/office/drawing/2014/main" id="{19420566-273E-44F3-9CE4-498C94861A3E}"/>
              </a:ext>
            </a:extLst>
          </p:cNvPr>
          <p:cNvSpPr>
            <a:spLocks noGrp="1"/>
          </p:cNvSpPr>
          <p:nvPr>
            <p:ph type="ftr" sz="quarter" idx="11"/>
          </p:nvPr>
        </p:nvSpPr>
        <p:spPr>
          <a:xfrm>
            <a:off x="4038600" y="6356350"/>
            <a:ext cx="4114800" cy="365125"/>
          </a:xfrm>
          <a:prstGeom prst="rect">
            <a:avLst/>
          </a:prstGeom>
        </p:spPr>
        <p:txBody>
          <a:bodyPr/>
          <a:lstStyle/>
          <a:p>
            <a:endParaRPr lang="ru-RU">
              <a:solidFill>
                <a:srgbClr val="000000"/>
              </a:solidFill>
            </a:endParaRPr>
          </a:p>
        </p:txBody>
      </p:sp>
      <p:sp>
        <p:nvSpPr>
          <p:cNvPr id="6" name="Номер слайда 5">
            <a:extLst>
              <a:ext uri="{FF2B5EF4-FFF2-40B4-BE49-F238E27FC236}">
                <a16:creationId xmlns="" xmlns:a16="http://schemas.microsoft.com/office/drawing/2014/main" id="{B96D2815-D915-46BB-8E74-27731C3228F5}"/>
              </a:ext>
            </a:extLst>
          </p:cNvPr>
          <p:cNvSpPr>
            <a:spLocks noGrp="1"/>
          </p:cNvSpPr>
          <p:nvPr>
            <p:ph type="sldNum" sz="quarter" idx="12"/>
          </p:nvPr>
        </p:nvSpPr>
        <p:spPr/>
        <p:txBody>
          <a:bodyPr/>
          <a:lstStyle/>
          <a:p>
            <a:fld id="{218DFB81-B4D1-4C46-8DB6-75181515BA6D}" type="slidenum">
              <a:rPr lang="ru-RU" smtClean="0"/>
              <a:pPr/>
              <a:t>‹#›</a:t>
            </a:fld>
            <a:endParaRPr lang="ru-RU"/>
          </a:p>
        </p:txBody>
      </p:sp>
    </p:spTree>
    <p:extLst>
      <p:ext uri="{BB962C8B-B14F-4D97-AF65-F5344CB8AC3E}">
        <p14:creationId xmlns:p14="http://schemas.microsoft.com/office/powerpoint/2010/main" val="833501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58.xml"/><Relationship Id="rId117" Type="http://schemas.openxmlformats.org/officeDocument/2006/relationships/slideLayout" Target="../slideLayouts/slideLayout149.xml"/><Relationship Id="rId21" Type="http://schemas.openxmlformats.org/officeDocument/2006/relationships/slideLayout" Target="../slideLayouts/slideLayout53.xml"/><Relationship Id="rId42" Type="http://schemas.openxmlformats.org/officeDocument/2006/relationships/slideLayout" Target="../slideLayouts/slideLayout74.xml"/><Relationship Id="rId47" Type="http://schemas.openxmlformats.org/officeDocument/2006/relationships/slideLayout" Target="../slideLayouts/slideLayout79.xml"/><Relationship Id="rId63" Type="http://schemas.openxmlformats.org/officeDocument/2006/relationships/slideLayout" Target="../slideLayouts/slideLayout95.xml"/><Relationship Id="rId68" Type="http://schemas.openxmlformats.org/officeDocument/2006/relationships/slideLayout" Target="../slideLayouts/slideLayout100.xml"/><Relationship Id="rId84" Type="http://schemas.openxmlformats.org/officeDocument/2006/relationships/slideLayout" Target="../slideLayouts/slideLayout116.xml"/><Relationship Id="rId89" Type="http://schemas.openxmlformats.org/officeDocument/2006/relationships/slideLayout" Target="../slideLayouts/slideLayout121.xml"/><Relationship Id="rId112" Type="http://schemas.openxmlformats.org/officeDocument/2006/relationships/slideLayout" Target="../slideLayouts/slideLayout144.xml"/><Relationship Id="rId16" Type="http://schemas.openxmlformats.org/officeDocument/2006/relationships/slideLayout" Target="../slideLayouts/slideLayout48.xml"/><Relationship Id="rId107" Type="http://schemas.openxmlformats.org/officeDocument/2006/relationships/slideLayout" Target="../slideLayouts/slideLayout139.xml"/><Relationship Id="rId11" Type="http://schemas.openxmlformats.org/officeDocument/2006/relationships/slideLayout" Target="../slideLayouts/slideLayout43.xml"/><Relationship Id="rId32" Type="http://schemas.openxmlformats.org/officeDocument/2006/relationships/slideLayout" Target="../slideLayouts/slideLayout64.xml"/><Relationship Id="rId37" Type="http://schemas.openxmlformats.org/officeDocument/2006/relationships/slideLayout" Target="../slideLayouts/slideLayout69.xml"/><Relationship Id="rId53" Type="http://schemas.openxmlformats.org/officeDocument/2006/relationships/slideLayout" Target="../slideLayouts/slideLayout85.xml"/><Relationship Id="rId58" Type="http://schemas.openxmlformats.org/officeDocument/2006/relationships/slideLayout" Target="../slideLayouts/slideLayout90.xml"/><Relationship Id="rId74" Type="http://schemas.openxmlformats.org/officeDocument/2006/relationships/slideLayout" Target="../slideLayouts/slideLayout106.xml"/><Relationship Id="rId79" Type="http://schemas.openxmlformats.org/officeDocument/2006/relationships/slideLayout" Target="../slideLayouts/slideLayout111.xml"/><Relationship Id="rId102" Type="http://schemas.openxmlformats.org/officeDocument/2006/relationships/slideLayout" Target="../slideLayouts/slideLayout134.xml"/><Relationship Id="rId123" Type="http://schemas.openxmlformats.org/officeDocument/2006/relationships/oleObject" Target="../embeddings/oleObject1.bin"/><Relationship Id="rId5" Type="http://schemas.openxmlformats.org/officeDocument/2006/relationships/slideLayout" Target="../slideLayouts/slideLayout37.xml"/><Relationship Id="rId61" Type="http://schemas.openxmlformats.org/officeDocument/2006/relationships/slideLayout" Target="../slideLayouts/slideLayout93.xml"/><Relationship Id="rId82" Type="http://schemas.openxmlformats.org/officeDocument/2006/relationships/slideLayout" Target="../slideLayouts/slideLayout114.xml"/><Relationship Id="rId90" Type="http://schemas.openxmlformats.org/officeDocument/2006/relationships/slideLayout" Target="../slideLayouts/slideLayout122.xml"/><Relationship Id="rId95" Type="http://schemas.openxmlformats.org/officeDocument/2006/relationships/slideLayout" Target="../slideLayouts/slideLayout127.xml"/><Relationship Id="rId19" Type="http://schemas.openxmlformats.org/officeDocument/2006/relationships/slideLayout" Target="../slideLayouts/slideLayout51.xml"/><Relationship Id="rId14" Type="http://schemas.openxmlformats.org/officeDocument/2006/relationships/slideLayout" Target="../slideLayouts/slideLayout46.xml"/><Relationship Id="rId22" Type="http://schemas.openxmlformats.org/officeDocument/2006/relationships/slideLayout" Target="../slideLayouts/slideLayout54.xml"/><Relationship Id="rId27" Type="http://schemas.openxmlformats.org/officeDocument/2006/relationships/slideLayout" Target="../slideLayouts/slideLayout59.xml"/><Relationship Id="rId30" Type="http://schemas.openxmlformats.org/officeDocument/2006/relationships/slideLayout" Target="../slideLayouts/slideLayout62.xml"/><Relationship Id="rId35" Type="http://schemas.openxmlformats.org/officeDocument/2006/relationships/slideLayout" Target="../slideLayouts/slideLayout67.xml"/><Relationship Id="rId43" Type="http://schemas.openxmlformats.org/officeDocument/2006/relationships/slideLayout" Target="../slideLayouts/slideLayout75.xml"/><Relationship Id="rId48" Type="http://schemas.openxmlformats.org/officeDocument/2006/relationships/slideLayout" Target="../slideLayouts/slideLayout80.xml"/><Relationship Id="rId56" Type="http://schemas.openxmlformats.org/officeDocument/2006/relationships/slideLayout" Target="../slideLayouts/slideLayout88.xml"/><Relationship Id="rId64" Type="http://schemas.openxmlformats.org/officeDocument/2006/relationships/slideLayout" Target="../slideLayouts/slideLayout96.xml"/><Relationship Id="rId69" Type="http://schemas.openxmlformats.org/officeDocument/2006/relationships/slideLayout" Target="../slideLayouts/slideLayout101.xml"/><Relationship Id="rId77" Type="http://schemas.openxmlformats.org/officeDocument/2006/relationships/slideLayout" Target="../slideLayouts/slideLayout109.xml"/><Relationship Id="rId100" Type="http://schemas.openxmlformats.org/officeDocument/2006/relationships/slideLayout" Target="../slideLayouts/slideLayout132.xml"/><Relationship Id="rId105" Type="http://schemas.openxmlformats.org/officeDocument/2006/relationships/slideLayout" Target="../slideLayouts/slideLayout137.xml"/><Relationship Id="rId113" Type="http://schemas.openxmlformats.org/officeDocument/2006/relationships/slideLayout" Target="../slideLayouts/slideLayout145.xml"/><Relationship Id="rId118" Type="http://schemas.openxmlformats.org/officeDocument/2006/relationships/slideLayout" Target="../slideLayouts/slideLayout150.xml"/><Relationship Id="rId8" Type="http://schemas.openxmlformats.org/officeDocument/2006/relationships/slideLayout" Target="../slideLayouts/slideLayout40.xml"/><Relationship Id="rId51" Type="http://schemas.openxmlformats.org/officeDocument/2006/relationships/slideLayout" Target="../slideLayouts/slideLayout83.xml"/><Relationship Id="rId72" Type="http://schemas.openxmlformats.org/officeDocument/2006/relationships/slideLayout" Target="../slideLayouts/slideLayout104.xml"/><Relationship Id="rId80" Type="http://schemas.openxmlformats.org/officeDocument/2006/relationships/slideLayout" Target="../slideLayouts/slideLayout112.xml"/><Relationship Id="rId85" Type="http://schemas.openxmlformats.org/officeDocument/2006/relationships/slideLayout" Target="../slideLayouts/slideLayout117.xml"/><Relationship Id="rId93" Type="http://schemas.openxmlformats.org/officeDocument/2006/relationships/slideLayout" Target="../slideLayouts/slideLayout125.xml"/><Relationship Id="rId98" Type="http://schemas.openxmlformats.org/officeDocument/2006/relationships/slideLayout" Target="../slideLayouts/slideLayout130.xml"/><Relationship Id="rId121" Type="http://schemas.openxmlformats.org/officeDocument/2006/relationships/vmlDrawing" Target="../drawings/vmlDrawing1.vml"/><Relationship Id="rId3" Type="http://schemas.openxmlformats.org/officeDocument/2006/relationships/slideLayout" Target="../slideLayouts/slideLayout35.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5" Type="http://schemas.openxmlformats.org/officeDocument/2006/relationships/slideLayout" Target="../slideLayouts/slideLayout57.xml"/><Relationship Id="rId33" Type="http://schemas.openxmlformats.org/officeDocument/2006/relationships/slideLayout" Target="../slideLayouts/slideLayout65.xml"/><Relationship Id="rId38" Type="http://schemas.openxmlformats.org/officeDocument/2006/relationships/slideLayout" Target="../slideLayouts/slideLayout70.xml"/><Relationship Id="rId46" Type="http://schemas.openxmlformats.org/officeDocument/2006/relationships/slideLayout" Target="../slideLayouts/slideLayout78.xml"/><Relationship Id="rId59" Type="http://schemas.openxmlformats.org/officeDocument/2006/relationships/slideLayout" Target="../slideLayouts/slideLayout91.xml"/><Relationship Id="rId67" Type="http://schemas.openxmlformats.org/officeDocument/2006/relationships/slideLayout" Target="../slideLayouts/slideLayout99.xml"/><Relationship Id="rId103" Type="http://schemas.openxmlformats.org/officeDocument/2006/relationships/slideLayout" Target="../slideLayouts/slideLayout135.xml"/><Relationship Id="rId108" Type="http://schemas.openxmlformats.org/officeDocument/2006/relationships/slideLayout" Target="../slideLayouts/slideLayout140.xml"/><Relationship Id="rId116" Type="http://schemas.openxmlformats.org/officeDocument/2006/relationships/slideLayout" Target="../slideLayouts/slideLayout148.xml"/><Relationship Id="rId124" Type="http://schemas.openxmlformats.org/officeDocument/2006/relationships/image" Target="../media/image14.emf"/><Relationship Id="rId20" Type="http://schemas.openxmlformats.org/officeDocument/2006/relationships/slideLayout" Target="../slideLayouts/slideLayout52.xml"/><Relationship Id="rId41" Type="http://schemas.openxmlformats.org/officeDocument/2006/relationships/slideLayout" Target="../slideLayouts/slideLayout73.xml"/><Relationship Id="rId54" Type="http://schemas.openxmlformats.org/officeDocument/2006/relationships/slideLayout" Target="../slideLayouts/slideLayout86.xml"/><Relationship Id="rId62" Type="http://schemas.openxmlformats.org/officeDocument/2006/relationships/slideLayout" Target="../slideLayouts/slideLayout94.xml"/><Relationship Id="rId70" Type="http://schemas.openxmlformats.org/officeDocument/2006/relationships/slideLayout" Target="../slideLayouts/slideLayout102.xml"/><Relationship Id="rId75" Type="http://schemas.openxmlformats.org/officeDocument/2006/relationships/slideLayout" Target="../slideLayouts/slideLayout107.xml"/><Relationship Id="rId83" Type="http://schemas.openxmlformats.org/officeDocument/2006/relationships/slideLayout" Target="../slideLayouts/slideLayout115.xml"/><Relationship Id="rId88" Type="http://schemas.openxmlformats.org/officeDocument/2006/relationships/slideLayout" Target="../slideLayouts/slideLayout120.xml"/><Relationship Id="rId91" Type="http://schemas.openxmlformats.org/officeDocument/2006/relationships/slideLayout" Target="../slideLayouts/slideLayout123.xml"/><Relationship Id="rId96" Type="http://schemas.openxmlformats.org/officeDocument/2006/relationships/slideLayout" Target="../slideLayouts/slideLayout128.xml"/><Relationship Id="rId111" Type="http://schemas.openxmlformats.org/officeDocument/2006/relationships/slideLayout" Target="../slideLayouts/slideLayout143.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5" Type="http://schemas.openxmlformats.org/officeDocument/2006/relationships/slideLayout" Target="../slideLayouts/slideLayout47.xml"/><Relationship Id="rId23" Type="http://schemas.openxmlformats.org/officeDocument/2006/relationships/slideLayout" Target="../slideLayouts/slideLayout55.xml"/><Relationship Id="rId28" Type="http://schemas.openxmlformats.org/officeDocument/2006/relationships/slideLayout" Target="../slideLayouts/slideLayout60.xml"/><Relationship Id="rId36" Type="http://schemas.openxmlformats.org/officeDocument/2006/relationships/slideLayout" Target="../slideLayouts/slideLayout68.xml"/><Relationship Id="rId49" Type="http://schemas.openxmlformats.org/officeDocument/2006/relationships/slideLayout" Target="../slideLayouts/slideLayout81.xml"/><Relationship Id="rId57" Type="http://schemas.openxmlformats.org/officeDocument/2006/relationships/slideLayout" Target="../slideLayouts/slideLayout89.xml"/><Relationship Id="rId106" Type="http://schemas.openxmlformats.org/officeDocument/2006/relationships/slideLayout" Target="../slideLayouts/slideLayout138.xml"/><Relationship Id="rId114" Type="http://schemas.openxmlformats.org/officeDocument/2006/relationships/slideLayout" Target="../slideLayouts/slideLayout146.xml"/><Relationship Id="rId119" Type="http://schemas.openxmlformats.org/officeDocument/2006/relationships/slideLayout" Target="../slideLayouts/slideLayout151.xml"/><Relationship Id="rId10" Type="http://schemas.openxmlformats.org/officeDocument/2006/relationships/slideLayout" Target="../slideLayouts/slideLayout42.xml"/><Relationship Id="rId31" Type="http://schemas.openxmlformats.org/officeDocument/2006/relationships/slideLayout" Target="../slideLayouts/slideLayout63.xml"/><Relationship Id="rId44" Type="http://schemas.openxmlformats.org/officeDocument/2006/relationships/slideLayout" Target="../slideLayouts/slideLayout76.xml"/><Relationship Id="rId52" Type="http://schemas.openxmlformats.org/officeDocument/2006/relationships/slideLayout" Target="../slideLayouts/slideLayout84.xml"/><Relationship Id="rId60" Type="http://schemas.openxmlformats.org/officeDocument/2006/relationships/slideLayout" Target="../slideLayouts/slideLayout92.xml"/><Relationship Id="rId65" Type="http://schemas.openxmlformats.org/officeDocument/2006/relationships/slideLayout" Target="../slideLayouts/slideLayout97.xml"/><Relationship Id="rId73" Type="http://schemas.openxmlformats.org/officeDocument/2006/relationships/slideLayout" Target="../slideLayouts/slideLayout105.xml"/><Relationship Id="rId78" Type="http://schemas.openxmlformats.org/officeDocument/2006/relationships/slideLayout" Target="../slideLayouts/slideLayout110.xml"/><Relationship Id="rId81" Type="http://schemas.openxmlformats.org/officeDocument/2006/relationships/slideLayout" Target="../slideLayouts/slideLayout113.xml"/><Relationship Id="rId86" Type="http://schemas.openxmlformats.org/officeDocument/2006/relationships/slideLayout" Target="../slideLayouts/slideLayout118.xml"/><Relationship Id="rId94" Type="http://schemas.openxmlformats.org/officeDocument/2006/relationships/slideLayout" Target="../slideLayouts/slideLayout126.xml"/><Relationship Id="rId99" Type="http://schemas.openxmlformats.org/officeDocument/2006/relationships/slideLayout" Target="../slideLayouts/slideLayout131.xml"/><Relationship Id="rId101" Type="http://schemas.openxmlformats.org/officeDocument/2006/relationships/slideLayout" Target="../slideLayouts/slideLayout133.xml"/><Relationship Id="rId122" Type="http://schemas.openxmlformats.org/officeDocument/2006/relationships/tags" Target="../tags/tag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3" Type="http://schemas.openxmlformats.org/officeDocument/2006/relationships/slideLayout" Target="../slideLayouts/slideLayout45.xml"/><Relationship Id="rId18" Type="http://schemas.openxmlformats.org/officeDocument/2006/relationships/slideLayout" Target="../slideLayouts/slideLayout50.xml"/><Relationship Id="rId39" Type="http://schemas.openxmlformats.org/officeDocument/2006/relationships/slideLayout" Target="../slideLayouts/slideLayout71.xml"/><Relationship Id="rId109" Type="http://schemas.openxmlformats.org/officeDocument/2006/relationships/slideLayout" Target="../slideLayouts/slideLayout141.xml"/><Relationship Id="rId34" Type="http://schemas.openxmlformats.org/officeDocument/2006/relationships/slideLayout" Target="../slideLayouts/slideLayout66.xml"/><Relationship Id="rId50" Type="http://schemas.openxmlformats.org/officeDocument/2006/relationships/slideLayout" Target="../slideLayouts/slideLayout82.xml"/><Relationship Id="rId55" Type="http://schemas.openxmlformats.org/officeDocument/2006/relationships/slideLayout" Target="../slideLayouts/slideLayout87.xml"/><Relationship Id="rId76" Type="http://schemas.openxmlformats.org/officeDocument/2006/relationships/slideLayout" Target="../slideLayouts/slideLayout108.xml"/><Relationship Id="rId97" Type="http://schemas.openxmlformats.org/officeDocument/2006/relationships/slideLayout" Target="../slideLayouts/slideLayout129.xml"/><Relationship Id="rId104" Type="http://schemas.openxmlformats.org/officeDocument/2006/relationships/slideLayout" Target="../slideLayouts/slideLayout136.xml"/><Relationship Id="rId120" Type="http://schemas.openxmlformats.org/officeDocument/2006/relationships/theme" Target="../theme/theme2.xml"/><Relationship Id="rId7" Type="http://schemas.openxmlformats.org/officeDocument/2006/relationships/slideLayout" Target="../slideLayouts/slideLayout39.xml"/><Relationship Id="rId71" Type="http://schemas.openxmlformats.org/officeDocument/2006/relationships/slideLayout" Target="../slideLayouts/slideLayout103.xml"/><Relationship Id="rId92" Type="http://schemas.openxmlformats.org/officeDocument/2006/relationships/slideLayout" Target="../slideLayouts/slideLayout124.xml"/><Relationship Id="rId2" Type="http://schemas.openxmlformats.org/officeDocument/2006/relationships/slideLayout" Target="../slideLayouts/slideLayout34.xml"/><Relationship Id="rId29" Type="http://schemas.openxmlformats.org/officeDocument/2006/relationships/slideLayout" Target="../slideLayouts/slideLayout61.xml"/><Relationship Id="rId24" Type="http://schemas.openxmlformats.org/officeDocument/2006/relationships/slideLayout" Target="../slideLayouts/slideLayout56.xml"/><Relationship Id="rId40" Type="http://schemas.openxmlformats.org/officeDocument/2006/relationships/slideLayout" Target="../slideLayouts/slideLayout72.xml"/><Relationship Id="rId45" Type="http://schemas.openxmlformats.org/officeDocument/2006/relationships/slideLayout" Target="../slideLayouts/slideLayout77.xml"/><Relationship Id="rId66" Type="http://schemas.openxmlformats.org/officeDocument/2006/relationships/slideLayout" Target="../slideLayouts/slideLayout98.xml"/><Relationship Id="rId87" Type="http://schemas.openxmlformats.org/officeDocument/2006/relationships/slideLayout" Target="../slideLayouts/slideLayout119.xml"/><Relationship Id="rId110" Type="http://schemas.openxmlformats.org/officeDocument/2006/relationships/slideLayout" Target="../slideLayouts/slideLayout142.xml"/><Relationship Id="rId115" Type="http://schemas.openxmlformats.org/officeDocument/2006/relationships/slideLayout" Target="../slideLayouts/slideLayout147.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177.xml"/><Relationship Id="rId117" Type="http://schemas.openxmlformats.org/officeDocument/2006/relationships/slideLayout" Target="../slideLayouts/slideLayout268.xml"/><Relationship Id="rId21" Type="http://schemas.openxmlformats.org/officeDocument/2006/relationships/slideLayout" Target="../slideLayouts/slideLayout172.xml"/><Relationship Id="rId42" Type="http://schemas.openxmlformats.org/officeDocument/2006/relationships/slideLayout" Target="../slideLayouts/slideLayout193.xml"/><Relationship Id="rId47" Type="http://schemas.openxmlformats.org/officeDocument/2006/relationships/slideLayout" Target="../slideLayouts/slideLayout198.xml"/><Relationship Id="rId63" Type="http://schemas.openxmlformats.org/officeDocument/2006/relationships/slideLayout" Target="../slideLayouts/slideLayout214.xml"/><Relationship Id="rId68" Type="http://schemas.openxmlformats.org/officeDocument/2006/relationships/slideLayout" Target="../slideLayouts/slideLayout219.xml"/><Relationship Id="rId84" Type="http://schemas.openxmlformats.org/officeDocument/2006/relationships/slideLayout" Target="../slideLayouts/slideLayout235.xml"/><Relationship Id="rId89" Type="http://schemas.openxmlformats.org/officeDocument/2006/relationships/slideLayout" Target="../slideLayouts/slideLayout240.xml"/><Relationship Id="rId112" Type="http://schemas.openxmlformats.org/officeDocument/2006/relationships/slideLayout" Target="../slideLayouts/slideLayout263.xml"/><Relationship Id="rId16" Type="http://schemas.openxmlformats.org/officeDocument/2006/relationships/slideLayout" Target="../slideLayouts/slideLayout167.xml"/><Relationship Id="rId107" Type="http://schemas.openxmlformats.org/officeDocument/2006/relationships/slideLayout" Target="../slideLayouts/slideLayout258.xml"/><Relationship Id="rId11" Type="http://schemas.openxmlformats.org/officeDocument/2006/relationships/slideLayout" Target="../slideLayouts/slideLayout162.xml"/><Relationship Id="rId32" Type="http://schemas.openxmlformats.org/officeDocument/2006/relationships/slideLayout" Target="../slideLayouts/slideLayout183.xml"/><Relationship Id="rId37" Type="http://schemas.openxmlformats.org/officeDocument/2006/relationships/slideLayout" Target="../slideLayouts/slideLayout188.xml"/><Relationship Id="rId53" Type="http://schemas.openxmlformats.org/officeDocument/2006/relationships/slideLayout" Target="../slideLayouts/slideLayout204.xml"/><Relationship Id="rId58" Type="http://schemas.openxmlformats.org/officeDocument/2006/relationships/slideLayout" Target="../slideLayouts/slideLayout209.xml"/><Relationship Id="rId74" Type="http://schemas.openxmlformats.org/officeDocument/2006/relationships/slideLayout" Target="../slideLayouts/slideLayout225.xml"/><Relationship Id="rId79" Type="http://schemas.openxmlformats.org/officeDocument/2006/relationships/slideLayout" Target="../slideLayouts/slideLayout230.xml"/><Relationship Id="rId102" Type="http://schemas.openxmlformats.org/officeDocument/2006/relationships/slideLayout" Target="../slideLayouts/slideLayout253.xml"/><Relationship Id="rId123" Type="http://schemas.openxmlformats.org/officeDocument/2006/relationships/tags" Target="../tags/tag117.xml"/><Relationship Id="rId5" Type="http://schemas.openxmlformats.org/officeDocument/2006/relationships/slideLayout" Target="../slideLayouts/slideLayout156.xml"/><Relationship Id="rId61" Type="http://schemas.openxmlformats.org/officeDocument/2006/relationships/slideLayout" Target="../slideLayouts/slideLayout212.xml"/><Relationship Id="rId82" Type="http://schemas.openxmlformats.org/officeDocument/2006/relationships/slideLayout" Target="../slideLayouts/slideLayout233.xml"/><Relationship Id="rId90" Type="http://schemas.openxmlformats.org/officeDocument/2006/relationships/slideLayout" Target="../slideLayouts/slideLayout241.xml"/><Relationship Id="rId95" Type="http://schemas.openxmlformats.org/officeDocument/2006/relationships/slideLayout" Target="../slideLayouts/slideLayout246.xml"/><Relationship Id="rId19" Type="http://schemas.openxmlformats.org/officeDocument/2006/relationships/slideLayout" Target="../slideLayouts/slideLayout170.xml"/><Relationship Id="rId14" Type="http://schemas.openxmlformats.org/officeDocument/2006/relationships/slideLayout" Target="../slideLayouts/slideLayout165.xml"/><Relationship Id="rId22" Type="http://schemas.openxmlformats.org/officeDocument/2006/relationships/slideLayout" Target="../slideLayouts/slideLayout173.xml"/><Relationship Id="rId27" Type="http://schemas.openxmlformats.org/officeDocument/2006/relationships/slideLayout" Target="../slideLayouts/slideLayout178.xml"/><Relationship Id="rId30" Type="http://schemas.openxmlformats.org/officeDocument/2006/relationships/slideLayout" Target="../slideLayouts/slideLayout181.xml"/><Relationship Id="rId35" Type="http://schemas.openxmlformats.org/officeDocument/2006/relationships/slideLayout" Target="../slideLayouts/slideLayout186.xml"/><Relationship Id="rId43" Type="http://schemas.openxmlformats.org/officeDocument/2006/relationships/slideLayout" Target="../slideLayouts/slideLayout194.xml"/><Relationship Id="rId48" Type="http://schemas.openxmlformats.org/officeDocument/2006/relationships/slideLayout" Target="../slideLayouts/slideLayout199.xml"/><Relationship Id="rId56" Type="http://schemas.openxmlformats.org/officeDocument/2006/relationships/slideLayout" Target="../slideLayouts/slideLayout207.xml"/><Relationship Id="rId64" Type="http://schemas.openxmlformats.org/officeDocument/2006/relationships/slideLayout" Target="../slideLayouts/slideLayout215.xml"/><Relationship Id="rId69" Type="http://schemas.openxmlformats.org/officeDocument/2006/relationships/slideLayout" Target="../slideLayouts/slideLayout220.xml"/><Relationship Id="rId77" Type="http://schemas.openxmlformats.org/officeDocument/2006/relationships/slideLayout" Target="../slideLayouts/slideLayout228.xml"/><Relationship Id="rId100" Type="http://schemas.openxmlformats.org/officeDocument/2006/relationships/slideLayout" Target="../slideLayouts/slideLayout251.xml"/><Relationship Id="rId105" Type="http://schemas.openxmlformats.org/officeDocument/2006/relationships/slideLayout" Target="../slideLayouts/slideLayout256.xml"/><Relationship Id="rId113" Type="http://schemas.openxmlformats.org/officeDocument/2006/relationships/slideLayout" Target="../slideLayouts/slideLayout264.xml"/><Relationship Id="rId118" Type="http://schemas.openxmlformats.org/officeDocument/2006/relationships/slideLayout" Target="../slideLayouts/slideLayout269.xml"/><Relationship Id="rId8" Type="http://schemas.openxmlformats.org/officeDocument/2006/relationships/slideLayout" Target="../slideLayouts/slideLayout159.xml"/><Relationship Id="rId51" Type="http://schemas.openxmlformats.org/officeDocument/2006/relationships/slideLayout" Target="../slideLayouts/slideLayout202.xml"/><Relationship Id="rId72" Type="http://schemas.openxmlformats.org/officeDocument/2006/relationships/slideLayout" Target="../slideLayouts/slideLayout223.xml"/><Relationship Id="rId80" Type="http://schemas.openxmlformats.org/officeDocument/2006/relationships/slideLayout" Target="../slideLayouts/slideLayout231.xml"/><Relationship Id="rId85" Type="http://schemas.openxmlformats.org/officeDocument/2006/relationships/slideLayout" Target="../slideLayouts/slideLayout236.xml"/><Relationship Id="rId93" Type="http://schemas.openxmlformats.org/officeDocument/2006/relationships/slideLayout" Target="../slideLayouts/slideLayout244.xml"/><Relationship Id="rId98" Type="http://schemas.openxmlformats.org/officeDocument/2006/relationships/slideLayout" Target="../slideLayouts/slideLayout249.xml"/><Relationship Id="rId121" Type="http://schemas.openxmlformats.org/officeDocument/2006/relationships/theme" Target="../theme/theme3.xml"/><Relationship Id="rId3" Type="http://schemas.openxmlformats.org/officeDocument/2006/relationships/slideLayout" Target="../slideLayouts/slideLayout154.xml"/><Relationship Id="rId12" Type="http://schemas.openxmlformats.org/officeDocument/2006/relationships/slideLayout" Target="../slideLayouts/slideLayout163.xml"/><Relationship Id="rId17" Type="http://schemas.openxmlformats.org/officeDocument/2006/relationships/slideLayout" Target="../slideLayouts/slideLayout168.xml"/><Relationship Id="rId25" Type="http://schemas.openxmlformats.org/officeDocument/2006/relationships/slideLayout" Target="../slideLayouts/slideLayout176.xml"/><Relationship Id="rId33" Type="http://schemas.openxmlformats.org/officeDocument/2006/relationships/slideLayout" Target="../slideLayouts/slideLayout184.xml"/><Relationship Id="rId38" Type="http://schemas.openxmlformats.org/officeDocument/2006/relationships/slideLayout" Target="../slideLayouts/slideLayout189.xml"/><Relationship Id="rId46" Type="http://schemas.openxmlformats.org/officeDocument/2006/relationships/slideLayout" Target="../slideLayouts/slideLayout197.xml"/><Relationship Id="rId59" Type="http://schemas.openxmlformats.org/officeDocument/2006/relationships/slideLayout" Target="../slideLayouts/slideLayout210.xml"/><Relationship Id="rId67" Type="http://schemas.openxmlformats.org/officeDocument/2006/relationships/slideLayout" Target="../slideLayouts/slideLayout218.xml"/><Relationship Id="rId103" Type="http://schemas.openxmlformats.org/officeDocument/2006/relationships/slideLayout" Target="../slideLayouts/slideLayout254.xml"/><Relationship Id="rId108" Type="http://schemas.openxmlformats.org/officeDocument/2006/relationships/slideLayout" Target="../slideLayouts/slideLayout259.xml"/><Relationship Id="rId116" Type="http://schemas.openxmlformats.org/officeDocument/2006/relationships/slideLayout" Target="../slideLayouts/slideLayout267.xml"/><Relationship Id="rId124" Type="http://schemas.openxmlformats.org/officeDocument/2006/relationships/oleObject" Target="../embeddings/oleObject116.bin"/><Relationship Id="rId20" Type="http://schemas.openxmlformats.org/officeDocument/2006/relationships/slideLayout" Target="../slideLayouts/slideLayout171.xml"/><Relationship Id="rId41" Type="http://schemas.openxmlformats.org/officeDocument/2006/relationships/slideLayout" Target="../slideLayouts/slideLayout192.xml"/><Relationship Id="rId54" Type="http://schemas.openxmlformats.org/officeDocument/2006/relationships/slideLayout" Target="../slideLayouts/slideLayout205.xml"/><Relationship Id="rId62" Type="http://schemas.openxmlformats.org/officeDocument/2006/relationships/slideLayout" Target="../slideLayouts/slideLayout213.xml"/><Relationship Id="rId70" Type="http://schemas.openxmlformats.org/officeDocument/2006/relationships/slideLayout" Target="../slideLayouts/slideLayout221.xml"/><Relationship Id="rId75" Type="http://schemas.openxmlformats.org/officeDocument/2006/relationships/slideLayout" Target="../slideLayouts/slideLayout226.xml"/><Relationship Id="rId83" Type="http://schemas.openxmlformats.org/officeDocument/2006/relationships/slideLayout" Target="../slideLayouts/slideLayout234.xml"/><Relationship Id="rId88" Type="http://schemas.openxmlformats.org/officeDocument/2006/relationships/slideLayout" Target="../slideLayouts/slideLayout239.xml"/><Relationship Id="rId91" Type="http://schemas.openxmlformats.org/officeDocument/2006/relationships/slideLayout" Target="../slideLayouts/slideLayout242.xml"/><Relationship Id="rId96" Type="http://schemas.openxmlformats.org/officeDocument/2006/relationships/slideLayout" Target="../slideLayouts/slideLayout247.xml"/><Relationship Id="rId111" Type="http://schemas.openxmlformats.org/officeDocument/2006/relationships/slideLayout" Target="../slideLayouts/slideLayout262.xml"/><Relationship Id="rId1" Type="http://schemas.openxmlformats.org/officeDocument/2006/relationships/slideLayout" Target="../slideLayouts/slideLayout152.xml"/><Relationship Id="rId6" Type="http://schemas.openxmlformats.org/officeDocument/2006/relationships/slideLayout" Target="../slideLayouts/slideLayout157.xml"/><Relationship Id="rId15" Type="http://schemas.openxmlformats.org/officeDocument/2006/relationships/slideLayout" Target="../slideLayouts/slideLayout166.xml"/><Relationship Id="rId23" Type="http://schemas.openxmlformats.org/officeDocument/2006/relationships/slideLayout" Target="../slideLayouts/slideLayout174.xml"/><Relationship Id="rId28" Type="http://schemas.openxmlformats.org/officeDocument/2006/relationships/slideLayout" Target="../slideLayouts/slideLayout179.xml"/><Relationship Id="rId36" Type="http://schemas.openxmlformats.org/officeDocument/2006/relationships/slideLayout" Target="../slideLayouts/slideLayout187.xml"/><Relationship Id="rId49" Type="http://schemas.openxmlformats.org/officeDocument/2006/relationships/slideLayout" Target="../slideLayouts/slideLayout200.xml"/><Relationship Id="rId57" Type="http://schemas.openxmlformats.org/officeDocument/2006/relationships/slideLayout" Target="../slideLayouts/slideLayout208.xml"/><Relationship Id="rId106" Type="http://schemas.openxmlformats.org/officeDocument/2006/relationships/slideLayout" Target="../slideLayouts/slideLayout257.xml"/><Relationship Id="rId114" Type="http://schemas.openxmlformats.org/officeDocument/2006/relationships/slideLayout" Target="../slideLayouts/slideLayout265.xml"/><Relationship Id="rId119" Type="http://schemas.openxmlformats.org/officeDocument/2006/relationships/slideLayout" Target="../slideLayouts/slideLayout270.xml"/><Relationship Id="rId10" Type="http://schemas.openxmlformats.org/officeDocument/2006/relationships/slideLayout" Target="../slideLayouts/slideLayout161.xml"/><Relationship Id="rId31" Type="http://schemas.openxmlformats.org/officeDocument/2006/relationships/slideLayout" Target="../slideLayouts/slideLayout182.xml"/><Relationship Id="rId44" Type="http://schemas.openxmlformats.org/officeDocument/2006/relationships/slideLayout" Target="../slideLayouts/slideLayout195.xml"/><Relationship Id="rId52" Type="http://schemas.openxmlformats.org/officeDocument/2006/relationships/slideLayout" Target="../slideLayouts/slideLayout203.xml"/><Relationship Id="rId60" Type="http://schemas.openxmlformats.org/officeDocument/2006/relationships/slideLayout" Target="../slideLayouts/slideLayout211.xml"/><Relationship Id="rId65" Type="http://schemas.openxmlformats.org/officeDocument/2006/relationships/slideLayout" Target="../slideLayouts/slideLayout216.xml"/><Relationship Id="rId73" Type="http://schemas.openxmlformats.org/officeDocument/2006/relationships/slideLayout" Target="../slideLayouts/slideLayout224.xml"/><Relationship Id="rId78" Type="http://schemas.openxmlformats.org/officeDocument/2006/relationships/slideLayout" Target="../slideLayouts/slideLayout229.xml"/><Relationship Id="rId81" Type="http://schemas.openxmlformats.org/officeDocument/2006/relationships/slideLayout" Target="../slideLayouts/slideLayout232.xml"/><Relationship Id="rId86" Type="http://schemas.openxmlformats.org/officeDocument/2006/relationships/slideLayout" Target="../slideLayouts/slideLayout237.xml"/><Relationship Id="rId94" Type="http://schemas.openxmlformats.org/officeDocument/2006/relationships/slideLayout" Target="../slideLayouts/slideLayout245.xml"/><Relationship Id="rId99" Type="http://schemas.openxmlformats.org/officeDocument/2006/relationships/slideLayout" Target="../slideLayouts/slideLayout250.xml"/><Relationship Id="rId101" Type="http://schemas.openxmlformats.org/officeDocument/2006/relationships/slideLayout" Target="../slideLayouts/slideLayout252.xml"/><Relationship Id="rId122" Type="http://schemas.openxmlformats.org/officeDocument/2006/relationships/vmlDrawing" Target="../drawings/vmlDrawing112.vml"/><Relationship Id="rId4" Type="http://schemas.openxmlformats.org/officeDocument/2006/relationships/slideLayout" Target="../slideLayouts/slideLayout155.xml"/><Relationship Id="rId9" Type="http://schemas.openxmlformats.org/officeDocument/2006/relationships/slideLayout" Target="../slideLayouts/slideLayout160.xml"/><Relationship Id="rId13" Type="http://schemas.openxmlformats.org/officeDocument/2006/relationships/slideLayout" Target="../slideLayouts/slideLayout164.xml"/><Relationship Id="rId18" Type="http://schemas.openxmlformats.org/officeDocument/2006/relationships/slideLayout" Target="../slideLayouts/slideLayout169.xml"/><Relationship Id="rId39" Type="http://schemas.openxmlformats.org/officeDocument/2006/relationships/slideLayout" Target="../slideLayouts/slideLayout190.xml"/><Relationship Id="rId109" Type="http://schemas.openxmlformats.org/officeDocument/2006/relationships/slideLayout" Target="../slideLayouts/slideLayout260.xml"/><Relationship Id="rId34" Type="http://schemas.openxmlformats.org/officeDocument/2006/relationships/slideLayout" Target="../slideLayouts/slideLayout185.xml"/><Relationship Id="rId50" Type="http://schemas.openxmlformats.org/officeDocument/2006/relationships/slideLayout" Target="../slideLayouts/slideLayout201.xml"/><Relationship Id="rId55" Type="http://schemas.openxmlformats.org/officeDocument/2006/relationships/slideLayout" Target="../slideLayouts/slideLayout206.xml"/><Relationship Id="rId76" Type="http://schemas.openxmlformats.org/officeDocument/2006/relationships/slideLayout" Target="../slideLayouts/slideLayout227.xml"/><Relationship Id="rId97" Type="http://schemas.openxmlformats.org/officeDocument/2006/relationships/slideLayout" Target="../slideLayouts/slideLayout248.xml"/><Relationship Id="rId104" Type="http://schemas.openxmlformats.org/officeDocument/2006/relationships/slideLayout" Target="../slideLayouts/slideLayout255.xml"/><Relationship Id="rId120" Type="http://schemas.openxmlformats.org/officeDocument/2006/relationships/slideLayout" Target="../slideLayouts/slideLayout271.xml"/><Relationship Id="rId125" Type="http://schemas.openxmlformats.org/officeDocument/2006/relationships/image" Target="../media/image14.emf"/><Relationship Id="rId7" Type="http://schemas.openxmlformats.org/officeDocument/2006/relationships/slideLayout" Target="../slideLayouts/slideLayout158.xml"/><Relationship Id="rId71" Type="http://schemas.openxmlformats.org/officeDocument/2006/relationships/slideLayout" Target="../slideLayouts/slideLayout222.xml"/><Relationship Id="rId92" Type="http://schemas.openxmlformats.org/officeDocument/2006/relationships/slideLayout" Target="../slideLayouts/slideLayout243.xml"/><Relationship Id="rId2" Type="http://schemas.openxmlformats.org/officeDocument/2006/relationships/slideLayout" Target="../slideLayouts/slideLayout153.xml"/><Relationship Id="rId29" Type="http://schemas.openxmlformats.org/officeDocument/2006/relationships/slideLayout" Target="../slideLayouts/slideLayout180.xml"/><Relationship Id="rId24" Type="http://schemas.openxmlformats.org/officeDocument/2006/relationships/slideLayout" Target="../slideLayouts/slideLayout175.xml"/><Relationship Id="rId40" Type="http://schemas.openxmlformats.org/officeDocument/2006/relationships/slideLayout" Target="../slideLayouts/slideLayout191.xml"/><Relationship Id="rId45" Type="http://schemas.openxmlformats.org/officeDocument/2006/relationships/slideLayout" Target="../slideLayouts/slideLayout196.xml"/><Relationship Id="rId66" Type="http://schemas.openxmlformats.org/officeDocument/2006/relationships/slideLayout" Target="../slideLayouts/slideLayout217.xml"/><Relationship Id="rId87" Type="http://schemas.openxmlformats.org/officeDocument/2006/relationships/slideLayout" Target="../slideLayouts/slideLayout238.xml"/><Relationship Id="rId110" Type="http://schemas.openxmlformats.org/officeDocument/2006/relationships/slideLayout" Target="../slideLayouts/slideLayout261.xml"/><Relationship Id="rId115" Type="http://schemas.openxmlformats.org/officeDocument/2006/relationships/slideLayout" Target="../slideLayouts/slideLayout26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8962" y="245863"/>
            <a:ext cx="9050409" cy="315704"/>
          </a:xfrm>
          <a:prstGeom prst="rect">
            <a:avLst/>
          </a:prstGeom>
        </p:spPr>
        <p:txBody>
          <a:bodyPr vert="horz" wrap="square" lIns="0" tIns="0" rIns="0" bIns="0" rtlCol="0" anchor="b">
            <a:noAutofit/>
          </a:bodyPr>
          <a:lstStyle/>
          <a:p>
            <a:r>
              <a:rPr lang="en-US" dirty="0"/>
              <a:t>SECTION HEADING</a:t>
            </a:r>
          </a:p>
        </p:txBody>
      </p:sp>
      <p:sp>
        <p:nvSpPr>
          <p:cNvPr id="3" name="Text Placeholder 2"/>
          <p:cNvSpPr>
            <a:spLocks noGrp="1"/>
          </p:cNvSpPr>
          <p:nvPr>
            <p:ph type="body" idx="1"/>
          </p:nvPr>
        </p:nvSpPr>
        <p:spPr>
          <a:xfrm>
            <a:off x="456927" y="1066801"/>
            <a:ext cx="11296110" cy="5059365"/>
          </a:xfrm>
          <a:prstGeom prst="rect">
            <a:avLst/>
          </a:prstGeom>
        </p:spPr>
        <p:txBody>
          <a:bodyPr vert="horz" lIns="91440" tIns="45720" rIns="91440" bIns="45720" rtlCol="0">
            <a:normAutofit/>
          </a:bodyPr>
          <a:lstStyle/>
          <a:p>
            <a:pPr lvl="0"/>
            <a:r>
              <a:rPr lang="x-none" dirty="0"/>
              <a:t>Click to edit Master text styles</a:t>
            </a:r>
          </a:p>
          <a:p>
            <a:pPr lvl="1"/>
            <a:r>
              <a:rPr lang="x-none" dirty="0"/>
              <a:t>Second level</a:t>
            </a:r>
          </a:p>
          <a:p>
            <a:pPr lvl="2"/>
            <a:r>
              <a:rPr lang="x-none" dirty="0"/>
              <a:t>Third level</a:t>
            </a:r>
          </a:p>
          <a:p>
            <a:pPr lvl="3"/>
            <a:r>
              <a:rPr lang="x-none" dirty="0"/>
              <a:t>Fourth level</a:t>
            </a:r>
          </a:p>
          <a:p>
            <a:pPr lvl="4"/>
            <a:r>
              <a:rPr lang="x-none" dirty="0"/>
              <a:t>Fifth level</a:t>
            </a:r>
            <a:endParaRPr lang="en-US" dirty="0"/>
          </a:p>
        </p:txBody>
      </p:sp>
      <p:sp>
        <p:nvSpPr>
          <p:cNvPr id="9" name="TextBox 8">
            <a:extLst>
              <a:ext uri="{FF2B5EF4-FFF2-40B4-BE49-F238E27FC236}">
                <a16:creationId xmlns:a16="http://schemas.microsoft.com/office/drawing/2014/main" xmlns="" id="{3230B90F-242E-4EDF-94F3-70B9791F7EF3}"/>
              </a:ext>
            </a:extLst>
          </p:cNvPr>
          <p:cNvSpPr txBox="1"/>
          <p:nvPr userDrawn="1"/>
        </p:nvSpPr>
        <p:spPr>
          <a:xfrm>
            <a:off x="11470597" y="6601381"/>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lumMod val="50000"/>
                  </a:schemeClr>
                </a:solidFill>
                <a:latin typeface="+mj-lt"/>
                <a:cs typeface="Avenir Roman"/>
              </a:rPr>
              <a:pPr algn="r"/>
              <a:t>‹#›</a:t>
            </a:fld>
            <a:endParaRPr kumimoji="0" lang="en-US" sz="1000" u="none" strike="noStrike" kern="1200" cap="none" spc="0" normalizeH="0" baseline="0" noProof="0" dirty="0">
              <a:ln>
                <a:noFill/>
              </a:ln>
              <a:solidFill>
                <a:schemeClr val="bg1">
                  <a:lumMod val="50000"/>
                </a:schemeClr>
              </a:solidFill>
              <a:effectLst/>
              <a:uLnTx/>
              <a:uFillTx/>
              <a:latin typeface="+mj-lt"/>
              <a:cs typeface="Avenir Roman"/>
            </a:endParaRPr>
          </a:p>
        </p:txBody>
      </p:sp>
      <p:sp>
        <p:nvSpPr>
          <p:cNvPr id="13" name="Rectangle 12">
            <a:extLst>
              <a:ext uri="{FF2B5EF4-FFF2-40B4-BE49-F238E27FC236}">
                <a16:creationId xmlns:a16="http://schemas.microsoft.com/office/drawing/2014/main" xmlns="" id="{8F56F0B2-4CBF-477D-95D0-F4A877A249B7}"/>
              </a:ext>
            </a:extLst>
          </p:cNvPr>
          <p:cNvSpPr/>
          <p:nvPr userDrawn="1"/>
        </p:nvSpPr>
        <p:spPr>
          <a:xfrm>
            <a:off x="351223" y="6569272"/>
            <a:ext cx="2999539" cy="230832"/>
          </a:xfrm>
          <a:prstGeom prst="rect">
            <a:avLst/>
          </a:prstGeom>
        </p:spPr>
        <p:txBody>
          <a:bodyPr wrap="none">
            <a:spAutoFit/>
          </a:bodyPr>
          <a:lstStyle/>
          <a:p>
            <a:r>
              <a:rPr lang="en-US" sz="900" b="0" dirty="0">
                <a:solidFill>
                  <a:schemeClr val="bg1">
                    <a:lumMod val="50000"/>
                  </a:schemeClr>
                </a:solidFill>
                <a:latin typeface="+mj-lt"/>
                <a:cs typeface="Avenir Roman"/>
              </a:rPr>
              <a:t>Copyright © 2026 Infogain Corporation. All Rights Reserved.</a:t>
            </a:r>
          </a:p>
        </p:txBody>
      </p:sp>
      <p:pic>
        <p:nvPicPr>
          <p:cNvPr id="8" name="Picture 7"/>
          <p:cNvPicPr>
            <a:picLocks noChangeAspect="1"/>
          </p:cNvPicPr>
          <p:nvPr userDrawn="1"/>
        </p:nvPicPr>
        <p:blipFill>
          <a:blip r:embed="rId34"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3937550629"/>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 id="2147483687" r:id="rId19"/>
    <p:sldLayoutId id="2147483688" r:id="rId20"/>
    <p:sldLayoutId id="2147483689" r:id="rId21"/>
    <p:sldLayoutId id="2147483690" r:id="rId22"/>
    <p:sldLayoutId id="2147483691" r:id="rId23"/>
    <p:sldLayoutId id="2147483692" r:id="rId24"/>
    <p:sldLayoutId id="2147483693" r:id="rId25"/>
    <p:sldLayoutId id="2147483694" r:id="rId26"/>
    <p:sldLayoutId id="2147483695" r:id="rId27"/>
    <p:sldLayoutId id="2147483696" r:id="rId28"/>
    <p:sldLayoutId id="2147483697" r:id="rId29"/>
    <p:sldLayoutId id="2147483698" r:id="rId30"/>
    <p:sldLayoutId id="2147483699" r:id="rId31"/>
    <p:sldLayoutId id="2147483703" r:id="rId32"/>
  </p:sldLayoutIdLst>
  <p:txStyles>
    <p:titleStyle>
      <a:lvl1pPr algn="l" defTabSz="457200" rtl="0" eaLnBrk="1" latinLnBrk="0" hangingPunct="1">
        <a:spcBef>
          <a:spcPct val="0"/>
        </a:spcBef>
        <a:buNone/>
        <a:defRPr sz="1600" kern="1200" cap="all" spc="0" baseline="0">
          <a:solidFill>
            <a:schemeClr val="bg2"/>
          </a:solidFill>
          <a:latin typeface="+mj-lt"/>
          <a:ea typeface="+mj-ea"/>
          <a:cs typeface="+mj-cs"/>
        </a:defRPr>
      </a:lvl1pPr>
    </p:titleStyle>
    <p:bodyStyle>
      <a:lvl1pPr marL="342900" indent="-342900" algn="l" defTabSz="457200" rtl="0" eaLnBrk="1" latinLnBrk="0" hangingPunct="1">
        <a:spcBef>
          <a:spcPts val="1600"/>
        </a:spcBef>
        <a:buClr>
          <a:schemeClr val="bg2"/>
        </a:buClr>
        <a:buFontTx/>
        <a:buChar char="◌"/>
        <a:defRPr sz="1800" kern="1200">
          <a:solidFill>
            <a:schemeClr val="tx1"/>
          </a:solidFill>
          <a:latin typeface="+mn-lt"/>
          <a:ea typeface="+mn-ea"/>
          <a:cs typeface="+mn-cs"/>
        </a:defRPr>
      </a:lvl1pPr>
      <a:lvl2pPr marL="742950" indent="-285750" algn="l" defTabSz="457200" rtl="0" eaLnBrk="1" latinLnBrk="0" hangingPunct="1">
        <a:spcBef>
          <a:spcPts val="800"/>
        </a:spcBef>
        <a:buClr>
          <a:schemeClr val="bg2"/>
        </a:buClr>
        <a:buFontTx/>
        <a:buChar char="◌"/>
        <a:defRPr sz="1600" kern="1200">
          <a:solidFill>
            <a:schemeClr val="tx1"/>
          </a:solidFill>
          <a:latin typeface="+mn-lt"/>
          <a:ea typeface="+mn-ea"/>
          <a:cs typeface="+mn-cs"/>
        </a:defRPr>
      </a:lvl2pPr>
      <a:lvl3pPr marL="1143000" indent="-228600" algn="l" defTabSz="457200" rtl="0" eaLnBrk="1" latinLnBrk="0" hangingPunct="1">
        <a:spcBef>
          <a:spcPts val="600"/>
        </a:spcBef>
        <a:buClr>
          <a:schemeClr val="bg2"/>
        </a:buClr>
        <a:buFontTx/>
        <a:buChar char="◌"/>
        <a:defRPr sz="1400" kern="1200">
          <a:solidFill>
            <a:schemeClr val="tx1"/>
          </a:solidFill>
          <a:latin typeface="+mn-lt"/>
          <a:ea typeface="+mn-ea"/>
          <a:cs typeface="+mn-cs"/>
        </a:defRPr>
      </a:lvl3pPr>
      <a:lvl4pPr marL="1600200" indent="-228600" algn="l" defTabSz="457200" rtl="0" eaLnBrk="1" latinLnBrk="0" hangingPunct="1">
        <a:spcBef>
          <a:spcPts val="400"/>
        </a:spcBef>
        <a:buClr>
          <a:schemeClr val="bg2"/>
        </a:buClr>
        <a:buFontTx/>
        <a:buChar char="◌"/>
        <a:defRPr sz="1200" kern="1200">
          <a:solidFill>
            <a:schemeClr val="tx1"/>
          </a:solidFill>
          <a:latin typeface="+mn-lt"/>
          <a:ea typeface="+mn-ea"/>
          <a:cs typeface="+mn-cs"/>
        </a:defRPr>
      </a:lvl4pPr>
      <a:lvl5pPr marL="2057400" indent="-228600" algn="l" defTabSz="457200" rtl="0" eaLnBrk="1" latinLnBrk="0" hangingPunct="1">
        <a:spcBef>
          <a:spcPts val="400"/>
        </a:spcBef>
        <a:buClr>
          <a:schemeClr val="bg2"/>
        </a:buClr>
        <a:buFontTx/>
        <a:buChar char="◌"/>
        <a:defRPr sz="12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1" orient="horz" pos="672">
          <p15:clr>
            <a:srgbClr val="F26B43"/>
          </p15:clr>
        </p15:guide>
        <p15:guide id="2" pos="275">
          <p15:clr>
            <a:srgbClr val="F26B43"/>
          </p15:clr>
        </p15:guide>
        <p15:guide id="3" pos="7403">
          <p15:clr>
            <a:srgbClr val="F26B43"/>
          </p15:clr>
        </p15:guide>
        <p15:guide id="4" orient="horz" pos="3864">
          <p15:clr>
            <a:srgbClr val="F26B43"/>
          </p15:clr>
        </p15:guide>
        <p15:guide id="5" orient="horz" pos="888">
          <p15:clr>
            <a:srgbClr val="F26B43"/>
          </p15:clr>
        </p15:guide>
        <p15:guide id="6" pos="254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DC79CD5-1EA1-EEAF-4FD1-E9B0B275A370}"/>
              </a:ext>
            </a:extLst>
          </p:cNvPr>
          <p:cNvGraphicFramePr>
            <a:graphicFrameLocks noChangeAspect="1"/>
          </p:cNvGraphicFramePr>
          <p:nvPr userDrawn="1">
            <p:custDataLst>
              <p:tags r:id="rId122"/>
            </p:custDataLst>
            <p:extLst>
              <p:ext uri="{D42A27DB-BD31-4B8C-83A1-F6EECF244321}">
                <p14:modId xmlns:p14="http://schemas.microsoft.com/office/powerpoint/2010/main" val="360570811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157" name="think-cell Slide" r:id="rId123" imgW="7772400" imgH="10058400" progId="TCLayout.ActiveDocument.1">
                  <p:embed/>
                </p:oleObj>
              </mc:Choice>
              <mc:Fallback>
                <p:oleObj name="think-cell Slide" r:id="rId123" imgW="7772400" imgH="10058400" progId="TCLayout.ActiveDocument.1">
                  <p:embed/>
                  <p:pic>
                    <p:nvPicPr>
                      <p:cNvPr id="8" name="think-cell data - do not delete" hidden="1">
                        <a:extLst>
                          <a:ext uri="{FF2B5EF4-FFF2-40B4-BE49-F238E27FC236}">
                            <a16:creationId xmlns:a16="http://schemas.microsoft.com/office/drawing/2014/main" xmlns="" id="{8DC79CD5-1EA1-EEAF-4FD1-E9B0B275A370}"/>
                          </a:ext>
                        </a:extLst>
                      </p:cNvPr>
                      <p:cNvPicPr/>
                      <p:nvPr/>
                    </p:nvPicPr>
                    <p:blipFill>
                      <a:blip r:embed="rId124"/>
                      <a:stretch>
                        <a:fillRect/>
                      </a:stretch>
                    </p:blipFill>
                    <p:spPr>
                      <a:xfrm>
                        <a:off x="1588" y="1588"/>
                        <a:ext cx="1227" cy="1588"/>
                      </a:xfrm>
                      <a:prstGeom prst="rect">
                        <a:avLst/>
                      </a:prstGeom>
                    </p:spPr>
                  </p:pic>
                </p:oleObj>
              </mc:Fallback>
            </mc:AlternateContent>
          </a:graphicData>
        </a:graphic>
      </p:graphicFrame>
      <p:sp>
        <p:nvSpPr>
          <p:cNvPr id="6" name="Slide Number Placeholder 5"/>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4" name="Page# static">
            <a:extLst>
              <a:ext uri="{FF2B5EF4-FFF2-40B4-BE49-F238E27FC236}">
                <a16:creationId xmlns:a16="http://schemas.microsoft.com/office/drawing/2014/main" xmlns="" id="{FD550928-01C5-D4F3-E973-6F240B67225A}"/>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2" name="Title Placeholder 1"/>
          <p:cNvSpPr>
            <a:spLocks noGrp="1"/>
          </p:cNvSpPr>
          <p:nvPr>
            <p:ph type="title"/>
          </p:nvPr>
        </p:nvSpPr>
        <p:spPr>
          <a:xfrm>
            <a:off x="565149" y="460375"/>
            <a:ext cx="11066463" cy="73152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565149" y="1617663"/>
            <a:ext cx="11066464" cy="377348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a:extLst>
              <a:ext uri="{FF2B5EF4-FFF2-40B4-BE49-F238E27FC236}">
                <a16:creationId xmlns:a16="http://schemas.microsoft.com/office/drawing/2014/main" xmlns="" id="{C3F896F8-33A6-2AF9-F20C-2B04802E31F1}"/>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t>Tenarai</a:t>
            </a:r>
          </a:p>
        </p:txBody>
      </p:sp>
      <p:sp>
        <p:nvSpPr>
          <p:cNvPr id="11" name="TextBox 10">
            <a:extLst>
              <a:ext uri="{FF2B5EF4-FFF2-40B4-BE49-F238E27FC236}">
                <a16:creationId xmlns:a16="http://schemas.microsoft.com/office/drawing/2014/main" xmlns="" id="{BB6F12C9-9305-1B46-3B2C-1383963166EC}"/>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spTree>
    <p:extLst>
      <p:ext uri="{BB962C8B-B14F-4D97-AF65-F5344CB8AC3E}">
        <p14:creationId xmlns:p14="http://schemas.microsoft.com/office/powerpoint/2010/main" val="2566521523"/>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 id="2147483723" r:id="rId18"/>
    <p:sldLayoutId id="2147483724" r:id="rId19"/>
    <p:sldLayoutId id="2147483725" r:id="rId20"/>
    <p:sldLayoutId id="2147483726" r:id="rId21"/>
    <p:sldLayoutId id="2147483727" r:id="rId22"/>
    <p:sldLayoutId id="2147483728" r:id="rId23"/>
    <p:sldLayoutId id="2147483729" r:id="rId24"/>
    <p:sldLayoutId id="2147483730" r:id="rId25"/>
    <p:sldLayoutId id="2147483731" r:id="rId26"/>
    <p:sldLayoutId id="2147483732" r:id="rId27"/>
    <p:sldLayoutId id="2147483733" r:id="rId28"/>
    <p:sldLayoutId id="2147483734" r:id="rId29"/>
    <p:sldLayoutId id="2147483735" r:id="rId30"/>
    <p:sldLayoutId id="2147483736" r:id="rId31"/>
    <p:sldLayoutId id="2147483737" r:id="rId32"/>
    <p:sldLayoutId id="2147483738" r:id="rId33"/>
    <p:sldLayoutId id="2147483739" r:id="rId34"/>
    <p:sldLayoutId id="2147483740" r:id="rId35"/>
    <p:sldLayoutId id="2147483741" r:id="rId36"/>
    <p:sldLayoutId id="2147483742" r:id="rId37"/>
    <p:sldLayoutId id="2147483743" r:id="rId38"/>
    <p:sldLayoutId id="2147483744" r:id="rId39"/>
    <p:sldLayoutId id="2147483745" r:id="rId40"/>
    <p:sldLayoutId id="2147483746" r:id="rId41"/>
    <p:sldLayoutId id="2147483747" r:id="rId42"/>
    <p:sldLayoutId id="2147483748" r:id="rId43"/>
    <p:sldLayoutId id="2147483749" r:id="rId44"/>
    <p:sldLayoutId id="2147483750" r:id="rId45"/>
    <p:sldLayoutId id="2147483751" r:id="rId46"/>
    <p:sldLayoutId id="2147483752" r:id="rId47"/>
    <p:sldLayoutId id="2147483753" r:id="rId48"/>
    <p:sldLayoutId id="2147483754" r:id="rId49"/>
    <p:sldLayoutId id="2147483755" r:id="rId50"/>
    <p:sldLayoutId id="2147483756" r:id="rId51"/>
    <p:sldLayoutId id="2147483757" r:id="rId52"/>
    <p:sldLayoutId id="2147483758" r:id="rId53"/>
    <p:sldLayoutId id="2147483759" r:id="rId54"/>
    <p:sldLayoutId id="2147483760" r:id="rId55"/>
    <p:sldLayoutId id="2147483761" r:id="rId56"/>
    <p:sldLayoutId id="2147483762" r:id="rId57"/>
    <p:sldLayoutId id="2147483763" r:id="rId58"/>
    <p:sldLayoutId id="2147483764" r:id="rId59"/>
    <p:sldLayoutId id="2147483765" r:id="rId60"/>
    <p:sldLayoutId id="2147483766" r:id="rId61"/>
    <p:sldLayoutId id="2147483767" r:id="rId62"/>
    <p:sldLayoutId id="2147483768" r:id="rId63"/>
    <p:sldLayoutId id="2147483769" r:id="rId64"/>
    <p:sldLayoutId id="2147483770" r:id="rId65"/>
    <p:sldLayoutId id="2147483771" r:id="rId66"/>
    <p:sldLayoutId id="2147483772" r:id="rId67"/>
    <p:sldLayoutId id="2147483773" r:id="rId68"/>
    <p:sldLayoutId id="2147483774" r:id="rId69"/>
    <p:sldLayoutId id="2147483775" r:id="rId70"/>
    <p:sldLayoutId id="2147483776" r:id="rId71"/>
    <p:sldLayoutId id="2147483777" r:id="rId72"/>
    <p:sldLayoutId id="2147483778" r:id="rId73"/>
    <p:sldLayoutId id="2147483779" r:id="rId74"/>
    <p:sldLayoutId id="2147483780" r:id="rId75"/>
    <p:sldLayoutId id="2147483781" r:id="rId76"/>
    <p:sldLayoutId id="2147483782" r:id="rId77"/>
    <p:sldLayoutId id="2147483783" r:id="rId78"/>
    <p:sldLayoutId id="2147483784" r:id="rId79"/>
    <p:sldLayoutId id="2147483785" r:id="rId80"/>
    <p:sldLayoutId id="2147483786" r:id="rId81"/>
    <p:sldLayoutId id="2147483787" r:id="rId82"/>
    <p:sldLayoutId id="2147483788" r:id="rId83"/>
    <p:sldLayoutId id="2147483789" r:id="rId84"/>
    <p:sldLayoutId id="2147483790" r:id="rId85"/>
    <p:sldLayoutId id="2147483791" r:id="rId86"/>
    <p:sldLayoutId id="2147483792" r:id="rId87"/>
    <p:sldLayoutId id="2147483793" r:id="rId88"/>
    <p:sldLayoutId id="2147483794" r:id="rId89"/>
    <p:sldLayoutId id="2147483795" r:id="rId90"/>
    <p:sldLayoutId id="2147483796" r:id="rId91"/>
    <p:sldLayoutId id="2147483797" r:id="rId92"/>
    <p:sldLayoutId id="2147483798" r:id="rId93"/>
    <p:sldLayoutId id="2147483799" r:id="rId94"/>
    <p:sldLayoutId id="2147483800" r:id="rId95"/>
    <p:sldLayoutId id="2147483801" r:id="rId96"/>
    <p:sldLayoutId id="2147483802" r:id="rId97"/>
    <p:sldLayoutId id="2147483803" r:id="rId98"/>
    <p:sldLayoutId id="2147483804" r:id="rId99"/>
    <p:sldLayoutId id="2147483805" r:id="rId100"/>
    <p:sldLayoutId id="2147483806" r:id="rId101"/>
    <p:sldLayoutId id="2147483807" r:id="rId102"/>
    <p:sldLayoutId id="2147483808" r:id="rId103"/>
    <p:sldLayoutId id="2147483809" r:id="rId104"/>
    <p:sldLayoutId id="2147483810" r:id="rId105"/>
    <p:sldLayoutId id="2147483811" r:id="rId106"/>
    <p:sldLayoutId id="2147483812" r:id="rId107"/>
    <p:sldLayoutId id="2147483813" r:id="rId108"/>
    <p:sldLayoutId id="2147483814" r:id="rId109"/>
    <p:sldLayoutId id="2147483815" r:id="rId110"/>
    <p:sldLayoutId id="2147483816" r:id="rId111"/>
    <p:sldLayoutId id="2147483817" r:id="rId112"/>
    <p:sldLayoutId id="2147483818" r:id="rId113"/>
    <p:sldLayoutId id="2147483819" r:id="rId114"/>
    <p:sldLayoutId id="2147483820" r:id="rId115"/>
    <p:sldLayoutId id="2147483821" r:id="rId116"/>
    <p:sldLayoutId id="2147483822" r:id="rId117"/>
    <p:sldLayoutId id="2147483823" r:id="rId118"/>
    <p:sldLayoutId id="2147483824" r:id="rId119"/>
  </p:sldLayoutIdLst>
  <p:hf hd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200"/>
        </a:spcBef>
        <a:buFontTx/>
        <a:buNone/>
        <a:defRPr sz="1400" kern="1200">
          <a:solidFill>
            <a:schemeClr val="tx1"/>
          </a:solidFill>
          <a:latin typeface="+mn-lt"/>
          <a:ea typeface="+mn-ea"/>
          <a:cs typeface="+mn-cs"/>
        </a:defRPr>
      </a:lvl1pPr>
      <a:lvl2pPr marL="228600" indent="-228600" algn="l" defTabSz="914400" rtl="0" eaLnBrk="1" latinLnBrk="0" hangingPunct="1">
        <a:lnSpc>
          <a:spcPct val="110000"/>
        </a:lnSpc>
        <a:spcBef>
          <a:spcPts val="600"/>
        </a:spcBef>
        <a:buFont typeface="Arial" panose="020B0604020202020204" pitchFamily="34" charset="0"/>
        <a:buChar char="•"/>
        <a:tabLst/>
        <a:defRPr sz="1400" kern="1200">
          <a:solidFill>
            <a:schemeClr val="tx1"/>
          </a:solidFill>
          <a:latin typeface="+mn-lt"/>
          <a:ea typeface="+mn-ea"/>
          <a:cs typeface="+mn-cs"/>
        </a:defRPr>
      </a:lvl2pPr>
      <a:lvl3pPr marL="4572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3pPr>
      <a:lvl4pPr marL="6858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4pPr>
      <a:lvl5pPr marL="9144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1" pos="3841">
          <p15:clr>
            <a:srgbClr val="5ACBF0"/>
          </p15:clr>
        </p15:guide>
        <p15:guide id="2" pos="3936">
          <p15:clr>
            <a:srgbClr val="F26B43"/>
          </p15:clr>
        </p15:guide>
        <p15:guide id="3" pos="3746">
          <p15:clr>
            <a:srgbClr val="F26B43"/>
          </p15:clr>
        </p15:guide>
        <p15:guide id="4" pos="3810">
          <p15:clr>
            <a:srgbClr val="FBAE40"/>
          </p15:clr>
        </p15:guide>
        <p15:guide id="5" pos="3873">
          <p15:clr>
            <a:srgbClr val="FBAE40"/>
          </p15:clr>
        </p15:guide>
        <p15:guide id="6" pos="3236">
          <p15:clr>
            <a:srgbClr val="5ACBF0"/>
          </p15:clr>
        </p15:guide>
        <p15:guide id="7" pos="3331">
          <p15:clr>
            <a:srgbClr val="F26B43"/>
          </p15:clr>
        </p15:guide>
        <p15:guide id="8" pos="3141">
          <p15:clr>
            <a:srgbClr val="F26B43"/>
          </p15:clr>
        </p15:guide>
        <p15:guide id="9" pos="3204">
          <p15:clr>
            <a:srgbClr val="FBAE40"/>
          </p15:clr>
        </p15:guide>
        <p15:guide id="10" pos="3267">
          <p15:clr>
            <a:srgbClr val="FBAE40"/>
          </p15:clr>
        </p15:guide>
        <p15:guide id="11" pos="2643">
          <p15:clr>
            <a:srgbClr val="5ACBF0"/>
          </p15:clr>
        </p15:guide>
        <p15:guide id="12" pos="2738">
          <p15:clr>
            <a:srgbClr val="F26B43"/>
          </p15:clr>
        </p15:guide>
        <p15:guide id="13" pos="2548">
          <p15:clr>
            <a:srgbClr val="F26B43"/>
          </p15:clr>
        </p15:guide>
        <p15:guide id="14" pos="2611">
          <p15:clr>
            <a:srgbClr val="FBAE40"/>
          </p15:clr>
        </p15:guide>
        <p15:guide id="15" pos="2674">
          <p15:clr>
            <a:srgbClr val="FBAE40"/>
          </p15:clr>
        </p15:guide>
        <p15:guide id="16" pos="2050">
          <p15:clr>
            <a:srgbClr val="5ACBF0"/>
          </p15:clr>
        </p15:guide>
        <p15:guide id="17" pos="2145">
          <p15:clr>
            <a:srgbClr val="F26B43"/>
          </p15:clr>
        </p15:guide>
        <p15:guide id="18" pos="1955">
          <p15:clr>
            <a:srgbClr val="F26B43"/>
          </p15:clr>
        </p15:guide>
        <p15:guide id="19" pos="2018">
          <p15:clr>
            <a:srgbClr val="FBAE40"/>
          </p15:clr>
        </p15:guide>
        <p15:guide id="20" pos="2081">
          <p15:clr>
            <a:srgbClr val="FBAE40"/>
          </p15:clr>
        </p15:guide>
        <p15:guide id="21" pos="1436">
          <p15:clr>
            <a:srgbClr val="5ACBF0"/>
          </p15:clr>
        </p15:guide>
        <p15:guide id="22" pos="1531">
          <p15:clr>
            <a:srgbClr val="F26B43"/>
          </p15:clr>
        </p15:guide>
        <p15:guide id="23" pos="1341">
          <p15:clr>
            <a:srgbClr val="F26B43"/>
          </p15:clr>
        </p15:guide>
        <p15:guide id="24" pos="1404">
          <p15:clr>
            <a:srgbClr val="FBAE40"/>
          </p15:clr>
        </p15:guide>
        <p15:guide id="25" pos="1467">
          <p15:clr>
            <a:srgbClr val="FBAE40"/>
          </p15:clr>
        </p15:guide>
        <p15:guide id="26" pos="860">
          <p15:clr>
            <a:srgbClr val="5ACBF0"/>
          </p15:clr>
        </p15:guide>
        <p15:guide id="27" pos="955">
          <p15:clr>
            <a:srgbClr val="F26B43"/>
          </p15:clr>
        </p15:guide>
        <p15:guide id="28" pos="765">
          <p15:clr>
            <a:srgbClr val="F26B43"/>
          </p15:clr>
        </p15:guide>
        <p15:guide id="29" pos="828">
          <p15:clr>
            <a:srgbClr val="FBAE40"/>
          </p15:clr>
        </p15:guide>
        <p15:guide id="30" pos="891">
          <p15:clr>
            <a:srgbClr val="FBAE40"/>
          </p15:clr>
        </p15:guide>
        <p15:guide id="31" pos="4433">
          <p15:clr>
            <a:srgbClr val="5ACBF0"/>
          </p15:clr>
        </p15:guide>
        <p15:guide id="32" pos="4528">
          <p15:clr>
            <a:srgbClr val="F26B43"/>
          </p15:clr>
        </p15:guide>
        <p15:guide id="33" pos="4338">
          <p15:clr>
            <a:srgbClr val="F26B43"/>
          </p15:clr>
        </p15:guide>
        <p15:guide id="34" pos="4401">
          <p15:clr>
            <a:srgbClr val="FBAE40"/>
          </p15:clr>
        </p15:guide>
        <p15:guide id="35" pos="4465">
          <p15:clr>
            <a:srgbClr val="FBAE40"/>
          </p15:clr>
        </p15:guide>
        <p15:guide id="36" pos="5026">
          <p15:clr>
            <a:srgbClr val="5ACBF0"/>
          </p15:clr>
        </p15:guide>
        <p15:guide id="37" pos="5121">
          <p15:clr>
            <a:srgbClr val="F26B43"/>
          </p15:clr>
        </p15:guide>
        <p15:guide id="38" pos="4931">
          <p15:clr>
            <a:srgbClr val="F26B43"/>
          </p15:clr>
        </p15:guide>
        <p15:guide id="39" pos="4994">
          <p15:clr>
            <a:srgbClr val="FBAE40"/>
          </p15:clr>
        </p15:guide>
        <p15:guide id="40" pos="5057">
          <p15:clr>
            <a:srgbClr val="FBAE40"/>
          </p15:clr>
        </p15:guide>
        <p15:guide id="41" pos="5631">
          <p15:clr>
            <a:srgbClr val="5ACBF0"/>
          </p15:clr>
        </p15:guide>
        <p15:guide id="42" pos="5726">
          <p15:clr>
            <a:srgbClr val="F26B43"/>
          </p15:clr>
        </p15:guide>
        <p15:guide id="43" pos="5536">
          <p15:clr>
            <a:srgbClr val="F26B43"/>
          </p15:clr>
        </p15:guide>
        <p15:guide id="44" pos="5600">
          <p15:clr>
            <a:srgbClr val="FBAE40"/>
          </p15:clr>
        </p15:guide>
        <p15:guide id="45" pos="5663">
          <p15:clr>
            <a:srgbClr val="FBAE40"/>
          </p15:clr>
        </p15:guide>
        <p15:guide id="46" pos="6220">
          <p15:clr>
            <a:srgbClr val="5ACBF0"/>
          </p15:clr>
        </p15:guide>
        <p15:guide id="47" pos="6315">
          <p15:clr>
            <a:srgbClr val="F26B43"/>
          </p15:clr>
        </p15:guide>
        <p15:guide id="48" pos="6125">
          <p15:clr>
            <a:srgbClr val="F26B43"/>
          </p15:clr>
        </p15:guide>
        <p15:guide id="49" pos="6188">
          <p15:clr>
            <a:srgbClr val="FBAE40"/>
          </p15:clr>
        </p15:guide>
        <p15:guide id="50" pos="6252">
          <p15:clr>
            <a:srgbClr val="FBAE40"/>
          </p15:clr>
        </p15:guide>
        <p15:guide id="51" pos="6817">
          <p15:clr>
            <a:srgbClr val="5ACBF0"/>
          </p15:clr>
        </p15:guide>
        <p15:guide id="52" pos="6912">
          <p15:clr>
            <a:srgbClr val="F26B43"/>
          </p15:clr>
        </p15:guide>
        <p15:guide id="53" pos="6722">
          <p15:clr>
            <a:srgbClr val="F26B43"/>
          </p15:clr>
        </p15:guide>
        <p15:guide id="54" pos="6786">
          <p15:clr>
            <a:srgbClr val="FBAE40"/>
          </p15:clr>
        </p15:guide>
        <p15:guide id="55" pos="6849">
          <p15:clr>
            <a:srgbClr val="FBAE40"/>
          </p15:clr>
        </p15:guide>
        <p15:guide id="56" orient="horz" pos="1019">
          <p15:clr>
            <a:srgbClr val="5ACBF0"/>
          </p15:clr>
        </p15:guide>
        <p15:guide id="57" orient="horz" pos="924">
          <p15:clr>
            <a:srgbClr val="F26B43"/>
          </p15:clr>
        </p15:guide>
        <p15:guide id="58" orient="horz" pos="1114">
          <p15:clr>
            <a:srgbClr val="F26B43"/>
          </p15:clr>
        </p15:guide>
        <p15:guide id="59" orient="horz" pos="1051">
          <p15:clr>
            <a:srgbClr val="FBAE40"/>
          </p15:clr>
        </p15:guide>
        <p15:guide id="60" orient="horz" pos="987">
          <p15:clr>
            <a:srgbClr val="FBAE40"/>
          </p15:clr>
        </p15:guide>
        <p15:guide id="61" orient="horz" pos="1779">
          <p15:clr>
            <a:srgbClr val="5ACBF0"/>
          </p15:clr>
        </p15:guide>
        <p15:guide id="62" orient="horz" pos="1684">
          <p15:clr>
            <a:srgbClr val="F26B43"/>
          </p15:clr>
        </p15:guide>
        <p15:guide id="63" orient="horz" pos="1874">
          <p15:clr>
            <a:srgbClr val="F26B43"/>
          </p15:clr>
        </p15:guide>
        <p15:guide id="64" orient="horz" pos="1811">
          <p15:clr>
            <a:srgbClr val="FBAE40"/>
          </p15:clr>
        </p15:guide>
        <p15:guide id="65" orient="horz" pos="1748">
          <p15:clr>
            <a:srgbClr val="FBAE40"/>
          </p15:clr>
        </p15:guide>
        <p15:guide id="66" orient="horz" pos="2540">
          <p15:clr>
            <a:srgbClr val="5ACBF0"/>
          </p15:clr>
        </p15:guide>
        <p15:guide id="67" orient="horz" pos="2445">
          <p15:clr>
            <a:srgbClr val="F26B43"/>
          </p15:clr>
        </p15:guide>
        <p15:guide id="68" orient="horz" pos="2640">
          <p15:clr>
            <a:srgbClr val="F26B43"/>
          </p15:clr>
        </p15:guide>
        <p15:guide id="69" orient="horz" pos="2572">
          <p15:clr>
            <a:srgbClr val="FBAE40"/>
          </p15:clr>
        </p15:guide>
        <p15:guide id="70" orient="horz" pos="2508">
          <p15:clr>
            <a:srgbClr val="FBAE40"/>
          </p15:clr>
        </p15:guide>
        <p15:guide id="71" orient="horz" pos="3301">
          <p15:clr>
            <a:srgbClr val="5ACBF0"/>
          </p15:clr>
        </p15:guide>
        <p15:guide id="72" orient="horz" pos="3206">
          <p15:clr>
            <a:srgbClr val="F26B43"/>
          </p15:clr>
        </p15:guide>
        <p15:guide id="73" orient="horz" pos="3396">
          <p15:clr>
            <a:srgbClr val="F26B43"/>
          </p15:clr>
        </p15:guide>
        <p15:guide id="74" orient="horz" pos="3332">
          <p15:clr>
            <a:srgbClr val="FBAE40"/>
          </p15:clr>
        </p15:guide>
        <p15:guide id="75" orient="horz" pos="3269">
          <p15:clr>
            <a:srgbClr val="FBAE40"/>
          </p15:clr>
        </p15:guide>
        <p15:guide id="76" orient="horz" pos="3966">
          <p15:clr>
            <a:srgbClr val="F26B43"/>
          </p15:clr>
        </p15:guide>
        <p15:guide id="77" orient="horz" pos="4156">
          <p15:clr>
            <a:srgbClr val="F26B43"/>
          </p15:clr>
        </p15:guide>
        <p15:guide id="78" orient="horz" pos="290">
          <p15:clr>
            <a:srgbClr val="F26B43"/>
          </p15:clr>
        </p15:guide>
        <p15:guide id="79" pos="261">
          <p15:clr>
            <a:srgbClr val="5ACBF0"/>
          </p15:clr>
        </p15:guide>
        <p15:guide id="80" pos="356">
          <p15:clr>
            <a:srgbClr val="F26B43"/>
          </p15:clr>
        </p15:guide>
        <p15:guide id="81" pos="292">
          <p15:clr>
            <a:srgbClr val="FBAE40"/>
          </p15:clr>
        </p15:guide>
        <p15:guide id="82" pos="7422">
          <p15:clr>
            <a:srgbClr val="5ACBF0"/>
          </p15:clr>
        </p15:guide>
        <p15:guide id="83" pos="7327">
          <p15:clr>
            <a:srgbClr val="F26B43"/>
          </p15:clr>
        </p15:guide>
        <p15:guide id="84" pos="7390">
          <p15:clr>
            <a:srgbClr val="FBAE40"/>
          </p15:clr>
        </p15:guide>
        <p15:guide id="85" orient="horz" pos="258">
          <p15:clr>
            <a:srgbClr val="5ACBF0"/>
          </p15:clr>
        </p15:guide>
        <p15:guide id="86" orient="horz" pos="228">
          <p15:clr>
            <a:srgbClr val="F26B43"/>
          </p15:clr>
        </p15:guide>
        <p15:guide id="87" orient="horz" pos="4028">
          <p15:clr>
            <a:srgbClr val="F26B43"/>
          </p15:clr>
        </p15:guide>
        <p15:guide id="88" orient="horz" pos="4092">
          <p15:clr>
            <a:srgbClr val="F26B43"/>
          </p15:clr>
        </p15:guide>
        <p15:guide id="89" orient="horz" pos="4062">
          <p15:clr>
            <a:srgbClr val="5ACBF0"/>
          </p15:clr>
        </p15:guide>
        <p15:guide id="90" orient="horz" pos="352">
          <p15:clr>
            <a:srgbClr val="F26B43"/>
          </p15:clr>
        </p15:guide>
        <p15:guide id="91" orient="horz" pos="16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DC79CD5-1EA1-EEAF-4FD1-E9B0B275A370}"/>
              </a:ext>
            </a:extLst>
          </p:cNvPr>
          <p:cNvGraphicFramePr>
            <a:graphicFrameLocks noChangeAspect="1"/>
          </p:cNvGraphicFramePr>
          <p:nvPr userDrawn="1">
            <p:custDataLst>
              <p:tags r:id="rId123"/>
            </p:custDataLst>
            <p:extLst>
              <p:ext uri="{D42A27DB-BD31-4B8C-83A1-F6EECF244321}">
                <p14:modId xmlns:p14="http://schemas.microsoft.com/office/powerpoint/2010/main" val="62341311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28009" name="think-cell Slide" r:id="rId124" imgW="7772400" imgH="10058400" progId="TCLayout.ActiveDocument.1">
                  <p:embed/>
                </p:oleObj>
              </mc:Choice>
              <mc:Fallback>
                <p:oleObj name="think-cell Slide" r:id="rId124" imgW="7772400" imgH="10058400" progId="TCLayout.ActiveDocument.1">
                  <p:embed/>
                  <p:pic>
                    <p:nvPicPr>
                      <p:cNvPr id="0" name=""/>
                      <p:cNvPicPr/>
                      <p:nvPr/>
                    </p:nvPicPr>
                    <p:blipFill>
                      <a:blip r:embed="rId125"/>
                      <a:stretch>
                        <a:fillRect/>
                      </a:stretch>
                    </p:blipFill>
                    <p:spPr>
                      <a:xfrm>
                        <a:off x="1588" y="1588"/>
                        <a:ext cx="1227" cy="1588"/>
                      </a:xfrm>
                      <a:prstGeom prst="rect">
                        <a:avLst/>
                      </a:prstGeom>
                    </p:spPr>
                  </p:pic>
                </p:oleObj>
              </mc:Fallback>
            </mc:AlternateContent>
          </a:graphicData>
        </a:graphic>
      </p:graphicFrame>
      <p:sp>
        <p:nvSpPr>
          <p:cNvPr id="6" name="Slide Number Placeholder 5"/>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4" name="Page# static">
            <a:extLst>
              <a:ext uri="{FF2B5EF4-FFF2-40B4-BE49-F238E27FC236}">
                <a16:creationId xmlns:a16="http://schemas.microsoft.com/office/drawing/2014/main" xmlns="" id="{FD550928-01C5-D4F3-E973-6F240B67225A}"/>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2" name="Title Placeholder 1"/>
          <p:cNvSpPr>
            <a:spLocks noGrp="1"/>
          </p:cNvSpPr>
          <p:nvPr>
            <p:ph type="title"/>
          </p:nvPr>
        </p:nvSpPr>
        <p:spPr>
          <a:xfrm>
            <a:off x="565149" y="460375"/>
            <a:ext cx="11066463" cy="73152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565149" y="1617663"/>
            <a:ext cx="11066464" cy="377348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a:extLst>
              <a:ext uri="{FF2B5EF4-FFF2-40B4-BE49-F238E27FC236}">
                <a16:creationId xmlns:a16="http://schemas.microsoft.com/office/drawing/2014/main" xmlns="" id="{C3F896F8-33A6-2AF9-F20C-2B04802E31F1}"/>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000000"/>
                </a:solidFill>
              </a:rPr>
              <a:t>Tenarai</a:t>
            </a:r>
          </a:p>
        </p:txBody>
      </p:sp>
      <p:sp>
        <p:nvSpPr>
          <p:cNvPr id="11" name="TextBox 10">
            <a:extLst>
              <a:ext uri="{FF2B5EF4-FFF2-40B4-BE49-F238E27FC236}">
                <a16:creationId xmlns:a16="http://schemas.microsoft.com/office/drawing/2014/main" xmlns="" id="{BB6F12C9-9305-1B46-3B2C-1383963166EC}"/>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spTree>
    <p:extLst>
      <p:ext uri="{BB962C8B-B14F-4D97-AF65-F5344CB8AC3E}">
        <p14:creationId xmlns:p14="http://schemas.microsoft.com/office/powerpoint/2010/main" val="3381888689"/>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 id="2147483838" r:id="rId12"/>
    <p:sldLayoutId id="2147483839" r:id="rId13"/>
    <p:sldLayoutId id="2147483840" r:id="rId14"/>
    <p:sldLayoutId id="2147483841" r:id="rId15"/>
    <p:sldLayoutId id="2147483842" r:id="rId16"/>
    <p:sldLayoutId id="2147483843" r:id="rId17"/>
    <p:sldLayoutId id="2147483844" r:id="rId18"/>
    <p:sldLayoutId id="2147483845" r:id="rId19"/>
    <p:sldLayoutId id="2147483846" r:id="rId20"/>
    <p:sldLayoutId id="2147483847" r:id="rId21"/>
    <p:sldLayoutId id="2147483848" r:id="rId22"/>
    <p:sldLayoutId id="2147483849" r:id="rId23"/>
    <p:sldLayoutId id="2147483850" r:id="rId24"/>
    <p:sldLayoutId id="2147483851" r:id="rId25"/>
    <p:sldLayoutId id="2147483852" r:id="rId26"/>
    <p:sldLayoutId id="2147483853" r:id="rId27"/>
    <p:sldLayoutId id="2147483854" r:id="rId28"/>
    <p:sldLayoutId id="2147483855" r:id="rId29"/>
    <p:sldLayoutId id="2147483856" r:id="rId30"/>
    <p:sldLayoutId id="2147483857" r:id="rId31"/>
    <p:sldLayoutId id="2147483858" r:id="rId32"/>
    <p:sldLayoutId id="2147483859" r:id="rId33"/>
    <p:sldLayoutId id="2147483860" r:id="rId34"/>
    <p:sldLayoutId id="2147483861" r:id="rId35"/>
    <p:sldLayoutId id="2147483862" r:id="rId36"/>
    <p:sldLayoutId id="2147483863" r:id="rId37"/>
    <p:sldLayoutId id="2147483864" r:id="rId38"/>
    <p:sldLayoutId id="2147483865" r:id="rId39"/>
    <p:sldLayoutId id="2147483866" r:id="rId40"/>
    <p:sldLayoutId id="2147483867" r:id="rId41"/>
    <p:sldLayoutId id="2147483868" r:id="rId42"/>
    <p:sldLayoutId id="2147483869" r:id="rId43"/>
    <p:sldLayoutId id="2147483870" r:id="rId44"/>
    <p:sldLayoutId id="2147483871" r:id="rId45"/>
    <p:sldLayoutId id="2147483872" r:id="rId46"/>
    <p:sldLayoutId id="2147483873" r:id="rId47"/>
    <p:sldLayoutId id="2147483874" r:id="rId48"/>
    <p:sldLayoutId id="2147483875" r:id="rId49"/>
    <p:sldLayoutId id="2147483876" r:id="rId50"/>
    <p:sldLayoutId id="2147483877" r:id="rId51"/>
    <p:sldLayoutId id="2147483878" r:id="rId52"/>
    <p:sldLayoutId id="2147483879" r:id="rId53"/>
    <p:sldLayoutId id="2147483880" r:id="rId54"/>
    <p:sldLayoutId id="2147483881" r:id="rId55"/>
    <p:sldLayoutId id="2147483882" r:id="rId56"/>
    <p:sldLayoutId id="2147483883" r:id="rId57"/>
    <p:sldLayoutId id="2147483884" r:id="rId58"/>
    <p:sldLayoutId id="2147483885" r:id="rId59"/>
    <p:sldLayoutId id="2147483886" r:id="rId60"/>
    <p:sldLayoutId id="2147483887" r:id="rId61"/>
    <p:sldLayoutId id="2147483888" r:id="rId62"/>
    <p:sldLayoutId id="2147483889" r:id="rId63"/>
    <p:sldLayoutId id="2147483890" r:id="rId64"/>
    <p:sldLayoutId id="2147483891" r:id="rId65"/>
    <p:sldLayoutId id="2147483892" r:id="rId66"/>
    <p:sldLayoutId id="2147483893" r:id="rId67"/>
    <p:sldLayoutId id="2147483894" r:id="rId68"/>
    <p:sldLayoutId id="2147483895" r:id="rId69"/>
    <p:sldLayoutId id="2147483896" r:id="rId70"/>
    <p:sldLayoutId id="2147483897" r:id="rId71"/>
    <p:sldLayoutId id="2147483898" r:id="rId72"/>
    <p:sldLayoutId id="2147483899" r:id="rId73"/>
    <p:sldLayoutId id="2147483900" r:id="rId74"/>
    <p:sldLayoutId id="2147483901" r:id="rId75"/>
    <p:sldLayoutId id="2147483902" r:id="rId76"/>
    <p:sldLayoutId id="2147483903" r:id="rId77"/>
    <p:sldLayoutId id="2147483904" r:id="rId78"/>
    <p:sldLayoutId id="2147483905" r:id="rId79"/>
    <p:sldLayoutId id="2147483906" r:id="rId80"/>
    <p:sldLayoutId id="2147483907" r:id="rId81"/>
    <p:sldLayoutId id="2147483908" r:id="rId82"/>
    <p:sldLayoutId id="2147483909" r:id="rId83"/>
    <p:sldLayoutId id="2147483910" r:id="rId84"/>
    <p:sldLayoutId id="2147483911" r:id="rId85"/>
    <p:sldLayoutId id="2147483912" r:id="rId86"/>
    <p:sldLayoutId id="2147483913" r:id="rId87"/>
    <p:sldLayoutId id="2147483914" r:id="rId88"/>
    <p:sldLayoutId id="2147483915" r:id="rId89"/>
    <p:sldLayoutId id="2147483916" r:id="rId90"/>
    <p:sldLayoutId id="2147483917" r:id="rId91"/>
    <p:sldLayoutId id="2147483918" r:id="rId92"/>
    <p:sldLayoutId id="2147483919" r:id="rId93"/>
    <p:sldLayoutId id="2147483920" r:id="rId94"/>
    <p:sldLayoutId id="2147483921" r:id="rId95"/>
    <p:sldLayoutId id="2147483922" r:id="rId96"/>
    <p:sldLayoutId id="2147483923" r:id="rId97"/>
    <p:sldLayoutId id="2147483924" r:id="rId98"/>
    <p:sldLayoutId id="2147483925" r:id="rId99"/>
    <p:sldLayoutId id="2147483926" r:id="rId100"/>
    <p:sldLayoutId id="2147483927" r:id="rId101"/>
    <p:sldLayoutId id="2147483928" r:id="rId102"/>
    <p:sldLayoutId id="2147483929" r:id="rId103"/>
    <p:sldLayoutId id="2147483930" r:id="rId104"/>
    <p:sldLayoutId id="2147483931" r:id="rId105"/>
    <p:sldLayoutId id="2147483932" r:id="rId106"/>
    <p:sldLayoutId id="2147483933" r:id="rId107"/>
    <p:sldLayoutId id="2147483934" r:id="rId108"/>
    <p:sldLayoutId id="2147483935" r:id="rId109"/>
    <p:sldLayoutId id="2147483936" r:id="rId110"/>
    <p:sldLayoutId id="2147483937" r:id="rId111"/>
    <p:sldLayoutId id="2147483938" r:id="rId112"/>
    <p:sldLayoutId id="2147483939" r:id="rId113"/>
    <p:sldLayoutId id="2147483940" r:id="rId114"/>
    <p:sldLayoutId id="2147483941" r:id="rId115"/>
    <p:sldLayoutId id="2147483942" r:id="rId116"/>
    <p:sldLayoutId id="2147483943" r:id="rId117"/>
    <p:sldLayoutId id="2147483944" r:id="rId118"/>
    <p:sldLayoutId id="2147483945" r:id="rId119"/>
    <p:sldLayoutId id="2147483946" r:id="rId120"/>
  </p:sldLayoutIdLst>
  <p:hf hd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200"/>
        </a:spcBef>
        <a:buFontTx/>
        <a:buNone/>
        <a:defRPr sz="1400" kern="1200">
          <a:solidFill>
            <a:schemeClr val="tx1"/>
          </a:solidFill>
          <a:latin typeface="+mn-lt"/>
          <a:ea typeface="+mn-ea"/>
          <a:cs typeface="+mn-cs"/>
        </a:defRPr>
      </a:lvl1pPr>
      <a:lvl2pPr marL="228600" indent="-228600" algn="l" defTabSz="914400" rtl="0" eaLnBrk="1" latinLnBrk="0" hangingPunct="1">
        <a:lnSpc>
          <a:spcPct val="110000"/>
        </a:lnSpc>
        <a:spcBef>
          <a:spcPts val="600"/>
        </a:spcBef>
        <a:buFont typeface="Arial" panose="020B0604020202020204" pitchFamily="34" charset="0"/>
        <a:buChar char="•"/>
        <a:tabLst/>
        <a:defRPr sz="1400" kern="1200">
          <a:solidFill>
            <a:schemeClr val="tx1"/>
          </a:solidFill>
          <a:latin typeface="+mn-lt"/>
          <a:ea typeface="+mn-ea"/>
          <a:cs typeface="+mn-cs"/>
        </a:defRPr>
      </a:lvl2pPr>
      <a:lvl3pPr marL="4572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3pPr>
      <a:lvl4pPr marL="6858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4pPr>
      <a:lvl5pPr marL="9144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1" pos="3841">
          <p15:clr>
            <a:srgbClr val="5ACBF0"/>
          </p15:clr>
        </p15:guide>
        <p15:guide id="2" pos="3936">
          <p15:clr>
            <a:srgbClr val="F26B43"/>
          </p15:clr>
        </p15:guide>
        <p15:guide id="3" pos="3746">
          <p15:clr>
            <a:srgbClr val="F26B43"/>
          </p15:clr>
        </p15:guide>
        <p15:guide id="4" pos="3810">
          <p15:clr>
            <a:srgbClr val="FBAE40"/>
          </p15:clr>
        </p15:guide>
        <p15:guide id="5" pos="3873">
          <p15:clr>
            <a:srgbClr val="FBAE40"/>
          </p15:clr>
        </p15:guide>
        <p15:guide id="6" pos="3236">
          <p15:clr>
            <a:srgbClr val="5ACBF0"/>
          </p15:clr>
        </p15:guide>
        <p15:guide id="7" pos="3331">
          <p15:clr>
            <a:srgbClr val="F26B43"/>
          </p15:clr>
        </p15:guide>
        <p15:guide id="8" pos="3141">
          <p15:clr>
            <a:srgbClr val="F26B43"/>
          </p15:clr>
        </p15:guide>
        <p15:guide id="9" pos="3204">
          <p15:clr>
            <a:srgbClr val="FBAE40"/>
          </p15:clr>
        </p15:guide>
        <p15:guide id="10" pos="3267">
          <p15:clr>
            <a:srgbClr val="FBAE40"/>
          </p15:clr>
        </p15:guide>
        <p15:guide id="11" pos="2643">
          <p15:clr>
            <a:srgbClr val="5ACBF0"/>
          </p15:clr>
        </p15:guide>
        <p15:guide id="12" pos="2738">
          <p15:clr>
            <a:srgbClr val="F26B43"/>
          </p15:clr>
        </p15:guide>
        <p15:guide id="13" pos="2548">
          <p15:clr>
            <a:srgbClr val="F26B43"/>
          </p15:clr>
        </p15:guide>
        <p15:guide id="14" pos="2611">
          <p15:clr>
            <a:srgbClr val="FBAE40"/>
          </p15:clr>
        </p15:guide>
        <p15:guide id="15" pos="2674">
          <p15:clr>
            <a:srgbClr val="FBAE40"/>
          </p15:clr>
        </p15:guide>
        <p15:guide id="16" pos="2050">
          <p15:clr>
            <a:srgbClr val="5ACBF0"/>
          </p15:clr>
        </p15:guide>
        <p15:guide id="17" pos="2145">
          <p15:clr>
            <a:srgbClr val="F26B43"/>
          </p15:clr>
        </p15:guide>
        <p15:guide id="18" pos="1955">
          <p15:clr>
            <a:srgbClr val="F26B43"/>
          </p15:clr>
        </p15:guide>
        <p15:guide id="19" pos="2018">
          <p15:clr>
            <a:srgbClr val="FBAE40"/>
          </p15:clr>
        </p15:guide>
        <p15:guide id="20" pos="2081">
          <p15:clr>
            <a:srgbClr val="FBAE40"/>
          </p15:clr>
        </p15:guide>
        <p15:guide id="21" pos="1436">
          <p15:clr>
            <a:srgbClr val="5ACBF0"/>
          </p15:clr>
        </p15:guide>
        <p15:guide id="22" pos="1531">
          <p15:clr>
            <a:srgbClr val="F26B43"/>
          </p15:clr>
        </p15:guide>
        <p15:guide id="23" pos="1341">
          <p15:clr>
            <a:srgbClr val="F26B43"/>
          </p15:clr>
        </p15:guide>
        <p15:guide id="24" pos="1404">
          <p15:clr>
            <a:srgbClr val="FBAE40"/>
          </p15:clr>
        </p15:guide>
        <p15:guide id="25" pos="1467">
          <p15:clr>
            <a:srgbClr val="FBAE40"/>
          </p15:clr>
        </p15:guide>
        <p15:guide id="26" pos="860">
          <p15:clr>
            <a:srgbClr val="5ACBF0"/>
          </p15:clr>
        </p15:guide>
        <p15:guide id="27" pos="955">
          <p15:clr>
            <a:srgbClr val="F26B43"/>
          </p15:clr>
        </p15:guide>
        <p15:guide id="28" pos="765">
          <p15:clr>
            <a:srgbClr val="F26B43"/>
          </p15:clr>
        </p15:guide>
        <p15:guide id="29" pos="828">
          <p15:clr>
            <a:srgbClr val="FBAE40"/>
          </p15:clr>
        </p15:guide>
        <p15:guide id="30" pos="891">
          <p15:clr>
            <a:srgbClr val="FBAE40"/>
          </p15:clr>
        </p15:guide>
        <p15:guide id="31" pos="4433">
          <p15:clr>
            <a:srgbClr val="5ACBF0"/>
          </p15:clr>
        </p15:guide>
        <p15:guide id="32" pos="4528">
          <p15:clr>
            <a:srgbClr val="F26B43"/>
          </p15:clr>
        </p15:guide>
        <p15:guide id="33" pos="4338">
          <p15:clr>
            <a:srgbClr val="F26B43"/>
          </p15:clr>
        </p15:guide>
        <p15:guide id="34" pos="4401">
          <p15:clr>
            <a:srgbClr val="FBAE40"/>
          </p15:clr>
        </p15:guide>
        <p15:guide id="35" pos="4465">
          <p15:clr>
            <a:srgbClr val="FBAE40"/>
          </p15:clr>
        </p15:guide>
        <p15:guide id="36" pos="5026">
          <p15:clr>
            <a:srgbClr val="5ACBF0"/>
          </p15:clr>
        </p15:guide>
        <p15:guide id="37" pos="5121">
          <p15:clr>
            <a:srgbClr val="F26B43"/>
          </p15:clr>
        </p15:guide>
        <p15:guide id="38" pos="4931">
          <p15:clr>
            <a:srgbClr val="F26B43"/>
          </p15:clr>
        </p15:guide>
        <p15:guide id="39" pos="4994">
          <p15:clr>
            <a:srgbClr val="FBAE40"/>
          </p15:clr>
        </p15:guide>
        <p15:guide id="40" pos="5057">
          <p15:clr>
            <a:srgbClr val="FBAE40"/>
          </p15:clr>
        </p15:guide>
        <p15:guide id="41" pos="5631">
          <p15:clr>
            <a:srgbClr val="5ACBF0"/>
          </p15:clr>
        </p15:guide>
        <p15:guide id="42" pos="5726">
          <p15:clr>
            <a:srgbClr val="F26B43"/>
          </p15:clr>
        </p15:guide>
        <p15:guide id="43" pos="5536">
          <p15:clr>
            <a:srgbClr val="F26B43"/>
          </p15:clr>
        </p15:guide>
        <p15:guide id="44" pos="5600">
          <p15:clr>
            <a:srgbClr val="FBAE40"/>
          </p15:clr>
        </p15:guide>
        <p15:guide id="45" pos="5663">
          <p15:clr>
            <a:srgbClr val="FBAE40"/>
          </p15:clr>
        </p15:guide>
        <p15:guide id="46" pos="6220">
          <p15:clr>
            <a:srgbClr val="5ACBF0"/>
          </p15:clr>
        </p15:guide>
        <p15:guide id="47" pos="6315">
          <p15:clr>
            <a:srgbClr val="F26B43"/>
          </p15:clr>
        </p15:guide>
        <p15:guide id="48" pos="6125">
          <p15:clr>
            <a:srgbClr val="F26B43"/>
          </p15:clr>
        </p15:guide>
        <p15:guide id="49" pos="6188">
          <p15:clr>
            <a:srgbClr val="FBAE40"/>
          </p15:clr>
        </p15:guide>
        <p15:guide id="50" pos="6252">
          <p15:clr>
            <a:srgbClr val="FBAE40"/>
          </p15:clr>
        </p15:guide>
        <p15:guide id="51" pos="6817">
          <p15:clr>
            <a:srgbClr val="5ACBF0"/>
          </p15:clr>
        </p15:guide>
        <p15:guide id="52" pos="6912">
          <p15:clr>
            <a:srgbClr val="F26B43"/>
          </p15:clr>
        </p15:guide>
        <p15:guide id="53" pos="6722">
          <p15:clr>
            <a:srgbClr val="F26B43"/>
          </p15:clr>
        </p15:guide>
        <p15:guide id="54" pos="6786">
          <p15:clr>
            <a:srgbClr val="FBAE40"/>
          </p15:clr>
        </p15:guide>
        <p15:guide id="55" pos="6849">
          <p15:clr>
            <a:srgbClr val="FBAE40"/>
          </p15:clr>
        </p15:guide>
        <p15:guide id="56" orient="horz" pos="1019">
          <p15:clr>
            <a:srgbClr val="5ACBF0"/>
          </p15:clr>
        </p15:guide>
        <p15:guide id="57" orient="horz" pos="924">
          <p15:clr>
            <a:srgbClr val="F26B43"/>
          </p15:clr>
        </p15:guide>
        <p15:guide id="58" orient="horz" pos="1114">
          <p15:clr>
            <a:srgbClr val="F26B43"/>
          </p15:clr>
        </p15:guide>
        <p15:guide id="59" orient="horz" pos="1051">
          <p15:clr>
            <a:srgbClr val="FBAE40"/>
          </p15:clr>
        </p15:guide>
        <p15:guide id="60" orient="horz" pos="987">
          <p15:clr>
            <a:srgbClr val="FBAE40"/>
          </p15:clr>
        </p15:guide>
        <p15:guide id="61" orient="horz" pos="1779">
          <p15:clr>
            <a:srgbClr val="5ACBF0"/>
          </p15:clr>
        </p15:guide>
        <p15:guide id="62" orient="horz" pos="1684">
          <p15:clr>
            <a:srgbClr val="F26B43"/>
          </p15:clr>
        </p15:guide>
        <p15:guide id="63" orient="horz" pos="1874">
          <p15:clr>
            <a:srgbClr val="F26B43"/>
          </p15:clr>
        </p15:guide>
        <p15:guide id="64" orient="horz" pos="1811">
          <p15:clr>
            <a:srgbClr val="FBAE40"/>
          </p15:clr>
        </p15:guide>
        <p15:guide id="65" orient="horz" pos="1748">
          <p15:clr>
            <a:srgbClr val="FBAE40"/>
          </p15:clr>
        </p15:guide>
        <p15:guide id="66" orient="horz" pos="2540">
          <p15:clr>
            <a:srgbClr val="5ACBF0"/>
          </p15:clr>
        </p15:guide>
        <p15:guide id="67" orient="horz" pos="2445">
          <p15:clr>
            <a:srgbClr val="F26B43"/>
          </p15:clr>
        </p15:guide>
        <p15:guide id="68" orient="horz" pos="2640">
          <p15:clr>
            <a:srgbClr val="F26B43"/>
          </p15:clr>
        </p15:guide>
        <p15:guide id="69" orient="horz" pos="2572">
          <p15:clr>
            <a:srgbClr val="FBAE40"/>
          </p15:clr>
        </p15:guide>
        <p15:guide id="70" orient="horz" pos="2508">
          <p15:clr>
            <a:srgbClr val="FBAE40"/>
          </p15:clr>
        </p15:guide>
        <p15:guide id="71" orient="horz" pos="3301">
          <p15:clr>
            <a:srgbClr val="5ACBF0"/>
          </p15:clr>
        </p15:guide>
        <p15:guide id="72" orient="horz" pos="3206">
          <p15:clr>
            <a:srgbClr val="F26B43"/>
          </p15:clr>
        </p15:guide>
        <p15:guide id="73" orient="horz" pos="3396">
          <p15:clr>
            <a:srgbClr val="F26B43"/>
          </p15:clr>
        </p15:guide>
        <p15:guide id="74" orient="horz" pos="3332">
          <p15:clr>
            <a:srgbClr val="FBAE40"/>
          </p15:clr>
        </p15:guide>
        <p15:guide id="75" orient="horz" pos="3269">
          <p15:clr>
            <a:srgbClr val="FBAE40"/>
          </p15:clr>
        </p15:guide>
        <p15:guide id="76" orient="horz" pos="3966">
          <p15:clr>
            <a:srgbClr val="F26B43"/>
          </p15:clr>
        </p15:guide>
        <p15:guide id="77" orient="horz" pos="4156">
          <p15:clr>
            <a:srgbClr val="F26B43"/>
          </p15:clr>
        </p15:guide>
        <p15:guide id="78" orient="horz" pos="290">
          <p15:clr>
            <a:srgbClr val="F26B43"/>
          </p15:clr>
        </p15:guide>
        <p15:guide id="79" pos="261">
          <p15:clr>
            <a:srgbClr val="5ACBF0"/>
          </p15:clr>
        </p15:guide>
        <p15:guide id="80" pos="356">
          <p15:clr>
            <a:srgbClr val="F26B43"/>
          </p15:clr>
        </p15:guide>
        <p15:guide id="81" pos="292">
          <p15:clr>
            <a:srgbClr val="FBAE40"/>
          </p15:clr>
        </p15:guide>
        <p15:guide id="82" pos="7422">
          <p15:clr>
            <a:srgbClr val="5ACBF0"/>
          </p15:clr>
        </p15:guide>
        <p15:guide id="83" pos="7327">
          <p15:clr>
            <a:srgbClr val="F26B43"/>
          </p15:clr>
        </p15:guide>
        <p15:guide id="84" pos="7390">
          <p15:clr>
            <a:srgbClr val="FBAE40"/>
          </p15:clr>
        </p15:guide>
        <p15:guide id="85" orient="horz" pos="258">
          <p15:clr>
            <a:srgbClr val="5ACBF0"/>
          </p15:clr>
        </p15:guide>
        <p15:guide id="86" orient="horz" pos="228">
          <p15:clr>
            <a:srgbClr val="F26B43"/>
          </p15:clr>
        </p15:guide>
        <p15:guide id="87" orient="horz" pos="4028">
          <p15:clr>
            <a:srgbClr val="F26B43"/>
          </p15:clr>
        </p15:guide>
        <p15:guide id="88" orient="horz" pos="4092">
          <p15:clr>
            <a:srgbClr val="F26B43"/>
          </p15:clr>
        </p15:guide>
        <p15:guide id="89" orient="horz" pos="4062">
          <p15:clr>
            <a:srgbClr val="5ACBF0"/>
          </p15:clr>
        </p15:guide>
        <p15:guide id="90" orient="horz" pos="352">
          <p15:clr>
            <a:srgbClr val="F26B43"/>
          </p15:clr>
        </p15:guide>
        <p15:guide id="91" orient="horz" pos="1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33.xml"/><Relationship Id="rId2" Type="http://schemas.openxmlformats.org/officeDocument/2006/relationships/tags" Target="../tags/tag232.xml"/><Relationship Id="rId1" Type="http://schemas.openxmlformats.org/officeDocument/2006/relationships/vmlDrawing" Target="../drawings/vmlDrawing223.vml"/><Relationship Id="rId6" Type="http://schemas.openxmlformats.org/officeDocument/2006/relationships/image" Target="../media/image35.png"/><Relationship Id="rId5" Type="http://schemas.openxmlformats.org/officeDocument/2006/relationships/image" Target="../media/image34.emf"/><Relationship Id="rId4" Type="http://schemas.openxmlformats.org/officeDocument/2006/relationships/oleObject" Target="../embeddings/oleObject231.bin"/></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9.xml"/></Relationships>
</file>

<file path=ppt/slides/_rels/slide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5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1.xml"/></Relationships>
</file>

<file path=ppt/slides/_rels/slide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xml"/><Relationship Id="rId1" Type="http://schemas.openxmlformats.org/officeDocument/2006/relationships/slideLayout" Target="../slideLayouts/slideLayout151.xml"/><Relationship Id="rId4" Type="http://schemas.openxmlformats.org/officeDocument/2006/relationships/image" Target="../media/image38.jpeg"/></Relationships>
</file>

<file path=ppt/slides/_rels/slide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4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8.xml"/></Relationships>
</file>

<file path=ppt/slides/_rels/slide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68.xml"/></Relationships>
</file>

<file path=ppt/slides/_rels/slide1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4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1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49.xml"/></Relationships>
</file>

<file path=ppt/slides/_rels/slide1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4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1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49.xml"/></Relationships>
</file>

<file path=ppt/slides/_rels/slide1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49.xml"/></Relationships>
</file>

<file path=ppt/slides/_rels/slide1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49.xml"/></Relationships>
</file>

<file path=ppt/slides/_rels/slide1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49.xml"/></Relationships>
</file>

<file path=ppt/slides/_rels/slide1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49.xml"/></Relationships>
</file>

<file path=ppt/slides/_rels/slide2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49.xml"/></Relationships>
</file>

<file path=ppt/slides/_rels/slide2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49.xml"/></Relationships>
</file>

<file path=ppt/slides/_rels/slide2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49.xml"/></Relationships>
</file>

<file path=ppt/slides/_rels/slide2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149.xml"/></Relationships>
</file>

<file path=ppt/slides/_rels/slide2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49.xml"/></Relationships>
</file>

<file path=ppt/slides/_rels/slide2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149.xml"/><Relationship Id="rId5" Type="http://schemas.openxmlformats.org/officeDocument/2006/relationships/image" Target="../media/image64.png"/><Relationship Id="rId4" Type="http://schemas.openxmlformats.org/officeDocument/2006/relationships/image" Target="../media/image63.png"/></Relationships>
</file>

<file path=ppt/slides/_rels/slide2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49.xml"/></Relationships>
</file>

<file path=ppt/slides/_rels/slide2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149.xml"/></Relationships>
</file>

<file path=ppt/slides/_rels/slide2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149.xml"/></Relationships>
</file>

<file path=ppt/slides/_rels/slide2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149.xml"/></Relationships>
</file>

<file path=ppt/slides/_rels/slide3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149.xml"/></Relationships>
</file>

<file path=ppt/slides/_rels/slide31.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149.xml"/></Relationships>
</file>

<file path=ppt/slides/_rels/slide3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149.xml"/></Relationships>
</file>

<file path=ppt/slides/_rels/slide3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149.xml"/></Relationships>
</file>

<file path=ppt/slides/_rels/slide3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149.xml"/></Relationships>
</file>

<file path=ppt/slides/_rels/slide35.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149.xml"/></Relationships>
</file>

<file path=ppt/slides/_rels/slide36.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149.xml"/></Relationships>
</file>

<file path=ppt/slides/_rels/slide37.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149.xml"/></Relationships>
</file>

<file path=ppt/slides/_rels/slide38.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149.xml"/></Relationships>
</file>

<file path=ppt/slides/_rels/slide39.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14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41.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149.xml"/></Relationships>
</file>

<file path=ppt/slides/_rels/slide42.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149.xml"/></Relationships>
</file>

<file path=ppt/slides/_rels/slide43.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149.xml"/></Relationships>
</file>

<file path=ppt/slides/_rels/slide44.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7.png"/><Relationship Id="rId1" Type="http://schemas.openxmlformats.org/officeDocument/2006/relationships/slideLayout" Target="../slideLayouts/slideLayout149.xml"/></Relationships>
</file>

<file path=ppt/slides/_rels/slide45.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149.xml"/></Relationships>
</file>

<file path=ppt/slides/_rels/slide46.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149.xml"/></Relationships>
</file>

<file path=ppt/slides/_rels/slide47.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149.xml"/></Relationships>
</file>

<file path=ppt/slides/_rels/slide48.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149.xml"/></Relationships>
</file>

<file path=ppt/slides/_rels/slide49.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149.xml"/></Relationships>
</file>

<file path=ppt/slides/_rels/slide50.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149.xml"/><Relationship Id="rId4" Type="http://schemas.openxmlformats.org/officeDocument/2006/relationships/image" Target="../media/image10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2C62F63-F613-65E8-461B-E30F9BECE5C8}"/>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xmlns="" id="{B35D352A-A569-4B0A-685A-75E03F950259}"/>
              </a:ext>
            </a:extLst>
          </p:cNvPr>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9821" name="think-cell Slide" r:id="rId4" imgW="7772400" imgH="10058400" progId="TCLayout.ActiveDocument.1">
                  <p:embed/>
                </p:oleObj>
              </mc:Choice>
              <mc:Fallback>
                <p:oleObj name="think-cell Slide" r:id="rId4" imgW="7772400" imgH="10058400" progId="TCLayout.ActiveDocument.1">
                  <p:embed/>
                  <p:pic>
                    <p:nvPicPr>
                      <p:cNvPr id="4" name="think-cell data - do not delete" hidden="1">
                        <a:extLst>
                          <a:ext uri="{FF2B5EF4-FFF2-40B4-BE49-F238E27FC236}">
                            <a16:creationId xmlns:a16="http://schemas.microsoft.com/office/drawing/2014/main" xmlns="" id="{B35D352A-A569-4B0A-685A-75E03F950259}"/>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 name="Picture Placeholder 2">
            <a:extLst>
              <a:ext uri="{FF2B5EF4-FFF2-40B4-BE49-F238E27FC236}">
                <a16:creationId xmlns:a16="http://schemas.microsoft.com/office/drawing/2014/main" xmlns="" id="{7B23BA59-04E1-BCC3-F4FA-8A0B8E47883E}"/>
              </a:ext>
            </a:extLst>
          </p:cNvPr>
          <p:cNvPicPr>
            <a:picLocks noGrp="1" noChangeAspect="1"/>
          </p:cNvPicPr>
          <p:nvPr>
            <p:ph type="pic" sz="quarter" idx="10"/>
          </p:nvPr>
        </p:nvPicPr>
        <p:blipFill>
          <a:blip r:embed="rId6" cstate="print">
            <a:extLst>
              <a:ext uri="{28A0092B-C50C-407E-A947-70E740481C1C}">
                <a14:useLocalDpi xmlns:a14="http://schemas.microsoft.com/office/drawing/2010/main"/>
              </a:ext>
            </a:extLst>
          </a:blip>
          <a:srcRect/>
          <a:stretch/>
        </p:blipFill>
        <p:spPr>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rgbClr val="FFFFFF">
              <a:lumMod val="95000"/>
            </a:srgbClr>
          </a:solidFill>
        </p:spPr>
      </p:pic>
      <p:sp>
        <p:nvSpPr>
          <p:cNvPr id="7" name="Title 6">
            <a:extLst>
              <a:ext uri="{FF2B5EF4-FFF2-40B4-BE49-F238E27FC236}">
                <a16:creationId xmlns:a16="http://schemas.microsoft.com/office/drawing/2014/main" xmlns="" id="{8BCCF240-086B-DEFA-BC9A-4868CDC7DEA8}"/>
              </a:ext>
            </a:extLst>
          </p:cNvPr>
          <p:cNvSpPr>
            <a:spLocks noGrp="1"/>
          </p:cNvSpPr>
          <p:nvPr>
            <p:ph type="ctrTitle"/>
          </p:nvPr>
        </p:nvSpPr>
        <p:spPr/>
        <p:txBody>
          <a:bodyPr vert="horz"/>
          <a:lstStyle/>
          <a:p>
            <a:r>
              <a:rPr lang="en-US" dirty="0"/>
              <a:t>TypeScript</a:t>
            </a:r>
          </a:p>
        </p:txBody>
      </p:sp>
      <p:sp>
        <p:nvSpPr>
          <p:cNvPr id="11" name="Subtitle 10">
            <a:extLst>
              <a:ext uri="{FF2B5EF4-FFF2-40B4-BE49-F238E27FC236}">
                <a16:creationId xmlns:a16="http://schemas.microsoft.com/office/drawing/2014/main" xmlns="" id="{04DAD340-52B1-7144-3B72-D95266398734}"/>
              </a:ext>
            </a:extLst>
          </p:cNvPr>
          <p:cNvSpPr>
            <a:spLocks noGrp="1"/>
          </p:cNvSpPr>
          <p:nvPr>
            <p:ph type="subTitle" idx="1"/>
          </p:nvPr>
        </p:nvSpPr>
        <p:spPr/>
        <p:txBody>
          <a:bodyPr/>
          <a:lstStyle/>
          <a:p>
            <a:r>
              <a:rPr lang="en-US"/>
              <a:t>Date</a:t>
            </a:r>
          </a:p>
          <a:p>
            <a:endParaRPr lang="en-US"/>
          </a:p>
          <a:p>
            <a:r>
              <a:rPr lang="en-US"/>
              <a:t>Name</a:t>
            </a:r>
          </a:p>
          <a:p>
            <a:r>
              <a:rPr lang="en-US"/>
              <a:t>Title</a:t>
            </a:r>
          </a:p>
        </p:txBody>
      </p:sp>
    </p:spTree>
    <p:extLst>
      <p:ext uri="{BB962C8B-B14F-4D97-AF65-F5344CB8AC3E}">
        <p14:creationId xmlns:p14="http://schemas.microsoft.com/office/powerpoint/2010/main" val="3501779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xmlns="" id="{EB788767-A345-420E-B23F-0148322AED47}"/>
              </a:ext>
            </a:extLst>
          </p:cNvPr>
          <p:cNvSpPr>
            <a:spLocks noGrp="1"/>
          </p:cNvSpPr>
          <p:nvPr>
            <p:ph type="body" sz="quarter" idx="11"/>
          </p:nvPr>
        </p:nvSpPr>
        <p:spPr/>
        <p:txBody>
          <a:bodyPr/>
          <a:lstStyle/>
          <a:p>
            <a:r>
              <a:rPr lang="en-US" dirty="0"/>
              <a:t>Objectives</a:t>
            </a:r>
          </a:p>
        </p:txBody>
      </p:sp>
      <p:sp>
        <p:nvSpPr>
          <p:cNvPr id="6" name="Text Placeholder 5">
            <a:extLst>
              <a:ext uri="{FF2B5EF4-FFF2-40B4-BE49-F238E27FC236}">
                <a16:creationId xmlns:a16="http://schemas.microsoft.com/office/drawing/2014/main" xmlns="" id="{BC051C61-54ED-49AD-8076-FE82FEB72629}"/>
              </a:ext>
            </a:extLst>
          </p:cNvPr>
          <p:cNvSpPr>
            <a:spLocks noGrp="1"/>
          </p:cNvSpPr>
          <p:nvPr>
            <p:ph type="body" sz="quarter" idx="13"/>
          </p:nvPr>
        </p:nvSpPr>
        <p:spPr>
          <a:xfrm>
            <a:off x="334938" y="1173677"/>
            <a:ext cx="11450409" cy="4226798"/>
          </a:xfrm>
        </p:spPr>
        <p:txBody>
          <a:bodyPr/>
          <a:lstStyle/>
          <a:p>
            <a:r>
              <a:rPr lang="en-US" dirty="0"/>
              <a:t>Understand TypeScript fundamentals and type system.</a:t>
            </a:r>
          </a:p>
          <a:p>
            <a:r>
              <a:rPr lang="en-IN" dirty="0"/>
              <a:t>Understand TypeScript </a:t>
            </a:r>
            <a:r>
              <a:rPr lang="en-IN" b="1" dirty="0"/>
              <a:t>data types</a:t>
            </a:r>
            <a:endParaRPr lang="en-IN" dirty="0"/>
          </a:p>
          <a:p>
            <a:r>
              <a:rPr lang="en-IN" dirty="0"/>
              <a:t>Work with arrays and functions</a:t>
            </a:r>
          </a:p>
          <a:p>
            <a:r>
              <a:rPr lang="en-IN" dirty="0"/>
              <a:t> Use spread &amp; rest operators</a:t>
            </a:r>
          </a:p>
          <a:p>
            <a:r>
              <a:rPr lang="en-IN" dirty="0"/>
              <a:t> Learn proper usage of var, let, and </a:t>
            </a:r>
            <a:r>
              <a:rPr lang="en-IN" dirty="0" err="1"/>
              <a:t>const</a:t>
            </a:r>
            <a:endParaRPr lang="en-US" dirty="0"/>
          </a:p>
          <a:p>
            <a:r>
              <a:rPr lang="en-US" dirty="0"/>
              <a:t>Write type-safe functions and classes</a:t>
            </a:r>
          </a:p>
          <a:p>
            <a:r>
              <a:rPr lang="en-US" dirty="0"/>
              <a:t>Use types, interfaces, and </a:t>
            </a:r>
            <a:r>
              <a:rPr lang="en-US" dirty="0" err="1"/>
              <a:t>enums</a:t>
            </a:r>
            <a:r>
              <a:rPr lang="en-US" dirty="0"/>
              <a:t> effectively</a:t>
            </a:r>
          </a:p>
          <a:p>
            <a:pPr marL="0" indent="0">
              <a:buNone/>
            </a:pPr>
            <a:endParaRPr lang="en-US" dirty="0"/>
          </a:p>
          <a:p>
            <a:endParaRPr lang="en-US" dirty="0"/>
          </a:p>
        </p:txBody>
      </p:sp>
      <p:sp>
        <p:nvSpPr>
          <p:cNvPr id="4" name="Slide Number Placeholder 3"/>
          <p:cNvSpPr>
            <a:spLocks noGrp="1"/>
          </p:cNvSpPr>
          <p:nvPr>
            <p:ph type="sldNum" sz="quarter" idx="4294967295"/>
          </p:nvPr>
        </p:nvSpPr>
        <p:spPr>
          <a:xfrm>
            <a:off x="9347200" y="6492875"/>
            <a:ext cx="2844800" cy="365125"/>
          </a:xfrm>
          <a:prstGeom prst="rect">
            <a:avLst/>
          </a:prstGeom>
        </p:spPr>
        <p:txBody>
          <a:bodyPr/>
          <a:lstStyle/>
          <a:p>
            <a:fld id="{4CE32F19-BBF9-49B0-817B-4B6B9B542E56}" type="slidenum">
              <a:rPr lang="en-US" smtClean="0">
                <a:solidFill>
                  <a:prstClr val="white"/>
                </a:solidFill>
              </a:rPr>
              <a:pPr/>
              <a:t>2</a:t>
            </a:fld>
            <a:endParaRPr lang="en-US" dirty="0">
              <a:solidFill>
                <a:prstClr val="white"/>
              </a:solidFill>
            </a:endParaRPr>
          </a:p>
        </p:txBody>
      </p:sp>
    </p:spTree>
    <p:extLst>
      <p:ext uri="{BB962C8B-B14F-4D97-AF65-F5344CB8AC3E}">
        <p14:creationId xmlns:p14="http://schemas.microsoft.com/office/powerpoint/2010/main" val="164053218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Группа 8"/>
          <p:cNvGrpSpPr/>
          <p:nvPr/>
        </p:nvGrpSpPr>
        <p:grpSpPr>
          <a:xfrm>
            <a:off x="544022" y="960806"/>
            <a:ext cx="4759498" cy="3333099"/>
            <a:chOff x="544022" y="1501647"/>
            <a:chExt cx="4759498" cy="3333099"/>
          </a:xfrm>
        </p:grpSpPr>
        <p:sp>
          <p:nvSpPr>
            <p:cNvPr id="4" name="Прямоугольник 3">
              <a:extLst>
                <a:ext uri="{FF2B5EF4-FFF2-40B4-BE49-F238E27FC236}">
                  <a16:creationId xmlns="" xmlns:a16="http://schemas.microsoft.com/office/drawing/2014/main" id="{5EE88138-48BD-46AA-94F3-3B05DD703F63}"/>
                </a:ext>
              </a:extLst>
            </p:cNvPr>
            <p:cNvSpPr/>
            <p:nvPr/>
          </p:nvSpPr>
          <p:spPr>
            <a:xfrm>
              <a:off x="544022" y="1501647"/>
              <a:ext cx="4759498" cy="317009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tx1"/>
                  </a:solidFill>
                  <a:effectLst/>
                  <a:uLnTx/>
                  <a:uFillTx/>
                  <a:latin typeface="Montserrat SemiBold" pitchFamily="2" charset="-52"/>
                  <a:ea typeface="Montserrat" charset="0"/>
                  <a:cs typeface="Montserrat" charset="0"/>
                </a:rPr>
                <a:t>ARTIFICIAL INTELLIGENCE Vs. MACHINE LEARNING Vs. DEEP LEARNING</a:t>
              </a:r>
            </a:p>
          </p:txBody>
        </p:sp>
        <p:cxnSp>
          <p:nvCxnSpPr>
            <p:cNvPr id="5" name="Прямая соединительная линия 4"/>
            <p:cNvCxnSpPr/>
            <p:nvPr/>
          </p:nvCxnSpPr>
          <p:spPr>
            <a:xfrm>
              <a:off x="620222" y="4834746"/>
              <a:ext cx="4505498" cy="0"/>
            </a:xfrm>
            <a:prstGeom prst="line">
              <a:avLst/>
            </a:prstGeom>
            <a:ln w="19050">
              <a:solidFill>
                <a:srgbClr val="F39622"/>
              </a:solidFill>
            </a:ln>
          </p:spPr>
          <p:style>
            <a:lnRef idx="1">
              <a:schemeClr val="accent1"/>
            </a:lnRef>
            <a:fillRef idx="0">
              <a:schemeClr val="accent1"/>
            </a:fillRef>
            <a:effectRef idx="0">
              <a:schemeClr val="accent1"/>
            </a:effectRef>
            <a:fontRef idx="minor">
              <a:schemeClr val="tx1"/>
            </a:fontRef>
          </p:style>
        </p:cxnSp>
      </p:grpSp>
      <p:sp>
        <p:nvSpPr>
          <p:cNvPr id="7" name="Rectangle: Rounded Corners 6">
            <a:extLst>
              <a:ext uri="{FF2B5EF4-FFF2-40B4-BE49-F238E27FC236}">
                <a16:creationId xmlns="" xmlns:a16="http://schemas.microsoft.com/office/drawing/2014/main" id="{0E5460ED-1B0D-4682-853E-EC6297E8C3D0}"/>
              </a:ext>
            </a:extLst>
          </p:cNvPr>
          <p:cNvSpPr/>
          <p:nvPr/>
        </p:nvSpPr>
        <p:spPr>
          <a:xfrm>
            <a:off x="620222" y="4657807"/>
            <a:ext cx="4066078" cy="228600"/>
          </a:xfrm>
          <a:prstGeom prst="round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Rounded Corners 9">
            <a:extLst>
              <a:ext uri="{FF2B5EF4-FFF2-40B4-BE49-F238E27FC236}">
                <a16:creationId xmlns="" xmlns:a16="http://schemas.microsoft.com/office/drawing/2014/main" id="{A824B192-C5C9-4707-B2B0-059991822E69}"/>
              </a:ext>
            </a:extLst>
          </p:cNvPr>
          <p:cNvSpPr/>
          <p:nvPr/>
        </p:nvSpPr>
        <p:spPr>
          <a:xfrm>
            <a:off x="620222" y="4654811"/>
            <a:ext cx="1222548" cy="228600"/>
          </a:xfrm>
          <a:prstGeom prst="roundRect">
            <a:avLst/>
          </a:prstGeom>
          <a:solidFill>
            <a:srgbClr val="FF9F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9900"/>
              </a:solidFill>
              <a:effectLst/>
              <a:uLnTx/>
              <a:uFillTx/>
              <a:latin typeface="Calibri"/>
              <a:ea typeface="+mn-ea"/>
              <a:cs typeface="+mn-cs"/>
            </a:endParaRPr>
          </a:p>
        </p:txBody>
      </p:sp>
      <p:sp>
        <p:nvSpPr>
          <p:cNvPr id="11" name="TextBox 10">
            <a:extLst>
              <a:ext uri="{FF2B5EF4-FFF2-40B4-BE49-F238E27FC236}">
                <a16:creationId xmlns="" xmlns:a16="http://schemas.microsoft.com/office/drawing/2014/main" id="{723C56CB-7A7A-4F0E-8A4A-6A162998B2D6}"/>
              </a:ext>
            </a:extLst>
          </p:cNvPr>
          <p:cNvSpPr txBox="1"/>
          <p:nvPr/>
        </p:nvSpPr>
        <p:spPr>
          <a:xfrm>
            <a:off x="544022" y="4958400"/>
            <a:ext cx="64318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srgbClr val="FF9F1C"/>
                </a:solidFill>
                <a:effectLst/>
                <a:uLnTx/>
                <a:uFillTx/>
                <a:latin typeface="Calibri"/>
                <a:ea typeface="+mn-ea"/>
                <a:cs typeface="+mn-cs"/>
              </a:rPr>
              <a:t>EASY</a:t>
            </a:r>
            <a:endParaRPr kumimoji="0" lang="en-US" sz="1800" b="0" i="0" u="none" strike="noStrike" kern="1200" cap="none" spc="0" normalizeH="0" baseline="0" noProof="0" dirty="0">
              <a:ln>
                <a:noFill/>
              </a:ln>
              <a:solidFill>
                <a:srgbClr val="FF9F1C"/>
              </a:solidFill>
              <a:effectLst/>
              <a:uLnTx/>
              <a:uFillTx/>
              <a:latin typeface="Calibri"/>
              <a:ea typeface="+mn-ea"/>
              <a:cs typeface="+mn-cs"/>
            </a:endParaRPr>
          </a:p>
        </p:txBody>
      </p:sp>
      <p:sp>
        <p:nvSpPr>
          <p:cNvPr id="12" name="TextBox 11">
            <a:extLst>
              <a:ext uri="{FF2B5EF4-FFF2-40B4-BE49-F238E27FC236}">
                <a16:creationId xmlns="" xmlns:a16="http://schemas.microsoft.com/office/drawing/2014/main" id="{14F24877-C482-4F61-9BA7-69E9D02CC79C}"/>
              </a:ext>
            </a:extLst>
          </p:cNvPr>
          <p:cNvSpPr txBox="1"/>
          <p:nvPr/>
        </p:nvSpPr>
        <p:spPr>
          <a:xfrm>
            <a:off x="3534872" y="4958400"/>
            <a:ext cx="123873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srgbClr val="FF9F1C"/>
                </a:solidFill>
                <a:effectLst/>
                <a:uLnTx/>
                <a:uFillTx/>
                <a:latin typeface="Calibri"/>
                <a:ea typeface="+mn-ea"/>
                <a:cs typeface="+mn-cs"/>
              </a:rPr>
              <a:t>ADVANCED</a:t>
            </a:r>
            <a:endParaRPr kumimoji="0" lang="en-US" sz="1800" b="0" i="0" u="none" strike="noStrike" kern="1200" cap="none" spc="0" normalizeH="0" baseline="0" noProof="0" dirty="0">
              <a:ln>
                <a:noFill/>
              </a:ln>
              <a:solidFill>
                <a:srgbClr val="FF9F1C"/>
              </a:solidFill>
              <a:effectLst/>
              <a:uLnTx/>
              <a:uFillTx/>
              <a:latin typeface="Calibri"/>
              <a:ea typeface="+mn-ea"/>
              <a:cs typeface="+mn-cs"/>
            </a:endParaRPr>
          </a:p>
        </p:txBody>
      </p:sp>
      <p:sp>
        <p:nvSpPr>
          <p:cNvPr id="13" name="Isosceles Triangle 12">
            <a:extLst>
              <a:ext uri="{FF2B5EF4-FFF2-40B4-BE49-F238E27FC236}">
                <a16:creationId xmlns="" xmlns:a16="http://schemas.microsoft.com/office/drawing/2014/main" id="{176D5DA7-D9D1-4C8C-97F2-D4E9CF8E1F7C}"/>
              </a:ext>
            </a:extLst>
          </p:cNvPr>
          <p:cNvSpPr/>
          <p:nvPr/>
        </p:nvSpPr>
        <p:spPr>
          <a:xfrm>
            <a:off x="1690370" y="4958400"/>
            <a:ext cx="304800" cy="228600"/>
          </a:xfrm>
          <a:prstGeom prst="triangle">
            <a:avLst/>
          </a:prstGeom>
          <a:solidFill>
            <a:srgbClr val="FF9F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pic>
        <p:nvPicPr>
          <p:cNvPr id="15" name="Picture 14">
            <a:extLst>
              <a:ext uri="{FF2B5EF4-FFF2-40B4-BE49-F238E27FC236}">
                <a16:creationId xmlns="" xmlns:a16="http://schemas.microsoft.com/office/drawing/2014/main" id="{B0134924-7BC2-4DC7-8CF8-C38C80779717}"/>
              </a:ext>
            </a:extLst>
          </p:cNvPr>
          <p:cNvPicPr>
            <a:picLocks noChangeAspect="1"/>
          </p:cNvPicPr>
          <p:nvPr/>
        </p:nvPicPr>
        <p:blipFill>
          <a:blip r:embed="rId2"/>
          <a:stretch>
            <a:fillRect/>
          </a:stretch>
        </p:blipFill>
        <p:spPr>
          <a:xfrm>
            <a:off x="7797114" y="-1"/>
            <a:ext cx="4394886" cy="6857999"/>
          </a:xfrm>
          <a:prstGeom prst="rect">
            <a:avLst/>
          </a:prstGeom>
        </p:spPr>
      </p:pic>
    </p:spTree>
    <p:extLst>
      <p:ext uri="{BB962C8B-B14F-4D97-AF65-F5344CB8AC3E}">
        <p14:creationId xmlns:p14="http://schemas.microsoft.com/office/powerpoint/2010/main" val="294980843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616224" y="228600"/>
            <a:ext cx="10959552" cy="1325563"/>
          </a:xfrm>
          <a:prstGeom prst="rect">
            <a:avLst/>
          </a:prstGeom>
        </p:spPr>
        <p:txBody>
          <a:bodyPr wrap="square">
            <a:spAutoFit/>
          </a:bodyPr>
          <a:lstStyle>
            <a:defPPr marR="0" lvl="0" algn="l" rtl="0">
              <a:lnSpc>
                <a:spcPct val="100000"/>
              </a:lnSpc>
              <a:spcBef>
                <a:spcPts val="0"/>
              </a:spcBef>
              <a:spcAft>
                <a:spcPts val="0"/>
              </a:spcAft>
            </a:defPPr>
            <a:lvl1pPr>
              <a:defRPr sz="2800" b="1" kern="1200">
                <a:solidFill>
                  <a:srgbClr val="FF9F1C"/>
                </a:solidFill>
                <a:latin typeface="Montserrat" charset="0"/>
                <a:ea typeface="+mn-ea"/>
                <a:cs typeface="+mn-cs"/>
              </a:defRPr>
            </a:lvl1pPr>
          </a:lstStyle>
          <a:p>
            <a:r>
              <a:rPr lang="en-CA" dirty="0"/>
              <a:t>ARTIFICIAL INTELLIGENCE Vs. MACHINE LEARNING Vs. DEEP LEARNING Vs. DATA SCIENCE </a:t>
            </a:r>
          </a:p>
        </p:txBody>
      </p:sp>
      <p:sp>
        <p:nvSpPr>
          <p:cNvPr id="3" name="Oval 2">
            <a:extLst>
              <a:ext uri="{FF2B5EF4-FFF2-40B4-BE49-F238E27FC236}">
                <a16:creationId xmlns="" xmlns:a16="http://schemas.microsoft.com/office/drawing/2014/main" id="{3E88CBA0-6F10-4E31-A248-70C1DF41CC84}"/>
              </a:ext>
            </a:extLst>
          </p:cNvPr>
          <p:cNvSpPr/>
          <p:nvPr/>
        </p:nvSpPr>
        <p:spPr>
          <a:xfrm>
            <a:off x="2133600" y="1554163"/>
            <a:ext cx="4800600" cy="4800600"/>
          </a:xfrm>
          <a:prstGeom prst="ellipse">
            <a:avLst/>
          </a:prstGeom>
          <a:solidFill>
            <a:srgbClr val="C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 xmlns:a16="http://schemas.microsoft.com/office/drawing/2014/main" id="{FF4487B0-F5B5-4E76-8FB2-ED547410D33A}"/>
              </a:ext>
            </a:extLst>
          </p:cNvPr>
          <p:cNvSpPr txBox="1"/>
          <p:nvPr/>
        </p:nvSpPr>
        <p:spPr>
          <a:xfrm>
            <a:off x="3355707" y="1660526"/>
            <a:ext cx="2302755" cy="646331"/>
          </a:xfrm>
          <a:prstGeom prst="rect">
            <a:avLst/>
          </a:prstGeom>
          <a:noFill/>
        </p:spPr>
        <p:txBody>
          <a:bodyPr wrap="square" rtlCol="0">
            <a:spAutoFit/>
          </a:bodyPr>
          <a:lstStyle/>
          <a:p>
            <a:pPr algn="ctr"/>
            <a:r>
              <a:rPr lang="en-US" b="1" dirty="0">
                <a:solidFill>
                  <a:schemeClr val="bg1"/>
                </a:solidFill>
              </a:rPr>
              <a:t>ARTIFICIAL INTELLIGENCE (AI)</a:t>
            </a:r>
          </a:p>
        </p:txBody>
      </p:sp>
      <p:sp>
        <p:nvSpPr>
          <p:cNvPr id="8" name="Oval 7">
            <a:extLst>
              <a:ext uri="{FF2B5EF4-FFF2-40B4-BE49-F238E27FC236}">
                <a16:creationId xmlns="" xmlns:a16="http://schemas.microsoft.com/office/drawing/2014/main" id="{43C8BF52-B07A-4864-9241-3E5E0C17E935}"/>
              </a:ext>
            </a:extLst>
          </p:cNvPr>
          <p:cNvSpPr/>
          <p:nvPr/>
        </p:nvSpPr>
        <p:spPr>
          <a:xfrm>
            <a:off x="2796540" y="2780740"/>
            <a:ext cx="3474720" cy="3474720"/>
          </a:xfrm>
          <a:prstGeom prst="ellipse">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 xmlns:a16="http://schemas.microsoft.com/office/drawing/2014/main" id="{773D9C97-DFAC-4DED-94D6-9164EE9B8B9B}"/>
              </a:ext>
            </a:extLst>
          </p:cNvPr>
          <p:cNvSpPr txBox="1"/>
          <p:nvPr/>
        </p:nvSpPr>
        <p:spPr>
          <a:xfrm>
            <a:off x="3470006" y="3157414"/>
            <a:ext cx="2074155" cy="646331"/>
          </a:xfrm>
          <a:prstGeom prst="rect">
            <a:avLst/>
          </a:prstGeom>
          <a:noFill/>
        </p:spPr>
        <p:txBody>
          <a:bodyPr wrap="square" rtlCol="0">
            <a:spAutoFit/>
          </a:bodyPr>
          <a:lstStyle>
            <a:defPPr>
              <a:defRPr lang="en-US"/>
            </a:defPPr>
            <a:lvl1pPr algn="ctr">
              <a:defRPr b="1">
                <a:solidFill>
                  <a:schemeClr val="bg1"/>
                </a:solidFill>
              </a:defRPr>
            </a:lvl1pPr>
          </a:lstStyle>
          <a:p>
            <a:r>
              <a:rPr lang="en-US" dirty="0"/>
              <a:t>MACHINE LEARNING (ML)</a:t>
            </a:r>
          </a:p>
        </p:txBody>
      </p:sp>
      <p:sp>
        <p:nvSpPr>
          <p:cNvPr id="10" name="Oval 9">
            <a:extLst>
              <a:ext uri="{FF2B5EF4-FFF2-40B4-BE49-F238E27FC236}">
                <a16:creationId xmlns="" xmlns:a16="http://schemas.microsoft.com/office/drawing/2014/main" id="{E9557AC1-93EF-43DE-8519-B36DD9A39F0C}"/>
              </a:ext>
            </a:extLst>
          </p:cNvPr>
          <p:cNvSpPr/>
          <p:nvPr/>
        </p:nvSpPr>
        <p:spPr>
          <a:xfrm>
            <a:off x="3391512" y="3954463"/>
            <a:ext cx="2286000" cy="2286000"/>
          </a:xfrm>
          <a:prstGeom prst="ellipse">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 xmlns:a16="http://schemas.microsoft.com/office/drawing/2014/main" id="{B4FFF4FE-9AC4-4D22-9439-1B42AA1C1E76}"/>
              </a:ext>
            </a:extLst>
          </p:cNvPr>
          <p:cNvSpPr txBox="1"/>
          <p:nvPr/>
        </p:nvSpPr>
        <p:spPr>
          <a:xfrm>
            <a:off x="3724581" y="4053449"/>
            <a:ext cx="1618638" cy="646331"/>
          </a:xfrm>
          <a:prstGeom prst="rect">
            <a:avLst/>
          </a:prstGeom>
          <a:noFill/>
        </p:spPr>
        <p:txBody>
          <a:bodyPr wrap="square" rtlCol="0">
            <a:spAutoFit/>
          </a:bodyPr>
          <a:lstStyle>
            <a:defPPr>
              <a:defRPr lang="en-US"/>
            </a:defPPr>
            <a:lvl1pPr algn="ctr">
              <a:defRPr b="1">
                <a:solidFill>
                  <a:schemeClr val="bg1"/>
                </a:solidFill>
              </a:defRPr>
            </a:lvl1pPr>
          </a:lstStyle>
          <a:p>
            <a:r>
              <a:rPr lang="en-US" dirty="0"/>
              <a:t>DEEP LEARNING (DL)</a:t>
            </a:r>
          </a:p>
        </p:txBody>
      </p:sp>
      <p:sp>
        <p:nvSpPr>
          <p:cNvPr id="12" name="Oval 11">
            <a:extLst>
              <a:ext uri="{FF2B5EF4-FFF2-40B4-BE49-F238E27FC236}">
                <a16:creationId xmlns="" xmlns:a16="http://schemas.microsoft.com/office/drawing/2014/main" id="{1E321A0E-3D5A-4643-93B3-43CDA6237BC0}"/>
              </a:ext>
            </a:extLst>
          </p:cNvPr>
          <p:cNvSpPr/>
          <p:nvPr/>
        </p:nvSpPr>
        <p:spPr>
          <a:xfrm>
            <a:off x="5257800" y="3341948"/>
            <a:ext cx="2986734" cy="2990971"/>
          </a:xfrm>
          <a:prstGeom prst="ellipse">
            <a:avLst/>
          </a:prstGeom>
          <a:solidFill>
            <a:schemeClr val="bg1">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 xmlns:a16="http://schemas.microsoft.com/office/drawing/2014/main" id="{3F1919C9-1AC0-4106-A9C9-4F8891A36847}"/>
              </a:ext>
            </a:extLst>
          </p:cNvPr>
          <p:cNvSpPr txBox="1"/>
          <p:nvPr/>
        </p:nvSpPr>
        <p:spPr>
          <a:xfrm>
            <a:off x="6057525" y="3526057"/>
            <a:ext cx="1420601" cy="646331"/>
          </a:xfrm>
          <a:prstGeom prst="rect">
            <a:avLst/>
          </a:prstGeom>
          <a:noFill/>
        </p:spPr>
        <p:txBody>
          <a:bodyPr wrap="square" rtlCol="0">
            <a:spAutoFit/>
          </a:bodyPr>
          <a:lstStyle>
            <a:defPPr>
              <a:defRPr lang="en-US"/>
            </a:defPPr>
            <a:lvl1pPr algn="ctr">
              <a:defRPr b="1">
                <a:solidFill>
                  <a:schemeClr val="bg1"/>
                </a:solidFill>
              </a:defRPr>
            </a:lvl1pPr>
          </a:lstStyle>
          <a:p>
            <a:r>
              <a:rPr lang="en-US" dirty="0"/>
              <a:t>DATA SCIENCE (DS)</a:t>
            </a:r>
          </a:p>
        </p:txBody>
      </p:sp>
    </p:spTree>
    <p:extLst>
      <p:ext uri="{BB962C8B-B14F-4D97-AF65-F5344CB8AC3E}">
        <p14:creationId xmlns:p14="http://schemas.microsoft.com/office/powerpoint/2010/main" val="202664661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228600" y="130830"/>
            <a:ext cx="10959552" cy="523220"/>
          </a:xfrm>
          <a:prstGeom prst="rect">
            <a:avLst/>
          </a:prstGeom>
        </p:spPr>
        <p:txBody>
          <a:bodyPr wrap="square">
            <a:spAutoFit/>
          </a:bodyPr>
          <a:lstStyle>
            <a:defPPr marR="0" lvl="0" algn="l" rtl="0">
              <a:lnSpc>
                <a:spcPct val="100000"/>
              </a:lnSpc>
              <a:spcBef>
                <a:spcPts val="0"/>
              </a:spcBef>
              <a:spcAft>
                <a:spcPts val="0"/>
              </a:spcAft>
              <a:defRPr/>
            </a:defPPr>
            <a:lvl1pPr>
              <a:defRPr sz="2800" b="1" kern="1200">
                <a:solidFill>
                  <a:srgbClr val="FF9F1C"/>
                </a:solidFill>
                <a:latin typeface="Montserrat" charset="0"/>
                <a:ea typeface="+mn-ea"/>
                <a:cs typeface="+mn-cs"/>
              </a:defRPr>
            </a:lvl1pPr>
          </a:lstStyle>
          <a:p>
            <a:r>
              <a:rPr lang="en-CA" dirty="0"/>
              <a:t>ARTIFICIAL INTELLIGENCE (AI)</a:t>
            </a:r>
          </a:p>
        </p:txBody>
      </p:sp>
      <p:sp>
        <p:nvSpPr>
          <p:cNvPr id="14" name="TextBox 13">
            <a:extLst>
              <a:ext uri="{FF2B5EF4-FFF2-40B4-BE49-F238E27FC236}">
                <a16:creationId xmlns="" xmlns:a16="http://schemas.microsoft.com/office/drawing/2014/main" id="{57B19DA0-5135-494C-9FD6-22347A753636}"/>
              </a:ext>
            </a:extLst>
          </p:cNvPr>
          <p:cNvSpPr txBox="1"/>
          <p:nvPr/>
        </p:nvSpPr>
        <p:spPr>
          <a:xfrm>
            <a:off x="123825" y="656313"/>
            <a:ext cx="11926337" cy="1323439"/>
          </a:xfrm>
          <a:prstGeom prst="rect">
            <a:avLst/>
          </a:prstGeom>
        </p:spPr>
        <p:txBody>
          <a:bodyPr vert="horz" wrap="square" lIns="91440" tIns="45720" rIns="91440" bIns="45720" rtlCol="0">
            <a:spAutoFit/>
          </a:bodyPr>
          <a:lstStyle>
            <a:defPPr marR="0" lvl="0" algn="l" rtl="0">
              <a:lnSpc>
                <a:spcPct val="100000"/>
              </a:lnSpc>
              <a:spcBef>
                <a:spcPts val="0"/>
              </a:spcBef>
              <a:spcAft>
                <a:spcPts val="0"/>
              </a:spcAft>
            </a:defPPr>
            <a:lvl1pPr marL="342900" indent="-342900">
              <a:buFont typeface="Arial" pitchFamily="34" charset="0"/>
              <a:buChar char="•"/>
              <a:defRPr sz="2000" kern="1200">
                <a:solidFill>
                  <a:schemeClr val="tx1"/>
                </a:solidFill>
                <a:latin typeface="Montserrat" charset="0"/>
                <a:ea typeface="+mn-ea"/>
              </a:defRPr>
            </a:lvl1pPr>
          </a:lstStyle>
          <a:p>
            <a:r>
              <a:rPr lang="en-CA" dirty="0"/>
              <a:t>AI is the science that enable computers to think like humans. </a:t>
            </a:r>
          </a:p>
          <a:p>
            <a:r>
              <a:rPr lang="en-CA" dirty="0"/>
              <a:t>AI allows computers to imitate human intelligence and do things that humans do! </a:t>
            </a:r>
          </a:p>
          <a:p>
            <a:r>
              <a:rPr lang="en-CA" dirty="0"/>
              <a:t>AI can make decision (Example: buy/sell stocks), understand text (Example: read articles), and detect faces.</a:t>
            </a:r>
          </a:p>
        </p:txBody>
      </p:sp>
      <p:pic>
        <p:nvPicPr>
          <p:cNvPr id="15" name="Picture 14">
            <a:extLst>
              <a:ext uri="{FF2B5EF4-FFF2-40B4-BE49-F238E27FC236}">
                <a16:creationId xmlns="" xmlns:a16="http://schemas.microsoft.com/office/drawing/2014/main" id="{A9115546-FF28-44FB-A659-BD3B2BFFD5DA}"/>
              </a:ext>
            </a:extLst>
          </p:cNvPr>
          <p:cNvPicPr>
            <a:picLocks noChangeAspect="1"/>
          </p:cNvPicPr>
          <p:nvPr/>
        </p:nvPicPr>
        <p:blipFill>
          <a:blip r:embed="rId3"/>
          <a:stretch>
            <a:fillRect/>
          </a:stretch>
        </p:blipFill>
        <p:spPr>
          <a:xfrm>
            <a:off x="642890" y="1863077"/>
            <a:ext cx="5453110" cy="4690669"/>
          </a:xfrm>
          <a:prstGeom prst="rect">
            <a:avLst/>
          </a:prstGeom>
        </p:spPr>
      </p:pic>
      <p:pic>
        <p:nvPicPr>
          <p:cNvPr id="5" name="Picture 2" descr="Artificial Intelligence, Brain, Think, Control">
            <a:extLst>
              <a:ext uri="{FF2B5EF4-FFF2-40B4-BE49-F238E27FC236}">
                <a16:creationId xmlns="" xmlns:a16="http://schemas.microsoft.com/office/drawing/2014/main" id="{5C42CCF0-907C-6D71-AF6E-E44D52B4490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877624" y="1979752"/>
            <a:ext cx="3170498" cy="21136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773143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a:xfrm>
            <a:off x="334937" y="245863"/>
            <a:ext cx="11478122" cy="557326"/>
          </a:xfrm>
        </p:spPr>
        <p:txBody>
          <a:bodyPr/>
          <a:lstStyle/>
          <a:p>
            <a:r>
              <a:rPr lang="en-IN" dirty="0"/>
              <a:t>Why Python Libraries?</a:t>
            </a:r>
          </a:p>
          <a:p>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334937" y="1029334"/>
            <a:ext cx="11450409" cy="281103"/>
          </a:xfrm>
        </p:spPr>
        <p:txBody>
          <a:bodyPr/>
          <a:lstStyle/>
          <a:p>
            <a:pPr>
              <a:buClr>
                <a:srgbClr val="00B0F0"/>
              </a:buClr>
              <a:buFont typeface="Courier New" panose="02070309020205020404" pitchFamily="49" charset="0"/>
              <a:buChar char="o"/>
            </a:pPr>
            <a:r>
              <a:rPr lang="en-US" dirty="0" smtClean="0"/>
              <a:t>Few </a:t>
            </a:r>
            <a:r>
              <a:rPr lang="en-US" dirty="0"/>
              <a:t>of the popular libraries in data science include </a:t>
            </a:r>
            <a:r>
              <a:rPr lang="en-US" dirty="0" err="1"/>
              <a:t>NumPy</a:t>
            </a:r>
            <a:r>
              <a:rPr lang="en-US" dirty="0"/>
              <a:t>, Pandas, </a:t>
            </a:r>
            <a:r>
              <a:rPr lang="en-US" dirty="0" err="1"/>
              <a:t>Matplotlib</a:t>
            </a:r>
            <a:r>
              <a:rPr lang="en-US" dirty="0"/>
              <a:t> and </a:t>
            </a:r>
            <a:r>
              <a:rPr lang="en-US" dirty="0" err="1"/>
              <a:t>Scikit</a:t>
            </a:r>
            <a:r>
              <a:rPr lang="en-US" dirty="0"/>
              <a:t>-Learn.</a:t>
            </a:r>
            <a:endParaRPr lang="en-US" dirty="0" smtClean="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2273643" y="2224217"/>
            <a:ext cx="6684619" cy="1374817"/>
          </a:xfrm>
          <a:prstGeom prst="rect">
            <a:avLst/>
          </a:prstGeom>
          <a:noFill/>
          <a:ln>
            <a:noFill/>
          </a:ln>
        </p:spPr>
      </p:pic>
    </p:spTree>
    <p:extLst>
      <p:ext uri="{BB962C8B-B14F-4D97-AF65-F5344CB8AC3E}">
        <p14:creationId xmlns:p14="http://schemas.microsoft.com/office/powerpoint/2010/main" val="323377259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a:xfrm>
            <a:off x="334937" y="245863"/>
            <a:ext cx="11478122" cy="557326"/>
          </a:xfrm>
        </p:spPr>
        <p:txBody>
          <a:bodyPr/>
          <a:lstStyle/>
          <a:p>
            <a:r>
              <a:rPr lang="en-IN" dirty="0"/>
              <a:t>Python Libraries?</a:t>
            </a:r>
          </a:p>
          <a:p>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334937" y="1029334"/>
            <a:ext cx="11450409" cy="4821833"/>
          </a:xfrm>
        </p:spPr>
        <p:txBody>
          <a:bodyPr/>
          <a:lstStyle/>
          <a:p>
            <a:pPr>
              <a:buClr>
                <a:srgbClr val="00B0F0"/>
              </a:buClr>
              <a:buFont typeface="Courier New" panose="02070309020205020404" pitchFamily="49" charset="0"/>
              <a:buChar char="o"/>
            </a:pPr>
            <a:r>
              <a:rPr lang="en-US" b="1" dirty="0" err="1" smtClean="0"/>
              <a:t>Numpy</a:t>
            </a:r>
            <a:endParaRPr lang="en-US" b="1" dirty="0"/>
          </a:p>
          <a:p>
            <a:pPr lvl="1">
              <a:buClr>
                <a:srgbClr val="00B0F0"/>
              </a:buClr>
              <a:buFont typeface="Courier New" panose="02070309020205020404" pitchFamily="49" charset="0"/>
              <a:buChar char="o"/>
            </a:pPr>
            <a:r>
              <a:rPr lang="en-US" dirty="0" smtClean="0"/>
              <a:t>To </a:t>
            </a:r>
            <a:r>
              <a:rPr lang="en-US" dirty="0"/>
              <a:t>get the mathematical and structural understanding of such data</a:t>
            </a:r>
          </a:p>
          <a:p>
            <a:pPr lvl="1">
              <a:buClr>
                <a:srgbClr val="00B0F0"/>
              </a:buClr>
              <a:buFont typeface="Courier New" panose="02070309020205020404" pitchFamily="49" charset="0"/>
              <a:buChar char="o"/>
            </a:pPr>
            <a:r>
              <a:rPr lang="en-US" dirty="0" smtClean="0"/>
              <a:t>To </a:t>
            </a:r>
            <a:r>
              <a:rPr lang="en-US" dirty="0"/>
              <a:t>build a base for Pandas, the data manipulation library</a:t>
            </a:r>
          </a:p>
          <a:p>
            <a:pPr lvl="1">
              <a:buClr>
                <a:srgbClr val="00B0F0"/>
              </a:buClr>
              <a:buFont typeface="Courier New" panose="02070309020205020404" pitchFamily="49" charset="0"/>
              <a:buChar char="o"/>
            </a:pPr>
            <a:r>
              <a:rPr lang="en-US" dirty="0" smtClean="0"/>
              <a:t>To </a:t>
            </a:r>
            <a:r>
              <a:rPr lang="en-US" dirty="0"/>
              <a:t>get familiar with terms like arrays, axis, </a:t>
            </a:r>
            <a:r>
              <a:rPr lang="en-US" dirty="0" err="1"/>
              <a:t>vectorization</a:t>
            </a:r>
            <a:r>
              <a:rPr lang="en-US" dirty="0"/>
              <a:t> </a:t>
            </a:r>
            <a:r>
              <a:rPr lang="en-US" dirty="0" err="1" smtClean="0"/>
              <a:t>etc</a:t>
            </a:r>
            <a:endParaRPr lang="en-US" dirty="0" smtClean="0"/>
          </a:p>
          <a:p>
            <a:pPr>
              <a:buClr>
                <a:srgbClr val="00B0F0"/>
              </a:buClr>
              <a:buFont typeface="Courier New" panose="02070309020205020404" pitchFamily="49" charset="0"/>
              <a:buChar char="o"/>
            </a:pPr>
            <a:r>
              <a:rPr lang="en-US" dirty="0" smtClean="0"/>
              <a:t> </a:t>
            </a:r>
            <a:r>
              <a:rPr lang="en-US" b="1" dirty="0"/>
              <a:t>Pandas</a:t>
            </a:r>
          </a:p>
          <a:p>
            <a:pPr lvl="1">
              <a:buClr>
                <a:srgbClr val="00B0F0"/>
              </a:buClr>
              <a:buFont typeface="Courier New" panose="02070309020205020404" pitchFamily="49" charset="0"/>
              <a:buChar char="o"/>
            </a:pPr>
            <a:r>
              <a:rPr lang="en-US" dirty="0" smtClean="0"/>
              <a:t>To </a:t>
            </a:r>
            <a:r>
              <a:rPr lang="en-US" dirty="0"/>
              <a:t>read the data</a:t>
            </a:r>
          </a:p>
          <a:p>
            <a:pPr lvl="1">
              <a:buClr>
                <a:srgbClr val="00B0F0"/>
              </a:buClr>
              <a:buFont typeface="Courier New" panose="02070309020205020404" pitchFamily="49" charset="0"/>
              <a:buChar char="o"/>
            </a:pPr>
            <a:r>
              <a:rPr lang="en-US" dirty="0" smtClean="0"/>
              <a:t>To </a:t>
            </a:r>
            <a:r>
              <a:rPr lang="en-US" dirty="0"/>
              <a:t>explore the data</a:t>
            </a:r>
          </a:p>
          <a:p>
            <a:pPr lvl="1">
              <a:buClr>
                <a:srgbClr val="00B0F0"/>
              </a:buClr>
              <a:buFont typeface="Courier New" panose="02070309020205020404" pitchFamily="49" charset="0"/>
              <a:buChar char="o"/>
            </a:pPr>
            <a:r>
              <a:rPr lang="en-US" dirty="0" smtClean="0"/>
              <a:t>To </a:t>
            </a:r>
            <a:r>
              <a:rPr lang="en-US" dirty="0"/>
              <a:t>do operations on the data</a:t>
            </a:r>
          </a:p>
          <a:p>
            <a:pPr lvl="1">
              <a:buClr>
                <a:srgbClr val="00B0F0"/>
              </a:buClr>
              <a:buFont typeface="Courier New" panose="02070309020205020404" pitchFamily="49" charset="0"/>
              <a:buChar char="o"/>
            </a:pPr>
            <a:r>
              <a:rPr lang="en-US" dirty="0" smtClean="0"/>
              <a:t>To </a:t>
            </a:r>
            <a:r>
              <a:rPr lang="en-US" dirty="0"/>
              <a:t>manipulate the data</a:t>
            </a:r>
          </a:p>
          <a:p>
            <a:pPr lvl="1">
              <a:buClr>
                <a:srgbClr val="00B0F0"/>
              </a:buClr>
              <a:buFont typeface="Courier New" panose="02070309020205020404" pitchFamily="49" charset="0"/>
              <a:buChar char="o"/>
            </a:pPr>
            <a:r>
              <a:rPr lang="en-US" dirty="0" smtClean="0"/>
              <a:t>To </a:t>
            </a:r>
            <a:r>
              <a:rPr lang="en-US" dirty="0"/>
              <a:t>draw simple visualizations for self-consumption</a:t>
            </a:r>
          </a:p>
          <a:p>
            <a:pPr lvl="1">
              <a:buClr>
                <a:srgbClr val="00B0F0"/>
              </a:buClr>
              <a:buFont typeface="Courier New" panose="02070309020205020404" pitchFamily="49" charset="0"/>
              <a:buChar char="o"/>
            </a:pPr>
            <a:r>
              <a:rPr lang="en-US" dirty="0" smtClean="0"/>
              <a:t>To </a:t>
            </a:r>
            <a:r>
              <a:rPr lang="en-US" dirty="0"/>
              <a:t>generate insights</a:t>
            </a:r>
          </a:p>
          <a:p>
            <a:pPr>
              <a:buClr>
                <a:srgbClr val="00B0F0"/>
              </a:buClr>
              <a:buFont typeface="Courier New" panose="02070309020205020404" pitchFamily="49" charset="0"/>
              <a:buChar char="o"/>
            </a:pPr>
            <a:endParaRPr lang="en-US" dirty="0"/>
          </a:p>
        </p:txBody>
      </p:sp>
    </p:spTree>
    <p:extLst>
      <p:ext uri="{BB962C8B-B14F-4D97-AF65-F5344CB8AC3E}">
        <p14:creationId xmlns:p14="http://schemas.microsoft.com/office/powerpoint/2010/main" val="323377259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a:xfrm>
            <a:off x="334937" y="245863"/>
            <a:ext cx="11478122" cy="557326"/>
          </a:xfrm>
        </p:spPr>
        <p:txBody>
          <a:bodyPr/>
          <a:lstStyle/>
          <a:p>
            <a:r>
              <a:rPr lang="en-IN" dirty="0"/>
              <a:t>Python Libraries?</a:t>
            </a:r>
          </a:p>
          <a:p>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334937" y="1029334"/>
            <a:ext cx="11450409" cy="3877985"/>
          </a:xfrm>
        </p:spPr>
        <p:txBody>
          <a:bodyPr/>
          <a:lstStyle/>
          <a:p>
            <a:pPr>
              <a:buClr>
                <a:srgbClr val="00B0F0"/>
              </a:buClr>
              <a:buFont typeface="Courier New" panose="02070309020205020404" pitchFamily="49" charset="0"/>
              <a:buChar char="o"/>
            </a:pPr>
            <a:r>
              <a:rPr lang="en-US" b="1" dirty="0" err="1" smtClean="0"/>
              <a:t>Matplotlib</a:t>
            </a:r>
            <a:endParaRPr lang="en-US" b="1" dirty="0"/>
          </a:p>
          <a:p>
            <a:pPr lvl="2">
              <a:buClr>
                <a:srgbClr val="00B0F0"/>
              </a:buClr>
              <a:buFont typeface="Courier New" panose="02070309020205020404" pitchFamily="49" charset="0"/>
              <a:buChar char="o"/>
            </a:pPr>
            <a:r>
              <a:rPr lang="en-US" dirty="0" smtClean="0"/>
              <a:t>To </a:t>
            </a:r>
            <a:r>
              <a:rPr lang="en-US" dirty="0"/>
              <a:t>visualize the data</a:t>
            </a:r>
          </a:p>
          <a:p>
            <a:pPr lvl="2">
              <a:buClr>
                <a:srgbClr val="00B0F0"/>
              </a:buClr>
              <a:buFont typeface="Courier New" panose="02070309020205020404" pitchFamily="49" charset="0"/>
              <a:buChar char="o"/>
            </a:pPr>
            <a:r>
              <a:rPr lang="en-US" dirty="0" smtClean="0"/>
              <a:t>To </a:t>
            </a:r>
            <a:r>
              <a:rPr lang="en-US" dirty="0"/>
              <a:t>generate deep insights</a:t>
            </a:r>
          </a:p>
          <a:p>
            <a:pPr lvl="2">
              <a:buClr>
                <a:srgbClr val="00B0F0"/>
              </a:buClr>
              <a:buFont typeface="Courier New" panose="02070309020205020404" pitchFamily="49" charset="0"/>
              <a:buChar char="o"/>
            </a:pPr>
            <a:r>
              <a:rPr lang="en-US" dirty="0" smtClean="0"/>
              <a:t>To </a:t>
            </a:r>
            <a:r>
              <a:rPr lang="en-US" dirty="0"/>
              <a:t>present the data to the leadership</a:t>
            </a:r>
          </a:p>
          <a:p>
            <a:pPr lvl="2">
              <a:buClr>
                <a:srgbClr val="00B0F0"/>
              </a:buClr>
              <a:buFont typeface="Courier New" panose="02070309020205020404" pitchFamily="49" charset="0"/>
              <a:buChar char="o"/>
            </a:pPr>
            <a:r>
              <a:rPr lang="en-US" dirty="0" smtClean="0"/>
              <a:t>To </a:t>
            </a:r>
            <a:r>
              <a:rPr lang="en-US" dirty="0"/>
              <a:t>get a visual understanding of various </a:t>
            </a:r>
            <a:r>
              <a:rPr lang="en-US" dirty="0" smtClean="0"/>
              <a:t>features</a:t>
            </a:r>
          </a:p>
          <a:p>
            <a:pPr marL="914400" lvl="2" indent="0">
              <a:buClr>
                <a:srgbClr val="00B0F0"/>
              </a:buClr>
              <a:buNone/>
            </a:pPr>
            <a:endParaRPr lang="en-US" dirty="0"/>
          </a:p>
          <a:p>
            <a:pPr>
              <a:buClr>
                <a:srgbClr val="00B0F0"/>
              </a:buClr>
              <a:buFont typeface="Courier New" panose="02070309020205020404" pitchFamily="49" charset="0"/>
              <a:buChar char="o"/>
            </a:pPr>
            <a:r>
              <a:rPr lang="en-US" b="1" dirty="0" err="1"/>
              <a:t>Sci</a:t>
            </a:r>
            <a:r>
              <a:rPr lang="en-US" b="1" dirty="0"/>
              <a:t>-kit learn</a:t>
            </a:r>
          </a:p>
          <a:p>
            <a:pPr lvl="1">
              <a:buClr>
                <a:srgbClr val="00B0F0"/>
              </a:buClr>
              <a:buFont typeface="Courier New" panose="02070309020205020404" pitchFamily="49" charset="0"/>
              <a:buChar char="o"/>
            </a:pPr>
            <a:r>
              <a:rPr lang="en-US" dirty="0" smtClean="0"/>
              <a:t>To </a:t>
            </a:r>
            <a:r>
              <a:rPr lang="en-US" dirty="0"/>
              <a:t>get data ready for model building</a:t>
            </a:r>
          </a:p>
          <a:p>
            <a:pPr lvl="1">
              <a:buClr>
                <a:srgbClr val="00B0F0"/>
              </a:buClr>
              <a:buFont typeface="Courier New" panose="02070309020205020404" pitchFamily="49" charset="0"/>
              <a:buChar char="o"/>
            </a:pPr>
            <a:r>
              <a:rPr lang="en-US" dirty="0" smtClean="0"/>
              <a:t>To </a:t>
            </a:r>
            <a:r>
              <a:rPr lang="en-US" dirty="0"/>
              <a:t>build predictive models</a:t>
            </a:r>
          </a:p>
          <a:p>
            <a:pPr lvl="1">
              <a:buClr>
                <a:srgbClr val="00B0F0"/>
              </a:buClr>
              <a:buFont typeface="Courier New" panose="02070309020205020404" pitchFamily="49" charset="0"/>
              <a:buChar char="o"/>
            </a:pPr>
            <a:r>
              <a:rPr lang="en-US" dirty="0" smtClean="0"/>
              <a:t>To </a:t>
            </a:r>
            <a:r>
              <a:rPr lang="en-US" dirty="0"/>
              <a:t>evaluate the models</a:t>
            </a:r>
          </a:p>
          <a:p>
            <a:pPr lvl="1">
              <a:buClr>
                <a:srgbClr val="00B0F0"/>
              </a:buClr>
              <a:buFont typeface="Courier New" panose="02070309020205020404" pitchFamily="49" charset="0"/>
              <a:buChar char="o"/>
            </a:pPr>
            <a:r>
              <a:rPr lang="en-US" dirty="0" smtClean="0"/>
              <a:t>To </a:t>
            </a:r>
            <a:r>
              <a:rPr lang="en-US" dirty="0"/>
              <a:t>infer the model results and present to the leadership</a:t>
            </a:r>
          </a:p>
        </p:txBody>
      </p:sp>
    </p:spTree>
    <p:extLst>
      <p:ext uri="{BB962C8B-B14F-4D97-AF65-F5344CB8AC3E}">
        <p14:creationId xmlns:p14="http://schemas.microsoft.com/office/powerpoint/2010/main" val="387669224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a:xfrm>
            <a:off x="334937" y="245863"/>
            <a:ext cx="11478122" cy="557326"/>
          </a:xfrm>
        </p:spPr>
        <p:txBody>
          <a:bodyPr/>
          <a:lstStyle/>
          <a:p>
            <a:r>
              <a:rPr lang="en-CA" dirty="0"/>
              <a:t>Introduction to </a:t>
            </a:r>
            <a:r>
              <a:rPr lang="en-CA" dirty="0" err="1"/>
              <a:t>Numpy</a:t>
            </a: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334937" y="1029334"/>
            <a:ext cx="11450409" cy="4278094"/>
          </a:xfrm>
        </p:spPr>
        <p:txBody>
          <a:bodyPr/>
          <a:lstStyle/>
          <a:p>
            <a:pPr>
              <a:buClr>
                <a:srgbClr val="00B0F0"/>
              </a:buClr>
              <a:buFont typeface="Courier New" panose="02070309020205020404" pitchFamily="49" charset="0"/>
              <a:buChar char="o"/>
            </a:pPr>
            <a:r>
              <a:rPr lang="en-US" dirty="0" smtClean="0"/>
              <a:t>A </a:t>
            </a:r>
            <a:r>
              <a:rPr lang="en-US" dirty="0"/>
              <a:t>python List can be used to store a group of elements together in a sequence. It can contain heterogeneous elements.</a:t>
            </a:r>
          </a:p>
          <a:p>
            <a:pPr>
              <a:buClr>
                <a:srgbClr val="00B0F0"/>
              </a:buClr>
              <a:buFont typeface="Courier New" panose="02070309020205020404" pitchFamily="49" charset="0"/>
              <a:buChar char="o"/>
            </a:pPr>
            <a:r>
              <a:rPr lang="en-US" dirty="0"/>
              <a:t>Following are some examples of List</a:t>
            </a:r>
            <a:r>
              <a:rPr lang="en-US" dirty="0" smtClean="0"/>
              <a:t>:</a:t>
            </a:r>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r>
              <a:rPr lang="en-IN" dirty="0"/>
              <a:t>To perform operations on the List elements, one needs to iterate through the List. For example, if five extra marks need to be awarded to all the entries in the student marks list. The following approach can be used to achieve the same:</a:t>
            </a:r>
          </a:p>
          <a:p>
            <a:pPr>
              <a:buClr>
                <a:srgbClr val="00B0F0"/>
              </a:buClr>
              <a:buFont typeface="Courier New" panose="02070309020205020404" pitchFamily="49" charset="0"/>
              <a:buChar char="o"/>
            </a:pPr>
            <a:endParaRPr lang="en-US" dirty="0"/>
          </a:p>
        </p:txBody>
      </p:sp>
      <p:pic>
        <p:nvPicPr>
          <p:cNvPr id="2416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2983" y="2800350"/>
            <a:ext cx="6942249" cy="795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16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6638" y="5038339"/>
            <a:ext cx="6005384" cy="929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3377259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a:xfrm>
            <a:off x="334937" y="245863"/>
            <a:ext cx="11478122" cy="557326"/>
          </a:xfrm>
        </p:spPr>
        <p:txBody>
          <a:bodyPr/>
          <a:lstStyle/>
          <a:p>
            <a:r>
              <a:rPr lang="en-CA" dirty="0"/>
              <a:t>Data structures in </a:t>
            </a:r>
            <a:r>
              <a:rPr lang="en-CA" dirty="0" err="1"/>
              <a:t>Numpy</a:t>
            </a: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334937" y="1029334"/>
            <a:ext cx="11450409" cy="1119281"/>
          </a:xfrm>
        </p:spPr>
        <p:txBody>
          <a:bodyPr/>
          <a:lstStyle/>
          <a:p>
            <a:pPr>
              <a:buClr>
                <a:srgbClr val="00B0F0"/>
              </a:buClr>
              <a:buFont typeface="Courier New" panose="02070309020205020404" pitchFamily="49" charset="0"/>
              <a:buChar char="o"/>
            </a:pPr>
            <a:r>
              <a:rPr lang="en-US" dirty="0" smtClean="0"/>
              <a:t>The </a:t>
            </a:r>
            <a:r>
              <a:rPr lang="en-US" dirty="0"/>
              <a:t>main data structure of </a:t>
            </a:r>
            <a:r>
              <a:rPr lang="en-US" dirty="0" err="1"/>
              <a:t>NumPy</a:t>
            </a:r>
            <a:r>
              <a:rPr lang="en-US" dirty="0"/>
              <a:t> is the </a:t>
            </a:r>
            <a:r>
              <a:rPr lang="en-US" dirty="0" err="1"/>
              <a:t>ndarray</a:t>
            </a:r>
            <a:r>
              <a:rPr lang="en-US" dirty="0"/>
              <a:t> or n-dimensional array.</a:t>
            </a:r>
          </a:p>
          <a:p>
            <a:pPr>
              <a:buClr>
                <a:srgbClr val="00B0F0"/>
              </a:buClr>
              <a:buFont typeface="Courier New" panose="02070309020205020404" pitchFamily="49" charset="0"/>
              <a:buChar char="o"/>
            </a:pPr>
            <a:r>
              <a:rPr lang="en-US" dirty="0"/>
              <a:t>The </a:t>
            </a:r>
            <a:r>
              <a:rPr lang="en-US" dirty="0" err="1"/>
              <a:t>ndarray</a:t>
            </a:r>
            <a:r>
              <a:rPr lang="en-US" dirty="0"/>
              <a:t> is a multidimensional container of elements of the same type as depicted below. It can easily deal with matrix and vector operations.</a:t>
            </a:r>
          </a:p>
        </p:txBody>
      </p:sp>
      <p:pic>
        <p:nvPicPr>
          <p:cNvPr id="5" name="Picture 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34165" y="3006680"/>
            <a:ext cx="6659262" cy="2800995"/>
          </a:xfrm>
          <a:prstGeom prst="rect">
            <a:avLst/>
          </a:prstGeom>
          <a:noFill/>
          <a:ln>
            <a:noFill/>
          </a:ln>
        </p:spPr>
      </p:pic>
    </p:spTree>
    <p:extLst>
      <p:ext uri="{BB962C8B-B14F-4D97-AF65-F5344CB8AC3E}">
        <p14:creationId xmlns:p14="http://schemas.microsoft.com/office/powerpoint/2010/main" val="361458669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IN" dirty="0"/>
              <a:t>the benefits of using </a:t>
            </a:r>
            <a:r>
              <a:rPr lang="en-IN" dirty="0" err="1"/>
              <a:t>Numpy</a:t>
            </a:r>
            <a:r>
              <a:rPr lang="en-IN" dirty="0" smtClean="0"/>
              <a:t/>
            </a:r>
            <a:br>
              <a:rPr lang="en-IN" dirty="0" smtClean="0"/>
            </a:br>
            <a:endParaRPr lang="en-US" dirty="0" smtClean="0"/>
          </a:p>
          <a:p>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192652" y="1173892"/>
            <a:ext cx="11450409" cy="2748445"/>
          </a:xfrm>
        </p:spPr>
        <p:txBody>
          <a:bodyPr/>
          <a:lstStyle/>
          <a:p>
            <a:pPr>
              <a:buClr>
                <a:srgbClr val="00B0F0"/>
              </a:buClr>
              <a:buFont typeface="Courier New" panose="02070309020205020404" pitchFamily="49" charset="0"/>
              <a:buChar char="o"/>
            </a:pPr>
            <a:r>
              <a:rPr lang="en-US" dirty="0" smtClean="0"/>
              <a:t>As </a:t>
            </a:r>
            <a:r>
              <a:rPr lang="en-US" dirty="0"/>
              <a:t>the array size increases, </a:t>
            </a:r>
            <a:r>
              <a:rPr lang="en-US" dirty="0" err="1"/>
              <a:t>Numpy</a:t>
            </a:r>
            <a:r>
              <a:rPr lang="en-US" dirty="0"/>
              <a:t> can execute more parallel operations, thereby making computation faster. When the array size gets close to 5,000,000, </a:t>
            </a:r>
            <a:r>
              <a:rPr lang="en-US" dirty="0" err="1"/>
              <a:t>NumPy</a:t>
            </a:r>
            <a:r>
              <a:rPr lang="en-US" dirty="0"/>
              <a:t> gets around 120 times faster than Python List.</a:t>
            </a:r>
          </a:p>
          <a:p>
            <a:pPr>
              <a:buClr>
                <a:srgbClr val="00B0F0"/>
              </a:buClr>
              <a:buFont typeface="Courier New" panose="02070309020205020404" pitchFamily="49" charset="0"/>
              <a:buChar char="o"/>
            </a:pPr>
            <a:r>
              <a:rPr lang="en-US" dirty="0" err="1" smtClean="0"/>
              <a:t>NumPy</a:t>
            </a:r>
            <a:r>
              <a:rPr lang="en-US" dirty="0" smtClean="0"/>
              <a:t> </a:t>
            </a:r>
            <a:r>
              <a:rPr lang="en-US" dirty="0"/>
              <a:t>has many optimized built-in mathematical functions. These functions helps in performing variety of complex mathematical computations faster and with very minimal code.</a:t>
            </a:r>
          </a:p>
          <a:p>
            <a:pPr>
              <a:buClr>
                <a:srgbClr val="00B0F0"/>
              </a:buClr>
              <a:buFont typeface="Courier New" panose="02070309020205020404" pitchFamily="49" charset="0"/>
              <a:buChar char="o"/>
            </a:pPr>
            <a:r>
              <a:rPr lang="en-US" dirty="0" smtClean="0"/>
              <a:t>Another </a:t>
            </a:r>
            <a:r>
              <a:rPr lang="en-US" dirty="0"/>
              <a:t>great feature of </a:t>
            </a:r>
            <a:r>
              <a:rPr lang="en-US" dirty="0" err="1"/>
              <a:t>NumPy</a:t>
            </a:r>
            <a:r>
              <a:rPr lang="en-US" dirty="0"/>
              <a:t> is that it has multidimensional array data structures that can represent vectors and matrices. This can be useful as lot of machine learning algorithms rely on matrix operations. </a:t>
            </a:r>
          </a:p>
          <a:p>
            <a:pPr>
              <a:buClr>
                <a:srgbClr val="00B0F0"/>
              </a:buClr>
              <a:buFont typeface="Courier New" panose="02070309020205020404" pitchFamily="49" charset="0"/>
              <a:buChar char="o"/>
            </a:pPr>
            <a:endParaRPr lang="en-US" dirty="0"/>
          </a:p>
        </p:txBody>
      </p:sp>
    </p:spTree>
    <p:extLst>
      <p:ext uri="{BB962C8B-B14F-4D97-AF65-F5344CB8AC3E}">
        <p14:creationId xmlns:p14="http://schemas.microsoft.com/office/powerpoint/2010/main" val="185994494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IN" dirty="0"/>
              <a:t>Importing </a:t>
            </a:r>
            <a:r>
              <a:rPr lang="en-IN" dirty="0" err="1"/>
              <a:t>Numpy</a:t>
            </a:r>
            <a:r>
              <a:rPr lang="en-IN" dirty="0"/>
              <a:t/>
            </a:r>
            <a:br>
              <a:rPr lang="en-IN" dirty="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210312" y="1096023"/>
            <a:ext cx="11450409" cy="4688463"/>
          </a:xfrm>
        </p:spPr>
        <p:txBody>
          <a:bodyPr/>
          <a:lstStyle/>
          <a:p>
            <a:pPr>
              <a:buClr>
                <a:srgbClr val="00B0F0"/>
              </a:buClr>
              <a:buFont typeface="Courier New" panose="02070309020205020404" pitchFamily="49" charset="0"/>
              <a:buChar char="o"/>
            </a:pPr>
            <a:r>
              <a:rPr lang="en-IN" dirty="0" err="1" smtClean="0"/>
              <a:t>Numpy</a:t>
            </a:r>
            <a:r>
              <a:rPr lang="en-IN" dirty="0" smtClean="0"/>
              <a:t> </a:t>
            </a:r>
            <a:r>
              <a:rPr lang="en-IN" dirty="0"/>
              <a:t>library needs to be imported in the environment before it can be used as shown below. '</a:t>
            </a:r>
            <a:r>
              <a:rPr lang="en-IN" dirty="0" err="1"/>
              <a:t>np</a:t>
            </a:r>
            <a:r>
              <a:rPr lang="en-IN" dirty="0"/>
              <a:t>' is the standard alias used for </a:t>
            </a:r>
            <a:r>
              <a:rPr lang="en-IN" dirty="0" err="1"/>
              <a:t>Numpy</a:t>
            </a:r>
            <a:r>
              <a:rPr lang="en-IN" dirty="0"/>
              <a:t>. </a:t>
            </a:r>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marL="0" indent="0">
              <a:buClr>
                <a:srgbClr val="00B0F0"/>
              </a:buClr>
              <a:buNone/>
            </a:pPr>
            <a:endParaRPr lang="en-US" dirty="0" smtClean="0"/>
          </a:p>
        </p:txBody>
      </p:sp>
      <p:pic>
        <p:nvPicPr>
          <p:cNvPr id="2426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7984" y="2193839"/>
            <a:ext cx="3656957" cy="6310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8943806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IN" dirty="0" err="1"/>
              <a:t>Numpy</a:t>
            </a:r>
            <a:r>
              <a:rPr lang="en-IN" dirty="0"/>
              <a:t> object creation</a:t>
            </a:r>
            <a:r>
              <a:rPr lang="en-IN" dirty="0"/>
              <a:t/>
            </a:r>
            <a:br>
              <a:rPr lang="en-IN" dirty="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210312" y="1096023"/>
            <a:ext cx="11450409" cy="890500"/>
          </a:xfrm>
        </p:spPr>
        <p:txBody>
          <a:bodyPr/>
          <a:lstStyle/>
          <a:p>
            <a:pPr>
              <a:buClr>
                <a:srgbClr val="00B0F0"/>
              </a:buClr>
              <a:buFont typeface="Courier New" panose="02070309020205020404" pitchFamily="49" charset="0"/>
              <a:buChar char="o"/>
            </a:pPr>
            <a:r>
              <a:rPr lang="en-US" dirty="0" err="1" smtClean="0"/>
              <a:t>Numpy</a:t>
            </a:r>
            <a:r>
              <a:rPr lang="en-US" dirty="0" smtClean="0"/>
              <a:t> </a:t>
            </a:r>
            <a:r>
              <a:rPr lang="en-US" dirty="0"/>
              <a:t>library needs to be imported in the environment before it can be used as shown below. '</a:t>
            </a:r>
            <a:r>
              <a:rPr lang="en-US" dirty="0" err="1"/>
              <a:t>np</a:t>
            </a:r>
            <a:r>
              <a:rPr lang="en-US" dirty="0"/>
              <a:t>' is the standard alias used for </a:t>
            </a:r>
            <a:r>
              <a:rPr lang="en-US" dirty="0" err="1"/>
              <a:t>Numpy</a:t>
            </a:r>
            <a:r>
              <a:rPr lang="en-US" dirty="0"/>
              <a:t>. </a:t>
            </a:r>
            <a:br>
              <a:rPr lang="en-US" dirty="0"/>
            </a:br>
            <a:endParaRPr lang="en-US" dirty="0"/>
          </a:p>
        </p:txBody>
      </p:sp>
      <p:pic>
        <p:nvPicPr>
          <p:cNvPr id="2437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1452" y="2360142"/>
            <a:ext cx="4757562" cy="71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5695300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IN" dirty="0" err="1"/>
              <a:t>Numpy</a:t>
            </a:r>
            <a:r>
              <a:rPr lang="en-IN" dirty="0"/>
              <a:t> object creation</a:t>
            </a:r>
            <a:r>
              <a:rPr lang="en-IN" dirty="0"/>
              <a:t/>
            </a:r>
            <a:br>
              <a:rPr lang="en-IN" dirty="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308919" y="1173377"/>
            <a:ext cx="11450409" cy="1866152"/>
          </a:xfrm>
        </p:spPr>
        <p:txBody>
          <a:bodyPr/>
          <a:lstStyle/>
          <a:p>
            <a:pPr>
              <a:buClr>
                <a:srgbClr val="00B0F0"/>
              </a:buClr>
              <a:buFont typeface="Courier New" panose="02070309020205020404" pitchFamily="49" charset="0"/>
              <a:buChar char="o"/>
            </a:pPr>
            <a:r>
              <a:rPr lang="en-US" dirty="0" err="1" smtClean="0"/>
              <a:t>Numpy</a:t>
            </a:r>
            <a:r>
              <a:rPr lang="en-US" dirty="0" smtClean="0"/>
              <a:t> </a:t>
            </a:r>
            <a:r>
              <a:rPr lang="en-US" dirty="0"/>
              <a:t>array can be created by using array() function. The array() function in </a:t>
            </a:r>
            <a:r>
              <a:rPr lang="en-US" dirty="0" err="1"/>
              <a:t>Numpy</a:t>
            </a:r>
            <a:r>
              <a:rPr lang="en-US" dirty="0"/>
              <a:t> returns an array object named </a:t>
            </a:r>
            <a:r>
              <a:rPr lang="en-US" dirty="0" err="1"/>
              <a:t>ndarray</a:t>
            </a:r>
            <a:r>
              <a:rPr lang="en-US" dirty="0" smtClean="0"/>
              <a:t>.</a:t>
            </a:r>
            <a:endParaRPr lang="en-US" dirty="0"/>
          </a:p>
          <a:p>
            <a:pPr>
              <a:buClr>
                <a:srgbClr val="00B0F0"/>
              </a:buClr>
              <a:buFont typeface="Courier New" panose="02070309020205020404" pitchFamily="49" charset="0"/>
              <a:buChar char="o"/>
            </a:pPr>
            <a:r>
              <a:rPr lang="en-US" b="1" dirty="0"/>
              <a:t>Syntax:  </a:t>
            </a:r>
            <a:r>
              <a:rPr lang="en-US" b="1" dirty="0" err="1"/>
              <a:t>np.array</a:t>
            </a:r>
            <a:r>
              <a:rPr lang="en-US" b="1" dirty="0"/>
              <a:t>(object, </a:t>
            </a:r>
            <a:r>
              <a:rPr lang="en-US" b="1" dirty="0" err="1"/>
              <a:t>dtype</a:t>
            </a:r>
            <a:r>
              <a:rPr lang="en-US" b="1" dirty="0"/>
              <a:t>)</a:t>
            </a:r>
          </a:p>
          <a:p>
            <a:pPr lvl="1">
              <a:buClr>
                <a:srgbClr val="00B0F0"/>
              </a:buClr>
              <a:buFont typeface="Courier New" panose="02070309020205020404" pitchFamily="49" charset="0"/>
              <a:buChar char="o"/>
            </a:pPr>
            <a:r>
              <a:rPr lang="en-US" dirty="0" smtClean="0"/>
              <a:t> </a:t>
            </a:r>
            <a:r>
              <a:rPr lang="en-US" dirty="0"/>
              <a:t>object – A python object(for example, a list)</a:t>
            </a:r>
          </a:p>
          <a:p>
            <a:pPr lvl="1">
              <a:buClr>
                <a:srgbClr val="00B0F0"/>
              </a:buClr>
              <a:buFont typeface="Courier New" panose="02070309020205020404" pitchFamily="49" charset="0"/>
              <a:buChar char="o"/>
            </a:pPr>
            <a:r>
              <a:rPr lang="en-US" dirty="0" err="1" smtClean="0"/>
              <a:t>dtype</a:t>
            </a:r>
            <a:r>
              <a:rPr lang="en-US" dirty="0" smtClean="0"/>
              <a:t> </a:t>
            </a:r>
            <a:r>
              <a:rPr lang="en-US" dirty="0"/>
              <a:t>– data type of object (for example, integer)</a:t>
            </a:r>
          </a:p>
        </p:txBody>
      </p:sp>
    </p:spTree>
    <p:extLst>
      <p:ext uri="{BB962C8B-B14F-4D97-AF65-F5344CB8AC3E}">
        <p14:creationId xmlns:p14="http://schemas.microsoft.com/office/powerpoint/2010/main" val="233044427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IN" dirty="0" err="1"/>
              <a:t>Numpy</a:t>
            </a:r>
            <a:r>
              <a:rPr lang="en-IN" dirty="0"/>
              <a:t> object creation</a:t>
            </a:r>
            <a:r>
              <a:rPr lang="en-IN" dirty="0"/>
              <a:t/>
            </a:r>
            <a:br>
              <a:rPr lang="en-IN" dirty="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308919" y="1173377"/>
            <a:ext cx="11450409" cy="3873881"/>
          </a:xfrm>
        </p:spPr>
        <p:txBody>
          <a:bodyPr/>
          <a:lstStyle/>
          <a:p>
            <a:pPr>
              <a:buClr>
                <a:srgbClr val="00B0F0"/>
              </a:buClr>
              <a:buFont typeface="Courier New" panose="02070309020205020404" pitchFamily="49" charset="0"/>
              <a:buChar char="o"/>
            </a:pPr>
            <a:r>
              <a:rPr lang="en-US" b="1" dirty="0" smtClean="0"/>
              <a:t>Example</a:t>
            </a:r>
            <a:r>
              <a:rPr lang="en-US" b="1" dirty="0"/>
              <a:t>: Consider the following marks scored by students</a:t>
            </a:r>
            <a:r>
              <a:rPr lang="en-US" b="1" dirty="0" smtClean="0"/>
              <a:t>:</a:t>
            </a:r>
          </a:p>
          <a:p>
            <a:pPr>
              <a:buClr>
                <a:srgbClr val="00B0F0"/>
              </a:buClr>
              <a:buFont typeface="Courier New" panose="02070309020205020404" pitchFamily="49" charset="0"/>
              <a:buChar char="o"/>
            </a:pPr>
            <a:endParaRPr lang="en-US" b="1" dirty="0"/>
          </a:p>
          <a:p>
            <a:pPr>
              <a:buClr>
                <a:srgbClr val="00B0F0"/>
              </a:buClr>
              <a:buFont typeface="Courier New" panose="02070309020205020404" pitchFamily="49" charset="0"/>
              <a:buChar char="o"/>
            </a:pPr>
            <a:endParaRPr lang="en-US" b="1" dirty="0" smtClean="0"/>
          </a:p>
          <a:p>
            <a:pPr>
              <a:buClr>
                <a:srgbClr val="00B0F0"/>
              </a:buClr>
              <a:buFont typeface="Courier New" panose="02070309020205020404" pitchFamily="49" charset="0"/>
              <a:buChar char="o"/>
            </a:pPr>
            <a:endParaRPr lang="en-US" b="1" dirty="0"/>
          </a:p>
          <a:p>
            <a:pPr>
              <a:buClr>
                <a:srgbClr val="00B0F0"/>
              </a:buClr>
              <a:buFont typeface="Courier New" panose="02070309020205020404" pitchFamily="49" charset="0"/>
              <a:buChar char="o"/>
            </a:pPr>
            <a:endParaRPr lang="en-US" b="1" dirty="0" smtClean="0"/>
          </a:p>
          <a:p>
            <a:pPr>
              <a:buClr>
                <a:srgbClr val="00B0F0"/>
              </a:buClr>
              <a:buFont typeface="Courier New" panose="02070309020205020404" pitchFamily="49" charset="0"/>
              <a:buChar char="o"/>
            </a:pPr>
            <a:endParaRPr lang="en-US" b="1" dirty="0"/>
          </a:p>
          <a:p>
            <a:pPr>
              <a:buClr>
                <a:srgbClr val="00B0F0"/>
              </a:buClr>
              <a:buFont typeface="Courier New" panose="02070309020205020404" pitchFamily="49" charset="0"/>
              <a:buChar char="o"/>
            </a:pPr>
            <a:r>
              <a:rPr lang="en-IN" dirty="0"/>
              <a:t>These marks can be represented in a one-dimensional </a:t>
            </a:r>
            <a:r>
              <a:rPr lang="en-IN" dirty="0" err="1"/>
              <a:t>Numpy</a:t>
            </a:r>
            <a:r>
              <a:rPr lang="en-IN" dirty="0"/>
              <a:t> array as shown below:</a:t>
            </a:r>
          </a:p>
          <a:p>
            <a:pPr>
              <a:buClr>
                <a:srgbClr val="00B0F0"/>
              </a:buClr>
              <a:buFont typeface="Courier New" panose="02070309020205020404" pitchFamily="49" charset="0"/>
              <a:buChar char="o"/>
            </a:pPr>
            <a:endParaRPr lang="en-US" dirty="0"/>
          </a:p>
        </p:txBody>
      </p:sp>
      <p:pic>
        <p:nvPicPr>
          <p:cNvPr id="2447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2692" y="1978077"/>
            <a:ext cx="3027663" cy="2050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473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0506" y="4844620"/>
            <a:ext cx="6135899" cy="8765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3450491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IN" dirty="0" err="1"/>
              <a:t>Numpy</a:t>
            </a:r>
            <a:r>
              <a:rPr lang="en-IN" dirty="0"/>
              <a:t> object creation</a:t>
            </a:r>
            <a:r>
              <a:rPr lang="en-IN" dirty="0"/>
              <a:t/>
            </a:r>
            <a:br>
              <a:rPr lang="en-IN" dirty="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308919" y="1173377"/>
            <a:ext cx="11450409" cy="4822859"/>
          </a:xfrm>
        </p:spPr>
        <p:txBody>
          <a:bodyPr/>
          <a:lstStyle/>
          <a:p>
            <a:pPr>
              <a:buClr>
                <a:srgbClr val="00B0F0"/>
              </a:buClr>
              <a:buFont typeface="Courier New" panose="02070309020205020404" pitchFamily="49" charset="0"/>
              <a:buChar char="o"/>
            </a:pPr>
            <a:r>
              <a:rPr lang="en-US" b="1" dirty="0" smtClean="0"/>
              <a:t>Array Creation</a:t>
            </a:r>
          </a:p>
          <a:p>
            <a:pPr lvl="1">
              <a:buClr>
                <a:srgbClr val="00B0F0"/>
              </a:buClr>
              <a:buFont typeface="Courier New" panose="02070309020205020404" pitchFamily="49" charset="0"/>
              <a:buChar char="o"/>
            </a:pPr>
            <a:r>
              <a:rPr lang="en-US" dirty="0" smtClean="0"/>
              <a:t>A </a:t>
            </a:r>
            <a:r>
              <a:rPr lang="en-US" dirty="0" err="1"/>
              <a:t>NumPy</a:t>
            </a:r>
            <a:r>
              <a:rPr lang="en-US" dirty="0"/>
              <a:t> </a:t>
            </a:r>
            <a:r>
              <a:rPr lang="en-US" dirty="0" err="1"/>
              <a:t>nd</a:t>
            </a:r>
            <a:r>
              <a:rPr lang="en-US" dirty="0"/>
              <a:t>-array inputs a basic Python list as an argument along with an explicit </a:t>
            </a:r>
            <a:r>
              <a:rPr lang="en-US" dirty="0" err="1"/>
              <a:t>datatype</a:t>
            </a:r>
            <a:r>
              <a:rPr lang="en-US" dirty="0"/>
              <a:t> (for typecasting) as shown below:</a:t>
            </a:r>
          </a:p>
          <a:p>
            <a:pPr>
              <a:buClr>
                <a:srgbClr val="00B0F0"/>
              </a:buClr>
              <a:buFont typeface="Courier New" panose="02070309020205020404" pitchFamily="49" charset="0"/>
              <a:buChar char="o"/>
            </a:pPr>
            <a:endParaRPr lang="en-US" b="1" dirty="0" smtClean="0"/>
          </a:p>
          <a:p>
            <a:pPr>
              <a:buClr>
                <a:srgbClr val="00B0F0"/>
              </a:buClr>
              <a:buFont typeface="Courier New" panose="02070309020205020404" pitchFamily="49" charset="0"/>
              <a:buChar char="o"/>
            </a:pPr>
            <a:endParaRPr lang="en-US" b="1" dirty="0"/>
          </a:p>
          <a:p>
            <a:pPr>
              <a:buClr>
                <a:srgbClr val="00B0F0"/>
              </a:buClr>
              <a:buFont typeface="Courier New" panose="02070309020205020404" pitchFamily="49" charset="0"/>
              <a:buChar char="o"/>
            </a:pPr>
            <a:endParaRPr lang="en-US" b="1" dirty="0" smtClean="0"/>
          </a:p>
          <a:p>
            <a:pPr>
              <a:buClr>
                <a:srgbClr val="00B0F0"/>
              </a:buClr>
              <a:buFont typeface="Courier New" panose="02070309020205020404" pitchFamily="49" charset="0"/>
              <a:buChar char="o"/>
            </a:pPr>
            <a:endParaRPr lang="en-US" b="1" dirty="0"/>
          </a:p>
          <a:p>
            <a:pPr>
              <a:buClr>
                <a:srgbClr val="00B0F0"/>
              </a:buClr>
              <a:buFont typeface="Courier New" panose="02070309020205020404" pitchFamily="49" charset="0"/>
              <a:buChar char="o"/>
            </a:pPr>
            <a:endParaRPr lang="en-US" b="1" dirty="0" smtClean="0"/>
          </a:p>
          <a:p>
            <a:pPr>
              <a:buClr>
                <a:srgbClr val="00B0F0"/>
              </a:buClr>
              <a:buFont typeface="Courier New" panose="02070309020205020404" pitchFamily="49" charset="0"/>
              <a:buChar char="o"/>
            </a:pPr>
            <a:r>
              <a:rPr lang="en-US" dirty="0" smtClean="0"/>
              <a:t>Here</a:t>
            </a:r>
            <a:r>
              <a:rPr lang="en-US" dirty="0"/>
              <a:t>, we have used </a:t>
            </a:r>
            <a:r>
              <a:rPr lang="en-US" i="1" dirty="0" err="1"/>
              <a:t>np.array</a:t>
            </a:r>
            <a:r>
              <a:rPr lang="en-US" i="1" dirty="0"/>
              <a:t>()</a:t>
            </a:r>
            <a:r>
              <a:rPr lang="en-US" dirty="0"/>
              <a:t> function which takes 2 arguments, the input list, and the corresponding data type (</a:t>
            </a:r>
            <a:r>
              <a:rPr lang="en-US" dirty="0" err="1"/>
              <a:t>dtype</a:t>
            </a:r>
            <a:r>
              <a:rPr lang="en-US" dirty="0"/>
              <a:t>). To check the data type of a particular </a:t>
            </a:r>
            <a:r>
              <a:rPr lang="en-US" dirty="0" err="1"/>
              <a:t>NumPy</a:t>
            </a:r>
            <a:r>
              <a:rPr lang="en-US" dirty="0"/>
              <a:t> object we have used </a:t>
            </a:r>
            <a:r>
              <a:rPr lang="en-US" i="1" dirty="0" err="1"/>
              <a:t>np.result_type</a:t>
            </a:r>
            <a:r>
              <a:rPr lang="en-US" i="1" dirty="0"/>
              <a:t>()</a:t>
            </a:r>
            <a:r>
              <a:rPr lang="en-US" dirty="0"/>
              <a:t> command.</a:t>
            </a:r>
            <a:endParaRPr lang="en-IN" dirty="0"/>
          </a:p>
          <a:p>
            <a:pPr>
              <a:buClr>
                <a:srgbClr val="00B0F0"/>
              </a:buClr>
              <a:buFont typeface="Courier New" panose="02070309020205020404" pitchFamily="49" charset="0"/>
              <a:buChar char="o"/>
            </a:pPr>
            <a:endParaRPr lang="en-US" dirty="0"/>
          </a:p>
        </p:txBody>
      </p:sp>
      <p:pic>
        <p:nvPicPr>
          <p:cNvPr id="276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4984" y="2309216"/>
            <a:ext cx="4789530" cy="23380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7483087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IN" dirty="0" err="1"/>
              <a:t>Numpy</a:t>
            </a:r>
            <a:r>
              <a:rPr lang="en-IN" dirty="0"/>
              <a:t> object creation</a:t>
            </a:r>
            <a:r>
              <a:rPr lang="en-IN" dirty="0"/>
              <a:t/>
            </a:r>
            <a:br>
              <a:rPr lang="en-IN" dirty="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308919" y="1173377"/>
            <a:ext cx="11450409" cy="1933863"/>
          </a:xfrm>
        </p:spPr>
        <p:txBody>
          <a:bodyPr/>
          <a:lstStyle/>
          <a:p>
            <a:pPr>
              <a:buClr>
                <a:srgbClr val="00B0F0"/>
              </a:buClr>
              <a:buFont typeface="Courier New" panose="02070309020205020404" pitchFamily="49" charset="0"/>
              <a:buChar char="o"/>
            </a:pPr>
            <a:r>
              <a:rPr lang="en-US" dirty="0" smtClean="0"/>
              <a:t>Most </a:t>
            </a:r>
            <a:r>
              <a:rPr lang="en-US" dirty="0"/>
              <a:t>of the time, it is not an intuitive way to pass a list of predefined components. Therefore, </a:t>
            </a:r>
            <a:r>
              <a:rPr lang="en-US" dirty="0" err="1"/>
              <a:t>NumPy</a:t>
            </a:r>
            <a:r>
              <a:rPr lang="en-US" dirty="0"/>
              <a:t> offers some frequently used functions to create a </a:t>
            </a:r>
            <a:r>
              <a:rPr lang="en-US" dirty="0" err="1"/>
              <a:t>NumPy</a:t>
            </a:r>
            <a:r>
              <a:rPr lang="en-US" dirty="0"/>
              <a:t> object as shown below:</a:t>
            </a:r>
          </a:p>
          <a:p>
            <a:r>
              <a:rPr lang="en-US" dirty="0"/>
              <a:t/>
            </a:r>
            <a:br>
              <a:rPr lang="en-US" dirty="0"/>
            </a:br>
            <a:endParaRPr lang="en-IN" dirty="0"/>
          </a:p>
          <a:p>
            <a:pPr>
              <a:buClr>
                <a:srgbClr val="00B0F0"/>
              </a:buClr>
              <a:buFont typeface="Courier New" panose="02070309020205020404" pitchFamily="49" charset="0"/>
              <a:buChar char="o"/>
            </a:pPr>
            <a:endParaRPr lang="en-US" dirty="0"/>
          </a:p>
        </p:txBody>
      </p:sp>
      <p:pic>
        <p:nvPicPr>
          <p:cNvPr id="277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0649" y="2395538"/>
            <a:ext cx="6614726" cy="26098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7303129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IN" dirty="0"/>
              <a:t>Unsupervised Machine Learning</a:t>
            </a:r>
          </a:p>
          <a:p>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407773" y="1200667"/>
            <a:ext cx="10466173" cy="5503045"/>
          </a:xfrm>
        </p:spPr>
        <p:txBody>
          <a:bodyPr/>
          <a:lstStyle/>
          <a:p>
            <a:pPr>
              <a:buClr>
                <a:srgbClr val="00B0F0"/>
              </a:buClr>
              <a:buFont typeface="Courier New" panose="02070309020205020404" pitchFamily="49" charset="0"/>
              <a:buChar char="o"/>
            </a:pPr>
            <a:r>
              <a:rPr lang="en-US" dirty="0" smtClean="0"/>
              <a:t>The </a:t>
            </a:r>
            <a:r>
              <a:rPr lang="en-US" dirty="0"/>
              <a:t>following dataset has been provided by XYZ Custom Cars. This data comes in a </a:t>
            </a:r>
            <a:r>
              <a:rPr lang="en-US" dirty="0" err="1"/>
              <a:t>csv</a:t>
            </a:r>
            <a:r>
              <a:rPr lang="en-US" dirty="0"/>
              <a:t> file format</a:t>
            </a:r>
            <a:r>
              <a:rPr lang="en-US" dirty="0" smtClean="0"/>
              <a:t>.</a:t>
            </a:r>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r>
              <a:rPr lang="en-IN" dirty="0"/>
              <a:t>There are various columns in this dataset. Each column contains multiple values. </a:t>
            </a:r>
            <a:endParaRPr lang="en-IN" dirty="0" smtClean="0"/>
          </a:p>
          <a:p>
            <a:pPr>
              <a:buClr>
                <a:srgbClr val="00B0F0"/>
              </a:buClr>
              <a:buFont typeface="Courier New" panose="02070309020205020404" pitchFamily="49" charset="0"/>
              <a:buChar char="o"/>
            </a:pPr>
            <a:r>
              <a:rPr lang="en-IN" dirty="0" smtClean="0"/>
              <a:t>These </a:t>
            </a:r>
            <a:r>
              <a:rPr lang="en-IN" dirty="0"/>
              <a:t>values can be represented as lists of items. Since each column contains homogenous values, </a:t>
            </a:r>
            <a:r>
              <a:rPr lang="en-IN" dirty="0" err="1"/>
              <a:t>Numpy</a:t>
            </a:r>
            <a:r>
              <a:rPr lang="en-IN" dirty="0"/>
              <a:t> arrays can be used to represent them</a:t>
            </a:r>
            <a:r>
              <a:rPr lang="en-IN" dirty="0" smtClean="0"/>
              <a:t>.</a:t>
            </a:r>
            <a:r>
              <a:rPr lang="en-US" dirty="0"/>
              <a:t/>
            </a:r>
            <a:br>
              <a:rPr lang="en-US" dirty="0"/>
            </a:br>
            <a:endParaRPr lang="en-US" dirty="0"/>
          </a:p>
        </p:txBody>
      </p:sp>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2755557" y="2100262"/>
            <a:ext cx="6202705" cy="2657475"/>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409255534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IN" dirty="0" err="1" smtClean="0"/>
              <a:t>NumPy</a:t>
            </a:r>
            <a:r>
              <a:rPr lang="en-IN" dirty="0" smtClean="0"/>
              <a:t> Array</a:t>
            </a:r>
            <a:endParaRPr lang="en-IN" dirty="0"/>
          </a:p>
          <a:p>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506627" y="1287163"/>
            <a:ext cx="10898659" cy="2443746"/>
          </a:xfrm>
        </p:spPr>
        <p:txBody>
          <a:bodyPr/>
          <a:lstStyle/>
          <a:p>
            <a:pPr>
              <a:buClr>
                <a:srgbClr val="00B0F0"/>
              </a:buClr>
              <a:buFont typeface="Courier New" panose="02070309020205020404" pitchFamily="49" charset="0"/>
              <a:buChar char="o"/>
            </a:pPr>
            <a:r>
              <a:rPr lang="en-IN" dirty="0" smtClean="0"/>
              <a:t>Let </a:t>
            </a:r>
            <a:r>
              <a:rPr lang="en-IN" dirty="0"/>
              <a:t>us understand , how to represent the car ‘horsepower’ values in a </a:t>
            </a:r>
            <a:r>
              <a:rPr lang="en-IN" dirty="0" err="1"/>
              <a:t>Numpy</a:t>
            </a:r>
            <a:r>
              <a:rPr lang="en-IN" dirty="0"/>
              <a:t> array.</a:t>
            </a:r>
          </a:p>
          <a:p>
            <a:pPr marL="0" indent="0">
              <a:buClr>
                <a:srgbClr val="00B0F0"/>
              </a:buClr>
              <a:buNone/>
            </a:pPr>
            <a:endParaRPr lang="en-US" dirty="0"/>
          </a:p>
          <a:p>
            <a:r>
              <a:rPr lang="en-US" dirty="0"/>
              <a:t/>
            </a:r>
            <a:br>
              <a:rPr lang="en-US" dirty="0"/>
            </a:br>
            <a:endParaRPr lang="en-US" dirty="0"/>
          </a:p>
          <a:p>
            <a:r>
              <a:rPr lang="en-US" dirty="0"/>
              <a:t/>
            </a:r>
            <a:br>
              <a:rPr lang="en-US" dirty="0"/>
            </a:br>
            <a:endParaRPr lang="en-US" dirty="0"/>
          </a:p>
        </p:txBody>
      </p:sp>
      <p:pic>
        <p:nvPicPr>
          <p:cNvPr id="2457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2514" y="2085975"/>
            <a:ext cx="5305810" cy="1196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p:cNvPicPr/>
          <p:nvPr/>
        </p:nvPicPr>
        <p:blipFill>
          <a:blip r:embed="rId3">
            <a:extLst>
              <a:ext uri="{28A0092B-C50C-407E-A947-70E740481C1C}">
                <a14:useLocalDpi xmlns:a14="http://schemas.microsoft.com/office/drawing/2010/main" val="0"/>
              </a:ext>
            </a:extLst>
          </a:blip>
          <a:srcRect/>
          <a:stretch>
            <a:fillRect/>
          </a:stretch>
        </p:blipFill>
        <p:spPr bwMode="auto">
          <a:xfrm>
            <a:off x="3609460" y="3980034"/>
            <a:ext cx="2724150" cy="257175"/>
          </a:xfrm>
          <a:prstGeom prst="rect">
            <a:avLst/>
          </a:prstGeom>
          <a:noFill/>
          <a:ln>
            <a:noFill/>
          </a:ln>
        </p:spPr>
      </p:pic>
    </p:spTree>
    <p:extLst>
      <p:ext uri="{BB962C8B-B14F-4D97-AF65-F5344CB8AC3E}">
        <p14:creationId xmlns:p14="http://schemas.microsoft.com/office/powerpoint/2010/main" val="31077234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IN" dirty="0" err="1" smtClean="0"/>
              <a:t>NumPy</a:t>
            </a:r>
            <a:r>
              <a:rPr lang="en-IN" dirty="0" smtClean="0"/>
              <a:t> Array</a:t>
            </a:r>
            <a:endParaRPr lang="en-IN" dirty="0"/>
          </a:p>
          <a:p>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506627" y="1287163"/>
            <a:ext cx="10898659" cy="4278094"/>
          </a:xfrm>
        </p:spPr>
        <p:txBody>
          <a:bodyPr/>
          <a:lstStyle/>
          <a:p>
            <a:pPr>
              <a:buClr>
                <a:srgbClr val="00B0F0"/>
              </a:buClr>
              <a:buFont typeface="Courier New" panose="02070309020205020404" pitchFamily="49" charset="0"/>
              <a:buChar char="o"/>
            </a:pPr>
            <a:r>
              <a:rPr lang="en-US" dirty="0" smtClean="0"/>
              <a:t>How </a:t>
            </a:r>
            <a:r>
              <a:rPr lang="en-US" dirty="0"/>
              <a:t>can multiple columns be represented together?</a:t>
            </a:r>
          </a:p>
          <a:p>
            <a:pPr>
              <a:buClr>
                <a:srgbClr val="00B0F0"/>
              </a:buClr>
              <a:buFont typeface="Courier New" panose="02070309020205020404" pitchFamily="49" charset="0"/>
              <a:buChar char="o"/>
            </a:pPr>
            <a:r>
              <a:rPr lang="en-US" dirty="0"/>
              <a:t>This can be achieved by creating the </a:t>
            </a:r>
            <a:r>
              <a:rPr lang="en-US" dirty="0" err="1"/>
              <a:t>Numpy</a:t>
            </a:r>
            <a:r>
              <a:rPr lang="en-US" dirty="0"/>
              <a:t> array from List of Lists.</a:t>
            </a:r>
          </a:p>
          <a:p>
            <a:pPr>
              <a:buClr>
                <a:srgbClr val="00B0F0"/>
              </a:buClr>
              <a:buFont typeface="Courier New" panose="02070309020205020404" pitchFamily="49" charset="0"/>
              <a:buChar char="o"/>
            </a:pPr>
            <a:r>
              <a:rPr lang="en-US" dirty="0"/>
              <a:t>Let us understand , how to represent the car 'mpg', ‘horsepower’, and 'acceleration' values in a </a:t>
            </a:r>
            <a:r>
              <a:rPr lang="en-US" dirty="0" err="1"/>
              <a:t>Numpy</a:t>
            </a:r>
            <a:r>
              <a:rPr lang="en-US" dirty="0"/>
              <a:t> array.</a:t>
            </a:r>
          </a:p>
          <a:p>
            <a:pPr>
              <a:buClr>
                <a:srgbClr val="00B0F0"/>
              </a:buClr>
              <a:buFont typeface="Courier New" panose="02070309020205020404" pitchFamily="49" charset="0"/>
              <a:buChar char="o"/>
            </a:pPr>
            <a:endParaRPr lang="en-IN" dirty="0" smtClean="0"/>
          </a:p>
          <a:p>
            <a:pPr marL="0" indent="0">
              <a:buClr>
                <a:srgbClr val="00B0F0"/>
              </a:buClr>
              <a:buNone/>
            </a:pPr>
            <a:endParaRPr lang="en-US" dirty="0"/>
          </a:p>
          <a:p>
            <a:r>
              <a:rPr lang="en-US" dirty="0"/>
              <a:t/>
            </a:r>
            <a:br>
              <a:rPr lang="en-US" dirty="0"/>
            </a:br>
            <a:endParaRPr lang="en-US" dirty="0"/>
          </a:p>
          <a:p>
            <a:r>
              <a:rPr lang="en-US" dirty="0"/>
              <a:t/>
            </a:r>
            <a:br>
              <a:rPr lang="en-US" dirty="0"/>
            </a:br>
            <a:endParaRPr lang="en-US" dirty="0"/>
          </a:p>
        </p:txBody>
      </p:sp>
      <p:pic>
        <p:nvPicPr>
          <p:cNvPr id="2467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0206" y="3273768"/>
            <a:ext cx="6768027" cy="1125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8"/>
          <p:cNvPicPr/>
          <p:nvPr/>
        </p:nvPicPr>
        <p:blipFill>
          <a:blip r:embed="rId3">
            <a:extLst>
              <a:ext uri="{28A0092B-C50C-407E-A947-70E740481C1C}">
                <a14:useLocalDpi xmlns:a14="http://schemas.microsoft.com/office/drawing/2010/main" val="0"/>
              </a:ext>
            </a:extLst>
          </a:blip>
          <a:srcRect/>
          <a:stretch>
            <a:fillRect/>
          </a:stretch>
        </p:blipFill>
        <p:spPr bwMode="auto">
          <a:xfrm>
            <a:off x="4236565" y="5132558"/>
            <a:ext cx="3585261" cy="835756"/>
          </a:xfrm>
          <a:prstGeom prst="rect">
            <a:avLst/>
          </a:prstGeom>
          <a:noFill/>
          <a:ln>
            <a:noFill/>
          </a:ln>
        </p:spPr>
      </p:pic>
    </p:spTree>
    <p:extLst>
      <p:ext uri="{BB962C8B-B14F-4D97-AF65-F5344CB8AC3E}">
        <p14:creationId xmlns:p14="http://schemas.microsoft.com/office/powerpoint/2010/main" val="101452909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IN" dirty="0" err="1" smtClean="0"/>
              <a:t>NumPy</a:t>
            </a:r>
            <a:r>
              <a:rPr lang="en-IN" dirty="0" smtClean="0"/>
              <a:t> Array</a:t>
            </a:r>
            <a:endParaRPr lang="en-IN" dirty="0"/>
          </a:p>
          <a:p>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506627" y="1287163"/>
            <a:ext cx="10898659" cy="4925451"/>
          </a:xfrm>
        </p:spPr>
        <p:txBody>
          <a:bodyPr/>
          <a:lstStyle/>
          <a:p>
            <a:pPr>
              <a:buClr>
                <a:srgbClr val="00B0F0"/>
              </a:buClr>
              <a:buFont typeface="Courier New" panose="02070309020205020404" pitchFamily="49" charset="0"/>
              <a:buChar char="o"/>
            </a:pPr>
            <a:r>
              <a:rPr lang="en-US" dirty="0" smtClean="0"/>
              <a:t>The </a:t>
            </a:r>
            <a:r>
              <a:rPr lang="en-US" dirty="0" err="1"/>
              <a:t>numpy.ndarray.shape</a:t>
            </a:r>
            <a:r>
              <a:rPr lang="en-US" dirty="0"/>
              <a:t> returns a tuple that describes the shape of the array.</a:t>
            </a:r>
          </a:p>
          <a:p>
            <a:pPr>
              <a:buClr>
                <a:srgbClr val="00B0F0"/>
              </a:buClr>
              <a:buFont typeface="Courier New" panose="02070309020205020404" pitchFamily="49" charset="0"/>
              <a:buChar char="o"/>
            </a:pPr>
            <a:r>
              <a:rPr lang="en-US" dirty="0"/>
              <a:t>For example:</a:t>
            </a:r>
          </a:p>
          <a:p>
            <a:pPr lvl="1">
              <a:buClr>
                <a:srgbClr val="00B0F0"/>
              </a:buClr>
              <a:buFont typeface="Courier New" panose="02070309020205020404" pitchFamily="49" charset="0"/>
              <a:buChar char="o"/>
            </a:pPr>
            <a:r>
              <a:rPr lang="en-US" dirty="0" smtClean="0"/>
              <a:t>a </a:t>
            </a:r>
            <a:r>
              <a:rPr lang="en-US" dirty="0"/>
              <a:t>one-dimensional array having 10 elements will have a shape as (10,)</a:t>
            </a:r>
          </a:p>
          <a:p>
            <a:pPr lvl="1">
              <a:buClr>
                <a:srgbClr val="00B0F0"/>
              </a:buClr>
              <a:buFont typeface="Courier New" panose="02070309020205020404" pitchFamily="49" charset="0"/>
              <a:buChar char="o"/>
            </a:pPr>
            <a:r>
              <a:rPr lang="en-US" dirty="0" smtClean="0"/>
              <a:t>a </a:t>
            </a:r>
            <a:r>
              <a:rPr lang="en-US" dirty="0"/>
              <a:t>two-dimensional array having 10 elements distributed evenly in two rows will have a shape as (2,5)</a:t>
            </a:r>
          </a:p>
          <a:p>
            <a:pPr>
              <a:buClr>
                <a:srgbClr val="00B0F0"/>
              </a:buClr>
              <a:buFont typeface="Courier New" panose="02070309020205020404" pitchFamily="49" charset="0"/>
              <a:buChar char="o"/>
            </a:pPr>
            <a:r>
              <a:rPr lang="en-US" dirty="0"/>
              <a:t>Let us comprehend, how to find out the shape of car attributes array</a:t>
            </a:r>
            <a:r>
              <a:rPr lang="en-US" dirty="0" smtClean="0"/>
              <a:t>.</a:t>
            </a:r>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r>
              <a:rPr lang="en-IN" dirty="0"/>
              <a:t>Here, 3 represents the number of rows and 5 represents the number of elements in each row</a:t>
            </a:r>
            <a:r>
              <a:rPr lang="en-IN" dirty="0" smtClean="0"/>
              <a:t>.</a:t>
            </a:r>
            <a:r>
              <a:rPr lang="en-US" dirty="0"/>
              <a:t/>
            </a:r>
            <a:br>
              <a:rPr lang="en-US" dirty="0"/>
            </a:br>
            <a:endParaRPr lang="en-US" dirty="0"/>
          </a:p>
        </p:txBody>
      </p:sp>
      <p:pic>
        <p:nvPicPr>
          <p:cNvPr id="2478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1426" y="3608303"/>
            <a:ext cx="5505450" cy="124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p:cNvPicPr/>
          <p:nvPr/>
        </p:nvPicPr>
        <p:blipFill>
          <a:blip r:embed="rId3">
            <a:extLst>
              <a:ext uri="{28A0092B-C50C-407E-A947-70E740481C1C}">
                <a14:useLocalDpi xmlns:a14="http://schemas.microsoft.com/office/drawing/2010/main" val="0"/>
              </a:ext>
            </a:extLst>
          </a:blip>
          <a:srcRect/>
          <a:stretch>
            <a:fillRect/>
          </a:stretch>
        </p:blipFill>
        <p:spPr bwMode="auto">
          <a:xfrm>
            <a:off x="7937155" y="5003714"/>
            <a:ext cx="619125" cy="285750"/>
          </a:xfrm>
          <a:prstGeom prst="rect">
            <a:avLst/>
          </a:prstGeom>
          <a:noFill/>
          <a:ln>
            <a:noFill/>
          </a:ln>
        </p:spPr>
      </p:pic>
    </p:spTree>
    <p:extLst>
      <p:ext uri="{BB962C8B-B14F-4D97-AF65-F5344CB8AC3E}">
        <p14:creationId xmlns:p14="http://schemas.microsoft.com/office/powerpoint/2010/main" val="320568251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0C813FEE-17AE-5D09-7E31-73405E276A3F}"/>
              </a:ext>
            </a:extLst>
          </p:cNvPr>
          <p:cNvSpPr>
            <a:spLocks noGrp="1"/>
          </p:cNvSpPr>
          <p:nvPr>
            <p:ph type="body" sz="quarter" idx="11"/>
          </p:nvPr>
        </p:nvSpPr>
        <p:spPr/>
        <p:txBody>
          <a:bodyPr/>
          <a:lstStyle/>
          <a:p>
            <a:r>
              <a:rPr lang="en-IN" dirty="0"/>
              <a:t>'</a:t>
            </a:r>
            <a:r>
              <a:rPr lang="en-IN" dirty="0" err="1"/>
              <a:t>dtype</a:t>
            </a:r>
            <a:r>
              <a:rPr lang="en-IN" dirty="0"/>
              <a:t>' of </a:t>
            </a:r>
            <a:r>
              <a:rPr lang="en-IN" dirty="0" err="1"/>
              <a:t>ndarray</a:t>
            </a:r>
            <a:endParaRPr lang="en-IN" dirty="0"/>
          </a:p>
          <a:p>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B33B5B80-9820-6A94-CE15-9D36A6ED4C44}"/>
              </a:ext>
            </a:extLst>
          </p:cNvPr>
          <p:cNvSpPr>
            <a:spLocks noGrp="1"/>
          </p:cNvSpPr>
          <p:nvPr>
            <p:ph type="body" sz="quarter" idx="13"/>
          </p:nvPr>
        </p:nvSpPr>
        <p:spPr>
          <a:xfrm>
            <a:off x="182880" y="1056399"/>
            <a:ext cx="11450409" cy="1933863"/>
          </a:xfrm>
        </p:spPr>
        <p:txBody>
          <a:bodyPr/>
          <a:lstStyle/>
          <a:p>
            <a:pPr lvl="0">
              <a:buClr>
                <a:srgbClr val="00B0F0"/>
              </a:buClr>
              <a:buFont typeface="Courier New" panose="02070309020205020404" pitchFamily="49" charset="0"/>
              <a:buChar char="o"/>
            </a:pPr>
            <a:r>
              <a:rPr lang="en-US" dirty="0" smtClean="0"/>
              <a:t>'</a:t>
            </a:r>
            <a:r>
              <a:rPr lang="en-US" dirty="0" err="1" smtClean="0"/>
              <a:t>dtype</a:t>
            </a:r>
            <a:r>
              <a:rPr lang="en-US" dirty="0"/>
              <a:t>' refers to the data type of the data contained by the array. </a:t>
            </a:r>
            <a:r>
              <a:rPr lang="en-US" dirty="0" err="1"/>
              <a:t>Numpy</a:t>
            </a:r>
            <a:r>
              <a:rPr lang="en-US" dirty="0"/>
              <a:t> supports multiple </a:t>
            </a:r>
            <a:r>
              <a:rPr lang="en-US" dirty="0" err="1"/>
              <a:t>datatypes</a:t>
            </a:r>
            <a:r>
              <a:rPr lang="en-US" dirty="0"/>
              <a:t> like integer, float, string, </a:t>
            </a:r>
            <a:r>
              <a:rPr lang="en-US" dirty="0" err="1"/>
              <a:t>boolean</a:t>
            </a:r>
            <a:r>
              <a:rPr lang="en-US" dirty="0"/>
              <a:t> etc.</a:t>
            </a:r>
          </a:p>
          <a:p>
            <a:pPr lvl="0">
              <a:buClr>
                <a:srgbClr val="00B0F0"/>
              </a:buClr>
              <a:buFont typeface="Courier New" panose="02070309020205020404" pitchFamily="49" charset="0"/>
              <a:buChar char="o"/>
            </a:pPr>
            <a:r>
              <a:rPr lang="en-US" dirty="0"/>
              <a:t>Below is an example of using </a:t>
            </a:r>
            <a:r>
              <a:rPr lang="en-US" dirty="0" err="1"/>
              <a:t>dtype</a:t>
            </a:r>
            <a:r>
              <a:rPr lang="en-US" dirty="0"/>
              <a:t> property to identify the data type of elements in an array.</a:t>
            </a:r>
          </a:p>
          <a:p>
            <a:r>
              <a:rPr lang="en-US" dirty="0"/>
              <a:t/>
            </a:r>
            <a:br>
              <a:rPr lang="en-US" dirty="0"/>
            </a:br>
            <a:endParaRPr lang="en-US"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a16="http://schemas.microsoft.com/office/drawing/2014/main" xmlns=""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488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2432" y="2857499"/>
            <a:ext cx="6867268" cy="13377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p:cNvPicPr/>
          <p:nvPr/>
        </p:nvPicPr>
        <p:blipFill>
          <a:blip r:embed="rId3">
            <a:extLst>
              <a:ext uri="{28A0092B-C50C-407E-A947-70E740481C1C}">
                <a14:useLocalDpi xmlns:a14="http://schemas.microsoft.com/office/drawing/2010/main" val="0"/>
              </a:ext>
            </a:extLst>
          </a:blip>
          <a:srcRect/>
          <a:stretch>
            <a:fillRect/>
          </a:stretch>
        </p:blipFill>
        <p:spPr bwMode="auto">
          <a:xfrm>
            <a:off x="2741268" y="4720409"/>
            <a:ext cx="1247775" cy="333375"/>
          </a:xfrm>
          <a:prstGeom prst="rect">
            <a:avLst/>
          </a:prstGeom>
          <a:noFill/>
          <a:ln>
            <a:noFill/>
          </a:ln>
        </p:spPr>
      </p:pic>
    </p:spTree>
    <p:extLst>
      <p:ext uri="{BB962C8B-B14F-4D97-AF65-F5344CB8AC3E}">
        <p14:creationId xmlns:p14="http://schemas.microsoft.com/office/powerpoint/2010/main" val="70351447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0C813FEE-17AE-5D09-7E31-73405E276A3F}"/>
              </a:ext>
            </a:extLst>
          </p:cNvPr>
          <p:cNvSpPr>
            <a:spLocks noGrp="1"/>
          </p:cNvSpPr>
          <p:nvPr>
            <p:ph type="body" sz="quarter" idx="11"/>
          </p:nvPr>
        </p:nvSpPr>
        <p:spPr/>
        <p:txBody>
          <a:bodyPr/>
          <a:lstStyle/>
          <a:p>
            <a:r>
              <a:rPr lang="en-IN" b="1" dirty="0"/>
              <a:t>Changing </a:t>
            </a:r>
            <a:r>
              <a:rPr lang="en-IN" b="1" dirty="0" err="1"/>
              <a:t>dtype</a:t>
            </a:r>
            <a:r>
              <a:rPr lang="en-IN" b="1" dirty="0"/>
              <a:t> </a:t>
            </a:r>
          </a:p>
          <a:p>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B33B5B80-9820-6A94-CE15-9D36A6ED4C44}"/>
              </a:ext>
            </a:extLst>
          </p:cNvPr>
          <p:cNvSpPr>
            <a:spLocks noGrp="1"/>
          </p:cNvSpPr>
          <p:nvPr>
            <p:ph type="body" sz="quarter" idx="13"/>
          </p:nvPr>
        </p:nvSpPr>
        <p:spPr>
          <a:xfrm>
            <a:off x="182880" y="1056399"/>
            <a:ext cx="11450409" cy="2238562"/>
          </a:xfrm>
        </p:spPr>
        <p:txBody>
          <a:bodyPr/>
          <a:lstStyle/>
          <a:p>
            <a:pPr lvl="0">
              <a:buClr>
                <a:srgbClr val="00B0F0"/>
              </a:buClr>
              <a:buFont typeface="Courier New" panose="02070309020205020404" pitchFamily="49" charset="0"/>
              <a:buChar char="o"/>
            </a:pPr>
            <a:r>
              <a:rPr lang="en-US" dirty="0" err="1" smtClean="0"/>
              <a:t>Numpy</a:t>
            </a:r>
            <a:r>
              <a:rPr lang="en-US" dirty="0" smtClean="0"/>
              <a:t> </a:t>
            </a:r>
            <a:r>
              <a:rPr lang="en-US" dirty="0" err="1"/>
              <a:t>dtype</a:t>
            </a:r>
            <a:r>
              <a:rPr lang="en-US" dirty="0"/>
              <a:t> can be changed as per requirements. For example, an array of integers can be converted to float.</a:t>
            </a:r>
          </a:p>
          <a:p>
            <a:pPr lvl="0">
              <a:buClr>
                <a:srgbClr val="00B0F0"/>
              </a:buClr>
              <a:buFont typeface="Courier New" panose="02070309020205020404" pitchFamily="49" charset="0"/>
              <a:buChar char="o"/>
            </a:pPr>
            <a:r>
              <a:rPr lang="en-US" dirty="0"/>
              <a:t>Below is an example of using </a:t>
            </a:r>
            <a:r>
              <a:rPr lang="en-US" dirty="0" err="1"/>
              <a:t>dtype</a:t>
            </a:r>
            <a:r>
              <a:rPr lang="en-US" dirty="0"/>
              <a:t> as an argument of </a:t>
            </a:r>
            <a:r>
              <a:rPr lang="en-US" dirty="0" err="1"/>
              <a:t>np.array</a:t>
            </a:r>
            <a:r>
              <a:rPr lang="en-US" dirty="0"/>
              <a:t>() function to convert the data type of elements from integer to float.</a:t>
            </a:r>
          </a:p>
          <a:p>
            <a:r>
              <a:rPr lang="en-US" dirty="0"/>
              <a:t/>
            </a:r>
            <a:br>
              <a:rPr lang="en-US" dirty="0"/>
            </a:br>
            <a:endParaRPr lang="en-US"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a16="http://schemas.microsoft.com/office/drawing/2014/main" xmlns=""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498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7155" y="2868698"/>
            <a:ext cx="6943664" cy="16909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8"/>
          <p:cNvPicPr/>
          <p:nvPr/>
        </p:nvPicPr>
        <p:blipFill>
          <a:blip r:embed="rId3">
            <a:extLst>
              <a:ext uri="{28A0092B-C50C-407E-A947-70E740481C1C}">
                <a14:useLocalDpi xmlns:a14="http://schemas.microsoft.com/office/drawing/2010/main" val="0"/>
              </a:ext>
            </a:extLst>
          </a:blip>
          <a:srcRect/>
          <a:stretch>
            <a:fillRect/>
          </a:stretch>
        </p:blipFill>
        <p:spPr bwMode="auto">
          <a:xfrm>
            <a:off x="3037445" y="4930861"/>
            <a:ext cx="2533650" cy="876300"/>
          </a:xfrm>
          <a:prstGeom prst="rect">
            <a:avLst/>
          </a:prstGeom>
          <a:noFill/>
          <a:ln>
            <a:noFill/>
          </a:ln>
        </p:spPr>
      </p:pic>
    </p:spTree>
    <p:extLst>
      <p:ext uri="{BB962C8B-B14F-4D97-AF65-F5344CB8AC3E}">
        <p14:creationId xmlns:p14="http://schemas.microsoft.com/office/powerpoint/2010/main" val="197266688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0C813FEE-17AE-5D09-7E31-73405E276A3F}"/>
              </a:ext>
            </a:extLst>
          </p:cNvPr>
          <p:cNvSpPr>
            <a:spLocks noGrp="1"/>
          </p:cNvSpPr>
          <p:nvPr>
            <p:ph type="body" sz="quarter" idx="11"/>
          </p:nvPr>
        </p:nvSpPr>
        <p:spPr/>
        <p:txBody>
          <a:bodyPr/>
          <a:lstStyle/>
          <a:p>
            <a:r>
              <a:rPr lang="en-IN" dirty="0"/>
              <a:t>Accessing </a:t>
            </a:r>
            <a:r>
              <a:rPr lang="en-IN" dirty="0" err="1"/>
              <a:t>Numpy</a:t>
            </a:r>
            <a:r>
              <a:rPr lang="en-IN" dirty="0"/>
              <a:t> arrays</a:t>
            </a:r>
          </a:p>
          <a:p>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B33B5B80-9820-6A94-CE15-9D36A6ED4C44}"/>
              </a:ext>
            </a:extLst>
          </p:cNvPr>
          <p:cNvSpPr>
            <a:spLocks noGrp="1"/>
          </p:cNvSpPr>
          <p:nvPr>
            <p:ph type="body" sz="quarter" idx="13"/>
          </p:nvPr>
        </p:nvSpPr>
        <p:spPr>
          <a:xfrm>
            <a:off x="182880" y="1056399"/>
            <a:ext cx="11450409" cy="2139047"/>
          </a:xfrm>
        </p:spPr>
        <p:txBody>
          <a:bodyPr/>
          <a:lstStyle/>
          <a:p>
            <a:pPr lvl="0">
              <a:buClr>
                <a:srgbClr val="00B0F0"/>
              </a:buClr>
              <a:buFont typeface="Courier New" panose="02070309020205020404" pitchFamily="49" charset="0"/>
              <a:buChar char="o"/>
            </a:pPr>
            <a:r>
              <a:rPr lang="en-US" dirty="0" smtClean="0"/>
              <a:t>The </a:t>
            </a:r>
            <a:r>
              <a:rPr lang="en-US" dirty="0"/>
              <a:t>elements in the </a:t>
            </a:r>
            <a:r>
              <a:rPr lang="en-US" dirty="0" err="1"/>
              <a:t>ndarray</a:t>
            </a:r>
            <a:r>
              <a:rPr lang="en-US" dirty="0"/>
              <a:t> are accessed using index within the square brackets [ ]. </a:t>
            </a:r>
            <a:endParaRPr lang="en-US" dirty="0" smtClean="0"/>
          </a:p>
          <a:p>
            <a:pPr lvl="0">
              <a:buClr>
                <a:srgbClr val="00B0F0"/>
              </a:buClr>
              <a:buFont typeface="Courier New" panose="02070309020205020404" pitchFamily="49" charset="0"/>
              <a:buChar char="o"/>
            </a:pPr>
            <a:r>
              <a:rPr lang="en-US" dirty="0" smtClean="0"/>
              <a:t>In </a:t>
            </a:r>
            <a:r>
              <a:rPr lang="en-US" dirty="0" err="1"/>
              <a:t>Numpy</a:t>
            </a:r>
            <a:r>
              <a:rPr lang="en-US" dirty="0"/>
              <a:t>, both positive and negative indices can be used to access elements in the </a:t>
            </a:r>
            <a:r>
              <a:rPr lang="en-US" dirty="0" err="1"/>
              <a:t>ndarray</a:t>
            </a:r>
            <a:r>
              <a:rPr lang="en-US" dirty="0"/>
              <a:t>. </a:t>
            </a:r>
            <a:endParaRPr lang="en-US" dirty="0" smtClean="0"/>
          </a:p>
          <a:p>
            <a:pPr lvl="0">
              <a:buClr>
                <a:srgbClr val="00B0F0"/>
              </a:buClr>
              <a:buFont typeface="Courier New" panose="02070309020205020404" pitchFamily="49" charset="0"/>
              <a:buChar char="o"/>
            </a:pPr>
            <a:r>
              <a:rPr lang="en-US" dirty="0" smtClean="0"/>
              <a:t>Positive </a:t>
            </a:r>
            <a:r>
              <a:rPr lang="en-US" dirty="0"/>
              <a:t>indices start from the beginning of the array, while negative indices start from the end of the </a:t>
            </a:r>
            <a:r>
              <a:rPr lang="en-US" dirty="0" smtClean="0"/>
              <a:t>array.</a:t>
            </a:r>
          </a:p>
          <a:p>
            <a:pPr lvl="0">
              <a:buClr>
                <a:srgbClr val="00B0F0"/>
              </a:buClr>
              <a:buFont typeface="Courier New" panose="02070309020205020404" pitchFamily="49" charset="0"/>
              <a:buChar char="o"/>
            </a:pPr>
            <a:r>
              <a:rPr lang="en-US" dirty="0" smtClean="0"/>
              <a:t>Array </a:t>
            </a:r>
            <a:r>
              <a:rPr lang="en-US" dirty="0"/>
              <a:t>indexing starts from 0 in positive indexing and from -1 in negative indexing.</a:t>
            </a:r>
            <a:r>
              <a:rPr lang="en-US" dirty="0"/>
              <a:t/>
            </a:r>
            <a:br>
              <a:rPr lang="en-US" dirty="0"/>
            </a:br>
            <a:endParaRPr lang="en-US"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a16="http://schemas.microsoft.com/office/drawing/2014/main" xmlns=""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p:cNvPicPr/>
          <p:nvPr/>
        </p:nvPicPr>
        <p:blipFill>
          <a:blip r:embed="rId2"/>
          <a:stretch>
            <a:fillRect/>
          </a:stretch>
        </p:blipFill>
        <p:spPr>
          <a:xfrm>
            <a:off x="3885556" y="3681027"/>
            <a:ext cx="4961882" cy="1261676"/>
          </a:xfrm>
          <a:prstGeom prst="rect">
            <a:avLst/>
          </a:prstGeom>
        </p:spPr>
      </p:pic>
    </p:spTree>
    <p:extLst>
      <p:ext uri="{BB962C8B-B14F-4D97-AF65-F5344CB8AC3E}">
        <p14:creationId xmlns:p14="http://schemas.microsoft.com/office/powerpoint/2010/main" val="417610135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0C813FEE-17AE-5D09-7E31-73405E276A3F}"/>
              </a:ext>
            </a:extLst>
          </p:cNvPr>
          <p:cNvSpPr>
            <a:spLocks noGrp="1"/>
          </p:cNvSpPr>
          <p:nvPr>
            <p:ph type="body" sz="quarter" idx="11"/>
          </p:nvPr>
        </p:nvSpPr>
        <p:spPr/>
        <p:txBody>
          <a:bodyPr/>
          <a:lstStyle/>
          <a:p>
            <a:r>
              <a:rPr lang="en-IN" dirty="0"/>
              <a:t>Accessing </a:t>
            </a:r>
            <a:r>
              <a:rPr lang="en-IN" dirty="0" err="1"/>
              <a:t>Numpy</a:t>
            </a:r>
            <a:r>
              <a:rPr lang="en-IN" dirty="0"/>
              <a:t> arrays</a:t>
            </a:r>
          </a:p>
          <a:p>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B33B5B80-9820-6A94-CE15-9D36A6ED4C44}"/>
              </a:ext>
            </a:extLst>
          </p:cNvPr>
          <p:cNvSpPr>
            <a:spLocks noGrp="1"/>
          </p:cNvSpPr>
          <p:nvPr>
            <p:ph type="body" sz="quarter" idx="13"/>
          </p:nvPr>
        </p:nvSpPr>
        <p:spPr>
          <a:xfrm>
            <a:off x="182880" y="1056399"/>
            <a:ext cx="11450409" cy="3363998"/>
          </a:xfrm>
        </p:spPr>
        <p:txBody>
          <a:bodyPr/>
          <a:lstStyle/>
          <a:p>
            <a:pPr lvl="0">
              <a:buClr>
                <a:srgbClr val="00B0F0"/>
              </a:buClr>
              <a:buFont typeface="Courier New" panose="02070309020205020404" pitchFamily="49" charset="0"/>
              <a:buChar char="o"/>
            </a:pPr>
            <a:r>
              <a:rPr lang="en-US" dirty="0" smtClean="0"/>
              <a:t>1</a:t>
            </a:r>
            <a:r>
              <a:rPr lang="en-US" dirty="0"/>
              <a:t>. Accessing element from 1D array</a:t>
            </a:r>
            <a:r>
              <a:rPr lang="en-US" dirty="0" smtClean="0"/>
              <a:t>.</a:t>
            </a:r>
          </a:p>
          <a:p>
            <a:pPr lvl="0">
              <a:buClr>
                <a:srgbClr val="00B0F0"/>
              </a:buClr>
              <a:buFont typeface="Courier New" panose="02070309020205020404" pitchFamily="49" charset="0"/>
              <a:buChar char="o"/>
            </a:pPr>
            <a:endParaRPr lang="en-US" dirty="0"/>
          </a:p>
          <a:p>
            <a:pPr lvl="0">
              <a:buClr>
                <a:srgbClr val="00B0F0"/>
              </a:buClr>
              <a:buFont typeface="Courier New" panose="02070309020205020404" pitchFamily="49" charset="0"/>
              <a:buChar char="o"/>
            </a:pPr>
            <a:endParaRPr lang="en-US" dirty="0" smtClean="0"/>
          </a:p>
          <a:p>
            <a:pPr lvl="0">
              <a:buClr>
                <a:srgbClr val="00B0F0"/>
              </a:buClr>
              <a:buFont typeface="Courier New" panose="02070309020205020404" pitchFamily="49" charset="0"/>
              <a:buChar char="o"/>
            </a:pPr>
            <a:endParaRPr lang="en-US" dirty="0"/>
          </a:p>
          <a:p>
            <a:pPr lvl="0">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r>
              <a:rPr lang="en-IN" b="1" dirty="0"/>
              <a:t>2. Accessing elements from a 2D array</a:t>
            </a:r>
          </a:p>
          <a:p>
            <a:pPr marL="0" lvl="0" indent="0">
              <a:buClr>
                <a:srgbClr val="00B0F0"/>
              </a:buClr>
              <a:buNone/>
            </a:pPr>
            <a:endParaRPr lang="en-US" dirty="0"/>
          </a:p>
        </p:txBody>
      </p:sp>
      <p:sp>
        <p:nvSpPr>
          <p:cNvPr id="2" name="AutoShape 2" descr="https://infyspringboard.onwingspan.com/common-content-store/Shared/Shared/Public/lex_auth_012563459509018624305_shared/web-hosted/assets/8.Constructs.png">
            <a:extLst>
              <a:ext uri="{FF2B5EF4-FFF2-40B4-BE49-F238E27FC236}">
                <a16:creationId xmlns:a16="http://schemas.microsoft.com/office/drawing/2014/main" xmlns=""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508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5447" y="1816443"/>
            <a:ext cx="6475657" cy="1047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8"/>
          <p:cNvPicPr/>
          <p:nvPr/>
        </p:nvPicPr>
        <p:blipFill>
          <a:blip r:embed="rId3">
            <a:extLst>
              <a:ext uri="{28A0092B-C50C-407E-A947-70E740481C1C}">
                <a14:useLocalDpi xmlns:a14="http://schemas.microsoft.com/office/drawing/2010/main" val="0"/>
              </a:ext>
            </a:extLst>
          </a:blip>
          <a:srcRect/>
          <a:stretch>
            <a:fillRect/>
          </a:stretch>
        </p:blipFill>
        <p:spPr bwMode="auto">
          <a:xfrm>
            <a:off x="2114421" y="3114674"/>
            <a:ext cx="1685925" cy="314325"/>
          </a:xfrm>
          <a:prstGeom prst="rect">
            <a:avLst/>
          </a:prstGeom>
          <a:noFill/>
          <a:ln>
            <a:noFill/>
          </a:ln>
        </p:spPr>
      </p:pic>
      <p:pic>
        <p:nvPicPr>
          <p:cNvPr id="25088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01986" y="4232062"/>
            <a:ext cx="5362575" cy="103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9"/>
          <p:cNvPicPr/>
          <p:nvPr/>
        </p:nvPicPr>
        <p:blipFill>
          <a:blip r:embed="rId5">
            <a:extLst>
              <a:ext uri="{28A0092B-C50C-407E-A947-70E740481C1C}">
                <a14:useLocalDpi xmlns:a14="http://schemas.microsoft.com/office/drawing/2010/main" val="0"/>
              </a:ext>
            </a:extLst>
          </a:blip>
          <a:srcRect/>
          <a:stretch>
            <a:fillRect/>
          </a:stretch>
        </p:blipFill>
        <p:spPr bwMode="auto">
          <a:xfrm>
            <a:off x="3318819" y="5563115"/>
            <a:ext cx="5257800" cy="723900"/>
          </a:xfrm>
          <a:prstGeom prst="rect">
            <a:avLst/>
          </a:prstGeom>
          <a:noFill/>
          <a:ln>
            <a:noFill/>
          </a:ln>
        </p:spPr>
      </p:pic>
    </p:spTree>
    <p:extLst>
      <p:ext uri="{BB962C8B-B14F-4D97-AF65-F5344CB8AC3E}">
        <p14:creationId xmlns:p14="http://schemas.microsoft.com/office/powerpoint/2010/main" val="357286586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0C813FEE-17AE-5D09-7E31-73405E276A3F}"/>
              </a:ext>
            </a:extLst>
          </p:cNvPr>
          <p:cNvSpPr>
            <a:spLocks noGrp="1"/>
          </p:cNvSpPr>
          <p:nvPr>
            <p:ph type="body" sz="quarter" idx="11"/>
          </p:nvPr>
        </p:nvSpPr>
        <p:spPr/>
        <p:txBody>
          <a:bodyPr/>
          <a:lstStyle/>
          <a:p>
            <a:r>
              <a:rPr lang="en-IN" dirty="0"/>
              <a:t>Accessing </a:t>
            </a:r>
            <a:r>
              <a:rPr lang="en-IN" dirty="0" err="1"/>
              <a:t>Numpy</a:t>
            </a:r>
            <a:r>
              <a:rPr lang="en-IN" dirty="0"/>
              <a:t> arrays</a:t>
            </a:r>
          </a:p>
          <a:p>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B33B5B80-9820-6A94-CE15-9D36A6ED4C44}"/>
              </a:ext>
            </a:extLst>
          </p:cNvPr>
          <p:cNvSpPr>
            <a:spLocks noGrp="1"/>
          </p:cNvSpPr>
          <p:nvPr>
            <p:ph type="body" sz="quarter" idx="13"/>
          </p:nvPr>
        </p:nvSpPr>
        <p:spPr>
          <a:xfrm>
            <a:off x="182880" y="1056399"/>
            <a:ext cx="11450409" cy="1697901"/>
          </a:xfrm>
        </p:spPr>
        <p:txBody>
          <a:bodyPr/>
          <a:lstStyle/>
          <a:p>
            <a:pPr>
              <a:buClr>
                <a:srgbClr val="00B0F0"/>
              </a:buClr>
              <a:buFont typeface="Courier New" panose="02070309020205020404" pitchFamily="49" charset="0"/>
              <a:buChar char="o"/>
            </a:pPr>
            <a:r>
              <a:rPr lang="en-IN" b="1" dirty="0" smtClean="0"/>
              <a:t> </a:t>
            </a:r>
            <a:r>
              <a:rPr lang="en-IN" b="1" dirty="0"/>
              <a:t>Accessing elements from a 2D </a:t>
            </a:r>
            <a:r>
              <a:rPr lang="en-IN" b="1" dirty="0" smtClean="0"/>
              <a:t>array</a:t>
            </a:r>
          </a:p>
          <a:p>
            <a:pPr lvl="1">
              <a:buClr>
                <a:srgbClr val="00B0F0"/>
              </a:buClr>
              <a:buFont typeface="Courier New" panose="02070309020205020404" pitchFamily="49" charset="0"/>
              <a:buChar char="o"/>
            </a:pPr>
            <a:r>
              <a:rPr lang="en-US" dirty="0"/>
              <a:t>The syntax for accessing elements in a </a:t>
            </a:r>
            <a:r>
              <a:rPr lang="en-US" b="1" dirty="0"/>
              <a:t>2D </a:t>
            </a:r>
            <a:r>
              <a:rPr lang="en-US" b="1" dirty="0" err="1"/>
              <a:t>NumPy</a:t>
            </a:r>
            <a:r>
              <a:rPr lang="en-US" b="1" dirty="0"/>
              <a:t> array</a:t>
            </a:r>
            <a:r>
              <a:rPr lang="en-US" dirty="0"/>
              <a:t> is:</a:t>
            </a:r>
          </a:p>
          <a:p>
            <a:pPr>
              <a:buClr>
                <a:srgbClr val="00B0F0"/>
              </a:buClr>
              <a:buFont typeface="Courier New" panose="02070309020205020404" pitchFamily="49" charset="0"/>
              <a:buChar char="o"/>
            </a:pPr>
            <a:endParaRPr lang="en-IN" b="1" dirty="0"/>
          </a:p>
          <a:p>
            <a:pPr marL="0" lvl="0" indent="0">
              <a:buClr>
                <a:srgbClr val="00B0F0"/>
              </a:buClr>
              <a:buNone/>
            </a:pPr>
            <a:endParaRPr lang="en-US" dirty="0"/>
          </a:p>
        </p:txBody>
      </p:sp>
      <p:sp>
        <p:nvSpPr>
          <p:cNvPr id="2" name="AutoShape 2" descr="https://infyspringboard.onwingspan.com/common-content-store/Shared/Shared/Public/lex_auth_012563459509018624305_shared/web-hosted/assets/8.Constructs.png">
            <a:extLst>
              <a:ext uri="{FF2B5EF4-FFF2-40B4-BE49-F238E27FC236}">
                <a16:creationId xmlns:a16="http://schemas.microsoft.com/office/drawing/2014/main" xmlns=""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74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6701" y="2236702"/>
            <a:ext cx="2873145" cy="5435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285642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0C813FEE-17AE-5D09-7E31-73405E276A3F}"/>
              </a:ext>
            </a:extLst>
          </p:cNvPr>
          <p:cNvSpPr>
            <a:spLocks noGrp="1"/>
          </p:cNvSpPr>
          <p:nvPr>
            <p:ph type="body" sz="quarter" idx="11"/>
          </p:nvPr>
        </p:nvSpPr>
        <p:spPr/>
        <p:txBody>
          <a:bodyPr/>
          <a:lstStyle/>
          <a:p>
            <a:r>
              <a:rPr lang="en-IN" dirty="0"/>
              <a:t>Slicing </a:t>
            </a:r>
            <a:r>
              <a:rPr lang="en-IN" dirty="0" err="1"/>
              <a:t>Numpy</a:t>
            </a:r>
            <a:r>
              <a:rPr lang="en-IN" dirty="0"/>
              <a:t> arrays</a:t>
            </a:r>
          </a:p>
          <a:p>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B33B5B80-9820-6A94-CE15-9D36A6ED4C44}"/>
              </a:ext>
            </a:extLst>
          </p:cNvPr>
          <p:cNvSpPr>
            <a:spLocks noGrp="1"/>
          </p:cNvSpPr>
          <p:nvPr>
            <p:ph type="body" sz="quarter" idx="13"/>
          </p:nvPr>
        </p:nvSpPr>
        <p:spPr>
          <a:xfrm>
            <a:off x="182880" y="1056399"/>
            <a:ext cx="11450409" cy="4757200"/>
          </a:xfrm>
        </p:spPr>
        <p:txBody>
          <a:bodyPr/>
          <a:lstStyle/>
          <a:p>
            <a:pPr lvl="0">
              <a:buClr>
                <a:srgbClr val="00B0F0"/>
              </a:buClr>
              <a:buFont typeface="Courier New" panose="02070309020205020404" pitchFamily="49" charset="0"/>
              <a:buChar char="o"/>
            </a:pPr>
            <a:r>
              <a:rPr lang="en-US" dirty="0" smtClean="0"/>
              <a:t>Slicing </a:t>
            </a:r>
            <a:r>
              <a:rPr lang="en-US" dirty="0"/>
              <a:t>is a way to access and obtain subsets of </a:t>
            </a:r>
            <a:r>
              <a:rPr lang="en-US" dirty="0" err="1"/>
              <a:t>ndarray</a:t>
            </a:r>
            <a:r>
              <a:rPr lang="en-US" dirty="0"/>
              <a:t> in </a:t>
            </a:r>
            <a:r>
              <a:rPr lang="en-US" dirty="0" err="1"/>
              <a:t>Numpy</a:t>
            </a:r>
            <a:r>
              <a:rPr lang="en-US" dirty="0"/>
              <a:t>. </a:t>
            </a:r>
          </a:p>
          <a:p>
            <a:pPr lvl="0">
              <a:buClr>
                <a:srgbClr val="00B0F0"/>
              </a:buClr>
              <a:buFont typeface="Courier New" panose="02070309020205020404" pitchFamily="49" charset="0"/>
              <a:buChar char="o"/>
            </a:pPr>
            <a:r>
              <a:rPr lang="en-US" dirty="0"/>
              <a:t>Syntax:  </a:t>
            </a:r>
            <a:endParaRPr lang="en-US" dirty="0" smtClean="0"/>
          </a:p>
          <a:p>
            <a:pPr lvl="1">
              <a:buClr>
                <a:srgbClr val="00B0F0"/>
              </a:buClr>
              <a:buFont typeface="Courier New" panose="02070309020205020404" pitchFamily="49" charset="0"/>
              <a:buChar char="o"/>
            </a:pPr>
            <a:r>
              <a:rPr lang="en-US" dirty="0" smtClean="0"/>
              <a:t> </a:t>
            </a:r>
            <a:r>
              <a:rPr lang="en-US" b="1" dirty="0" err="1"/>
              <a:t>array_name</a:t>
            </a:r>
            <a:r>
              <a:rPr lang="en-US" b="1" dirty="0"/>
              <a:t>[start : end] </a:t>
            </a:r>
            <a:r>
              <a:rPr lang="en-US" dirty="0"/>
              <a:t>– index starts at ‘start’ and ends at ‘end - 1’.</a:t>
            </a:r>
          </a:p>
          <a:p>
            <a:pPr lvl="0">
              <a:buClr>
                <a:srgbClr val="00B0F0"/>
              </a:buClr>
              <a:buFont typeface="Courier New" panose="02070309020205020404" pitchFamily="49" charset="0"/>
              <a:buChar char="o"/>
            </a:pPr>
            <a:r>
              <a:rPr lang="en-US" dirty="0" smtClean="0"/>
              <a:t>Slicing </a:t>
            </a:r>
            <a:r>
              <a:rPr lang="en-US" dirty="0"/>
              <a:t>from 1D array</a:t>
            </a:r>
          </a:p>
          <a:p>
            <a:pPr lvl="0">
              <a:buClr>
                <a:srgbClr val="00B0F0"/>
              </a:buClr>
              <a:buFont typeface="Courier New" panose="02070309020205020404" pitchFamily="49" charset="0"/>
              <a:buChar char="o"/>
            </a:pPr>
            <a:endParaRPr lang="en-US" dirty="0" smtClean="0"/>
          </a:p>
          <a:p>
            <a:pPr lvl="0">
              <a:buClr>
                <a:srgbClr val="00B0F0"/>
              </a:buClr>
              <a:buFont typeface="Courier New" panose="02070309020205020404" pitchFamily="49" charset="0"/>
              <a:buChar char="o"/>
            </a:pPr>
            <a:endParaRPr lang="en-US" dirty="0"/>
          </a:p>
          <a:p>
            <a:pPr lvl="0">
              <a:buClr>
                <a:srgbClr val="00B0F0"/>
              </a:buClr>
              <a:buFont typeface="Courier New" panose="02070309020205020404" pitchFamily="49" charset="0"/>
              <a:buChar char="o"/>
            </a:pPr>
            <a:endParaRPr lang="en-US" dirty="0" smtClean="0"/>
          </a:p>
          <a:p>
            <a:pPr lvl="0">
              <a:buClr>
                <a:srgbClr val="00B0F0"/>
              </a:buClr>
              <a:buFont typeface="Courier New" panose="02070309020205020404" pitchFamily="49" charset="0"/>
              <a:buChar char="o"/>
            </a:pPr>
            <a:endParaRPr lang="en-US" dirty="0"/>
          </a:p>
          <a:p>
            <a:pPr lvl="0">
              <a:buClr>
                <a:srgbClr val="00B0F0"/>
              </a:buClr>
              <a:buFont typeface="Courier New" panose="02070309020205020404" pitchFamily="49" charset="0"/>
              <a:buChar char="o"/>
            </a:pPr>
            <a:endParaRPr lang="en-US" dirty="0" smtClean="0"/>
          </a:p>
          <a:p>
            <a:pPr marL="0" lvl="0" indent="0">
              <a:buClr>
                <a:srgbClr val="00B0F0"/>
              </a:buClr>
              <a:buNone/>
            </a:pPr>
            <a:endParaRPr lang="en-US" dirty="0"/>
          </a:p>
        </p:txBody>
      </p:sp>
      <p:sp>
        <p:nvSpPr>
          <p:cNvPr id="2" name="AutoShape 2" descr="https://infyspringboard.onwingspan.com/common-content-store/Shared/Shared/Public/lex_auth_012563459509018624305_shared/web-hosted/assets/8.Constructs.png">
            <a:extLst>
              <a:ext uri="{FF2B5EF4-FFF2-40B4-BE49-F238E27FC236}">
                <a16:creationId xmlns:a16="http://schemas.microsoft.com/office/drawing/2014/main" xmlns=""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519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9184" y="3176201"/>
            <a:ext cx="6766224" cy="1111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10"/>
          <p:cNvPicPr/>
          <p:nvPr/>
        </p:nvPicPr>
        <p:blipFill>
          <a:blip r:embed="rId3">
            <a:extLst>
              <a:ext uri="{28A0092B-C50C-407E-A947-70E740481C1C}">
                <a14:useLocalDpi xmlns:a14="http://schemas.microsoft.com/office/drawing/2010/main" val="0"/>
              </a:ext>
            </a:extLst>
          </a:blip>
          <a:srcRect/>
          <a:stretch>
            <a:fillRect/>
          </a:stretch>
        </p:blipFill>
        <p:spPr bwMode="auto">
          <a:xfrm>
            <a:off x="3160883" y="4779876"/>
            <a:ext cx="5724525" cy="733425"/>
          </a:xfrm>
          <a:prstGeom prst="rect">
            <a:avLst/>
          </a:prstGeom>
          <a:noFill/>
          <a:ln>
            <a:noFill/>
          </a:ln>
        </p:spPr>
      </p:pic>
    </p:spTree>
    <p:extLst>
      <p:ext uri="{BB962C8B-B14F-4D97-AF65-F5344CB8AC3E}">
        <p14:creationId xmlns:p14="http://schemas.microsoft.com/office/powerpoint/2010/main" val="118757938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0C813FEE-17AE-5D09-7E31-73405E276A3F}"/>
              </a:ext>
            </a:extLst>
          </p:cNvPr>
          <p:cNvSpPr>
            <a:spLocks noGrp="1"/>
          </p:cNvSpPr>
          <p:nvPr>
            <p:ph type="body" sz="quarter" idx="11"/>
          </p:nvPr>
        </p:nvSpPr>
        <p:spPr/>
        <p:txBody>
          <a:bodyPr/>
          <a:lstStyle/>
          <a:p>
            <a:r>
              <a:rPr lang="en-IN" dirty="0"/>
              <a:t>Slicing </a:t>
            </a:r>
            <a:r>
              <a:rPr lang="en-IN" dirty="0" err="1"/>
              <a:t>Numpy</a:t>
            </a:r>
            <a:r>
              <a:rPr lang="en-IN" dirty="0"/>
              <a:t> arrays</a:t>
            </a:r>
          </a:p>
          <a:p>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B33B5B80-9820-6A94-CE15-9D36A6ED4C44}"/>
              </a:ext>
            </a:extLst>
          </p:cNvPr>
          <p:cNvSpPr>
            <a:spLocks noGrp="1"/>
          </p:cNvSpPr>
          <p:nvPr>
            <p:ph type="body" sz="quarter" idx="13"/>
          </p:nvPr>
        </p:nvSpPr>
        <p:spPr>
          <a:xfrm>
            <a:off x="182880" y="1056399"/>
            <a:ext cx="11450409" cy="2344231"/>
          </a:xfrm>
        </p:spPr>
        <p:txBody>
          <a:bodyPr/>
          <a:lstStyle/>
          <a:p>
            <a:pPr lvl="0">
              <a:buClr>
                <a:srgbClr val="00B0F0"/>
              </a:buClr>
              <a:buFont typeface="Courier New" panose="02070309020205020404" pitchFamily="49" charset="0"/>
              <a:buChar char="o"/>
            </a:pPr>
            <a:r>
              <a:rPr lang="en-US" dirty="0" smtClean="0"/>
              <a:t>Slicing </a:t>
            </a:r>
            <a:r>
              <a:rPr lang="en-US" dirty="0"/>
              <a:t>from a 2D array</a:t>
            </a:r>
          </a:p>
          <a:p>
            <a:pPr lvl="0">
              <a:buClr>
                <a:srgbClr val="00B0F0"/>
              </a:buClr>
              <a:buFont typeface="Courier New" panose="02070309020205020404" pitchFamily="49" charset="0"/>
              <a:buChar char="o"/>
            </a:pPr>
            <a:endParaRPr lang="en-US" dirty="0" smtClean="0"/>
          </a:p>
          <a:p>
            <a:pPr lvl="0">
              <a:buClr>
                <a:srgbClr val="00B0F0"/>
              </a:buClr>
              <a:buFont typeface="Courier New" panose="02070309020205020404" pitchFamily="49" charset="0"/>
              <a:buChar char="o"/>
            </a:pPr>
            <a:endParaRPr lang="en-US" dirty="0"/>
          </a:p>
          <a:p>
            <a:pPr lvl="0">
              <a:buClr>
                <a:srgbClr val="00B0F0"/>
              </a:buClr>
              <a:buFont typeface="Courier New" panose="02070309020205020404" pitchFamily="49" charset="0"/>
              <a:buChar char="o"/>
            </a:pPr>
            <a:endParaRPr lang="en-US" dirty="0" smtClean="0"/>
          </a:p>
          <a:p>
            <a:pPr marL="0" lvl="0" indent="0">
              <a:buClr>
                <a:srgbClr val="00B0F0"/>
              </a:buClr>
              <a:buNone/>
            </a:pPr>
            <a:endParaRPr lang="en-US" dirty="0"/>
          </a:p>
        </p:txBody>
      </p:sp>
      <p:sp>
        <p:nvSpPr>
          <p:cNvPr id="2" name="AutoShape 2" descr="https://infyspringboard.onwingspan.com/common-content-store/Shared/Shared/Public/lex_auth_012563459509018624305_shared/web-hosted/assets/8.Constructs.png">
            <a:extLst>
              <a:ext uri="{FF2B5EF4-FFF2-40B4-BE49-F238E27FC236}">
                <a16:creationId xmlns:a16="http://schemas.microsoft.com/office/drawing/2014/main" xmlns=""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529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6669" y="2155738"/>
            <a:ext cx="6855039" cy="1699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p:cNvPicPr/>
          <p:nvPr/>
        </p:nvPicPr>
        <p:blipFill>
          <a:blip r:embed="rId3">
            <a:extLst>
              <a:ext uri="{28A0092B-C50C-407E-A947-70E740481C1C}">
                <a14:useLocalDpi xmlns:a14="http://schemas.microsoft.com/office/drawing/2010/main" val="0"/>
              </a:ext>
            </a:extLst>
          </a:blip>
          <a:srcRect/>
          <a:stretch>
            <a:fillRect/>
          </a:stretch>
        </p:blipFill>
        <p:spPr bwMode="auto">
          <a:xfrm>
            <a:off x="3266238" y="4531326"/>
            <a:ext cx="5295900" cy="1181100"/>
          </a:xfrm>
          <a:prstGeom prst="rect">
            <a:avLst/>
          </a:prstGeom>
          <a:noFill/>
          <a:ln>
            <a:noFill/>
          </a:ln>
        </p:spPr>
      </p:pic>
    </p:spTree>
    <p:extLst>
      <p:ext uri="{BB962C8B-B14F-4D97-AF65-F5344CB8AC3E}">
        <p14:creationId xmlns:p14="http://schemas.microsoft.com/office/powerpoint/2010/main" val="346706312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0C813FEE-17AE-5D09-7E31-73405E276A3F}"/>
              </a:ext>
            </a:extLst>
          </p:cNvPr>
          <p:cNvSpPr>
            <a:spLocks noGrp="1"/>
          </p:cNvSpPr>
          <p:nvPr>
            <p:ph type="body" sz="quarter" idx="11"/>
          </p:nvPr>
        </p:nvSpPr>
        <p:spPr/>
        <p:txBody>
          <a:bodyPr/>
          <a:lstStyle/>
          <a:p>
            <a:r>
              <a:rPr lang="en-IN" dirty="0"/>
              <a:t>Slicing </a:t>
            </a:r>
            <a:r>
              <a:rPr lang="en-IN" dirty="0" err="1"/>
              <a:t>Numpy</a:t>
            </a:r>
            <a:r>
              <a:rPr lang="en-IN" dirty="0"/>
              <a:t> arrays</a:t>
            </a:r>
          </a:p>
          <a:p>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B33B5B80-9820-6A94-CE15-9D36A6ED4C44}"/>
              </a:ext>
            </a:extLst>
          </p:cNvPr>
          <p:cNvSpPr>
            <a:spLocks noGrp="1"/>
          </p:cNvSpPr>
          <p:nvPr>
            <p:ph type="body" sz="quarter" idx="13"/>
          </p:nvPr>
        </p:nvSpPr>
        <p:spPr>
          <a:xfrm>
            <a:off x="182880" y="1056399"/>
            <a:ext cx="11450409" cy="2344231"/>
          </a:xfrm>
        </p:spPr>
        <p:txBody>
          <a:bodyPr/>
          <a:lstStyle/>
          <a:p>
            <a:pPr lvl="0">
              <a:buClr>
                <a:srgbClr val="00B0F0"/>
              </a:buClr>
              <a:buFont typeface="Courier New" panose="02070309020205020404" pitchFamily="49" charset="0"/>
              <a:buChar char="o"/>
            </a:pPr>
            <a:r>
              <a:rPr lang="en-US" dirty="0" smtClean="0"/>
              <a:t>Slicing </a:t>
            </a:r>
            <a:r>
              <a:rPr lang="en-US" dirty="0"/>
              <a:t>from a 2D array</a:t>
            </a:r>
          </a:p>
          <a:p>
            <a:pPr lvl="0">
              <a:buClr>
                <a:srgbClr val="00B0F0"/>
              </a:buClr>
              <a:buFont typeface="Courier New" panose="02070309020205020404" pitchFamily="49" charset="0"/>
              <a:buChar char="o"/>
            </a:pPr>
            <a:endParaRPr lang="en-US" dirty="0" smtClean="0"/>
          </a:p>
          <a:p>
            <a:pPr lvl="0">
              <a:buClr>
                <a:srgbClr val="00B0F0"/>
              </a:buClr>
              <a:buFont typeface="Courier New" panose="02070309020205020404" pitchFamily="49" charset="0"/>
              <a:buChar char="o"/>
            </a:pPr>
            <a:endParaRPr lang="en-US" dirty="0"/>
          </a:p>
          <a:p>
            <a:pPr lvl="0">
              <a:buClr>
                <a:srgbClr val="00B0F0"/>
              </a:buClr>
              <a:buFont typeface="Courier New" panose="02070309020205020404" pitchFamily="49" charset="0"/>
              <a:buChar char="o"/>
            </a:pPr>
            <a:endParaRPr lang="en-US" dirty="0" smtClean="0"/>
          </a:p>
          <a:p>
            <a:pPr marL="0" lvl="0" indent="0">
              <a:buClr>
                <a:srgbClr val="00B0F0"/>
              </a:buClr>
              <a:buNone/>
            </a:pPr>
            <a:endParaRPr lang="en-US" dirty="0"/>
          </a:p>
        </p:txBody>
      </p:sp>
      <p:sp>
        <p:nvSpPr>
          <p:cNvPr id="2" name="AutoShape 2" descr="https://infyspringboard.onwingspan.com/common-content-store/Shared/Shared/Public/lex_auth_012563459509018624305_shared/web-hosted/assets/8.Constructs.png">
            <a:extLst>
              <a:ext uri="{FF2B5EF4-FFF2-40B4-BE49-F238E27FC236}">
                <a16:creationId xmlns:a16="http://schemas.microsoft.com/office/drawing/2014/main" xmlns=""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539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9252" y="2259226"/>
            <a:ext cx="6684748" cy="1837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8"/>
          <p:cNvPicPr/>
          <p:nvPr/>
        </p:nvPicPr>
        <p:blipFill>
          <a:blip r:embed="rId3">
            <a:extLst>
              <a:ext uri="{28A0092B-C50C-407E-A947-70E740481C1C}">
                <a14:useLocalDpi xmlns:a14="http://schemas.microsoft.com/office/drawing/2010/main" val="0"/>
              </a:ext>
            </a:extLst>
          </a:blip>
          <a:srcRect/>
          <a:stretch>
            <a:fillRect/>
          </a:stretch>
        </p:blipFill>
        <p:spPr bwMode="auto">
          <a:xfrm>
            <a:off x="3348424" y="4648715"/>
            <a:ext cx="5124450" cy="723900"/>
          </a:xfrm>
          <a:prstGeom prst="rect">
            <a:avLst/>
          </a:prstGeom>
          <a:noFill/>
          <a:ln>
            <a:noFill/>
          </a:ln>
        </p:spPr>
      </p:pic>
    </p:spTree>
    <p:extLst>
      <p:ext uri="{BB962C8B-B14F-4D97-AF65-F5344CB8AC3E}">
        <p14:creationId xmlns:p14="http://schemas.microsoft.com/office/powerpoint/2010/main" val="128987057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0C813FEE-17AE-5D09-7E31-73405E276A3F}"/>
              </a:ext>
            </a:extLst>
          </p:cNvPr>
          <p:cNvSpPr>
            <a:spLocks noGrp="1"/>
          </p:cNvSpPr>
          <p:nvPr>
            <p:ph type="body" sz="quarter" idx="11"/>
          </p:nvPr>
        </p:nvSpPr>
        <p:spPr/>
        <p:txBody>
          <a:bodyPr/>
          <a:lstStyle/>
          <a:p>
            <a:r>
              <a:rPr lang="en-IN" dirty="0"/>
              <a:t>Slicing </a:t>
            </a:r>
            <a:r>
              <a:rPr lang="en-IN" dirty="0" err="1"/>
              <a:t>Numpy</a:t>
            </a:r>
            <a:r>
              <a:rPr lang="en-IN" dirty="0"/>
              <a:t> arrays</a:t>
            </a:r>
          </a:p>
          <a:p>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B33B5B80-9820-6A94-CE15-9D36A6ED4C44}"/>
              </a:ext>
            </a:extLst>
          </p:cNvPr>
          <p:cNvSpPr>
            <a:spLocks noGrp="1"/>
          </p:cNvSpPr>
          <p:nvPr>
            <p:ph type="body" sz="quarter" idx="13"/>
          </p:nvPr>
        </p:nvSpPr>
        <p:spPr>
          <a:xfrm>
            <a:off x="182880" y="1056399"/>
            <a:ext cx="11450409" cy="2344231"/>
          </a:xfrm>
        </p:spPr>
        <p:txBody>
          <a:bodyPr/>
          <a:lstStyle/>
          <a:p>
            <a:pPr lvl="0">
              <a:buClr>
                <a:srgbClr val="00B0F0"/>
              </a:buClr>
              <a:buFont typeface="Courier New" panose="02070309020205020404" pitchFamily="49" charset="0"/>
              <a:buChar char="o"/>
            </a:pPr>
            <a:r>
              <a:rPr lang="en-US" dirty="0" smtClean="0"/>
              <a:t>Slicing </a:t>
            </a:r>
            <a:r>
              <a:rPr lang="en-US" dirty="0"/>
              <a:t>from a 2D array</a:t>
            </a:r>
          </a:p>
          <a:p>
            <a:pPr lvl="0">
              <a:buClr>
                <a:srgbClr val="00B0F0"/>
              </a:buClr>
              <a:buFont typeface="Courier New" panose="02070309020205020404" pitchFamily="49" charset="0"/>
              <a:buChar char="o"/>
            </a:pPr>
            <a:endParaRPr lang="en-US" dirty="0" smtClean="0"/>
          </a:p>
          <a:p>
            <a:pPr lvl="0">
              <a:buClr>
                <a:srgbClr val="00B0F0"/>
              </a:buClr>
              <a:buFont typeface="Courier New" panose="02070309020205020404" pitchFamily="49" charset="0"/>
              <a:buChar char="o"/>
            </a:pPr>
            <a:endParaRPr lang="en-US" dirty="0"/>
          </a:p>
          <a:p>
            <a:pPr lvl="0">
              <a:buClr>
                <a:srgbClr val="00B0F0"/>
              </a:buClr>
              <a:buFont typeface="Courier New" panose="02070309020205020404" pitchFamily="49" charset="0"/>
              <a:buChar char="o"/>
            </a:pPr>
            <a:endParaRPr lang="en-US" dirty="0" smtClean="0"/>
          </a:p>
          <a:p>
            <a:pPr marL="0" lvl="0" indent="0">
              <a:buClr>
                <a:srgbClr val="00B0F0"/>
              </a:buClr>
              <a:buNone/>
            </a:pPr>
            <a:endParaRPr lang="en-US" dirty="0"/>
          </a:p>
        </p:txBody>
      </p:sp>
      <p:sp>
        <p:nvSpPr>
          <p:cNvPr id="2" name="AutoShape 2" descr="https://infyspringboard.onwingspan.com/common-content-store/Shared/Shared/Public/lex_auth_012563459509018624305_shared/web-hosted/assets/8.Constructs.png">
            <a:extLst>
              <a:ext uri="{FF2B5EF4-FFF2-40B4-BE49-F238E27FC236}">
                <a16:creationId xmlns:a16="http://schemas.microsoft.com/office/drawing/2014/main" xmlns=""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549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26" y="1964724"/>
            <a:ext cx="7417118" cy="20066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p:cNvPicPr/>
          <p:nvPr/>
        </p:nvPicPr>
        <p:blipFill>
          <a:blip r:embed="rId3">
            <a:extLst>
              <a:ext uri="{28A0092B-C50C-407E-A947-70E740481C1C}">
                <a14:useLocalDpi xmlns:a14="http://schemas.microsoft.com/office/drawing/2010/main" val="0"/>
              </a:ext>
            </a:extLst>
          </a:blip>
          <a:srcRect/>
          <a:stretch>
            <a:fillRect/>
          </a:stretch>
        </p:blipFill>
        <p:spPr bwMode="auto">
          <a:xfrm>
            <a:off x="3595816" y="4695568"/>
            <a:ext cx="4264368" cy="772812"/>
          </a:xfrm>
          <a:prstGeom prst="rect">
            <a:avLst/>
          </a:prstGeom>
          <a:noFill/>
          <a:ln>
            <a:noFill/>
          </a:ln>
        </p:spPr>
      </p:pic>
    </p:spTree>
    <p:extLst>
      <p:ext uri="{BB962C8B-B14F-4D97-AF65-F5344CB8AC3E}">
        <p14:creationId xmlns:p14="http://schemas.microsoft.com/office/powerpoint/2010/main" val="31382036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0C813FEE-17AE-5D09-7E31-73405E276A3F}"/>
              </a:ext>
            </a:extLst>
          </p:cNvPr>
          <p:cNvSpPr>
            <a:spLocks noGrp="1"/>
          </p:cNvSpPr>
          <p:nvPr>
            <p:ph type="body" sz="quarter" idx="11"/>
          </p:nvPr>
        </p:nvSpPr>
        <p:spPr/>
        <p:txBody>
          <a:bodyPr/>
          <a:lstStyle/>
          <a:p>
            <a:r>
              <a:rPr lang="en-IN" dirty="0"/>
              <a:t>Slicing </a:t>
            </a:r>
            <a:r>
              <a:rPr lang="en-IN" dirty="0" err="1"/>
              <a:t>Numpy</a:t>
            </a:r>
            <a:r>
              <a:rPr lang="en-IN" dirty="0"/>
              <a:t> arrays</a:t>
            </a:r>
          </a:p>
          <a:p>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B33B5B80-9820-6A94-CE15-9D36A6ED4C44}"/>
              </a:ext>
            </a:extLst>
          </p:cNvPr>
          <p:cNvSpPr>
            <a:spLocks noGrp="1"/>
          </p:cNvSpPr>
          <p:nvPr>
            <p:ph type="body" sz="quarter" idx="13"/>
          </p:nvPr>
        </p:nvSpPr>
        <p:spPr>
          <a:xfrm>
            <a:off x="182880" y="1056399"/>
            <a:ext cx="11450409" cy="2344231"/>
          </a:xfrm>
        </p:spPr>
        <p:txBody>
          <a:bodyPr/>
          <a:lstStyle/>
          <a:p>
            <a:pPr lvl="0">
              <a:buClr>
                <a:srgbClr val="00B0F0"/>
              </a:buClr>
              <a:buFont typeface="Courier New" panose="02070309020205020404" pitchFamily="49" charset="0"/>
              <a:buChar char="o"/>
            </a:pPr>
            <a:r>
              <a:rPr lang="en-US" dirty="0" smtClean="0"/>
              <a:t>Slicing </a:t>
            </a:r>
            <a:r>
              <a:rPr lang="en-US" dirty="0"/>
              <a:t>from a 2D array</a:t>
            </a:r>
          </a:p>
          <a:p>
            <a:pPr lvl="0">
              <a:buClr>
                <a:srgbClr val="00B0F0"/>
              </a:buClr>
              <a:buFont typeface="Courier New" panose="02070309020205020404" pitchFamily="49" charset="0"/>
              <a:buChar char="o"/>
            </a:pPr>
            <a:endParaRPr lang="en-US" dirty="0" smtClean="0"/>
          </a:p>
          <a:p>
            <a:pPr lvl="0">
              <a:buClr>
                <a:srgbClr val="00B0F0"/>
              </a:buClr>
              <a:buFont typeface="Courier New" panose="02070309020205020404" pitchFamily="49" charset="0"/>
              <a:buChar char="o"/>
            </a:pPr>
            <a:endParaRPr lang="en-US" dirty="0"/>
          </a:p>
          <a:p>
            <a:pPr lvl="0">
              <a:buClr>
                <a:srgbClr val="00B0F0"/>
              </a:buClr>
              <a:buFont typeface="Courier New" panose="02070309020205020404" pitchFamily="49" charset="0"/>
              <a:buChar char="o"/>
            </a:pPr>
            <a:endParaRPr lang="en-US" dirty="0" smtClean="0"/>
          </a:p>
          <a:p>
            <a:pPr marL="0" lvl="0" indent="0">
              <a:buClr>
                <a:srgbClr val="00B0F0"/>
              </a:buClr>
              <a:buNone/>
            </a:pPr>
            <a:endParaRPr lang="en-US" dirty="0"/>
          </a:p>
        </p:txBody>
      </p:sp>
      <p:sp>
        <p:nvSpPr>
          <p:cNvPr id="2" name="AutoShape 2" descr="https://infyspringboard.onwingspan.com/common-content-store/Shared/Shared/Public/lex_auth_012563459509018624305_shared/web-hosted/assets/8.Constructs.png">
            <a:extLst>
              <a:ext uri="{FF2B5EF4-FFF2-40B4-BE49-F238E27FC236}">
                <a16:creationId xmlns:a16="http://schemas.microsoft.com/office/drawing/2014/main" xmlns=""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560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8437" y="1940011"/>
            <a:ext cx="7439126" cy="2101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8"/>
          <p:cNvPicPr/>
          <p:nvPr/>
        </p:nvPicPr>
        <p:blipFill>
          <a:blip r:embed="rId3">
            <a:extLst>
              <a:ext uri="{28A0092B-C50C-407E-A947-70E740481C1C}">
                <a14:useLocalDpi xmlns:a14="http://schemas.microsoft.com/office/drawing/2010/main" val="0"/>
              </a:ext>
            </a:extLst>
          </a:blip>
          <a:srcRect/>
          <a:stretch>
            <a:fillRect/>
          </a:stretch>
        </p:blipFill>
        <p:spPr bwMode="auto">
          <a:xfrm>
            <a:off x="3766752" y="4558356"/>
            <a:ext cx="5029200" cy="781050"/>
          </a:xfrm>
          <a:prstGeom prst="rect">
            <a:avLst/>
          </a:prstGeom>
          <a:noFill/>
          <a:ln>
            <a:noFill/>
          </a:ln>
        </p:spPr>
      </p:pic>
    </p:spTree>
    <p:extLst>
      <p:ext uri="{BB962C8B-B14F-4D97-AF65-F5344CB8AC3E}">
        <p14:creationId xmlns:p14="http://schemas.microsoft.com/office/powerpoint/2010/main" val="39910841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0C813FEE-17AE-5D09-7E31-73405E276A3F}"/>
              </a:ext>
            </a:extLst>
          </p:cNvPr>
          <p:cNvSpPr>
            <a:spLocks noGrp="1"/>
          </p:cNvSpPr>
          <p:nvPr>
            <p:ph type="body" sz="quarter" idx="11"/>
          </p:nvPr>
        </p:nvSpPr>
        <p:spPr/>
        <p:txBody>
          <a:bodyPr/>
          <a:lstStyle/>
          <a:p>
            <a:r>
              <a:rPr lang="en-IN" dirty="0"/>
              <a:t>Mean and Median</a:t>
            </a:r>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B33B5B80-9820-6A94-CE15-9D36A6ED4C44}"/>
              </a:ext>
            </a:extLst>
          </p:cNvPr>
          <p:cNvSpPr>
            <a:spLocks noGrp="1"/>
          </p:cNvSpPr>
          <p:nvPr>
            <p:ph type="body" sz="quarter" idx="13"/>
          </p:nvPr>
        </p:nvSpPr>
        <p:spPr>
          <a:xfrm>
            <a:off x="182880" y="1056399"/>
            <a:ext cx="11450409" cy="4110869"/>
          </a:xfrm>
        </p:spPr>
        <p:txBody>
          <a:bodyPr/>
          <a:lstStyle/>
          <a:p>
            <a:pPr lvl="0">
              <a:buClr>
                <a:srgbClr val="00B0F0"/>
              </a:buClr>
              <a:buFont typeface="Courier New" panose="02070309020205020404" pitchFamily="49" charset="0"/>
              <a:buChar char="o"/>
            </a:pPr>
            <a:r>
              <a:rPr lang="en-US" dirty="0" smtClean="0"/>
              <a:t>Problem </a:t>
            </a:r>
            <a:r>
              <a:rPr lang="en-US" dirty="0"/>
              <a:t>Statement:</a:t>
            </a:r>
          </a:p>
          <a:p>
            <a:pPr lvl="1">
              <a:buClr>
                <a:srgbClr val="00B0F0"/>
              </a:buClr>
              <a:buFont typeface="Courier New" panose="02070309020205020404" pitchFamily="49" charset="0"/>
              <a:buChar char="o"/>
            </a:pPr>
            <a:r>
              <a:rPr lang="en-US" dirty="0"/>
              <a:t>The engineers at XYZ Custom Cars want to know about the mean and median of horsepower. </a:t>
            </a:r>
          </a:p>
          <a:p>
            <a:pPr lvl="0">
              <a:buClr>
                <a:srgbClr val="00B0F0"/>
              </a:buClr>
              <a:buFont typeface="Courier New" panose="02070309020205020404" pitchFamily="49" charset="0"/>
              <a:buChar char="o"/>
            </a:pPr>
            <a:r>
              <a:rPr lang="en-US" dirty="0"/>
              <a:t>Solution:</a:t>
            </a:r>
          </a:p>
          <a:p>
            <a:pPr lvl="1">
              <a:buClr>
                <a:srgbClr val="00B0F0"/>
              </a:buClr>
              <a:buFont typeface="Courier New" panose="02070309020205020404" pitchFamily="49" charset="0"/>
              <a:buChar char="o"/>
            </a:pPr>
            <a:r>
              <a:rPr lang="en-US" dirty="0"/>
              <a:t>The mean and median can be calculated with the help of following code:</a:t>
            </a:r>
          </a:p>
          <a:p>
            <a:pPr lvl="0">
              <a:buClr>
                <a:srgbClr val="00B0F0"/>
              </a:buClr>
              <a:buFont typeface="Courier New" panose="02070309020205020404" pitchFamily="49" charset="0"/>
              <a:buChar char="o"/>
            </a:pPr>
            <a:endParaRPr lang="en-US" dirty="0" smtClean="0"/>
          </a:p>
          <a:p>
            <a:pPr lvl="0">
              <a:buClr>
                <a:srgbClr val="00B0F0"/>
              </a:buClr>
              <a:buFont typeface="Courier New" panose="02070309020205020404" pitchFamily="49" charset="0"/>
              <a:buChar char="o"/>
            </a:pPr>
            <a:endParaRPr lang="en-US" dirty="0" smtClean="0"/>
          </a:p>
          <a:p>
            <a:pPr lvl="0">
              <a:buClr>
                <a:srgbClr val="00B0F0"/>
              </a:buClr>
              <a:buFont typeface="Courier New" panose="02070309020205020404" pitchFamily="49" charset="0"/>
              <a:buChar char="o"/>
            </a:pPr>
            <a:endParaRPr lang="en-US" dirty="0"/>
          </a:p>
          <a:p>
            <a:pPr lvl="0">
              <a:buClr>
                <a:srgbClr val="00B0F0"/>
              </a:buClr>
              <a:buFont typeface="Courier New" panose="02070309020205020404" pitchFamily="49" charset="0"/>
              <a:buChar char="o"/>
            </a:pPr>
            <a:endParaRPr lang="en-US" dirty="0" smtClean="0"/>
          </a:p>
          <a:p>
            <a:pPr marL="0" lvl="0" indent="0">
              <a:buClr>
                <a:srgbClr val="00B0F0"/>
              </a:buClr>
              <a:buNone/>
            </a:pPr>
            <a:endParaRPr lang="en-US" dirty="0"/>
          </a:p>
        </p:txBody>
      </p:sp>
      <p:sp>
        <p:nvSpPr>
          <p:cNvPr id="2" name="AutoShape 2" descr="https://infyspringboard.onwingspan.com/common-content-store/Shared/Shared/Public/lex_auth_012563459509018624305_shared/web-hosted/assets/8.Constructs.png">
            <a:extLst>
              <a:ext uri="{FF2B5EF4-FFF2-40B4-BE49-F238E27FC236}">
                <a16:creationId xmlns:a16="http://schemas.microsoft.com/office/drawing/2014/main" xmlns=""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57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46701" y="3029594"/>
            <a:ext cx="6432077" cy="1470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p:cNvPicPr/>
          <p:nvPr/>
        </p:nvPicPr>
        <p:blipFill>
          <a:blip r:embed="rId3">
            <a:extLst>
              <a:ext uri="{28A0092B-C50C-407E-A947-70E740481C1C}">
                <a14:useLocalDpi xmlns:a14="http://schemas.microsoft.com/office/drawing/2010/main" val="0"/>
              </a:ext>
            </a:extLst>
          </a:blip>
          <a:srcRect/>
          <a:stretch>
            <a:fillRect/>
          </a:stretch>
        </p:blipFill>
        <p:spPr bwMode="auto">
          <a:xfrm>
            <a:off x="5029200" y="4928544"/>
            <a:ext cx="2133600" cy="361950"/>
          </a:xfrm>
          <a:prstGeom prst="rect">
            <a:avLst/>
          </a:prstGeom>
          <a:noFill/>
          <a:ln>
            <a:noFill/>
          </a:ln>
        </p:spPr>
      </p:pic>
    </p:spTree>
    <p:extLst>
      <p:ext uri="{BB962C8B-B14F-4D97-AF65-F5344CB8AC3E}">
        <p14:creationId xmlns:p14="http://schemas.microsoft.com/office/powerpoint/2010/main" val="2626880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0C813FEE-17AE-5D09-7E31-73405E276A3F}"/>
              </a:ext>
            </a:extLst>
          </p:cNvPr>
          <p:cNvSpPr>
            <a:spLocks noGrp="1"/>
          </p:cNvSpPr>
          <p:nvPr>
            <p:ph type="body" sz="quarter" idx="11"/>
          </p:nvPr>
        </p:nvSpPr>
        <p:spPr/>
        <p:txBody>
          <a:bodyPr/>
          <a:lstStyle/>
          <a:p>
            <a:r>
              <a:rPr lang="en-IN" dirty="0"/>
              <a:t>Mean and Median</a:t>
            </a:r>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B33B5B80-9820-6A94-CE15-9D36A6ED4C44}"/>
              </a:ext>
            </a:extLst>
          </p:cNvPr>
          <p:cNvSpPr>
            <a:spLocks noGrp="1"/>
          </p:cNvSpPr>
          <p:nvPr>
            <p:ph type="body" sz="quarter" idx="13"/>
          </p:nvPr>
        </p:nvSpPr>
        <p:spPr>
          <a:xfrm>
            <a:off x="182880" y="1056399"/>
            <a:ext cx="11450409" cy="4110869"/>
          </a:xfrm>
        </p:spPr>
        <p:txBody>
          <a:bodyPr/>
          <a:lstStyle/>
          <a:p>
            <a:pPr lvl="0">
              <a:buClr>
                <a:srgbClr val="00B0F0"/>
              </a:buClr>
              <a:buFont typeface="Courier New" panose="02070309020205020404" pitchFamily="49" charset="0"/>
              <a:buChar char="o"/>
            </a:pPr>
            <a:r>
              <a:rPr lang="en-US" dirty="0" smtClean="0"/>
              <a:t>Problem </a:t>
            </a:r>
            <a:r>
              <a:rPr lang="en-US" dirty="0"/>
              <a:t>Statement:</a:t>
            </a:r>
          </a:p>
          <a:p>
            <a:pPr lvl="1">
              <a:buClr>
                <a:srgbClr val="00B0F0"/>
              </a:buClr>
              <a:buFont typeface="Courier New" panose="02070309020205020404" pitchFamily="49" charset="0"/>
              <a:buChar char="o"/>
            </a:pPr>
            <a:r>
              <a:rPr lang="en-US" dirty="0"/>
              <a:t>The engineers at XYZ Custom Cars want to know about the mean and median of horsepower. </a:t>
            </a:r>
          </a:p>
          <a:p>
            <a:pPr lvl="0">
              <a:buClr>
                <a:srgbClr val="00B0F0"/>
              </a:buClr>
              <a:buFont typeface="Courier New" panose="02070309020205020404" pitchFamily="49" charset="0"/>
              <a:buChar char="o"/>
            </a:pPr>
            <a:r>
              <a:rPr lang="en-US" dirty="0"/>
              <a:t>Solution:</a:t>
            </a:r>
          </a:p>
          <a:p>
            <a:pPr lvl="1">
              <a:buClr>
                <a:srgbClr val="00B0F0"/>
              </a:buClr>
              <a:buFont typeface="Courier New" panose="02070309020205020404" pitchFamily="49" charset="0"/>
              <a:buChar char="o"/>
            </a:pPr>
            <a:r>
              <a:rPr lang="en-US" dirty="0"/>
              <a:t>The mean and median can be calculated with the help of following code:</a:t>
            </a:r>
          </a:p>
          <a:p>
            <a:pPr lvl="0">
              <a:buClr>
                <a:srgbClr val="00B0F0"/>
              </a:buClr>
              <a:buFont typeface="Courier New" panose="02070309020205020404" pitchFamily="49" charset="0"/>
              <a:buChar char="o"/>
            </a:pPr>
            <a:endParaRPr lang="en-US" dirty="0" smtClean="0"/>
          </a:p>
          <a:p>
            <a:pPr lvl="0">
              <a:buClr>
                <a:srgbClr val="00B0F0"/>
              </a:buClr>
              <a:buFont typeface="Courier New" panose="02070309020205020404" pitchFamily="49" charset="0"/>
              <a:buChar char="o"/>
            </a:pPr>
            <a:endParaRPr lang="en-US" dirty="0" smtClean="0"/>
          </a:p>
          <a:p>
            <a:pPr lvl="0">
              <a:buClr>
                <a:srgbClr val="00B0F0"/>
              </a:buClr>
              <a:buFont typeface="Courier New" panose="02070309020205020404" pitchFamily="49" charset="0"/>
              <a:buChar char="o"/>
            </a:pPr>
            <a:endParaRPr lang="en-US" dirty="0"/>
          </a:p>
          <a:p>
            <a:pPr lvl="0">
              <a:buClr>
                <a:srgbClr val="00B0F0"/>
              </a:buClr>
              <a:buFont typeface="Courier New" panose="02070309020205020404" pitchFamily="49" charset="0"/>
              <a:buChar char="o"/>
            </a:pPr>
            <a:endParaRPr lang="en-US" dirty="0" smtClean="0"/>
          </a:p>
          <a:p>
            <a:pPr marL="0" lvl="0" indent="0">
              <a:buClr>
                <a:srgbClr val="00B0F0"/>
              </a:buClr>
              <a:buNone/>
            </a:pPr>
            <a:endParaRPr lang="en-US" dirty="0"/>
          </a:p>
        </p:txBody>
      </p:sp>
      <p:sp>
        <p:nvSpPr>
          <p:cNvPr id="2" name="AutoShape 2" descr="https://infyspringboard.onwingspan.com/common-content-store/Shared/Shared/Public/lex_auth_012563459509018624305_shared/web-hosted/assets/8.Constructs.png">
            <a:extLst>
              <a:ext uri="{FF2B5EF4-FFF2-40B4-BE49-F238E27FC236}">
                <a16:creationId xmlns:a16="http://schemas.microsoft.com/office/drawing/2014/main" xmlns=""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58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2720" y="3066665"/>
            <a:ext cx="6699383" cy="1418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8"/>
          <p:cNvPicPr/>
          <p:nvPr/>
        </p:nvPicPr>
        <p:blipFill>
          <a:blip r:embed="rId3">
            <a:extLst>
              <a:ext uri="{28A0092B-C50C-407E-A947-70E740481C1C}">
                <a14:useLocalDpi xmlns:a14="http://schemas.microsoft.com/office/drawing/2010/main" val="0"/>
              </a:ext>
            </a:extLst>
          </a:blip>
          <a:srcRect/>
          <a:stretch>
            <a:fillRect/>
          </a:stretch>
        </p:blipFill>
        <p:spPr bwMode="auto">
          <a:xfrm>
            <a:off x="4072581" y="5079527"/>
            <a:ext cx="2514600" cy="504825"/>
          </a:xfrm>
          <a:prstGeom prst="rect">
            <a:avLst/>
          </a:prstGeom>
          <a:noFill/>
          <a:ln>
            <a:noFill/>
          </a:ln>
        </p:spPr>
      </p:pic>
    </p:spTree>
    <p:extLst>
      <p:ext uri="{BB962C8B-B14F-4D97-AF65-F5344CB8AC3E}">
        <p14:creationId xmlns:p14="http://schemas.microsoft.com/office/powerpoint/2010/main" val="334562425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0C813FEE-17AE-5D09-7E31-73405E276A3F}"/>
              </a:ext>
            </a:extLst>
          </p:cNvPr>
          <p:cNvSpPr>
            <a:spLocks noGrp="1"/>
          </p:cNvSpPr>
          <p:nvPr>
            <p:ph type="body" sz="quarter" idx="11"/>
          </p:nvPr>
        </p:nvSpPr>
        <p:spPr/>
        <p:txBody>
          <a:bodyPr/>
          <a:lstStyle/>
          <a:p>
            <a:r>
              <a:rPr lang="en-IN" dirty="0" smtClean="0"/>
              <a:t>Mean and Median</a:t>
            </a:r>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B33B5B80-9820-6A94-CE15-9D36A6ED4C44}"/>
              </a:ext>
            </a:extLst>
          </p:cNvPr>
          <p:cNvSpPr>
            <a:spLocks noGrp="1"/>
          </p:cNvSpPr>
          <p:nvPr>
            <p:ph type="body" sz="quarter" idx="13"/>
          </p:nvPr>
        </p:nvSpPr>
        <p:spPr>
          <a:xfrm>
            <a:off x="182880" y="1056399"/>
            <a:ext cx="11450409" cy="4620752"/>
          </a:xfrm>
        </p:spPr>
        <p:txBody>
          <a:bodyPr/>
          <a:lstStyle/>
          <a:p>
            <a:pPr lvl="0">
              <a:buClr>
                <a:srgbClr val="00B0F0"/>
              </a:buClr>
              <a:buFont typeface="Courier New" panose="02070309020205020404" pitchFamily="49" charset="0"/>
              <a:buChar char="o"/>
            </a:pPr>
            <a:r>
              <a:rPr lang="en-US" dirty="0" smtClean="0"/>
              <a:t>Problem </a:t>
            </a:r>
            <a:r>
              <a:rPr lang="en-US" dirty="0"/>
              <a:t>Statement: </a:t>
            </a:r>
          </a:p>
          <a:p>
            <a:pPr lvl="1">
              <a:buClr>
                <a:srgbClr val="00B0F0"/>
              </a:buClr>
              <a:buFont typeface="Courier New" panose="02070309020205020404" pitchFamily="49" charset="0"/>
              <a:buChar char="o"/>
            </a:pPr>
            <a:r>
              <a:rPr lang="en-US" dirty="0"/>
              <a:t>The engineers at XYZ Custom Cars want to know about the minimum and maximum horsepower.</a:t>
            </a:r>
          </a:p>
          <a:p>
            <a:pPr lvl="0">
              <a:buClr>
                <a:srgbClr val="00B0F0"/>
              </a:buClr>
              <a:buFont typeface="Courier New" panose="02070309020205020404" pitchFamily="49" charset="0"/>
              <a:buChar char="o"/>
            </a:pPr>
            <a:r>
              <a:rPr lang="en-US" dirty="0"/>
              <a:t>Solution:</a:t>
            </a:r>
          </a:p>
          <a:p>
            <a:pPr lvl="1">
              <a:buClr>
                <a:srgbClr val="00B0F0"/>
              </a:buClr>
              <a:buFont typeface="Courier New" panose="02070309020205020404" pitchFamily="49" charset="0"/>
              <a:buChar char="o"/>
            </a:pPr>
            <a:r>
              <a:rPr lang="en-US" dirty="0"/>
              <a:t>The min and max can be calculated with the help of following code:</a:t>
            </a:r>
          </a:p>
          <a:p>
            <a:pPr lvl="0">
              <a:buClr>
                <a:srgbClr val="00B0F0"/>
              </a:buClr>
              <a:buFont typeface="Courier New" panose="02070309020205020404" pitchFamily="49" charset="0"/>
              <a:buChar char="o"/>
            </a:pPr>
            <a:endParaRPr lang="en-US" dirty="0" smtClean="0"/>
          </a:p>
          <a:p>
            <a:pPr lvl="0">
              <a:buClr>
                <a:srgbClr val="00B0F0"/>
              </a:buClr>
              <a:buFont typeface="Courier New" panose="02070309020205020404" pitchFamily="49" charset="0"/>
              <a:buChar char="o"/>
            </a:pPr>
            <a:endParaRPr lang="en-US" dirty="0" smtClean="0"/>
          </a:p>
          <a:p>
            <a:pPr lvl="0">
              <a:buClr>
                <a:srgbClr val="00B0F0"/>
              </a:buClr>
              <a:buFont typeface="Courier New" panose="02070309020205020404" pitchFamily="49" charset="0"/>
              <a:buChar char="o"/>
            </a:pPr>
            <a:endParaRPr lang="en-US" dirty="0" smtClean="0"/>
          </a:p>
          <a:p>
            <a:pPr lvl="0">
              <a:buClr>
                <a:srgbClr val="00B0F0"/>
              </a:buClr>
              <a:buFont typeface="Courier New" panose="02070309020205020404" pitchFamily="49" charset="0"/>
              <a:buChar char="o"/>
            </a:pPr>
            <a:endParaRPr lang="en-US" dirty="0"/>
          </a:p>
          <a:p>
            <a:pPr lvl="0">
              <a:buClr>
                <a:srgbClr val="00B0F0"/>
              </a:buClr>
              <a:buFont typeface="Courier New" panose="02070309020205020404" pitchFamily="49" charset="0"/>
              <a:buChar char="o"/>
            </a:pPr>
            <a:endParaRPr lang="en-US" dirty="0" smtClean="0"/>
          </a:p>
          <a:p>
            <a:pPr marL="0" lvl="0" indent="0">
              <a:buClr>
                <a:srgbClr val="00B0F0"/>
              </a:buClr>
              <a:buNone/>
            </a:pPr>
            <a:endParaRPr lang="en-US" dirty="0"/>
          </a:p>
        </p:txBody>
      </p:sp>
      <p:sp>
        <p:nvSpPr>
          <p:cNvPr id="2" name="AutoShape 2" descr="https://infyspringboard.onwingspan.com/common-content-store/Shared/Shared/Public/lex_auth_012563459509018624305_shared/web-hosted/assets/8.Constructs.png">
            <a:extLst>
              <a:ext uri="{FF2B5EF4-FFF2-40B4-BE49-F238E27FC236}">
                <a16:creationId xmlns:a16="http://schemas.microsoft.com/office/drawing/2014/main" xmlns=""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59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2652" y="3080952"/>
            <a:ext cx="6931369" cy="14786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9"/>
          <p:cNvPicPr/>
          <p:nvPr/>
        </p:nvPicPr>
        <p:blipFill>
          <a:blip r:embed="rId3">
            <a:extLst>
              <a:ext uri="{28A0092B-C50C-407E-A947-70E740481C1C}">
                <a14:useLocalDpi xmlns:a14="http://schemas.microsoft.com/office/drawing/2010/main" val="0"/>
              </a:ext>
            </a:extLst>
          </a:blip>
          <a:srcRect/>
          <a:stretch>
            <a:fillRect/>
          </a:stretch>
        </p:blipFill>
        <p:spPr bwMode="auto">
          <a:xfrm>
            <a:off x="2796874" y="5033577"/>
            <a:ext cx="2619375" cy="819150"/>
          </a:xfrm>
          <a:prstGeom prst="rect">
            <a:avLst/>
          </a:prstGeom>
          <a:noFill/>
          <a:ln>
            <a:noFill/>
          </a:ln>
        </p:spPr>
      </p:pic>
    </p:spTree>
    <p:extLst>
      <p:ext uri="{BB962C8B-B14F-4D97-AF65-F5344CB8AC3E}">
        <p14:creationId xmlns:p14="http://schemas.microsoft.com/office/powerpoint/2010/main" val="202616119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0C813FEE-17AE-5D09-7E31-73405E276A3F}"/>
              </a:ext>
            </a:extLst>
          </p:cNvPr>
          <p:cNvSpPr>
            <a:spLocks noGrp="1"/>
          </p:cNvSpPr>
          <p:nvPr>
            <p:ph type="body" sz="quarter" idx="11"/>
          </p:nvPr>
        </p:nvSpPr>
        <p:spPr/>
        <p:txBody>
          <a:bodyPr/>
          <a:lstStyle/>
          <a:p>
            <a:r>
              <a:rPr lang="en-US" dirty="0"/>
              <a:t>Finding the index of minimum and maximum values:</a:t>
            </a:r>
            <a:endParaRPr lang="en-US" dirty="0"/>
          </a:p>
        </p:txBody>
      </p:sp>
      <p:sp>
        <p:nvSpPr>
          <p:cNvPr id="7" name="Text Placeholder 6">
            <a:extLst>
              <a:ext uri="{FF2B5EF4-FFF2-40B4-BE49-F238E27FC236}">
                <a16:creationId xmlns:a16="http://schemas.microsoft.com/office/drawing/2014/main" xmlns="" id="{B33B5B80-9820-6A94-CE15-9D36A6ED4C44}"/>
              </a:ext>
            </a:extLst>
          </p:cNvPr>
          <p:cNvSpPr>
            <a:spLocks noGrp="1"/>
          </p:cNvSpPr>
          <p:nvPr>
            <p:ph type="body" sz="quarter" idx="13"/>
          </p:nvPr>
        </p:nvSpPr>
        <p:spPr>
          <a:xfrm>
            <a:off x="182880" y="1056399"/>
            <a:ext cx="11450409" cy="3363998"/>
          </a:xfrm>
        </p:spPr>
        <p:txBody>
          <a:bodyPr/>
          <a:lstStyle/>
          <a:p>
            <a:pPr>
              <a:buClr>
                <a:srgbClr val="00B0F0"/>
              </a:buClr>
              <a:buFont typeface="Courier New" panose="02070309020205020404" pitchFamily="49" charset="0"/>
              <a:buChar char="o"/>
            </a:pPr>
            <a:r>
              <a:rPr lang="en-IN" dirty="0" smtClean="0"/>
              <a:t>'</a:t>
            </a:r>
            <a:r>
              <a:rPr lang="en-IN" dirty="0" err="1" smtClean="0"/>
              <a:t>argmin</a:t>
            </a:r>
            <a:r>
              <a:rPr lang="en-IN" dirty="0"/>
              <a:t>()' and '</a:t>
            </a:r>
            <a:r>
              <a:rPr lang="en-IN" dirty="0" err="1"/>
              <a:t>argmax</a:t>
            </a:r>
            <a:r>
              <a:rPr lang="en-IN" dirty="0"/>
              <a:t>()' return the index of minimum and maximum values in an array respectively.</a:t>
            </a:r>
          </a:p>
          <a:p>
            <a:pPr lvl="0">
              <a:buClr>
                <a:srgbClr val="00B0F0"/>
              </a:buClr>
              <a:buFont typeface="Courier New" panose="02070309020205020404" pitchFamily="49" charset="0"/>
              <a:buChar char="o"/>
            </a:pPr>
            <a:endParaRPr lang="en-US" dirty="0" smtClean="0"/>
          </a:p>
          <a:p>
            <a:pPr lvl="0">
              <a:buClr>
                <a:srgbClr val="00B0F0"/>
              </a:buClr>
              <a:buFont typeface="Courier New" panose="02070309020205020404" pitchFamily="49" charset="0"/>
              <a:buChar char="o"/>
            </a:pPr>
            <a:endParaRPr lang="en-US" dirty="0" smtClean="0"/>
          </a:p>
          <a:p>
            <a:pPr lvl="0">
              <a:buClr>
                <a:srgbClr val="00B0F0"/>
              </a:buClr>
              <a:buFont typeface="Courier New" panose="02070309020205020404" pitchFamily="49" charset="0"/>
              <a:buChar char="o"/>
            </a:pPr>
            <a:endParaRPr lang="en-US" dirty="0" smtClean="0"/>
          </a:p>
          <a:p>
            <a:pPr lvl="0">
              <a:buClr>
                <a:srgbClr val="00B0F0"/>
              </a:buClr>
              <a:buFont typeface="Courier New" panose="02070309020205020404" pitchFamily="49" charset="0"/>
              <a:buChar char="o"/>
            </a:pPr>
            <a:endParaRPr lang="en-US" dirty="0"/>
          </a:p>
          <a:p>
            <a:pPr lvl="0">
              <a:buClr>
                <a:srgbClr val="00B0F0"/>
              </a:buClr>
              <a:buFont typeface="Courier New" panose="02070309020205020404" pitchFamily="49" charset="0"/>
              <a:buChar char="o"/>
            </a:pPr>
            <a:endParaRPr lang="en-US" dirty="0" smtClean="0"/>
          </a:p>
          <a:p>
            <a:pPr marL="0" lvl="0" indent="0">
              <a:buClr>
                <a:srgbClr val="00B0F0"/>
              </a:buClr>
              <a:buNone/>
            </a:pPr>
            <a:endParaRPr lang="en-US" dirty="0"/>
          </a:p>
        </p:txBody>
      </p:sp>
      <p:sp>
        <p:nvSpPr>
          <p:cNvPr id="2" name="AutoShape 2" descr="https://infyspringboard.onwingspan.com/common-content-store/Shared/Shared/Public/lex_auth_012563459509018624305_shared/web-hosted/assets/8.Constructs.png">
            <a:extLst>
              <a:ext uri="{FF2B5EF4-FFF2-40B4-BE49-F238E27FC236}">
                <a16:creationId xmlns:a16="http://schemas.microsoft.com/office/drawing/2014/main" xmlns=""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60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1104" y="2028567"/>
            <a:ext cx="6696333" cy="1428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p:cNvPicPr/>
          <p:nvPr/>
        </p:nvPicPr>
        <p:blipFill>
          <a:blip r:embed="rId3">
            <a:extLst>
              <a:ext uri="{28A0092B-C50C-407E-A947-70E740481C1C}">
                <a14:useLocalDpi xmlns:a14="http://schemas.microsoft.com/office/drawing/2010/main" val="0"/>
              </a:ext>
            </a:extLst>
          </a:blip>
          <a:srcRect/>
          <a:stretch>
            <a:fillRect/>
          </a:stretch>
        </p:blipFill>
        <p:spPr bwMode="auto">
          <a:xfrm>
            <a:off x="3434534" y="4466001"/>
            <a:ext cx="3707672" cy="770882"/>
          </a:xfrm>
          <a:prstGeom prst="rect">
            <a:avLst/>
          </a:prstGeom>
          <a:noFill/>
          <a:ln>
            <a:noFill/>
          </a:ln>
        </p:spPr>
      </p:pic>
    </p:spTree>
    <p:extLst>
      <p:ext uri="{BB962C8B-B14F-4D97-AF65-F5344CB8AC3E}">
        <p14:creationId xmlns:p14="http://schemas.microsoft.com/office/powerpoint/2010/main" val="286732196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0C813FEE-17AE-5D09-7E31-73405E276A3F}"/>
              </a:ext>
            </a:extLst>
          </p:cNvPr>
          <p:cNvSpPr>
            <a:spLocks noGrp="1"/>
          </p:cNvSpPr>
          <p:nvPr>
            <p:ph type="body" sz="quarter" idx="11"/>
          </p:nvPr>
        </p:nvSpPr>
        <p:spPr/>
        <p:txBody>
          <a:bodyPr/>
          <a:lstStyle/>
          <a:p>
            <a:r>
              <a:rPr lang="en-IN" dirty="0"/>
              <a:t>Querying/searching in an array</a:t>
            </a:r>
          </a:p>
        </p:txBody>
      </p:sp>
      <p:sp>
        <p:nvSpPr>
          <p:cNvPr id="7" name="Text Placeholder 6">
            <a:extLst>
              <a:ext uri="{FF2B5EF4-FFF2-40B4-BE49-F238E27FC236}">
                <a16:creationId xmlns:a16="http://schemas.microsoft.com/office/drawing/2014/main" xmlns="" id="{B33B5B80-9820-6A94-CE15-9D36A6ED4C44}"/>
              </a:ext>
            </a:extLst>
          </p:cNvPr>
          <p:cNvSpPr>
            <a:spLocks noGrp="1"/>
          </p:cNvSpPr>
          <p:nvPr>
            <p:ph type="body" sz="quarter" idx="13"/>
          </p:nvPr>
        </p:nvSpPr>
        <p:spPr>
          <a:xfrm>
            <a:off x="182880" y="1056399"/>
            <a:ext cx="11450409" cy="5401479"/>
          </a:xfrm>
        </p:spPr>
        <p:txBody>
          <a:bodyPr/>
          <a:lstStyle/>
          <a:p>
            <a:pPr>
              <a:buClr>
                <a:srgbClr val="00B0F0"/>
              </a:buClr>
              <a:buFont typeface="Courier New" panose="02070309020205020404" pitchFamily="49" charset="0"/>
              <a:buChar char="o"/>
            </a:pPr>
            <a:r>
              <a:rPr lang="en-US" dirty="0" smtClean="0"/>
              <a:t>Problem </a:t>
            </a:r>
            <a:r>
              <a:rPr lang="en-US" dirty="0"/>
              <a:t>Statement: </a:t>
            </a:r>
          </a:p>
          <a:p>
            <a:pPr lvl="1">
              <a:buClr>
                <a:srgbClr val="00B0F0"/>
              </a:buClr>
              <a:buFont typeface="Courier New" panose="02070309020205020404" pitchFamily="49" charset="0"/>
              <a:buChar char="o"/>
            </a:pPr>
            <a:r>
              <a:rPr lang="en-US" dirty="0"/>
              <a:t>The engineers at XYZ Custom Cars want to know the horsepower of cars that are greater than or equal to 150.</a:t>
            </a:r>
          </a:p>
          <a:p>
            <a:pPr>
              <a:buClr>
                <a:srgbClr val="00B0F0"/>
              </a:buClr>
              <a:buFont typeface="Courier New" panose="02070309020205020404" pitchFamily="49" charset="0"/>
              <a:buChar char="o"/>
            </a:pPr>
            <a:r>
              <a:rPr lang="en-US" dirty="0"/>
              <a:t>Solution:</a:t>
            </a:r>
          </a:p>
          <a:p>
            <a:pPr lvl="1">
              <a:buClr>
                <a:srgbClr val="00B0F0"/>
              </a:buClr>
              <a:buFont typeface="Courier New" panose="02070309020205020404" pitchFamily="49" charset="0"/>
              <a:buChar char="o"/>
            </a:pPr>
            <a:r>
              <a:rPr lang="en-US" dirty="0"/>
              <a:t>The 'where' function can be used for this requirement. Given a condition, 'where' function returns the indexes of the array where the condition satisfies. Using these indexes, the respective values from the array can be obtained.</a:t>
            </a:r>
          </a:p>
          <a:p>
            <a:pPr>
              <a:buClr>
                <a:srgbClr val="00B0F0"/>
              </a:buClr>
              <a:buFont typeface="Courier New" panose="02070309020205020404" pitchFamily="49" charset="0"/>
              <a:buChar char="o"/>
            </a:pPr>
            <a:endParaRPr lang="en-IN" dirty="0" smtClean="0"/>
          </a:p>
          <a:p>
            <a:pPr lvl="0">
              <a:buClr>
                <a:srgbClr val="00B0F0"/>
              </a:buClr>
              <a:buFont typeface="Courier New" panose="02070309020205020404" pitchFamily="49" charset="0"/>
              <a:buChar char="o"/>
            </a:pPr>
            <a:endParaRPr lang="en-US" dirty="0" smtClean="0"/>
          </a:p>
          <a:p>
            <a:pPr lvl="0">
              <a:buClr>
                <a:srgbClr val="00B0F0"/>
              </a:buClr>
              <a:buFont typeface="Courier New" panose="02070309020205020404" pitchFamily="49" charset="0"/>
              <a:buChar char="o"/>
            </a:pPr>
            <a:endParaRPr lang="en-US" dirty="0" smtClean="0"/>
          </a:p>
          <a:p>
            <a:pPr lvl="0">
              <a:buClr>
                <a:srgbClr val="00B0F0"/>
              </a:buClr>
              <a:buFont typeface="Courier New" panose="02070309020205020404" pitchFamily="49" charset="0"/>
              <a:buChar char="o"/>
            </a:pPr>
            <a:endParaRPr lang="en-US" dirty="0" smtClean="0"/>
          </a:p>
          <a:p>
            <a:pPr lvl="0">
              <a:buClr>
                <a:srgbClr val="00B0F0"/>
              </a:buClr>
              <a:buFont typeface="Courier New" panose="02070309020205020404" pitchFamily="49" charset="0"/>
              <a:buChar char="o"/>
            </a:pPr>
            <a:endParaRPr lang="en-US" dirty="0"/>
          </a:p>
          <a:p>
            <a:pPr lvl="0">
              <a:buClr>
                <a:srgbClr val="00B0F0"/>
              </a:buClr>
              <a:buFont typeface="Courier New" panose="02070309020205020404" pitchFamily="49" charset="0"/>
              <a:buChar char="o"/>
            </a:pPr>
            <a:endParaRPr lang="en-US" dirty="0" smtClean="0"/>
          </a:p>
          <a:p>
            <a:pPr marL="0" lvl="0" indent="0">
              <a:buClr>
                <a:srgbClr val="00B0F0"/>
              </a:buClr>
              <a:buNone/>
            </a:pPr>
            <a:endParaRPr lang="en-US" dirty="0"/>
          </a:p>
        </p:txBody>
      </p:sp>
      <p:sp>
        <p:nvSpPr>
          <p:cNvPr id="2" name="AutoShape 2" descr="https://infyspringboard.onwingspan.com/common-content-store/Shared/Shared/Public/lex_auth_012563459509018624305_shared/web-hosted/assets/8.Constructs.png">
            <a:extLst>
              <a:ext uri="{FF2B5EF4-FFF2-40B4-BE49-F238E27FC236}">
                <a16:creationId xmlns:a16="http://schemas.microsoft.com/office/drawing/2014/main" xmlns=""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61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8865" y="3401446"/>
            <a:ext cx="6147487" cy="1710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8"/>
          <p:cNvPicPr/>
          <p:nvPr/>
        </p:nvPicPr>
        <p:blipFill>
          <a:blip r:embed="rId3">
            <a:extLst>
              <a:ext uri="{28A0092B-C50C-407E-A947-70E740481C1C}">
                <a14:useLocalDpi xmlns:a14="http://schemas.microsoft.com/office/drawing/2010/main" val="0"/>
              </a:ext>
            </a:extLst>
          </a:blip>
          <a:srcRect/>
          <a:stretch>
            <a:fillRect/>
          </a:stretch>
        </p:blipFill>
        <p:spPr bwMode="auto">
          <a:xfrm>
            <a:off x="2690683" y="5430021"/>
            <a:ext cx="3009900" cy="742950"/>
          </a:xfrm>
          <a:prstGeom prst="rect">
            <a:avLst/>
          </a:prstGeom>
          <a:noFill/>
          <a:ln>
            <a:noFill/>
          </a:ln>
        </p:spPr>
      </p:pic>
    </p:spTree>
    <p:extLst>
      <p:ext uri="{BB962C8B-B14F-4D97-AF65-F5344CB8AC3E}">
        <p14:creationId xmlns:p14="http://schemas.microsoft.com/office/powerpoint/2010/main" val="143938259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0C813FEE-17AE-5D09-7E31-73405E276A3F}"/>
              </a:ext>
            </a:extLst>
          </p:cNvPr>
          <p:cNvSpPr>
            <a:spLocks noGrp="1"/>
          </p:cNvSpPr>
          <p:nvPr>
            <p:ph type="body" sz="quarter" idx="11"/>
          </p:nvPr>
        </p:nvSpPr>
        <p:spPr/>
        <p:txBody>
          <a:bodyPr/>
          <a:lstStyle/>
          <a:p>
            <a:r>
              <a:rPr lang="en-IN" dirty="0"/>
              <a:t>Filter data</a:t>
            </a:r>
            <a:endParaRPr lang="en-IN" dirty="0"/>
          </a:p>
        </p:txBody>
      </p:sp>
      <p:sp>
        <p:nvSpPr>
          <p:cNvPr id="7" name="Text Placeholder 6">
            <a:extLst>
              <a:ext uri="{FF2B5EF4-FFF2-40B4-BE49-F238E27FC236}">
                <a16:creationId xmlns:a16="http://schemas.microsoft.com/office/drawing/2014/main" xmlns="" id="{B33B5B80-9820-6A94-CE15-9D36A6ED4C44}"/>
              </a:ext>
            </a:extLst>
          </p:cNvPr>
          <p:cNvSpPr>
            <a:spLocks noGrp="1"/>
          </p:cNvSpPr>
          <p:nvPr>
            <p:ph type="body" sz="quarter" idx="13"/>
          </p:nvPr>
        </p:nvSpPr>
        <p:spPr>
          <a:xfrm>
            <a:off x="182880" y="1056399"/>
            <a:ext cx="11450409" cy="3632789"/>
          </a:xfrm>
        </p:spPr>
        <p:txBody>
          <a:bodyPr/>
          <a:lstStyle/>
          <a:p>
            <a:pPr>
              <a:buClr>
                <a:srgbClr val="00B0F0"/>
              </a:buClr>
              <a:buFont typeface="Courier New" panose="02070309020205020404" pitchFamily="49" charset="0"/>
              <a:buChar char="o"/>
            </a:pPr>
            <a:r>
              <a:rPr lang="en-US" dirty="0" smtClean="0"/>
              <a:t>Problem </a:t>
            </a:r>
            <a:r>
              <a:rPr lang="en-US" dirty="0"/>
              <a:t>Statement:</a:t>
            </a:r>
          </a:p>
          <a:p>
            <a:pPr lvl="1">
              <a:buClr>
                <a:srgbClr val="00B0F0"/>
              </a:buClr>
              <a:buFont typeface="Courier New" panose="02070309020205020404" pitchFamily="49" charset="0"/>
              <a:buChar char="o"/>
            </a:pPr>
            <a:r>
              <a:rPr lang="en-US" dirty="0"/>
              <a:t>The Engineers at XYZ Custom Cars want to create a separate array consisting of filtered values of horsepower greater than 135.</a:t>
            </a:r>
          </a:p>
          <a:p>
            <a:pPr>
              <a:buClr>
                <a:srgbClr val="00B0F0"/>
              </a:buClr>
              <a:buFont typeface="Courier New" panose="02070309020205020404" pitchFamily="49" charset="0"/>
              <a:buChar char="o"/>
            </a:pPr>
            <a:r>
              <a:rPr lang="en-US" dirty="0"/>
              <a:t>Solution:</a:t>
            </a:r>
          </a:p>
          <a:p>
            <a:pPr lvl="1">
              <a:buClr>
                <a:srgbClr val="00B0F0"/>
              </a:buClr>
              <a:buFont typeface="Courier New" panose="02070309020205020404" pitchFamily="49" charset="0"/>
              <a:buChar char="o"/>
            </a:pPr>
            <a:r>
              <a:rPr lang="en-US" dirty="0"/>
              <a:t>Getting some elements out of an existing array based on certain conditions and creating a new array out of them is called filtering.</a:t>
            </a:r>
          </a:p>
          <a:p>
            <a:pPr>
              <a:buClr>
                <a:srgbClr val="00B0F0"/>
              </a:buClr>
              <a:buFont typeface="Courier New" panose="02070309020205020404" pitchFamily="49" charset="0"/>
              <a:buChar char="o"/>
            </a:pPr>
            <a:r>
              <a:rPr lang="en-US" dirty="0"/>
              <a:t>The following code can be used to accomplish this:</a:t>
            </a:r>
          </a:p>
          <a:p>
            <a:pPr>
              <a:buClr>
                <a:srgbClr val="00B0F0"/>
              </a:buClr>
              <a:buFont typeface="Courier New" panose="02070309020205020404" pitchFamily="49" charset="0"/>
              <a:buChar char="o"/>
            </a:pPr>
            <a:endParaRPr lang="en-US" dirty="0" smtClean="0"/>
          </a:p>
          <a:p>
            <a:pPr marL="0" lvl="0" indent="0">
              <a:buClr>
                <a:srgbClr val="00B0F0"/>
              </a:buClr>
              <a:buNone/>
            </a:pPr>
            <a:endParaRPr lang="en-US" dirty="0"/>
          </a:p>
        </p:txBody>
      </p:sp>
      <p:sp>
        <p:nvSpPr>
          <p:cNvPr id="2" name="AutoShape 2" descr="https://infyspringboard.onwingspan.com/common-content-store/Shared/Shared/Public/lex_auth_012563459509018624305_shared/web-hosted/assets/8.Constructs.png">
            <a:extLst>
              <a:ext uri="{FF2B5EF4-FFF2-40B4-BE49-F238E27FC236}">
                <a16:creationId xmlns:a16="http://schemas.microsoft.com/office/drawing/2014/main" xmlns=""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62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87981" y="3882468"/>
            <a:ext cx="4048125" cy="176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p:cNvPicPr/>
          <p:nvPr/>
        </p:nvPicPr>
        <p:blipFill>
          <a:blip r:embed="rId3">
            <a:extLst>
              <a:ext uri="{28A0092B-C50C-407E-A947-70E740481C1C}">
                <a14:useLocalDpi xmlns:a14="http://schemas.microsoft.com/office/drawing/2010/main" val="0"/>
              </a:ext>
            </a:extLst>
          </a:blip>
          <a:srcRect/>
          <a:stretch>
            <a:fillRect/>
          </a:stretch>
        </p:blipFill>
        <p:spPr bwMode="auto">
          <a:xfrm>
            <a:off x="8246976" y="4920821"/>
            <a:ext cx="2790825" cy="476250"/>
          </a:xfrm>
          <a:prstGeom prst="rect">
            <a:avLst/>
          </a:prstGeom>
          <a:noFill/>
          <a:ln>
            <a:noFill/>
          </a:ln>
        </p:spPr>
      </p:pic>
    </p:spTree>
    <p:extLst>
      <p:ext uri="{BB962C8B-B14F-4D97-AF65-F5344CB8AC3E}">
        <p14:creationId xmlns:p14="http://schemas.microsoft.com/office/powerpoint/2010/main" val="45560090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0C813FEE-17AE-5D09-7E31-73405E276A3F}"/>
              </a:ext>
            </a:extLst>
          </p:cNvPr>
          <p:cNvSpPr>
            <a:spLocks noGrp="1"/>
          </p:cNvSpPr>
          <p:nvPr>
            <p:ph type="body" sz="quarter" idx="11"/>
          </p:nvPr>
        </p:nvSpPr>
        <p:spPr/>
        <p:txBody>
          <a:bodyPr/>
          <a:lstStyle/>
          <a:p>
            <a:r>
              <a:rPr lang="en-IN" dirty="0"/>
              <a:t>Sorting an array</a:t>
            </a:r>
          </a:p>
        </p:txBody>
      </p:sp>
      <p:sp>
        <p:nvSpPr>
          <p:cNvPr id="7" name="Text Placeholder 6">
            <a:extLst>
              <a:ext uri="{FF2B5EF4-FFF2-40B4-BE49-F238E27FC236}">
                <a16:creationId xmlns:a16="http://schemas.microsoft.com/office/drawing/2014/main" xmlns="" id="{B33B5B80-9820-6A94-CE15-9D36A6ED4C44}"/>
              </a:ext>
            </a:extLst>
          </p:cNvPr>
          <p:cNvSpPr>
            <a:spLocks noGrp="1"/>
          </p:cNvSpPr>
          <p:nvPr>
            <p:ph type="body" sz="quarter" idx="13"/>
          </p:nvPr>
        </p:nvSpPr>
        <p:spPr>
          <a:xfrm>
            <a:off x="182880" y="1056399"/>
            <a:ext cx="11450409" cy="3091103"/>
          </a:xfrm>
        </p:spPr>
        <p:txBody>
          <a:bodyPr/>
          <a:lstStyle/>
          <a:p>
            <a:pPr>
              <a:buClr>
                <a:srgbClr val="00B0F0"/>
              </a:buClr>
              <a:buFont typeface="Courier New" panose="02070309020205020404" pitchFamily="49" charset="0"/>
              <a:buChar char="o"/>
            </a:pPr>
            <a:r>
              <a:rPr lang="en-US" dirty="0" smtClean="0"/>
              <a:t>Problem </a:t>
            </a:r>
            <a:r>
              <a:rPr lang="en-US" dirty="0"/>
              <a:t>Statement:</a:t>
            </a:r>
          </a:p>
          <a:p>
            <a:pPr lvl="1">
              <a:buClr>
                <a:srgbClr val="00B0F0"/>
              </a:buClr>
              <a:buFont typeface="Courier New" panose="02070309020205020404" pitchFamily="49" charset="0"/>
              <a:buChar char="o"/>
            </a:pPr>
            <a:r>
              <a:rPr lang="en-US" dirty="0"/>
              <a:t>The engineers at XYZ Custom Cars want the horsepower in sorted order.</a:t>
            </a:r>
          </a:p>
          <a:p>
            <a:pPr>
              <a:buClr>
                <a:srgbClr val="00B0F0"/>
              </a:buClr>
              <a:buFont typeface="Courier New" panose="02070309020205020404" pitchFamily="49" charset="0"/>
              <a:buChar char="o"/>
            </a:pPr>
            <a:r>
              <a:rPr lang="en-US" dirty="0"/>
              <a:t>Solution:</a:t>
            </a:r>
          </a:p>
          <a:p>
            <a:pPr lvl="1">
              <a:buClr>
                <a:srgbClr val="00B0F0"/>
              </a:buClr>
              <a:buFont typeface="Courier New" panose="02070309020205020404" pitchFamily="49" charset="0"/>
              <a:buChar char="o"/>
            </a:pPr>
            <a:r>
              <a:rPr lang="en-US" dirty="0"/>
              <a:t>The  </a:t>
            </a:r>
            <a:r>
              <a:rPr lang="en-US" dirty="0" err="1"/>
              <a:t>numpy</a:t>
            </a:r>
            <a:r>
              <a:rPr lang="en-US" dirty="0"/>
              <a:t> array can be sorted by passing the array to the function sort(array) or by </a:t>
            </a:r>
            <a:r>
              <a:rPr lang="en-US" dirty="0" err="1"/>
              <a:t>array.sort</a:t>
            </a:r>
            <a:r>
              <a:rPr lang="en-US" dirty="0"/>
              <a:t>.</a:t>
            </a:r>
          </a:p>
          <a:p>
            <a:pPr>
              <a:buClr>
                <a:srgbClr val="00B0F0"/>
              </a:buClr>
              <a:buFont typeface="Courier New" panose="02070309020205020404" pitchFamily="49" charset="0"/>
              <a:buChar char="o"/>
            </a:pPr>
            <a:r>
              <a:rPr lang="en-US" dirty="0"/>
              <a:t>So, what is the difference between these two functions though they are used for the same functionality?</a:t>
            </a:r>
          </a:p>
          <a:p>
            <a:pPr>
              <a:buClr>
                <a:srgbClr val="00B0F0"/>
              </a:buClr>
              <a:buFont typeface="Courier New" panose="02070309020205020404" pitchFamily="49" charset="0"/>
              <a:buChar char="o"/>
            </a:pPr>
            <a:endParaRPr lang="en-US" dirty="0" smtClean="0"/>
          </a:p>
          <a:p>
            <a:pPr marL="0" lvl="0" indent="0">
              <a:buClr>
                <a:srgbClr val="00B0F0"/>
              </a:buClr>
              <a:buNone/>
            </a:pPr>
            <a:endParaRPr lang="en-US" dirty="0"/>
          </a:p>
        </p:txBody>
      </p:sp>
      <p:sp>
        <p:nvSpPr>
          <p:cNvPr id="2" name="AutoShape 2" descr="https://infyspringboard.onwingspan.com/common-content-store/Shared/Shared/Public/lex_auth_012563459509018624305_shared/web-hosted/assets/8.Constructs.png">
            <a:extLst>
              <a:ext uri="{FF2B5EF4-FFF2-40B4-BE49-F238E27FC236}">
                <a16:creationId xmlns:a16="http://schemas.microsoft.com/office/drawing/2014/main" xmlns=""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63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6399" y="3429000"/>
            <a:ext cx="5219700"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8"/>
          <p:cNvPicPr/>
          <p:nvPr/>
        </p:nvPicPr>
        <p:blipFill>
          <a:blip r:embed="rId3">
            <a:extLst>
              <a:ext uri="{28A0092B-C50C-407E-A947-70E740481C1C}">
                <a14:useLocalDpi xmlns:a14="http://schemas.microsoft.com/office/drawing/2010/main" val="0"/>
              </a:ext>
            </a:extLst>
          </a:blip>
          <a:srcRect/>
          <a:stretch>
            <a:fillRect/>
          </a:stretch>
        </p:blipFill>
        <p:spPr bwMode="auto">
          <a:xfrm>
            <a:off x="6096000" y="5081974"/>
            <a:ext cx="4610100" cy="895350"/>
          </a:xfrm>
          <a:prstGeom prst="rect">
            <a:avLst/>
          </a:prstGeom>
          <a:noFill/>
          <a:ln>
            <a:noFill/>
          </a:ln>
        </p:spPr>
      </p:pic>
    </p:spTree>
    <p:extLst>
      <p:ext uri="{BB962C8B-B14F-4D97-AF65-F5344CB8AC3E}">
        <p14:creationId xmlns:p14="http://schemas.microsoft.com/office/powerpoint/2010/main" val="318352089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0C813FEE-17AE-5D09-7E31-73405E276A3F}"/>
              </a:ext>
            </a:extLst>
          </p:cNvPr>
          <p:cNvSpPr>
            <a:spLocks noGrp="1"/>
          </p:cNvSpPr>
          <p:nvPr>
            <p:ph type="body" sz="quarter" idx="11"/>
          </p:nvPr>
        </p:nvSpPr>
        <p:spPr/>
        <p:txBody>
          <a:bodyPr/>
          <a:lstStyle/>
          <a:p>
            <a:r>
              <a:rPr lang="en-IN" dirty="0"/>
              <a:t>Sorting an array</a:t>
            </a:r>
          </a:p>
        </p:txBody>
      </p:sp>
      <p:sp>
        <p:nvSpPr>
          <p:cNvPr id="7" name="Text Placeholder 6">
            <a:extLst>
              <a:ext uri="{FF2B5EF4-FFF2-40B4-BE49-F238E27FC236}">
                <a16:creationId xmlns:a16="http://schemas.microsoft.com/office/drawing/2014/main" xmlns="" id="{B33B5B80-9820-6A94-CE15-9D36A6ED4C44}"/>
              </a:ext>
            </a:extLst>
          </p:cNvPr>
          <p:cNvSpPr>
            <a:spLocks noGrp="1"/>
          </p:cNvSpPr>
          <p:nvPr>
            <p:ph type="body" sz="quarter" idx="13"/>
          </p:nvPr>
        </p:nvSpPr>
        <p:spPr>
          <a:xfrm>
            <a:off x="182880" y="1056399"/>
            <a:ext cx="11450409" cy="3905685"/>
          </a:xfrm>
        </p:spPr>
        <p:txBody>
          <a:bodyPr/>
          <a:lstStyle/>
          <a:p>
            <a:pPr>
              <a:buClr>
                <a:srgbClr val="00B0F0"/>
              </a:buClr>
              <a:buFont typeface="Courier New" panose="02070309020205020404" pitchFamily="49" charset="0"/>
              <a:buChar char="o"/>
            </a:pPr>
            <a:r>
              <a:rPr lang="en-US" dirty="0" smtClean="0"/>
              <a:t>Problem </a:t>
            </a:r>
            <a:r>
              <a:rPr lang="en-US" dirty="0"/>
              <a:t>Statement:</a:t>
            </a:r>
          </a:p>
          <a:p>
            <a:pPr lvl="1">
              <a:buClr>
                <a:srgbClr val="00B0F0"/>
              </a:buClr>
              <a:buFont typeface="Courier New" panose="02070309020205020404" pitchFamily="49" charset="0"/>
              <a:buChar char="o"/>
            </a:pPr>
            <a:r>
              <a:rPr lang="en-US" dirty="0"/>
              <a:t>The engineers at XYZ Custom Cars want the horsepower in sorted order.</a:t>
            </a:r>
          </a:p>
          <a:p>
            <a:pPr>
              <a:buClr>
                <a:srgbClr val="00B0F0"/>
              </a:buClr>
              <a:buFont typeface="Courier New" panose="02070309020205020404" pitchFamily="49" charset="0"/>
              <a:buChar char="o"/>
            </a:pPr>
            <a:r>
              <a:rPr lang="en-US" dirty="0"/>
              <a:t>Solution:</a:t>
            </a:r>
          </a:p>
          <a:p>
            <a:pPr lvl="1">
              <a:buClr>
                <a:srgbClr val="00B0F0"/>
              </a:buClr>
              <a:buFont typeface="Courier New" panose="02070309020205020404" pitchFamily="49" charset="0"/>
              <a:buChar char="o"/>
            </a:pPr>
            <a:r>
              <a:rPr lang="en-US" dirty="0"/>
              <a:t>The  </a:t>
            </a:r>
            <a:r>
              <a:rPr lang="en-US" dirty="0" err="1"/>
              <a:t>numpy</a:t>
            </a:r>
            <a:r>
              <a:rPr lang="en-US" dirty="0"/>
              <a:t> array can be sorted by passing the array to the function sort(array) or by </a:t>
            </a:r>
            <a:r>
              <a:rPr lang="en-US" dirty="0" err="1"/>
              <a:t>array.sort</a:t>
            </a:r>
            <a:r>
              <a:rPr lang="en-US" dirty="0"/>
              <a:t>.</a:t>
            </a:r>
          </a:p>
          <a:p>
            <a:pPr>
              <a:buClr>
                <a:srgbClr val="00B0F0"/>
              </a:buClr>
              <a:buFont typeface="Courier New" panose="02070309020205020404" pitchFamily="49" charset="0"/>
              <a:buChar char="o"/>
            </a:pPr>
            <a:r>
              <a:rPr lang="en-IN" dirty="0" smtClean="0"/>
              <a:t>The </a:t>
            </a:r>
            <a:r>
              <a:rPr lang="en-IN" dirty="0"/>
              <a:t>difference is that the </a:t>
            </a:r>
            <a:r>
              <a:rPr lang="en-IN" dirty="0" err="1"/>
              <a:t>array.sort</a:t>
            </a:r>
            <a:r>
              <a:rPr lang="en-IN" dirty="0"/>
              <a:t>() function modifies the original array by default, whereas the sort(array) function does not.</a:t>
            </a:r>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marL="0" lvl="0" indent="0">
              <a:buClr>
                <a:srgbClr val="00B0F0"/>
              </a:buClr>
              <a:buNone/>
            </a:pPr>
            <a:endParaRPr lang="en-US" dirty="0"/>
          </a:p>
        </p:txBody>
      </p:sp>
      <p:sp>
        <p:nvSpPr>
          <p:cNvPr id="2" name="AutoShape 2" descr="https://infyspringboard.onwingspan.com/common-content-store/Shared/Shared/Public/lex_auth_012563459509018624305_shared/web-hosted/assets/8.Constructs.png">
            <a:extLst>
              <a:ext uri="{FF2B5EF4-FFF2-40B4-BE49-F238E27FC236}">
                <a16:creationId xmlns:a16="http://schemas.microsoft.com/office/drawing/2014/main" xmlns=""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64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5625" y="3429000"/>
            <a:ext cx="5305425" cy="1285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p:cNvPicPr/>
          <p:nvPr/>
        </p:nvPicPr>
        <p:blipFill>
          <a:blip r:embed="rId3">
            <a:extLst>
              <a:ext uri="{28A0092B-C50C-407E-A947-70E740481C1C}">
                <a14:useLocalDpi xmlns:a14="http://schemas.microsoft.com/office/drawing/2010/main" val="0"/>
              </a:ext>
            </a:extLst>
          </a:blip>
          <a:srcRect/>
          <a:stretch>
            <a:fillRect/>
          </a:stretch>
        </p:blipFill>
        <p:spPr bwMode="auto">
          <a:xfrm>
            <a:off x="6063049" y="5271315"/>
            <a:ext cx="4495800" cy="714375"/>
          </a:xfrm>
          <a:prstGeom prst="rect">
            <a:avLst/>
          </a:prstGeom>
          <a:noFill/>
          <a:ln>
            <a:noFill/>
          </a:ln>
        </p:spPr>
      </p:pic>
    </p:spTree>
    <p:extLst>
      <p:ext uri="{BB962C8B-B14F-4D97-AF65-F5344CB8AC3E}">
        <p14:creationId xmlns:p14="http://schemas.microsoft.com/office/powerpoint/2010/main" val="171007124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0C813FEE-17AE-5D09-7E31-73405E276A3F}"/>
              </a:ext>
            </a:extLst>
          </p:cNvPr>
          <p:cNvSpPr>
            <a:spLocks noGrp="1"/>
          </p:cNvSpPr>
          <p:nvPr>
            <p:ph type="body" sz="quarter" idx="11"/>
          </p:nvPr>
        </p:nvSpPr>
        <p:spPr/>
        <p:txBody>
          <a:bodyPr/>
          <a:lstStyle/>
          <a:p>
            <a:r>
              <a:rPr lang="en-IN" dirty="0" err="1"/>
              <a:t>Vectorized</a:t>
            </a:r>
            <a:r>
              <a:rPr lang="en-IN" dirty="0"/>
              <a:t> operations</a:t>
            </a:r>
          </a:p>
        </p:txBody>
      </p:sp>
      <p:sp>
        <p:nvSpPr>
          <p:cNvPr id="7" name="Text Placeholder 6">
            <a:extLst>
              <a:ext uri="{FF2B5EF4-FFF2-40B4-BE49-F238E27FC236}">
                <a16:creationId xmlns:a16="http://schemas.microsoft.com/office/drawing/2014/main" xmlns="" id="{B33B5B80-9820-6A94-CE15-9D36A6ED4C44}"/>
              </a:ext>
            </a:extLst>
          </p:cNvPr>
          <p:cNvSpPr>
            <a:spLocks noGrp="1"/>
          </p:cNvSpPr>
          <p:nvPr>
            <p:ph type="body" sz="quarter" idx="13"/>
          </p:nvPr>
        </p:nvSpPr>
        <p:spPr>
          <a:xfrm>
            <a:off x="182880" y="1056399"/>
            <a:ext cx="11450409" cy="3258328"/>
          </a:xfrm>
        </p:spPr>
        <p:txBody>
          <a:bodyPr/>
          <a:lstStyle/>
          <a:p>
            <a:pPr>
              <a:buClr>
                <a:srgbClr val="00B0F0"/>
              </a:buClr>
              <a:buFont typeface="Courier New" panose="02070309020205020404" pitchFamily="49" charset="0"/>
              <a:buChar char="o"/>
            </a:pPr>
            <a:r>
              <a:rPr lang="en-US" dirty="0" smtClean="0"/>
              <a:t>The </a:t>
            </a:r>
            <a:r>
              <a:rPr lang="en-US" dirty="0"/>
              <a:t>mathematical operations can be performed on </a:t>
            </a:r>
            <a:r>
              <a:rPr lang="en-US" dirty="0" err="1"/>
              <a:t>Numpy</a:t>
            </a:r>
            <a:r>
              <a:rPr lang="en-US" dirty="0"/>
              <a:t> arrays. </a:t>
            </a:r>
            <a:endParaRPr lang="en-US" dirty="0" smtClean="0"/>
          </a:p>
          <a:p>
            <a:pPr>
              <a:buClr>
                <a:srgbClr val="00B0F0"/>
              </a:buClr>
              <a:buFont typeface="Courier New" panose="02070309020205020404" pitchFamily="49" charset="0"/>
              <a:buChar char="o"/>
            </a:pPr>
            <a:r>
              <a:rPr lang="en-US" dirty="0" err="1" smtClean="0"/>
              <a:t>Numpy</a:t>
            </a:r>
            <a:r>
              <a:rPr lang="en-US" dirty="0" smtClean="0"/>
              <a:t> </a:t>
            </a:r>
            <a:r>
              <a:rPr lang="en-US" dirty="0"/>
              <a:t>makes use of optimized, pre-compiled code to perform mathematical operations on each array element. </a:t>
            </a:r>
            <a:endParaRPr lang="en-US" dirty="0" smtClean="0"/>
          </a:p>
          <a:p>
            <a:pPr>
              <a:buClr>
                <a:srgbClr val="00B0F0"/>
              </a:buClr>
              <a:buFont typeface="Courier New" panose="02070309020205020404" pitchFamily="49" charset="0"/>
              <a:buChar char="o"/>
            </a:pPr>
            <a:r>
              <a:rPr lang="en-US" dirty="0" smtClean="0"/>
              <a:t>This </a:t>
            </a:r>
            <a:r>
              <a:rPr lang="en-US" dirty="0"/>
              <a:t>eliminates the need of using loops, thereby enhancing the performance. This process is called </a:t>
            </a:r>
            <a:r>
              <a:rPr lang="en-US" dirty="0" err="1"/>
              <a:t>vectorization</a:t>
            </a:r>
            <a:r>
              <a:rPr lang="en-US" dirty="0"/>
              <a:t>.</a:t>
            </a:r>
          </a:p>
          <a:p>
            <a:pPr>
              <a:buClr>
                <a:srgbClr val="00B0F0"/>
              </a:buClr>
              <a:buFont typeface="Courier New" panose="02070309020205020404" pitchFamily="49" charset="0"/>
              <a:buChar char="o"/>
            </a:pPr>
            <a:r>
              <a:rPr lang="en-US" dirty="0" err="1"/>
              <a:t>Numpy</a:t>
            </a:r>
            <a:r>
              <a:rPr lang="en-US" dirty="0"/>
              <a:t> provides various mathematical functions such as sum(), add(), sub(), log(), sin() etc. which uses </a:t>
            </a:r>
            <a:r>
              <a:rPr lang="en-US" dirty="0" err="1"/>
              <a:t>vectorization</a:t>
            </a:r>
            <a:r>
              <a:rPr lang="en-US" dirty="0"/>
              <a:t>.</a:t>
            </a:r>
          </a:p>
          <a:p>
            <a:pPr>
              <a:buClr>
                <a:srgbClr val="00B0F0"/>
              </a:buClr>
              <a:buFont typeface="Courier New" panose="02070309020205020404" pitchFamily="49" charset="0"/>
              <a:buChar char="o"/>
            </a:pPr>
            <a:endParaRPr lang="en-US" dirty="0"/>
          </a:p>
        </p:txBody>
      </p:sp>
      <p:sp>
        <p:nvSpPr>
          <p:cNvPr id="2" name="AutoShape 2" descr="https://infyspringboard.onwingspan.com/common-content-store/Shared/Shared/Public/lex_auth_012563459509018624305_shared/web-hosted/assets/8.Constructs.png">
            <a:extLst>
              <a:ext uri="{FF2B5EF4-FFF2-40B4-BE49-F238E27FC236}">
                <a16:creationId xmlns:a16="http://schemas.microsoft.com/office/drawing/2014/main" xmlns=""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36464234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0C813FEE-17AE-5D09-7E31-73405E276A3F}"/>
              </a:ext>
            </a:extLst>
          </p:cNvPr>
          <p:cNvSpPr>
            <a:spLocks noGrp="1"/>
          </p:cNvSpPr>
          <p:nvPr>
            <p:ph type="body" sz="quarter" idx="11"/>
          </p:nvPr>
        </p:nvSpPr>
        <p:spPr/>
        <p:txBody>
          <a:bodyPr/>
          <a:lstStyle/>
          <a:p>
            <a:r>
              <a:rPr lang="en-IN" dirty="0" err="1"/>
              <a:t>Vectorized</a:t>
            </a:r>
            <a:r>
              <a:rPr lang="en-IN" dirty="0"/>
              <a:t> operations</a:t>
            </a:r>
          </a:p>
        </p:txBody>
      </p:sp>
      <p:sp>
        <p:nvSpPr>
          <p:cNvPr id="7" name="Text Placeholder 6">
            <a:extLst>
              <a:ext uri="{FF2B5EF4-FFF2-40B4-BE49-F238E27FC236}">
                <a16:creationId xmlns:a16="http://schemas.microsoft.com/office/drawing/2014/main" xmlns="" id="{B33B5B80-9820-6A94-CE15-9D36A6ED4C44}"/>
              </a:ext>
            </a:extLst>
          </p:cNvPr>
          <p:cNvSpPr>
            <a:spLocks noGrp="1"/>
          </p:cNvSpPr>
          <p:nvPr>
            <p:ph type="body" sz="quarter" idx="13"/>
          </p:nvPr>
        </p:nvSpPr>
        <p:spPr>
          <a:xfrm>
            <a:off x="182880" y="1056399"/>
            <a:ext cx="11450409" cy="281103"/>
          </a:xfrm>
        </p:spPr>
        <p:txBody>
          <a:bodyPr/>
          <a:lstStyle/>
          <a:p>
            <a:pPr>
              <a:buClr>
                <a:srgbClr val="00B0F0"/>
              </a:buClr>
              <a:buFont typeface="Courier New" panose="02070309020205020404" pitchFamily="49" charset="0"/>
              <a:buChar char="o"/>
            </a:pPr>
            <a:r>
              <a:rPr lang="en-US" dirty="0" smtClean="0"/>
              <a:t>Consider </a:t>
            </a:r>
            <a:r>
              <a:rPr lang="en-US" dirty="0"/>
              <a:t>an example of marks scored by a student:</a:t>
            </a:r>
          </a:p>
        </p:txBody>
      </p:sp>
      <p:sp>
        <p:nvSpPr>
          <p:cNvPr id="2" name="AutoShape 2" descr="https://infyspringboard.onwingspan.com/common-content-store/Shared/Shared/Public/lex_auth_012563459509018624305_shared/web-hosted/assets/8.Constructs.png">
            <a:extLst>
              <a:ext uri="{FF2B5EF4-FFF2-40B4-BE49-F238E27FC236}">
                <a16:creationId xmlns:a16="http://schemas.microsoft.com/office/drawing/2014/main" xmlns=""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65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34033" y="1915427"/>
            <a:ext cx="3870883" cy="25740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189317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0C813FEE-17AE-5D09-7E31-73405E276A3F}"/>
              </a:ext>
            </a:extLst>
          </p:cNvPr>
          <p:cNvSpPr>
            <a:spLocks noGrp="1"/>
          </p:cNvSpPr>
          <p:nvPr>
            <p:ph type="body" sz="quarter" idx="11"/>
          </p:nvPr>
        </p:nvSpPr>
        <p:spPr/>
        <p:txBody>
          <a:bodyPr/>
          <a:lstStyle/>
          <a:p>
            <a:r>
              <a:rPr lang="en-IN" dirty="0" err="1"/>
              <a:t>Vectorized</a:t>
            </a:r>
            <a:r>
              <a:rPr lang="en-IN" dirty="0"/>
              <a:t> operations</a:t>
            </a:r>
          </a:p>
        </p:txBody>
      </p:sp>
      <p:sp>
        <p:nvSpPr>
          <p:cNvPr id="7" name="Text Placeholder 6">
            <a:extLst>
              <a:ext uri="{FF2B5EF4-FFF2-40B4-BE49-F238E27FC236}">
                <a16:creationId xmlns:a16="http://schemas.microsoft.com/office/drawing/2014/main" xmlns="" id="{B33B5B80-9820-6A94-CE15-9D36A6ED4C44}"/>
              </a:ext>
            </a:extLst>
          </p:cNvPr>
          <p:cNvSpPr>
            <a:spLocks noGrp="1"/>
          </p:cNvSpPr>
          <p:nvPr>
            <p:ph type="body" sz="quarter" idx="13"/>
          </p:nvPr>
        </p:nvSpPr>
        <p:spPr>
          <a:xfrm>
            <a:off x="182880" y="1056399"/>
            <a:ext cx="11450409" cy="2071336"/>
          </a:xfrm>
        </p:spPr>
        <p:txBody>
          <a:bodyPr/>
          <a:lstStyle/>
          <a:p>
            <a:pPr>
              <a:buClr>
                <a:srgbClr val="00B0F0"/>
              </a:buClr>
              <a:buFont typeface="Courier New" panose="02070309020205020404" pitchFamily="49" charset="0"/>
              <a:buChar char="o"/>
            </a:pPr>
            <a:r>
              <a:rPr lang="en-US" dirty="0" smtClean="0"/>
              <a:t>Problem </a:t>
            </a:r>
            <a:r>
              <a:rPr lang="en-US" dirty="0"/>
              <a:t>Statement:</a:t>
            </a:r>
          </a:p>
          <a:p>
            <a:pPr lvl="1">
              <a:buClr>
                <a:srgbClr val="00B0F0"/>
              </a:buClr>
              <a:buFont typeface="Courier New" panose="02070309020205020404" pitchFamily="49" charset="0"/>
              <a:buChar char="o"/>
            </a:pPr>
            <a:r>
              <a:rPr lang="en-US" dirty="0"/>
              <a:t>Calculate the sum of all the marks.</a:t>
            </a:r>
          </a:p>
          <a:p>
            <a:pPr>
              <a:buClr>
                <a:srgbClr val="00B0F0"/>
              </a:buClr>
              <a:buFont typeface="Courier New" panose="02070309020205020404" pitchFamily="49" charset="0"/>
              <a:buChar char="o"/>
            </a:pPr>
            <a:r>
              <a:rPr lang="en-US" dirty="0"/>
              <a:t>Solution:</a:t>
            </a:r>
          </a:p>
          <a:p>
            <a:pPr lvl="1">
              <a:buClr>
                <a:srgbClr val="00B0F0"/>
              </a:buClr>
              <a:buFont typeface="Courier New" panose="02070309020205020404" pitchFamily="49" charset="0"/>
              <a:buChar char="o"/>
            </a:pPr>
            <a:r>
              <a:rPr lang="en-US" dirty="0"/>
              <a:t>The sum() function can be used which internally uses </a:t>
            </a:r>
            <a:r>
              <a:rPr lang="en-US" dirty="0" err="1"/>
              <a:t>vectorizaton</a:t>
            </a:r>
            <a:r>
              <a:rPr lang="en-US" dirty="0"/>
              <a:t> </a:t>
            </a:r>
          </a:p>
          <a:p>
            <a:pPr>
              <a:buClr>
                <a:srgbClr val="00B0F0"/>
              </a:buClr>
              <a:buFont typeface="Courier New" panose="02070309020205020404" pitchFamily="49" charset="0"/>
              <a:buChar char="o"/>
            </a:pPr>
            <a:endParaRPr lang="en-US" dirty="0"/>
          </a:p>
        </p:txBody>
      </p:sp>
      <p:sp>
        <p:nvSpPr>
          <p:cNvPr id="2" name="AutoShape 2" descr="https://infyspringboard.onwingspan.com/common-content-store/Shared/Shared/Public/lex_auth_012563459509018624305_shared/web-hosted/assets/8.Constructs.png">
            <a:extLst>
              <a:ext uri="{FF2B5EF4-FFF2-40B4-BE49-F238E27FC236}">
                <a16:creationId xmlns:a16="http://schemas.microsoft.com/office/drawing/2014/main" xmlns=""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66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2438" y="3117958"/>
            <a:ext cx="7972125" cy="1010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p:cNvPicPr/>
          <p:nvPr/>
        </p:nvPicPr>
        <p:blipFill>
          <a:blip r:embed="rId3">
            <a:extLst>
              <a:ext uri="{28A0092B-C50C-407E-A947-70E740481C1C}">
                <a14:useLocalDpi xmlns:a14="http://schemas.microsoft.com/office/drawing/2010/main" val="0"/>
              </a:ext>
            </a:extLst>
          </a:blip>
          <a:srcRect/>
          <a:stretch>
            <a:fillRect/>
          </a:stretch>
        </p:blipFill>
        <p:spPr bwMode="auto">
          <a:xfrm>
            <a:off x="2160373" y="4478037"/>
            <a:ext cx="457200" cy="323850"/>
          </a:xfrm>
          <a:prstGeom prst="rect">
            <a:avLst/>
          </a:prstGeom>
          <a:noFill/>
          <a:ln>
            <a:noFill/>
          </a:ln>
        </p:spPr>
      </p:pic>
    </p:spTree>
    <p:extLst>
      <p:ext uri="{BB962C8B-B14F-4D97-AF65-F5344CB8AC3E}">
        <p14:creationId xmlns:p14="http://schemas.microsoft.com/office/powerpoint/2010/main" val="95752879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0C813FEE-17AE-5D09-7E31-73405E276A3F}"/>
              </a:ext>
            </a:extLst>
          </p:cNvPr>
          <p:cNvSpPr>
            <a:spLocks noGrp="1"/>
          </p:cNvSpPr>
          <p:nvPr>
            <p:ph type="body" sz="quarter" idx="11"/>
          </p:nvPr>
        </p:nvSpPr>
        <p:spPr/>
        <p:txBody>
          <a:bodyPr/>
          <a:lstStyle/>
          <a:p>
            <a:r>
              <a:rPr lang="en-IN" dirty="0" err="1"/>
              <a:t>Vectorized</a:t>
            </a:r>
            <a:r>
              <a:rPr lang="en-IN" dirty="0"/>
              <a:t> operations</a:t>
            </a:r>
          </a:p>
        </p:txBody>
      </p:sp>
      <p:sp>
        <p:nvSpPr>
          <p:cNvPr id="7" name="Text Placeholder 6">
            <a:extLst>
              <a:ext uri="{FF2B5EF4-FFF2-40B4-BE49-F238E27FC236}">
                <a16:creationId xmlns:a16="http://schemas.microsoft.com/office/drawing/2014/main" xmlns="" id="{B33B5B80-9820-6A94-CE15-9D36A6ED4C44}"/>
              </a:ext>
            </a:extLst>
          </p:cNvPr>
          <p:cNvSpPr>
            <a:spLocks noGrp="1"/>
          </p:cNvSpPr>
          <p:nvPr>
            <p:ph type="body" sz="quarter" idx="13"/>
          </p:nvPr>
        </p:nvSpPr>
        <p:spPr>
          <a:xfrm>
            <a:off x="182880" y="1056399"/>
            <a:ext cx="11450409" cy="4074962"/>
          </a:xfrm>
        </p:spPr>
        <p:txBody>
          <a:bodyPr/>
          <a:lstStyle/>
          <a:p>
            <a:pPr>
              <a:buClr>
                <a:srgbClr val="00B0F0"/>
              </a:buClr>
              <a:buFont typeface="Courier New" panose="02070309020205020404" pitchFamily="49" charset="0"/>
              <a:buChar char="o"/>
            </a:pPr>
            <a:r>
              <a:rPr lang="en-US" dirty="0" smtClean="0"/>
              <a:t>Problem </a:t>
            </a:r>
            <a:r>
              <a:rPr lang="en-US" dirty="0"/>
              <a:t>Statement:</a:t>
            </a:r>
          </a:p>
          <a:p>
            <a:pPr lvl="1">
              <a:buClr>
                <a:srgbClr val="00B0F0"/>
              </a:buClr>
              <a:buFont typeface="Courier New" panose="02070309020205020404" pitchFamily="49" charset="0"/>
              <a:buChar char="o"/>
            </a:pPr>
            <a:r>
              <a:rPr lang="en-US" dirty="0"/>
              <a:t>Award extra marks in subjects as follows:</a:t>
            </a:r>
          </a:p>
          <a:p>
            <a:pPr lvl="1">
              <a:buClr>
                <a:srgbClr val="00B0F0"/>
              </a:buClr>
              <a:buFont typeface="Courier New" panose="02070309020205020404" pitchFamily="49" charset="0"/>
              <a:buChar char="o"/>
            </a:pPr>
            <a:r>
              <a:rPr lang="en-US" dirty="0"/>
              <a:t>English: +2</a:t>
            </a:r>
          </a:p>
          <a:p>
            <a:pPr lvl="1">
              <a:buClr>
                <a:srgbClr val="00B0F0"/>
              </a:buClr>
              <a:buFont typeface="Courier New" panose="02070309020205020404" pitchFamily="49" charset="0"/>
              <a:buChar char="o"/>
            </a:pPr>
            <a:r>
              <a:rPr lang="en-US" dirty="0"/>
              <a:t>Mathematics: +2</a:t>
            </a:r>
          </a:p>
          <a:p>
            <a:pPr lvl="1">
              <a:buClr>
                <a:srgbClr val="00B0F0"/>
              </a:buClr>
              <a:buFont typeface="Courier New" panose="02070309020205020404" pitchFamily="49" charset="0"/>
              <a:buChar char="o"/>
            </a:pPr>
            <a:r>
              <a:rPr lang="en-US" dirty="0"/>
              <a:t>Physics: +5</a:t>
            </a:r>
          </a:p>
          <a:p>
            <a:pPr lvl="1">
              <a:buClr>
                <a:srgbClr val="00B0F0"/>
              </a:buClr>
              <a:buFont typeface="Courier New" panose="02070309020205020404" pitchFamily="49" charset="0"/>
              <a:buChar char="o"/>
            </a:pPr>
            <a:r>
              <a:rPr lang="en-US" dirty="0"/>
              <a:t>Chemistry: +10</a:t>
            </a:r>
          </a:p>
          <a:p>
            <a:pPr lvl="1">
              <a:buClr>
                <a:srgbClr val="00B0F0"/>
              </a:buClr>
              <a:buFont typeface="Courier New" panose="02070309020205020404" pitchFamily="49" charset="0"/>
              <a:buChar char="o"/>
            </a:pPr>
            <a:r>
              <a:rPr lang="en-US" dirty="0"/>
              <a:t>Biology: +2</a:t>
            </a:r>
          </a:p>
          <a:p>
            <a:pPr>
              <a:buClr>
                <a:srgbClr val="00B0F0"/>
              </a:buClr>
              <a:buFont typeface="Courier New" panose="02070309020205020404" pitchFamily="49" charset="0"/>
              <a:buChar char="o"/>
            </a:pPr>
            <a:r>
              <a:rPr lang="en-US" dirty="0"/>
              <a:t>Solution:</a:t>
            </a:r>
          </a:p>
          <a:p>
            <a:pPr lvl="1">
              <a:buClr>
                <a:srgbClr val="00B0F0"/>
              </a:buClr>
              <a:buFont typeface="Courier New" panose="02070309020205020404" pitchFamily="49" charset="0"/>
              <a:buChar char="o"/>
            </a:pPr>
            <a:r>
              <a:rPr lang="en-US" dirty="0"/>
              <a:t>Below is the solution to the problem:</a:t>
            </a:r>
          </a:p>
          <a:p>
            <a:pPr>
              <a:buClr>
                <a:srgbClr val="00B0F0"/>
              </a:buClr>
              <a:buFont typeface="Courier New" panose="02070309020205020404" pitchFamily="49" charset="0"/>
              <a:buChar char="o"/>
            </a:pPr>
            <a:endParaRPr lang="en-US" dirty="0"/>
          </a:p>
        </p:txBody>
      </p:sp>
      <p:sp>
        <p:nvSpPr>
          <p:cNvPr id="2" name="AutoShape 2" descr="https://infyspringboard.onwingspan.com/common-content-store/Shared/Shared/Public/lex_auth_012563459509018624305_shared/web-hosted/assets/8.Constructs.png">
            <a:extLst>
              <a:ext uri="{FF2B5EF4-FFF2-40B4-BE49-F238E27FC236}">
                <a16:creationId xmlns:a16="http://schemas.microsoft.com/office/drawing/2014/main" xmlns=""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67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1572" y="4734180"/>
            <a:ext cx="5712168" cy="12968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8"/>
          <p:cNvPicPr/>
          <p:nvPr/>
        </p:nvPicPr>
        <p:blipFill>
          <a:blip r:embed="rId3">
            <a:extLst>
              <a:ext uri="{28A0092B-C50C-407E-A947-70E740481C1C}">
                <a14:useLocalDpi xmlns:a14="http://schemas.microsoft.com/office/drawing/2010/main" val="0"/>
              </a:ext>
            </a:extLst>
          </a:blip>
          <a:srcRect/>
          <a:stretch>
            <a:fillRect/>
          </a:stretch>
        </p:blipFill>
        <p:spPr bwMode="auto">
          <a:xfrm>
            <a:off x="9281854" y="5225425"/>
            <a:ext cx="2105025" cy="314325"/>
          </a:xfrm>
          <a:prstGeom prst="rect">
            <a:avLst/>
          </a:prstGeom>
          <a:noFill/>
          <a:ln>
            <a:noFill/>
          </a:ln>
        </p:spPr>
      </p:pic>
    </p:spTree>
    <p:extLst>
      <p:ext uri="{BB962C8B-B14F-4D97-AF65-F5344CB8AC3E}">
        <p14:creationId xmlns:p14="http://schemas.microsoft.com/office/powerpoint/2010/main" val="66479106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0C813FEE-17AE-5D09-7E31-73405E276A3F}"/>
              </a:ext>
            </a:extLst>
          </p:cNvPr>
          <p:cNvSpPr>
            <a:spLocks noGrp="1"/>
          </p:cNvSpPr>
          <p:nvPr>
            <p:ph type="body" sz="quarter" idx="11"/>
          </p:nvPr>
        </p:nvSpPr>
        <p:spPr/>
        <p:txBody>
          <a:bodyPr/>
          <a:lstStyle/>
          <a:p>
            <a:r>
              <a:rPr lang="en-IN" dirty="0" err="1"/>
              <a:t>Vectorized</a:t>
            </a:r>
            <a:r>
              <a:rPr lang="en-IN" dirty="0"/>
              <a:t> operations</a:t>
            </a:r>
          </a:p>
        </p:txBody>
      </p:sp>
      <p:sp>
        <p:nvSpPr>
          <p:cNvPr id="7" name="Text Placeholder 6">
            <a:extLst>
              <a:ext uri="{FF2B5EF4-FFF2-40B4-BE49-F238E27FC236}">
                <a16:creationId xmlns:a16="http://schemas.microsoft.com/office/drawing/2014/main" xmlns="" id="{B33B5B80-9820-6A94-CE15-9D36A6ED4C44}"/>
              </a:ext>
            </a:extLst>
          </p:cNvPr>
          <p:cNvSpPr>
            <a:spLocks noGrp="1"/>
          </p:cNvSpPr>
          <p:nvPr>
            <p:ph type="body" sz="quarter" idx="13"/>
          </p:nvPr>
        </p:nvSpPr>
        <p:spPr>
          <a:xfrm>
            <a:off x="182880" y="1056399"/>
            <a:ext cx="11450409" cy="4383764"/>
          </a:xfrm>
        </p:spPr>
        <p:txBody>
          <a:bodyPr/>
          <a:lstStyle/>
          <a:p>
            <a:pPr>
              <a:buClr>
                <a:srgbClr val="00B0F0"/>
              </a:buClr>
              <a:buFont typeface="Courier New" panose="02070309020205020404" pitchFamily="49" charset="0"/>
              <a:buChar char="o"/>
            </a:pPr>
            <a:r>
              <a:rPr lang="en-US" dirty="0" smtClean="0"/>
              <a:t>Also</a:t>
            </a:r>
            <a:r>
              <a:rPr lang="en-US" dirty="0"/>
              <a:t>, the same operation can be performed as shown below</a:t>
            </a:r>
            <a:r>
              <a:rPr lang="en-US" dirty="0" smtClean="0"/>
              <a:t>:</a:t>
            </a:r>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r>
              <a:rPr lang="en-IN" dirty="0"/>
              <a:t>Both the above methods use </a:t>
            </a:r>
            <a:r>
              <a:rPr lang="en-IN" dirty="0" err="1"/>
              <a:t>vectorization</a:t>
            </a:r>
            <a:r>
              <a:rPr lang="en-IN" dirty="0"/>
              <a:t> </a:t>
            </a:r>
            <a:r>
              <a:rPr lang="en-IN" dirty="0" err="1"/>
              <a:t>internallly</a:t>
            </a:r>
            <a:r>
              <a:rPr lang="en-IN" dirty="0"/>
              <a:t> eliminating the need of loops.</a:t>
            </a:r>
          </a:p>
          <a:p>
            <a:pPr marL="0" indent="0">
              <a:buClr>
                <a:srgbClr val="00B0F0"/>
              </a:buClr>
              <a:buNone/>
            </a:pPr>
            <a:endParaRPr lang="en-US" dirty="0"/>
          </a:p>
        </p:txBody>
      </p:sp>
      <p:sp>
        <p:nvSpPr>
          <p:cNvPr id="2" name="AutoShape 2" descr="https://infyspringboard.onwingspan.com/common-content-store/Shared/Shared/Public/lex_auth_012563459509018624305_shared/web-hosted/assets/8.Constructs.png">
            <a:extLst>
              <a:ext uri="{FF2B5EF4-FFF2-40B4-BE49-F238E27FC236}">
                <a16:creationId xmlns:a16="http://schemas.microsoft.com/office/drawing/2014/main" xmlns=""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68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222" y="2003339"/>
            <a:ext cx="6218667" cy="8990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p:cNvPicPr/>
          <p:nvPr/>
        </p:nvPicPr>
        <p:blipFill>
          <a:blip r:embed="rId3">
            <a:extLst>
              <a:ext uri="{28A0092B-C50C-407E-A947-70E740481C1C}">
                <a14:useLocalDpi xmlns:a14="http://schemas.microsoft.com/office/drawing/2010/main" val="0"/>
              </a:ext>
            </a:extLst>
          </a:blip>
          <a:srcRect/>
          <a:stretch>
            <a:fillRect/>
          </a:stretch>
        </p:blipFill>
        <p:spPr bwMode="auto">
          <a:xfrm>
            <a:off x="3894308" y="3271837"/>
            <a:ext cx="2679487" cy="558758"/>
          </a:xfrm>
          <a:prstGeom prst="rect">
            <a:avLst/>
          </a:prstGeom>
          <a:noFill/>
          <a:ln>
            <a:noFill/>
          </a:ln>
        </p:spPr>
      </p:pic>
    </p:spTree>
    <p:extLst>
      <p:ext uri="{BB962C8B-B14F-4D97-AF65-F5344CB8AC3E}">
        <p14:creationId xmlns:p14="http://schemas.microsoft.com/office/powerpoint/2010/main" val="132483188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0C813FEE-17AE-5D09-7E31-73405E276A3F}"/>
              </a:ext>
            </a:extLst>
          </p:cNvPr>
          <p:cNvSpPr>
            <a:spLocks noGrp="1"/>
          </p:cNvSpPr>
          <p:nvPr>
            <p:ph type="body" sz="quarter" idx="11"/>
          </p:nvPr>
        </p:nvSpPr>
        <p:spPr/>
        <p:txBody>
          <a:bodyPr/>
          <a:lstStyle/>
          <a:p>
            <a:r>
              <a:rPr lang="en-IN" dirty="0" err="1"/>
              <a:t>Vectorized</a:t>
            </a:r>
            <a:r>
              <a:rPr lang="en-IN" dirty="0"/>
              <a:t> operations</a:t>
            </a:r>
          </a:p>
        </p:txBody>
      </p:sp>
      <p:sp>
        <p:nvSpPr>
          <p:cNvPr id="7" name="Text Placeholder 6">
            <a:extLst>
              <a:ext uri="{FF2B5EF4-FFF2-40B4-BE49-F238E27FC236}">
                <a16:creationId xmlns:a16="http://schemas.microsoft.com/office/drawing/2014/main" xmlns="" id="{B33B5B80-9820-6A94-CE15-9D36A6ED4C44}"/>
              </a:ext>
            </a:extLst>
          </p:cNvPr>
          <p:cNvSpPr>
            <a:spLocks noGrp="1"/>
          </p:cNvSpPr>
          <p:nvPr>
            <p:ph type="body" sz="quarter" idx="13"/>
          </p:nvPr>
        </p:nvSpPr>
        <p:spPr>
          <a:xfrm>
            <a:off x="182880" y="1056399"/>
            <a:ext cx="11450409" cy="281103"/>
          </a:xfrm>
        </p:spPr>
        <p:txBody>
          <a:bodyPr/>
          <a:lstStyle/>
          <a:p>
            <a:pPr>
              <a:buClr>
                <a:srgbClr val="00B0F0"/>
              </a:buClr>
              <a:buFont typeface="Courier New" panose="02070309020205020404" pitchFamily="49" charset="0"/>
              <a:buChar char="o"/>
            </a:pPr>
            <a:r>
              <a:rPr lang="en-IN" dirty="0" smtClean="0"/>
              <a:t>Other </a:t>
            </a:r>
            <a:r>
              <a:rPr lang="en-IN" dirty="0"/>
              <a:t>arithmetic operations can also be performed in a similar manner</a:t>
            </a:r>
            <a:r>
              <a:rPr lang="en-IN" dirty="0" smtClean="0"/>
              <a:t>.</a:t>
            </a:r>
            <a:endParaRPr lang="en-IN" dirty="0"/>
          </a:p>
        </p:txBody>
      </p:sp>
      <p:sp>
        <p:nvSpPr>
          <p:cNvPr id="2" name="AutoShape 2" descr="https://infyspringboard.onwingspan.com/common-content-store/Shared/Shared/Public/lex_auth_012563459509018624305_shared/web-hosted/assets/8.Constructs.png">
            <a:extLst>
              <a:ext uri="{FF2B5EF4-FFF2-40B4-BE49-F238E27FC236}">
                <a16:creationId xmlns:a16="http://schemas.microsoft.com/office/drawing/2014/main" xmlns=""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 name="Picture 8"/>
          <p:cNvPicPr/>
          <p:nvPr/>
        </p:nvPicPr>
        <p:blipFill>
          <a:blip r:embed="rId2">
            <a:extLst>
              <a:ext uri="{28A0092B-C50C-407E-A947-70E740481C1C}">
                <a14:useLocalDpi xmlns:a14="http://schemas.microsoft.com/office/drawing/2010/main" val="0"/>
              </a:ext>
            </a:extLst>
          </a:blip>
          <a:srcRect/>
          <a:stretch>
            <a:fillRect/>
          </a:stretch>
        </p:blipFill>
        <p:spPr bwMode="auto">
          <a:xfrm>
            <a:off x="2286000" y="1935891"/>
            <a:ext cx="7809469" cy="3451655"/>
          </a:xfrm>
          <a:prstGeom prst="rect">
            <a:avLst/>
          </a:prstGeom>
          <a:noFill/>
          <a:ln>
            <a:noFill/>
          </a:ln>
        </p:spPr>
      </p:pic>
    </p:spTree>
    <p:extLst>
      <p:ext uri="{BB962C8B-B14F-4D97-AF65-F5344CB8AC3E}">
        <p14:creationId xmlns:p14="http://schemas.microsoft.com/office/powerpoint/2010/main" val="62238833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0C813FEE-17AE-5D09-7E31-73405E276A3F}"/>
              </a:ext>
            </a:extLst>
          </p:cNvPr>
          <p:cNvSpPr>
            <a:spLocks noGrp="1"/>
          </p:cNvSpPr>
          <p:nvPr>
            <p:ph type="body" sz="quarter" idx="11"/>
          </p:nvPr>
        </p:nvSpPr>
        <p:spPr/>
        <p:txBody>
          <a:bodyPr/>
          <a:lstStyle/>
          <a:p>
            <a:r>
              <a:rPr lang="en-IN" dirty="0"/>
              <a:t>Broadcasting</a:t>
            </a:r>
          </a:p>
        </p:txBody>
      </p:sp>
      <p:sp>
        <p:nvSpPr>
          <p:cNvPr id="7" name="Text Placeholder 6">
            <a:extLst>
              <a:ext uri="{FF2B5EF4-FFF2-40B4-BE49-F238E27FC236}">
                <a16:creationId xmlns:a16="http://schemas.microsoft.com/office/drawing/2014/main" xmlns="" id="{B33B5B80-9820-6A94-CE15-9D36A6ED4C44}"/>
              </a:ext>
            </a:extLst>
          </p:cNvPr>
          <p:cNvSpPr>
            <a:spLocks noGrp="1"/>
          </p:cNvSpPr>
          <p:nvPr>
            <p:ph type="body" sz="quarter" idx="13"/>
          </p:nvPr>
        </p:nvSpPr>
        <p:spPr>
          <a:xfrm>
            <a:off x="182880" y="1056399"/>
            <a:ext cx="11450409" cy="4993162"/>
          </a:xfrm>
        </p:spPr>
        <p:txBody>
          <a:bodyPr/>
          <a:lstStyle/>
          <a:p>
            <a:pPr>
              <a:buClr>
                <a:srgbClr val="00B0F0"/>
              </a:buClr>
              <a:buFont typeface="Courier New" panose="02070309020205020404" pitchFamily="49" charset="0"/>
              <a:buChar char="o"/>
            </a:pPr>
            <a:r>
              <a:rPr lang="en-IN" dirty="0" smtClean="0"/>
              <a:t>"</a:t>
            </a:r>
            <a:r>
              <a:rPr lang="en-IN" dirty="0"/>
              <a:t>Broadcasting" refers to the term on how </a:t>
            </a:r>
            <a:r>
              <a:rPr lang="en-IN" dirty="0" err="1"/>
              <a:t>Numpy</a:t>
            </a:r>
            <a:r>
              <a:rPr lang="en-IN" dirty="0"/>
              <a:t> handles arrays with different shapes during arithmetic operations</a:t>
            </a:r>
            <a:r>
              <a:rPr lang="en-IN" dirty="0" smtClean="0"/>
              <a:t>.</a:t>
            </a:r>
          </a:p>
          <a:p>
            <a:pPr>
              <a:buClr>
                <a:srgbClr val="00B0F0"/>
              </a:buClr>
              <a:buFont typeface="Courier New" panose="02070309020205020404" pitchFamily="49" charset="0"/>
              <a:buChar char="o"/>
            </a:pPr>
            <a:r>
              <a:rPr lang="en-IN" dirty="0" smtClean="0"/>
              <a:t> </a:t>
            </a:r>
            <a:r>
              <a:rPr lang="en-IN" dirty="0"/>
              <a:t>Array of smaller size is stretched or copied across the larger </a:t>
            </a:r>
            <a:r>
              <a:rPr lang="en-IN" dirty="0" smtClean="0"/>
              <a:t>array.</a:t>
            </a:r>
          </a:p>
          <a:p>
            <a:pPr>
              <a:buClr>
                <a:srgbClr val="00B0F0"/>
              </a:buClr>
              <a:buFont typeface="Courier New" panose="02070309020205020404" pitchFamily="49" charset="0"/>
              <a:buChar char="o"/>
            </a:pPr>
            <a:r>
              <a:rPr lang="en-IN" dirty="0" smtClean="0"/>
              <a:t>For </a:t>
            </a:r>
            <a:r>
              <a:rPr lang="en-IN" dirty="0"/>
              <a:t>example, considering the following arithmetic operations across 2 </a:t>
            </a:r>
            <a:r>
              <a:rPr lang="en-IN" dirty="0" smtClean="0"/>
              <a:t>arrays:</a:t>
            </a:r>
          </a:p>
          <a:p>
            <a:pPr>
              <a:buClr>
                <a:srgbClr val="00B0F0"/>
              </a:buClr>
              <a:buFont typeface="Courier New" panose="02070309020205020404" pitchFamily="49" charset="0"/>
              <a:buChar char="o"/>
            </a:pPr>
            <a:endParaRPr lang="en-IN" dirty="0"/>
          </a:p>
          <a:p>
            <a:pPr>
              <a:buClr>
                <a:srgbClr val="00B0F0"/>
              </a:buClr>
              <a:buFont typeface="Courier New" panose="02070309020205020404" pitchFamily="49" charset="0"/>
              <a:buChar char="o"/>
            </a:pPr>
            <a:endParaRPr lang="en-IN" dirty="0" smtClean="0"/>
          </a:p>
          <a:p>
            <a:pPr>
              <a:buClr>
                <a:srgbClr val="00B0F0"/>
              </a:buClr>
              <a:buFont typeface="Courier New" panose="02070309020205020404" pitchFamily="49" charset="0"/>
              <a:buChar char="o"/>
            </a:pPr>
            <a:endParaRPr lang="en-IN" dirty="0"/>
          </a:p>
          <a:p>
            <a:pPr>
              <a:buClr>
                <a:srgbClr val="00B0F0"/>
              </a:buClr>
              <a:buFont typeface="Courier New" panose="02070309020205020404" pitchFamily="49" charset="0"/>
              <a:buChar char="o"/>
            </a:pPr>
            <a:endParaRPr lang="en-IN" dirty="0" smtClean="0"/>
          </a:p>
          <a:p>
            <a:pPr marL="0" indent="0">
              <a:buClr>
                <a:srgbClr val="00B0F0"/>
              </a:buClr>
              <a:buNone/>
            </a:pPr>
            <a:endParaRPr lang="en-IN" dirty="0" smtClean="0"/>
          </a:p>
          <a:p>
            <a:pPr>
              <a:buClr>
                <a:srgbClr val="00B0F0"/>
              </a:buClr>
              <a:buFont typeface="Courier New" panose="02070309020205020404" pitchFamily="49" charset="0"/>
              <a:buChar char="o"/>
            </a:pPr>
            <a:r>
              <a:rPr lang="en-IN" dirty="0" smtClean="0"/>
              <a:t>In </a:t>
            </a:r>
            <a:r>
              <a:rPr lang="en-IN" dirty="0"/>
              <a:t>this example, the array2 is being stretched</a:t>
            </a:r>
            <a:r>
              <a:rPr lang="en-IN" i="1" dirty="0"/>
              <a:t> </a:t>
            </a:r>
            <a:r>
              <a:rPr lang="en-IN" dirty="0"/>
              <a:t>or copied to match array1 during the arithmetic operation resulting in new array array3 with the same shape as array1.  </a:t>
            </a:r>
          </a:p>
        </p:txBody>
      </p:sp>
      <p:sp>
        <p:nvSpPr>
          <p:cNvPr id="2" name="AutoShape 2" descr="https://infyspringboard.onwingspan.com/common-content-store/Shared/Shared/Public/lex_auth_012563459509018624305_shared/web-hosted/assets/8.Constructs.png">
            <a:extLst>
              <a:ext uri="{FF2B5EF4-FFF2-40B4-BE49-F238E27FC236}">
                <a16:creationId xmlns:a16="http://schemas.microsoft.com/office/drawing/2014/main" xmlns=""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69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2382" y="3034228"/>
            <a:ext cx="6022102" cy="1883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p:cNvPicPr/>
          <p:nvPr/>
        </p:nvPicPr>
        <p:blipFill>
          <a:blip r:embed="rId3">
            <a:extLst>
              <a:ext uri="{28A0092B-C50C-407E-A947-70E740481C1C}">
                <a14:useLocalDpi xmlns:a14="http://schemas.microsoft.com/office/drawing/2010/main" val="0"/>
              </a:ext>
            </a:extLst>
          </a:blip>
          <a:srcRect/>
          <a:stretch>
            <a:fillRect/>
          </a:stretch>
        </p:blipFill>
        <p:spPr bwMode="auto">
          <a:xfrm>
            <a:off x="8925447" y="4072193"/>
            <a:ext cx="1838325" cy="295275"/>
          </a:xfrm>
          <a:prstGeom prst="rect">
            <a:avLst/>
          </a:prstGeom>
          <a:noFill/>
          <a:ln>
            <a:noFill/>
          </a:ln>
        </p:spPr>
      </p:pic>
    </p:spTree>
    <p:extLst>
      <p:ext uri="{BB962C8B-B14F-4D97-AF65-F5344CB8AC3E}">
        <p14:creationId xmlns:p14="http://schemas.microsoft.com/office/powerpoint/2010/main" val="56733124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0C813FEE-17AE-5D09-7E31-73405E276A3F}"/>
              </a:ext>
            </a:extLst>
          </p:cNvPr>
          <p:cNvSpPr>
            <a:spLocks noGrp="1"/>
          </p:cNvSpPr>
          <p:nvPr>
            <p:ph type="body" sz="quarter" idx="11"/>
          </p:nvPr>
        </p:nvSpPr>
        <p:spPr/>
        <p:txBody>
          <a:bodyPr/>
          <a:lstStyle/>
          <a:p>
            <a:r>
              <a:rPr lang="en-IN" dirty="0"/>
              <a:t>Broadcasting</a:t>
            </a:r>
          </a:p>
        </p:txBody>
      </p:sp>
      <p:sp>
        <p:nvSpPr>
          <p:cNvPr id="7" name="Text Placeholder 6">
            <a:extLst>
              <a:ext uri="{FF2B5EF4-FFF2-40B4-BE49-F238E27FC236}">
                <a16:creationId xmlns:a16="http://schemas.microsoft.com/office/drawing/2014/main" xmlns="" id="{B33B5B80-9820-6A94-CE15-9D36A6ED4C44}"/>
              </a:ext>
            </a:extLst>
          </p:cNvPr>
          <p:cNvSpPr>
            <a:spLocks noGrp="1"/>
          </p:cNvSpPr>
          <p:nvPr>
            <p:ph type="body" sz="quarter" idx="13"/>
          </p:nvPr>
        </p:nvSpPr>
        <p:spPr>
          <a:xfrm>
            <a:off x="182880" y="1056399"/>
            <a:ext cx="11450409" cy="4483279"/>
          </a:xfrm>
        </p:spPr>
        <p:txBody>
          <a:bodyPr/>
          <a:lstStyle/>
          <a:p>
            <a:pPr>
              <a:buClr>
                <a:srgbClr val="00B0F0"/>
              </a:buClr>
              <a:buFont typeface="Courier New" panose="02070309020205020404" pitchFamily="49" charset="0"/>
              <a:buChar char="o"/>
            </a:pPr>
            <a:r>
              <a:rPr lang="en-IN" dirty="0" smtClean="0"/>
              <a:t>The </a:t>
            </a:r>
            <a:r>
              <a:rPr lang="en-IN" dirty="0"/>
              <a:t>following diagram explains broadcasting</a:t>
            </a:r>
            <a:r>
              <a:rPr lang="en-IN" dirty="0" smtClean="0"/>
              <a:t>:</a:t>
            </a:r>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marL="0" indent="0">
              <a:buClr>
                <a:srgbClr val="00B0F0"/>
              </a:buClr>
              <a:buNone/>
            </a:pPr>
            <a:endParaRPr lang="en-US" dirty="0" smtClean="0"/>
          </a:p>
          <a:p>
            <a:pPr lvl="0">
              <a:buClr>
                <a:srgbClr val="00B0F0"/>
              </a:buClr>
              <a:buFont typeface="Courier New" panose="02070309020205020404" pitchFamily="49" charset="0"/>
              <a:buChar char="o"/>
            </a:pPr>
            <a:r>
              <a:rPr lang="en-IN" dirty="0"/>
              <a:t>In the first operation, the shape of first array is 1x3 and the shape of second array is 1x1. Hence, according to broadcasting rules, the second array gets stretched to match the shape of first array and the shape of the resulting array is 1x3.</a:t>
            </a:r>
          </a:p>
          <a:p>
            <a:pPr marL="0" indent="0">
              <a:buClr>
                <a:srgbClr val="00B0F0"/>
              </a:buClr>
              <a:buNone/>
            </a:pPr>
            <a:endParaRPr lang="en-IN" dirty="0"/>
          </a:p>
          <a:p>
            <a:pPr>
              <a:buClr>
                <a:srgbClr val="00B0F0"/>
              </a:buClr>
              <a:buFont typeface="Courier New" panose="02070309020205020404" pitchFamily="49" charset="0"/>
              <a:buChar char="o"/>
            </a:pPr>
            <a:endParaRPr lang="en-IN"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a16="http://schemas.microsoft.com/office/drawing/2014/main" xmlns=""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70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0072" y="1890584"/>
            <a:ext cx="6549516" cy="10256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1045143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0C813FEE-17AE-5D09-7E31-73405E276A3F}"/>
              </a:ext>
            </a:extLst>
          </p:cNvPr>
          <p:cNvSpPr>
            <a:spLocks noGrp="1"/>
          </p:cNvSpPr>
          <p:nvPr>
            <p:ph type="body" sz="quarter" idx="11"/>
          </p:nvPr>
        </p:nvSpPr>
        <p:spPr/>
        <p:txBody>
          <a:bodyPr/>
          <a:lstStyle/>
          <a:p>
            <a:r>
              <a:rPr lang="en-IN" dirty="0"/>
              <a:t>Broadcasting</a:t>
            </a:r>
          </a:p>
        </p:txBody>
      </p:sp>
      <p:sp>
        <p:nvSpPr>
          <p:cNvPr id="7" name="Text Placeholder 6">
            <a:extLst>
              <a:ext uri="{FF2B5EF4-FFF2-40B4-BE49-F238E27FC236}">
                <a16:creationId xmlns:a16="http://schemas.microsoft.com/office/drawing/2014/main" xmlns="" id="{B33B5B80-9820-6A94-CE15-9D36A6ED4C44}"/>
              </a:ext>
            </a:extLst>
          </p:cNvPr>
          <p:cNvSpPr>
            <a:spLocks noGrp="1"/>
          </p:cNvSpPr>
          <p:nvPr>
            <p:ph type="body" sz="quarter" idx="13"/>
          </p:nvPr>
        </p:nvSpPr>
        <p:spPr>
          <a:xfrm>
            <a:off x="182880" y="1056399"/>
            <a:ext cx="11450409" cy="4993162"/>
          </a:xfrm>
        </p:spPr>
        <p:txBody>
          <a:bodyPr/>
          <a:lstStyle/>
          <a:p>
            <a:pPr>
              <a:buClr>
                <a:srgbClr val="00B0F0"/>
              </a:buClr>
              <a:buFont typeface="Courier New" panose="02070309020205020404" pitchFamily="49" charset="0"/>
              <a:buChar char="o"/>
            </a:pPr>
            <a:r>
              <a:rPr lang="en-IN" dirty="0" smtClean="0"/>
              <a:t>The </a:t>
            </a:r>
            <a:r>
              <a:rPr lang="en-IN" dirty="0"/>
              <a:t>following diagram explains broadcasting</a:t>
            </a:r>
            <a:r>
              <a:rPr lang="en-IN" dirty="0" smtClean="0"/>
              <a:t>:</a:t>
            </a:r>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marL="0" indent="0">
              <a:buClr>
                <a:srgbClr val="00B0F0"/>
              </a:buClr>
              <a:buNone/>
            </a:pPr>
            <a:endParaRPr lang="en-US" dirty="0" smtClean="0"/>
          </a:p>
          <a:p>
            <a:pPr lvl="0">
              <a:buClr>
                <a:srgbClr val="00B0F0"/>
              </a:buClr>
              <a:buFont typeface="Courier New" panose="02070309020205020404" pitchFamily="49" charset="0"/>
              <a:buChar char="o"/>
            </a:pPr>
            <a:r>
              <a:rPr lang="en-IN" dirty="0" smtClean="0"/>
              <a:t>In </a:t>
            </a:r>
            <a:r>
              <a:rPr lang="en-IN" dirty="0"/>
              <a:t>the second operation, the shape of first array is 3x3 and the shape of second array is 1x3. Hence, according to broadcasting rules, the second array gets stretched to match the shape of first array and the shape of the resulting array is 3x3.</a:t>
            </a:r>
          </a:p>
          <a:p>
            <a:pPr lvl="0">
              <a:buClr>
                <a:srgbClr val="00B0F0"/>
              </a:buClr>
              <a:buFont typeface="Courier New" panose="02070309020205020404" pitchFamily="49" charset="0"/>
              <a:buChar char="o"/>
            </a:pPr>
            <a:endParaRPr lang="en-IN" dirty="0"/>
          </a:p>
          <a:p>
            <a:pPr marL="0" indent="0">
              <a:buClr>
                <a:srgbClr val="00B0F0"/>
              </a:buClr>
              <a:buNone/>
            </a:pPr>
            <a:endParaRPr lang="en-IN" dirty="0"/>
          </a:p>
          <a:p>
            <a:pPr>
              <a:buClr>
                <a:srgbClr val="00B0F0"/>
              </a:buClr>
              <a:buFont typeface="Courier New" panose="02070309020205020404" pitchFamily="49" charset="0"/>
              <a:buChar char="o"/>
            </a:pPr>
            <a:endParaRPr lang="en-IN"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a16="http://schemas.microsoft.com/office/drawing/2014/main" xmlns=""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71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4471" y="1871404"/>
            <a:ext cx="4656483" cy="12987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4447399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0C813FEE-17AE-5D09-7E31-73405E276A3F}"/>
              </a:ext>
            </a:extLst>
          </p:cNvPr>
          <p:cNvSpPr>
            <a:spLocks noGrp="1"/>
          </p:cNvSpPr>
          <p:nvPr>
            <p:ph type="body" sz="quarter" idx="11"/>
          </p:nvPr>
        </p:nvSpPr>
        <p:spPr/>
        <p:txBody>
          <a:bodyPr/>
          <a:lstStyle/>
          <a:p>
            <a:r>
              <a:rPr lang="en-IN" dirty="0"/>
              <a:t>Broadcasting</a:t>
            </a:r>
          </a:p>
        </p:txBody>
      </p:sp>
      <p:sp>
        <p:nvSpPr>
          <p:cNvPr id="7" name="Text Placeholder 6">
            <a:extLst>
              <a:ext uri="{FF2B5EF4-FFF2-40B4-BE49-F238E27FC236}">
                <a16:creationId xmlns:a16="http://schemas.microsoft.com/office/drawing/2014/main" xmlns="" id="{B33B5B80-9820-6A94-CE15-9D36A6ED4C44}"/>
              </a:ext>
            </a:extLst>
          </p:cNvPr>
          <p:cNvSpPr>
            <a:spLocks noGrp="1"/>
          </p:cNvSpPr>
          <p:nvPr>
            <p:ph type="body" sz="quarter" idx="13"/>
          </p:nvPr>
        </p:nvSpPr>
        <p:spPr>
          <a:xfrm>
            <a:off x="182880" y="1056399"/>
            <a:ext cx="11450409" cy="5198346"/>
          </a:xfrm>
        </p:spPr>
        <p:txBody>
          <a:bodyPr/>
          <a:lstStyle/>
          <a:p>
            <a:pPr>
              <a:buClr>
                <a:srgbClr val="00B0F0"/>
              </a:buClr>
              <a:buFont typeface="Courier New" panose="02070309020205020404" pitchFamily="49" charset="0"/>
              <a:buChar char="o"/>
            </a:pPr>
            <a:r>
              <a:rPr lang="en-IN" dirty="0" smtClean="0"/>
              <a:t>The </a:t>
            </a:r>
            <a:r>
              <a:rPr lang="en-IN" dirty="0"/>
              <a:t>following diagram explains </a:t>
            </a:r>
            <a:r>
              <a:rPr lang="en-IN" dirty="0" smtClean="0"/>
              <a:t>broadcasting:</a:t>
            </a:r>
          </a:p>
          <a:p>
            <a:pPr>
              <a:buClr>
                <a:srgbClr val="00B0F0"/>
              </a:buClr>
              <a:buFont typeface="Courier New" panose="02070309020205020404" pitchFamily="49" charset="0"/>
              <a:buChar char="o"/>
            </a:pPr>
            <a:endParaRPr lang="en-IN" dirty="0"/>
          </a:p>
          <a:p>
            <a:pPr>
              <a:buClr>
                <a:srgbClr val="00B0F0"/>
              </a:buClr>
              <a:buFont typeface="Courier New" panose="02070309020205020404" pitchFamily="49" charset="0"/>
              <a:buChar char="o"/>
            </a:pPr>
            <a:endParaRPr lang="en-IN" dirty="0" smtClean="0"/>
          </a:p>
          <a:p>
            <a:pPr>
              <a:buClr>
                <a:srgbClr val="00B0F0"/>
              </a:buClr>
              <a:buFont typeface="Courier New" panose="02070309020205020404" pitchFamily="49" charset="0"/>
              <a:buChar char="o"/>
            </a:pPr>
            <a:endParaRPr lang="en-IN" dirty="0"/>
          </a:p>
          <a:p>
            <a:pPr>
              <a:buClr>
                <a:srgbClr val="00B0F0"/>
              </a:buClr>
              <a:buFont typeface="Courier New" panose="02070309020205020404" pitchFamily="49" charset="0"/>
              <a:buChar char="o"/>
            </a:pPr>
            <a:endParaRPr lang="en-IN" dirty="0" smtClean="0"/>
          </a:p>
          <a:p>
            <a:pPr>
              <a:buClr>
                <a:srgbClr val="00B0F0"/>
              </a:buClr>
              <a:buFont typeface="Courier New" panose="02070309020205020404" pitchFamily="49" charset="0"/>
              <a:buChar char="o"/>
            </a:pPr>
            <a:r>
              <a:rPr lang="en-IN" dirty="0" smtClean="0"/>
              <a:t>In </a:t>
            </a:r>
            <a:r>
              <a:rPr lang="en-IN" dirty="0"/>
              <a:t>the third operation, the shape of first array is 3x1 and the shape of second array is 1x3. Hence, according to broadcasting rules, both first and second arrays get stretched and the shape of the resulting array is 3x3.</a:t>
            </a:r>
          </a:p>
          <a:p>
            <a:r>
              <a:rPr lang="en-IN" dirty="0"/>
              <a:t> </a:t>
            </a:r>
          </a:p>
          <a:p>
            <a:pPr lvl="0">
              <a:buClr>
                <a:srgbClr val="00B0F0"/>
              </a:buClr>
              <a:buFont typeface="Courier New" panose="02070309020205020404" pitchFamily="49" charset="0"/>
              <a:buChar char="o"/>
            </a:pPr>
            <a:endParaRPr lang="en-IN" dirty="0"/>
          </a:p>
          <a:p>
            <a:pPr marL="0" indent="0">
              <a:buClr>
                <a:srgbClr val="00B0F0"/>
              </a:buClr>
              <a:buNone/>
            </a:pPr>
            <a:endParaRPr lang="en-IN" dirty="0"/>
          </a:p>
          <a:p>
            <a:pPr>
              <a:buClr>
                <a:srgbClr val="00B0F0"/>
              </a:buClr>
              <a:buFont typeface="Courier New" panose="02070309020205020404" pitchFamily="49" charset="0"/>
              <a:buChar char="o"/>
            </a:pPr>
            <a:endParaRPr lang="en-IN"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a16="http://schemas.microsoft.com/office/drawing/2014/main" xmlns=""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72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0830" y="1865871"/>
            <a:ext cx="4182020" cy="11133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4402970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0C813FEE-17AE-5D09-7E31-73405E276A3F}"/>
              </a:ext>
            </a:extLst>
          </p:cNvPr>
          <p:cNvSpPr>
            <a:spLocks noGrp="1"/>
          </p:cNvSpPr>
          <p:nvPr>
            <p:ph type="body" sz="quarter" idx="11"/>
          </p:nvPr>
        </p:nvSpPr>
        <p:spPr/>
        <p:txBody>
          <a:bodyPr/>
          <a:lstStyle/>
          <a:p>
            <a:r>
              <a:rPr lang="en-IN" dirty="0"/>
              <a:t>Broadcasting - demo</a:t>
            </a:r>
          </a:p>
        </p:txBody>
      </p:sp>
      <p:sp>
        <p:nvSpPr>
          <p:cNvPr id="7" name="Text Placeholder 6">
            <a:extLst>
              <a:ext uri="{FF2B5EF4-FFF2-40B4-BE49-F238E27FC236}">
                <a16:creationId xmlns:a16="http://schemas.microsoft.com/office/drawing/2014/main" xmlns="" id="{B33B5B80-9820-6A94-CE15-9D36A6ED4C44}"/>
              </a:ext>
            </a:extLst>
          </p:cNvPr>
          <p:cNvSpPr>
            <a:spLocks noGrp="1"/>
          </p:cNvSpPr>
          <p:nvPr>
            <p:ph type="body" sz="quarter" idx="13"/>
          </p:nvPr>
        </p:nvSpPr>
        <p:spPr>
          <a:xfrm>
            <a:off x="182880" y="1056399"/>
            <a:ext cx="11450409" cy="4688463"/>
          </a:xfrm>
        </p:spPr>
        <p:txBody>
          <a:bodyPr/>
          <a:lstStyle/>
          <a:p>
            <a:pPr>
              <a:buClr>
                <a:srgbClr val="00B0F0"/>
              </a:buClr>
              <a:buFont typeface="Courier New" panose="02070309020205020404" pitchFamily="49" charset="0"/>
              <a:buChar char="o"/>
            </a:pPr>
            <a:r>
              <a:rPr lang="en-IN" b="1" dirty="0" smtClean="0"/>
              <a:t>Consider </a:t>
            </a:r>
            <a:r>
              <a:rPr lang="en-IN" b="1" dirty="0"/>
              <a:t>the following table consisting marks scored by four student in two different subjects:</a:t>
            </a:r>
          </a:p>
          <a:p>
            <a:pPr>
              <a:buClr>
                <a:srgbClr val="00B0F0"/>
              </a:buClr>
              <a:buFont typeface="Courier New" panose="02070309020205020404" pitchFamily="49" charset="0"/>
              <a:buChar char="o"/>
            </a:pPr>
            <a:endParaRPr lang="en-IN" dirty="0"/>
          </a:p>
          <a:p>
            <a:pPr>
              <a:buClr>
                <a:srgbClr val="00B0F0"/>
              </a:buClr>
              <a:buFont typeface="Courier New" panose="02070309020205020404" pitchFamily="49" charset="0"/>
              <a:buChar char="o"/>
            </a:pPr>
            <a:endParaRPr lang="en-IN" dirty="0"/>
          </a:p>
          <a:p>
            <a:pPr>
              <a:buClr>
                <a:srgbClr val="00B0F0"/>
              </a:buClr>
              <a:buFont typeface="Courier New" panose="02070309020205020404" pitchFamily="49" charset="0"/>
              <a:buChar char="o"/>
            </a:pPr>
            <a:endParaRPr lang="en-IN" dirty="0"/>
          </a:p>
          <a:p>
            <a:pPr>
              <a:buClr>
                <a:srgbClr val="00B0F0"/>
              </a:buClr>
              <a:buFont typeface="Courier New" panose="02070309020205020404" pitchFamily="49" charset="0"/>
              <a:buChar char="o"/>
            </a:pPr>
            <a:endParaRPr lang="en-IN" dirty="0"/>
          </a:p>
          <a:p>
            <a:pPr>
              <a:buClr>
                <a:srgbClr val="00B0F0"/>
              </a:buClr>
              <a:buFont typeface="Courier New" panose="02070309020205020404" pitchFamily="49" charset="0"/>
              <a:buChar char="o"/>
            </a:pPr>
            <a:endParaRPr lang="en-IN" dirty="0"/>
          </a:p>
          <a:p>
            <a:pPr>
              <a:buClr>
                <a:srgbClr val="00B0F0"/>
              </a:buClr>
              <a:buFont typeface="Courier New" panose="02070309020205020404" pitchFamily="49" charset="0"/>
              <a:buChar char="o"/>
            </a:pPr>
            <a:r>
              <a:rPr lang="en-IN" dirty="0" smtClean="0"/>
              <a:t>The </a:t>
            </a:r>
            <a:r>
              <a:rPr lang="en-IN" dirty="0"/>
              <a:t>teacher of these students wants to represent their marks in an array. To do so, the marks can be stored using a 4x2 array as follows:</a:t>
            </a:r>
          </a:p>
          <a:p>
            <a:pPr marL="0" indent="0">
              <a:buClr>
                <a:srgbClr val="00B0F0"/>
              </a:buClr>
              <a:buNone/>
            </a:pPr>
            <a:endParaRPr lang="en-IN" dirty="0"/>
          </a:p>
          <a:p>
            <a:pPr>
              <a:buClr>
                <a:srgbClr val="00B0F0"/>
              </a:buClr>
              <a:buFont typeface="Courier New" panose="02070309020205020404" pitchFamily="49" charset="0"/>
              <a:buChar char="o"/>
            </a:pPr>
            <a:endParaRPr lang="en-IN"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a16="http://schemas.microsoft.com/office/drawing/2014/main" xmlns=""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73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4158" y="2023033"/>
            <a:ext cx="4911939" cy="1431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34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7459" y="4929188"/>
            <a:ext cx="7352915" cy="8330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p:cNvPicPr/>
          <p:nvPr/>
        </p:nvPicPr>
        <p:blipFill>
          <a:blip r:embed="rId4">
            <a:extLst>
              <a:ext uri="{28A0092B-C50C-407E-A947-70E740481C1C}">
                <a14:useLocalDpi xmlns:a14="http://schemas.microsoft.com/office/drawing/2010/main" val="0"/>
              </a:ext>
            </a:extLst>
          </a:blip>
          <a:srcRect/>
          <a:stretch>
            <a:fillRect/>
          </a:stretch>
        </p:blipFill>
        <p:spPr bwMode="auto">
          <a:xfrm>
            <a:off x="9461800" y="4845669"/>
            <a:ext cx="1819275" cy="1000125"/>
          </a:xfrm>
          <a:prstGeom prst="rect">
            <a:avLst/>
          </a:prstGeom>
          <a:noFill/>
          <a:ln>
            <a:noFill/>
          </a:ln>
        </p:spPr>
      </p:pic>
    </p:spTree>
    <p:extLst>
      <p:ext uri="{BB962C8B-B14F-4D97-AF65-F5344CB8AC3E}">
        <p14:creationId xmlns:p14="http://schemas.microsoft.com/office/powerpoint/2010/main" val="238966594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BC70CE7-0D37-5108-516F-EBF9B13D6CD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F5E0CFBC-9BB7-20A7-753C-D94285E24E14}"/>
              </a:ext>
            </a:extLst>
          </p:cNvPr>
          <p:cNvSpPr>
            <a:spLocks noGrp="1"/>
          </p:cNvSpPr>
          <p:nvPr>
            <p:ph type="body" sz="quarter" idx="11"/>
          </p:nvPr>
        </p:nvSpPr>
        <p:spPr/>
        <p:txBody>
          <a:bodyPr/>
          <a:lstStyle/>
          <a:p>
            <a:r>
              <a:rPr lang="en-US" dirty="0"/>
              <a:t>Thank you</a:t>
            </a:r>
          </a:p>
        </p:txBody>
      </p:sp>
    </p:spTree>
    <p:extLst>
      <p:ext uri="{BB962C8B-B14F-4D97-AF65-F5344CB8AC3E}">
        <p14:creationId xmlns:p14="http://schemas.microsoft.com/office/powerpoint/2010/main" val="3718504755"/>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ENGAGE" val="{&quot;SavedSwatch&quot;:&quot;-16748873|-8341960|-3468525|-2064878|-9539986|Markido&quot;,&quot;Id&quot;:&quot;5912d2b23245341368fd0de0&quot;,&quot;SmartGridHorizontal&quot;:0,&quot;LinkedExcelSources&quot;:{},&quot;LinkedProjectSources&quot;:{},&quot;FlowConfig&quot;:{&quot;Canvas&quot;:{&quot;Slide&quot;:-1,&quot;Width&quot;:0,&quot;Height&quot;:0},&quot;Timeline&quot;:{&quot;Actions&quot;:[]}},&quot;LinkedSlideMergeSources&quot;:{},&quot;LinkedSharePointSlideMergeSources&quo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Infogain Theme">
  <a:themeElements>
    <a:clrScheme name="Infogain">
      <a:dk1>
        <a:sysClr val="windowText" lastClr="000000"/>
      </a:dk1>
      <a:lt1>
        <a:sysClr val="window" lastClr="FFFFFF"/>
      </a:lt1>
      <a:dk2>
        <a:srgbClr val="4CA88A"/>
      </a:dk2>
      <a:lt2>
        <a:srgbClr val="00A9DA"/>
      </a:lt2>
      <a:accent1>
        <a:srgbClr val="E7513C"/>
      </a:accent1>
      <a:accent2>
        <a:srgbClr val="313437"/>
      </a:accent2>
      <a:accent3>
        <a:srgbClr val="5B719A"/>
      </a:accent3>
      <a:accent4>
        <a:srgbClr val="006BB1"/>
      </a:accent4>
      <a:accent5>
        <a:srgbClr val="174276"/>
      </a:accent5>
      <a:accent6>
        <a:srgbClr val="B0B2B5"/>
      </a:accent6>
      <a:hlink>
        <a:srgbClr val="0000FF"/>
      </a:hlink>
      <a:folHlink>
        <a:srgbClr val="800080"/>
      </a:folHlink>
    </a:clrScheme>
    <a:fontScheme name="Custom 11">
      <a:majorFont>
        <a:latin typeface="Avenir Roman"/>
        <a:ea typeface=""/>
        <a:cs typeface=""/>
      </a:majorFont>
      <a:minorFont>
        <a:latin typeface="Avenir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bg2"/>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narai">
  <a:themeElements>
    <a:clrScheme name="Tenarai">
      <a:dk1>
        <a:srgbClr val="000000"/>
      </a:dk1>
      <a:lt1>
        <a:srgbClr val="FFFFFF"/>
      </a:lt1>
      <a:dk2>
        <a:srgbClr val="8CF000"/>
      </a:dk2>
      <a:lt2>
        <a:srgbClr val="F5F0EB"/>
      </a:lt2>
      <a:accent1>
        <a:srgbClr val="8E867E"/>
      </a:accent1>
      <a:accent2>
        <a:srgbClr val="235B00"/>
      </a:accent2>
      <a:accent3>
        <a:srgbClr val="5E5751"/>
      </a:accent3>
      <a:accent4>
        <a:srgbClr val="20470F"/>
      </a:accent4>
      <a:accent5>
        <a:srgbClr val="47413C"/>
      </a:accent5>
      <a:accent6>
        <a:srgbClr val="1E321E"/>
      </a:accent6>
      <a:hlink>
        <a:srgbClr val="000000"/>
      </a:hlink>
      <a:folHlink>
        <a:srgbClr val="000000"/>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sz="1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lgn="l">
          <a:defRPr sz="1200" dirty="0" smtClean="0"/>
        </a:defPPr>
      </a:lstStyle>
    </a:txDef>
  </a:objectDefaults>
  <a:extraClrSchemeLst/>
  <a:custClrLst>
    <a:custClr name="Tan">
      <a:srgbClr val="F5F0EB"/>
    </a:custClr>
    <a:custClr name="Tan 2">
      <a:srgbClr val="DAD2CB"/>
    </a:custClr>
    <a:custClr name="Tan 3">
      <a:srgbClr val="BEB4AA"/>
    </a:custClr>
    <a:custClr name="Tan 4">
      <a:srgbClr val="8E867E"/>
    </a:custClr>
    <a:custClr name="Tan 5">
      <a:srgbClr val="5E5751"/>
    </a:custClr>
    <a:custClr name="Tan 6">
      <a:srgbClr val="47413D"/>
    </a:custClr>
    <a:custClr name="Tan 7">
      <a:srgbClr val="2F2C29"/>
    </a:custClr>
    <a:custClr name="Tan 8">
      <a:srgbClr val="181614"/>
    </a:custClr>
    <a:custClr>
      <a:srgbClr val="FFFFFF"/>
    </a:custClr>
    <a:custClr>
      <a:srgbClr val="FFFFFF"/>
    </a:custClr>
    <a:custClr name="Volt">
      <a:srgbClr val="8CF000"/>
    </a:custClr>
    <a:custClr name="Volt 2">
      <a:srgbClr val="5FB900"/>
    </a:custClr>
    <a:custClr name="Volt 3">
      <a:srgbClr val="328200"/>
    </a:custClr>
    <a:custClr name="Volt 4">
      <a:srgbClr val="235B00"/>
    </a:custClr>
    <a:custClr name="Volt 5">
      <a:srgbClr val="21470F"/>
    </a:custClr>
    <a:custClr name="Volt 6">
      <a:srgbClr val="1E321E"/>
    </a:custClr>
    <a:custClr name="Volt 7">
      <a:srgbClr val="162616"/>
    </a:custClr>
    <a:custClr name="Volt 8">
      <a:srgbClr val="0F190F"/>
    </a:custClr>
    <a:custClr>
      <a:srgbClr val="FFFFFF"/>
    </a:custClr>
    <a:custClr>
      <a:srgbClr val="FFFFFF"/>
    </a:custClr>
    <a:custClr name="Success Light">
      <a:srgbClr val="DDFBB2"/>
    </a:custClr>
    <a:custClr name="Success Dark">
      <a:srgbClr val="11AE50"/>
    </a:custClr>
    <a:custClr name="Warning Light">
      <a:srgbClr val="FFF2E0"/>
    </a:custClr>
    <a:custClr name="Warning Dark">
      <a:srgbClr val="AD4B00"/>
    </a:custClr>
    <a:custClr name="Danger Light">
      <a:srgbClr val="FFE5F0"/>
    </a:custClr>
    <a:custClr name="Danger Dark">
      <a:srgbClr val="BD004B"/>
    </a:custClr>
    <a:custClr name="Info Light">
      <a:srgbClr val="EDE5FF"/>
    </a:custClr>
    <a:custClr name="Info Dark">
      <a:srgbClr val="714CD6"/>
    </a:custClr>
    <a:custClr>
      <a:srgbClr val="FFFFFF"/>
    </a:custClr>
    <a:custClr>
      <a:srgbClr val="FFFFFF"/>
    </a:custClr>
  </a:custClrLst>
  <a:extLst>
    <a:ext uri="{05A4C25C-085E-4340-85A3-A5531E510DB2}">
      <thm15:themeFamily xmlns:thm15="http://schemas.microsoft.com/office/thememl/2012/main" xmlns="" name="Tenarai_Template_20260310" id="{392C4E7A-B87B-0446-B2FC-59969B4EAB6B}" vid="{B3C127D8-8DD5-0840-A0C6-D9CC8662E7B3}"/>
    </a:ext>
  </a:extLst>
</a:theme>
</file>

<file path=ppt/theme/theme3.xml><?xml version="1.0" encoding="utf-8"?>
<a:theme xmlns:a="http://schemas.openxmlformats.org/drawingml/2006/main" name="1_Tenarai">
  <a:themeElements>
    <a:clrScheme name="Tenarai">
      <a:dk1>
        <a:srgbClr val="000000"/>
      </a:dk1>
      <a:lt1>
        <a:srgbClr val="FFFFFF"/>
      </a:lt1>
      <a:dk2>
        <a:srgbClr val="8CF000"/>
      </a:dk2>
      <a:lt2>
        <a:srgbClr val="F5F0EB"/>
      </a:lt2>
      <a:accent1>
        <a:srgbClr val="8E867E"/>
      </a:accent1>
      <a:accent2>
        <a:srgbClr val="235B00"/>
      </a:accent2>
      <a:accent3>
        <a:srgbClr val="5E5751"/>
      </a:accent3>
      <a:accent4>
        <a:srgbClr val="20470F"/>
      </a:accent4>
      <a:accent5>
        <a:srgbClr val="47413C"/>
      </a:accent5>
      <a:accent6>
        <a:srgbClr val="1E321E"/>
      </a:accent6>
      <a:hlink>
        <a:srgbClr val="000000"/>
      </a:hlink>
      <a:folHlink>
        <a:srgbClr val="000000"/>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sz="1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lgn="l">
          <a:defRPr sz="1200" dirty="0" smtClean="0"/>
        </a:defPPr>
      </a:lstStyle>
    </a:txDef>
  </a:objectDefaults>
  <a:extraClrSchemeLst/>
  <a:custClrLst>
    <a:custClr name="Tan">
      <a:srgbClr val="F5F0EB"/>
    </a:custClr>
    <a:custClr name="Tan 2">
      <a:srgbClr val="DAD2CB"/>
    </a:custClr>
    <a:custClr name="Tan 3">
      <a:srgbClr val="BEB4AA"/>
    </a:custClr>
    <a:custClr name="Tan 4">
      <a:srgbClr val="8E867E"/>
    </a:custClr>
    <a:custClr name="Tan 5">
      <a:srgbClr val="5E5751"/>
    </a:custClr>
    <a:custClr name="Tan 6">
      <a:srgbClr val="47413D"/>
    </a:custClr>
    <a:custClr name="Tan 7">
      <a:srgbClr val="2F2C29"/>
    </a:custClr>
    <a:custClr name="Tan 8">
      <a:srgbClr val="181614"/>
    </a:custClr>
    <a:custClr>
      <a:srgbClr val="FFFFFF"/>
    </a:custClr>
    <a:custClr>
      <a:srgbClr val="FFFFFF"/>
    </a:custClr>
    <a:custClr name="Volt">
      <a:srgbClr val="8CF000"/>
    </a:custClr>
    <a:custClr name="Volt 2">
      <a:srgbClr val="5FB900"/>
    </a:custClr>
    <a:custClr name="Volt 3">
      <a:srgbClr val="328200"/>
    </a:custClr>
    <a:custClr name="Volt 4">
      <a:srgbClr val="235B00"/>
    </a:custClr>
    <a:custClr name="Volt 5">
      <a:srgbClr val="21470F"/>
    </a:custClr>
    <a:custClr name="Volt 6">
      <a:srgbClr val="1E321E"/>
    </a:custClr>
    <a:custClr name="Volt 7">
      <a:srgbClr val="162616"/>
    </a:custClr>
    <a:custClr name="Volt 8">
      <a:srgbClr val="0F190F"/>
    </a:custClr>
    <a:custClr>
      <a:srgbClr val="FFFFFF"/>
    </a:custClr>
    <a:custClr>
      <a:srgbClr val="FFFFFF"/>
    </a:custClr>
    <a:custClr name="Success Light">
      <a:srgbClr val="DDFBB2"/>
    </a:custClr>
    <a:custClr name="Success Dark">
      <a:srgbClr val="11AE50"/>
    </a:custClr>
    <a:custClr name="Warning Light">
      <a:srgbClr val="FFF2E0"/>
    </a:custClr>
    <a:custClr name="Warning Dark">
      <a:srgbClr val="AD4B00"/>
    </a:custClr>
    <a:custClr name="Danger Light">
      <a:srgbClr val="FFE5F0"/>
    </a:custClr>
    <a:custClr name="Danger Dark">
      <a:srgbClr val="BD004B"/>
    </a:custClr>
    <a:custClr name="Info Light">
      <a:srgbClr val="EDE5FF"/>
    </a:custClr>
    <a:custClr name="Info Dark">
      <a:srgbClr val="714CD6"/>
    </a:custClr>
    <a:custClr>
      <a:srgbClr val="FFFFFF"/>
    </a:custClr>
    <a:custClr>
      <a:srgbClr val="FFFFFF"/>
    </a:custClr>
  </a:custClrLst>
  <a:extLst>
    <a:ext uri="{05A4C25C-085E-4340-85A3-A5531E510DB2}">
      <thm15:themeFamily xmlns:thm15="http://schemas.microsoft.com/office/thememl/2012/main" xmlns="" name="Tenarai_Template_20260310" id="{392C4E7A-B87B-0446-B2FC-59969B4EAB6B}" vid="{B3C127D8-8DD5-0840-A0C6-D9CC8662E7B3}"/>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18301F54976BD40B3F8637F54C095B9" ma:contentTypeVersion="9" ma:contentTypeDescription="Create a new document." ma:contentTypeScope="" ma:versionID="7981c13eefe6da806c4b4d04fadbaee2">
  <xsd:schema xmlns:xsd="http://www.w3.org/2001/XMLSchema" xmlns:xs="http://www.w3.org/2001/XMLSchema" xmlns:p="http://schemas.microsoft.com/office/2006/metadata/properties" xmlns:ns2="863d8192-19c9-48ba-956d-c31701e6c360" targetNamespace="http://schemas.microsoft.com/office/2006/metadata/properties" ma:root="true" ma:fieldsID="47f719c559862e1b2a804745738a065f" ns2:_="">
    <xsd:import namespace="863d8192-19c9-48ba-956d-c31701e6c360"/>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63d8192-19c9-48ba-956d-c31701e6c36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878CF0A-9D77-4FD2-A2D8-5E627661DB47}">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863d8192-19c9-48ba-956d-c31701e6c360"/>
    <ds:schemaRef ds:uri="http://www.w3.org/XML/1998/namespace"/>
    <ds:schemaRef ds:uri="http://purl.org/dc/dcmitype/"/>
  </ds:schemaRefs>
</ds:datastoreItem>
</file>

<file path=customXml/itemProps2.xml><?xml version="1.0" encoding="utf-8"?>
<ds:datastoreItem xmlns:ds="http://schemas.openxmlformats.org/officeDocument/2006/customXml" ds:itemID="{91A8D693-52B0-4EC7-BA43-D2D78CB8FC6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63d8192-19c9-48ba-956d-c31701e6c3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D26E52B-BE85-4589-9F0E-59F6B75FADE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49404</TotalTime>
  <Words>1913</Words>
  <Application>Microsoft Office PowerPoint</Application>
  <PresentationFormat>Custom</PresentationFormat>
  <Paragraphs>344</Paragraphs>
  <Slides>51</Slides>
  <Notes>3</Notes>
  <HiddenSlides>0</HiddenSlides>
  <MMClips>0</MMClips>
  <ScaleCrop>false</ScaleCrop>
  <HeadingPairs>
    <vt:vector size="6" baseType="variant">
      <vt:variant>
        <vt:lpstr>Theme</vt:lpstr>
      </vt:variant>
      <vt:variant>
        <vt:i4>3</vt:i4>
      </vt:variant>
      <vt:variant>
        <vt:lpstr>Embedded OLE Servers</vt:lpstr>
      </vt:variant>
      <vt:variant>
        <vt:i4>1</vt:i4>
      </vt:variant>
      <vt:variant>
        <vt:lpstr>Slide Titles</vt:lpstr>
      </vt:variant>
      <vt:variant>
        <vt:i4>51</vt:i4>
      </vt:variant>
    </vt:vector>
  </HeadingPairs>
  <TitlesOfParts>
    <vt:vector size="55" baseType="lpstr">
      <vt:lpstr>Infogain Theme</vt:lpstr>
      <vt:lpstr>Tenarai</vt:lpstr>
      <vt:lpstr>1_Tenarai</vt:lpstr>
      <vt:lpstr>think-cell Slide</vt:lpstr>
      <vt:lpstr>TypeScript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SOLUTIONS</dc:title>
  <dc:creator>Sushma V</dc:creator>
  <cp:lastModifiedBy>Hp</cp:lastModifiedBy>
  <cp:revision>997</cp:revision>
  <dcterms:created xsi:type="dcterms:W3CDTF">2016-11-03T07:42:20Z</dcterms:created>
  <dcterms:modified xsi:type="dcterms:W3CDTF">2026-07-13T08:48:15Z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0x010100C18301F54976BD40B3F8637F54C095B9</vt:lpwstr>
  </property>
</Properties>
</file>