
<file path=[Content_Types].xml><?xml version="1.0" encoding="utf-8"?>
<Types xmlns="http://schemas.openxmlformats.org/package/2006/content-types">
  <Default Extension="png" ContentType="image/png"/>
  <Default Extension="bin" ContentType="application/vnd.openxmlformats-officedocument.oleObject"/>
  <Default Extension="svg" ContentType="image/svg+xml"/>
  <Default Extension="emf" ContentType="image/x-emf"/>
  <Default Extension="jpeg" ContentType="image/jpeg"/>
  <Default Extension="rels" ContentType="application/vnd.openxmlformats-package.relationships+xml"/>
  <Default Extension="xml" ContentType="application/xml"/>
  <Default Extension="wdp" ContentType="image/vnd.ms-photo"/>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theme/theme3.xml" ContentType="application/vnd.openxmlformats-officedocument.them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heme/theme4.xml" ContentType="application/vnd.openxmlformats-officedocument.theme+xml"/>
  <Override PartName="/ppt/tags/tag23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8" r:id="rId4"/>
    <p:sldMasterId id="2147483705" r:id="rId5"/>
    <p:sldMasterId id="2147483826" r:id="rId6"/>
  </p:sldMasterIdLst>
  <p:notesMasterIdLst>
    <p:notesMasterId r:id="rId39"/>
  </p:notesMasterIdLst>
  <p:sldIdLst>
    <p:sldId id="360" r:id="rId7"/>
    <p:sldId id="820" r:id="rId8"/>
    <p:sldId id="821" r:id="rId9"/>
    <p:sldId id="822" r:id="rId10"/>
    <p:sldId id="859" r:id="rId11"/>
    <p:sldId id="860" r:id="rId12"/>
    <p:sldId id="824" r:id="rId13"/>
    <p:sldId id="861" r:id="rId14"/>
    <p:sldId id="862" r:id="rId15"/>
    <p:sldId id="863" r:id="rId16"/>
    <p:sldId id="823" r:id="rId17"/>
    <p:sldId id="804" r:id="rId18"/>
    <p:sldId id="742" r:id="rId19"/>
    <p:sldId id="743" r:id="rId20"/>
    <p:sldId id="805" r:id="rId21"/>
    <p:sldId id="744" r:id="rId22"/>
    <p:sldId id="825" r:id="rId23"/>
    <p:sldId id="857" r:id="rId24"/>
    <p:sldId id="864" r:id="rId25"/>
    <p:sldId id="858" r:id="rId26"/>
    <p:sldId id="787" r:id="rId27"/>
    <p:sldId id="807" r:id="rId28"/>
    <p:sldId id="865" r:id="rId29"/>
    <p:sldId id="826" r:id="rId30"/>
    <p:sldId id="827" r:id="rId31"/>
    <p:sldId id="866" r:id="rId32"/>
    <p:sldId id="867" r:id="rId33"/>
    <p:sldId id="868" r:id="rId34"/>
    <p:sldId id="869" r:id="rId35"/>
    <p:sldId id="809" r:id="rId36"/>
    <p:sldId id="828" r:id="rId37"/>
    <p:sldId id="390" r:id="rId38"/>
  </p:sldIdLst>
  <p:sldSz cx="12192000" cy="6858000"/>
  <p:notesSz cx="6858000" cy="9144000"/>
  <p:custDataLst>
    <p:tags r:id="rId4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Template" id="{F95B354D-98B6-4567-B21B-97DFBEE36FD2}">
          <p14:sldIdLst>
            <p14:sldId id="360"/>
            <p14:sldId id="820"/>
            <p14:sldId id="821"/>
            <p14:sldId id="822"/>
            <p14:sldId id="859"/>
            <p14:sldId id="860"/>
            <p14:sldId id="824"/>
            <p14:sldId id="861"/>
            <p14:sldId id="862"/>
            <p14:sldId id="863"/>
            <p14:sldId id="823"/>
            <p14:sldId id="804"/>
            <p14:sldId id="742"/>
            <p14:sldId id="743"/>
            <p14:sldId id="805"/>
            <p14:sldId id="744"/>
            <p14:sldId id="825"/>
            <p14:sldId id="857"/>
            <p14:sldId id="864"/>
            <p14:sldId id="858"/>
            <p14:sldId id="787"/>
            <p14:sldId id="807"/>
            <p14:sldId id="865"/>
            <p14:sldId id="826"/>
            <p14:sldId id="827"/>
            <p14:sldId id="866"/>
            <p14:sldId id="867"/>
            <p14:sldId id="868"/>
            <p14:sldId id="869"/>
            <p14:sldId id="809"/>
            <p14:sldId id="828"/>
            <p14:sldId id="390"/>
          </p14:sldIdLst>
        </p14:section>
      </p14:sectionLst>
    </p:ext>
    <p:ext uri="{EFAFB233-063F-42B5-8137-9DF3F51BA10A}">
      <p15:sldGuideLst xmlns="" xmlns:p15="http://schemas.microsoft.com/office/powerpoint/2012/main">
        <p15:guide id="1" orient="horz" pos="3288" userDrawn="1">
          <p15:clr>
            <a:srgbClr val="A4A3A4"/>
          </p15:clr>
        </p15:guide>
        <p15:guide id="2" pos="192" userDrawn="1">
          <p15:clr>
            <a:srgbClr val="A4A3A4"/>
          </p15:clr>
        </p15:guide>
        <p15:guide id="3" pos="7416" userDrawn="1">
          <p15:clr>
            <a:srgbClr val="A4A3A4"/>
          </p15:clr>
        </p15:guide>
        <p15:guide id="4" orient="horz" pos="98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070C0"/>
    <a:srgbClr val="BDE3FF"/>
    <a:srgbClr val="0099CC"/>
    <a:srgbClr val="EAEFF7"/>
    <a:srgbClr val="000000"/>
    <a:srgbClr val="003366"/>
    <a:srgbClr val="5F5F5F"/>
    <a:srgbClr val="C7C7C7"/>
    <a:srgbClr val="8FA2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132" autoAdjust="0"/>
    <p:restoredTop sz="93543" autoAdjust="0"/>
  </p:normalViewPr>
  <p:slideViewPr>
    <p:cSldViewPr snapToGrid="0">
      <p:cViewPr>
        <p:scale>
          <a:sx n="77" d="100"/>
          <a:sy n="77" d="100"/>
        </p:scale>
        <p:origin x="-780" y="30"/>
      </p:cViewPr>
      <p:guideLst>
        <p:guide orient="horz" pos="3288"/>
        <p:guide orient="horz" pos="984"/>
        <p:guide pos="192"/>
        <p:guide pos="7416"/>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tags" Target="tags/tag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theme" Target="theme/theme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2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2.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3.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4.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5.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6.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7.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4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41.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3.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4.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46.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7.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8.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9.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0.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1.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2.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55.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6.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7.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8.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9.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0.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1.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2.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3.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65.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6.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7.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8.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9.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0.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1.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2.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3.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4.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5.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7.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8.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9.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8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4.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5.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6.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8.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9.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3.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94.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95.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96.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97.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98.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99.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0.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1.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2.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3.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4.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06.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7.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8.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9.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10.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1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12.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113.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4.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5.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6.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7.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8.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9.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20.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2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2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9.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0.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2.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3.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4.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5.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6.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7.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5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5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5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3.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4.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5.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6.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57.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58.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59.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0.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1.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2.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4.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66.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7.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8.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9.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0.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1.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2.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3.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4.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76.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7.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8.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9.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80.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1.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2.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3.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4.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5.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7.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8.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9.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9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9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4.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5.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6.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8.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9.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05.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206.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207.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208.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209.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10.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1.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2.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3.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4.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5.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6.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17.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18.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19.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0.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1.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2.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23.vml.rels><?xml version="1.0" encoding="UTF-8" standalone="yes"?>
<Relationships xmlns="http://schemas.openxmlformats.org/package/2006/relationships"><Relationship Id="rId1" Type="http://schemas.openxmlformats.org/officeDocument/2006/relationships/image" Target="../media/image34.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8EC6BA1-DC03-4CEA-9050-1B4C09061324}" type="datetimeFigureOut">
              <a:rPr lang="en-IN" smtClean="0"/>
              <a:pPr/>
              <a:t>14-07-2026</a:t>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619FFEA-3951-4BA9-8398-FEC7047E1482}" type="slidenum">
              <a:rPr lang="en-IN" smtClean="0"/>
              <a:pPr/>
              <a:t>‹#›</a:t>
            </a:fld>
            <a:endParaRPr lang="en-IN"/>
          </a:p>
        </p:txBody>
      </p:sp>
    </p:spTree>
    <p:extLst>
      <p:ext uri="{BB962C8B-B14F-4D97-AF65-F5344CB8AC3E}">
        <p14:creationId xmlns:p14="http://schemas.microsoft.com/office/powerpoint/2010/main" val="4123224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https://www.javabrahman.com/java-8/java-8-java-util-stream-collector-basics-tutorial-with-examples/</a:t>
            </a:r>
          </a:p>
          <a:p>
            <a:r>
              <a:rPr lang="en-US" dirty="0"/>
              <a:t>https://www.journaldev.com/2763/java-8-functional-interfaces</a:t>
            </a:r>
          </a:p>
          <a:p>
            <a:r>
              <a:rPr lang="en-US" dirty="0"/>
              <a:t>http://winterbe.com/posts/2014/03/16/java-8-tutorial/</a:t>
            </a:r>
          </a:p>
          <a:p>
            <a:r>
              <a:rPr lang="en-US" dirty="0"/>
              <a:t>https://www.oreilly.com/learning/java-8-functional-interfaces</a:t>
            </a:r>
          </a:p>
          <a:p>
            <a:endParaRPr lang="en-US" dirty="0"/>
          </a:p>
        </p:txBody>
      </p:sp>
      <p:sp>
        <p:nvSpPr>
          <p:cNvPr id="4" name="Slide Number Placeholder 3"/>
          <p:cNvSpPr>
            <a:spLocks noGrp="1"/>
          </p:cNvSpPr>
          <p:nvPr>
            <p:ph type="sldNum" sz="quarter" idx="10"/>
          </p:nvPr>
        </p:nvSpPr>
        <p:spPr/>
        <p:txBody>
          <a:bodyPr/>
          <a:lstStyle/>
          <a:p>
            <a:fld id="{E619FFEA-3951-4BA9-8398-FEC7047E1482}" type="slidenum">
              <a:rPr lang="en-IN" smtClean="0"/>
              <a:pPr/>
              <a:t>2</a:t>
            </a:fld>
            <a:endParaRPr lang="en-IN"/>
          </a:p>
        </p:txBody>
      </p:sp>
    </p:spTree>
    <p:extLst>
      <p:ext uri="{BB962C8B-B14F-4D97-AF65-F5344CB8AC3E}">
        <p14:creationId xmlns:p14="http://schemas.microsoft.com/office/powerpoint/2010/main" val="189915822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11.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hyperlink" Target="http://www.infogain.com/" TargetMode="External"/></Relationships>
</file>

<file path=ppt/slideLayouts/_rels/slideLayout3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xml"/><Relationship Id="rId1" Type="http://schemas.openxmlformats.org/officeDocument/2006/relationships/vmlDrawing" Target="../drawings/vmlDrawing2.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2.bin"/></Relationships>
</file>

<file path=ppt/slideLayouts/_rels/slideLayout3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xml"/><Relationship Id="rId1" Type="http://schemas.openxmlformats.org/officeDocument/2006/relationships/vmlDrawing" Target="../drawings/vmlDrawing3.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3.bin"/></Relationships>
</file>

<file path=ppt/slideLayouts/_rels/slideLayout3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xml"/><Relationship Id="rId1" Type="http://schemas.openxmlformats.org/officeDocument/2006/relationships/vmlDrawing" Target="../drawings/vmlDrawing4.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4.bin"/></Relationships>
</file>

<file path=ppt/slideLayouts/_rels/slideLayout3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xml"/><Relationship Id="rId1" Type="http://schemas.openxmlformats.org/officeDocument/2006/relationships/vmlDrawing" Target="../drawings/vmlDrawing5.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5.bin"/></Relationships>
</file>

<file path=ppt/slideLayouts/_rels/slideLayout3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xml"/><Relationship Id="rId1" Type="http://schemas.openxmlformats.org/officeDocument/2006/relationships/vmlDrawing" Target="../drawings/vmlDrawing6.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6.bin"/></Relationships>
</file>

<file path=ppt/slideLayouts/_rels/slideLayout3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vmlDrawing" Target="../drawings/vmlDrawing7.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7.bin"/></Relationships>
</file>

<file path=ppt/slideLayouts/_rels/slideLayout3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xml"/><Relationship Id="rId1" Type="http://schemas.openxmlformats.org/officeDocument/2006/relationships/vmlDrawing" Target="../drawings/vmlDrawing8.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8.bin"/></Relationships>
</file>

<file path=ppt/slideLayouts/_rels/slideLayout4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xml"/><Relationship Id="rId1" Type="http://schemas.openxmlformats.org/officeDocument/2006/relationships/vmlDrawing" Target="../drawings/vmlDrawing9.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9.bin"/></Relationships>
</file>

<file path=ppt/slideLayouts/_rels/slideLayout4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xml"/><Relationship Id="rId1" Type="http://schemas.openxmlformats.org/officeDocument/2006/relationships/vmlDrawing" Target="../drawings/vmlDrawing10.vml"/><Relationship Id="rId5" Type="http://schemas.openxmlformats.org/officeDocument/2006/relationships/image" Target="../media/image16.emf"/><Relationship Id="rId4" Type="http://schemas.openxmlformats.org/officeDocument/2006/relationships/oleObject" Target="../embeddings/oleObject10.bin"/></Relationships>
</file>

<file path=ppt/slideLayouts/_rels/slideLayout4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2.xml"/><Relationship Id="rId1" Type="http://schemas.openxmlformats.org/officeDocument/2006/relationships/vmlDrawing" Target="../drawings/vmlDrawing11.vml"/><Relationship Id="rId5" Type="http://schemas.openxmlformats.org/officeDocument/2006/relationships/image" Target="../media/image17.emf"/><Relationship Id="rId4" Type="http://schemas.openxmlformats.org/officeDocument/2006/relationships/oleObject" Target="../embeddings/oleObject11.bin"/></Relationships>
</file>

<file path=ppt/slideLayouts/_rels/slideLayout4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3.xml"/><Relationship Id="rId1" Type="http://schemas.openxmlformats.org/officeDocument/2006/relationships/vmlDrawing" Target="../drawings/vmlDrawing12.vml"/><Relationship Id="rId5" Type="http://schemas.openxmlformats.org/officeDocument/2006/relationships/image" Target="../media/image17.emf"/><Relationship Id="rId4" Type="http://schemas.openxmlformats.org/officeDocument/2006/relationships/oleObject" Target="../embeddings/oleObject12.bin"/></Relationships>
</file>

<file path=ppt/slideLayouts/_rels/slideLayout4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4.xml"/><Relationship Id="rId1" Type="http://schemas.openxmlformats.org/officeDocument/2006/relationships/vmlDrawing" Target="../drawings/vmlDrawing13.vml"/><Relationship Id="rId5" Type="http://schemas.openxmlformats.org/officeDocument/2006/relationships/image" Target="../media/image17.emf"/><Relationship Id="rId4" Type="http://schemas.openxmlformats.org/officeDocument/2006/relationships/oleObject" Target="../embeddings/oleObject13.bin"/></Relationships>
</file>

<file path=ppt/slideLayouts/_rels/slideLayout4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5.xml"/><Relationship Id="rId1" Type="http://schemas.openxmlformats.org/officeDocument/2006/relationships/vmlDrawing" Target="../drawings/vmlDrawing14.vml"/><Relationship Id="rId5" Type="http://schemas.openxmlformats.org/officeDocument/2006/relationships/image" Target="../media/image17.emf"/><Relationship Id="rId4" Type="http://schemas.openxmlformats.org/officeDocument/2006/relationships/oleObject" Target="../embeddings/oleObject14.bin"/></Relationships>
</file>

<file path=ppt/slideLayouts/_rels/slideLayout4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6.xml"/><Relationship Id="rId1" Type="http://schemas.openxmlformats.org/officeDocument/2006/relationships/vmlDrawing" Target="../drawings/vmlDrawing15.vml"/><Relationship Id="rId5" Type="http://schemas.openxmlformats.org/officeDocument/2006/relationships/image" Target="../media/image17.emf"/><Relationship Id="rId4" Type="http://schemas.openxmlformats.org/officeDocument/2006/relationships/oleObject" Target="../embeddings/oleObject15.bin"/></Relationships>
</file>

<file path=ppt/slideLayouts/_rels/slideLayout4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7.xml"/><Relationship Id="rId1" Type="http://schemas.openxmlformats.org/officeDocument/2006/relationships/vmlDrawing" Target="../drawings/vmlDrawing16.vml"/><Relationship Id="rId5" Type="http://schemas.openxmlformats.org/officeDocument/2006/relationships/image" Target="../media/image17.emf"/><Relationship Id="rId4" Type="http://schemas.openxmlformats.org/officeDocument/2006/relationships/oleObject" Target="../embeddings/oleObject16.bin"/></Relationships>
</file>

<file path=ppt/slideLayouts/_rels/slideLayout4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8.xml"/><Relationship Id="rId1" Type="http://schemas.openxmlformats.org/officeDocument/2006/relationships/vmlDrawing" Target="../drawings/vmlDrawing17.vml"/><Relationship Id="rId5" Type="http://schemas.openxmlformats.org/officeDocument/2006/relationships/image" Target="../media/image17.emf"/><Relationship Id="rId4" Type="http://schemas.openxmlformats.org/officeDocument/2006/relationships/oleObject" Target="../embeddings/oleObject17.bin"/></Relationships>
</file>

<file path=ppt/slideLayouts/_rels/slideLayout4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9.xml"/><Relationship Id="rId1" Type="http://schemas.openxmlformats.org/officeDocument/2006/relationships/vmlDrawing" Target="../drawings/vmlDrawing18.vml"/><Relationship Id="rId5" Type="http://schemas.openxmlformats.org/officeDocument/2006/relationships/image" Target="../media/image17.emf"/><Relationship Id="rId4" Type="http://schemas.openxmlformats.org/officeDocument/2006/relationships/oleObject" Target="../embeddings/oleObject18.bin"/></Relationships>
</file>

<file path=ppt/slideLayouts/_rels/slideLayout5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0.xml"/><Relationship Id="rId1" Type="http://schemas.openxmlformats.org/officeDocument/2006/relationships/vmlDrawing" Target="../drawings/vmlDrawing19.vml"/><Relationship Id="rId5" Type="http://schemas.openxmlformats.org/officeDocument/2006/relationships/image" Target="../media/image17.emf"/><Relationship Id="rId4" Type="http://schemas.openxmlformats.org/officeDocument/2006/relationships/oleObject" Target="../embeddings/oleObject19.bin"/></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1.xml"/><Relationship Id="rId1" Type="http://schemas.openxmlformats.org/officeDocument/2006/relationships/vmlDrawing" Target="../drawings/vmlDrawing20.vml"/><Relationship Id="rId5" Type="http://schemas.openxmlformats.org/officeDocument/2006/relationships/image" Target="../media/image17.emf"/><Relationship Id="rId4" Type="http://schemas.openxmlformats.org/officeDocument/2006/relationships/oleObject" Target="../embeddings/oleObject20.bin"/></Relationships>
</file>

<file path=ppt/slideLayouts/_rels/slideLayout5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2.xml"/><Relationship Id="rId1" Type="http://schemas.openxmlformats.org/officeDocument/2006/relationships/vmlDrawing" Target="../drawings/vmlDrawing21.vml"/><Relationship Id="rId5" Type="http://schemas.openxmlformats.org/officeDocument/2006/relationships/image" Target="../media/image17.emf"/><Relationship Id="rId4" Type="http://schemas.openxmlformats.org/officeDocument/2006/relationships/oleObject" Target="../embeddings/oleObject21.bin"/></Relationships>
</file>

<file path=ppt/slideLayouts/_rels/slideLayout5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3.xml"/><Relationship Id="rId1" Type="http://schemas.openxmlformats.org/officeDocument/2006/relationships/vmlDrawing" Target="../drawings/vmlDrawing22.vml"/><Relationship Id="rId5" Type="http://schemas.openxmlformats.org/officeDocument/2006/relationships/image" Target="../media/image17.emf"/><Relationship Id="rId4" Type="http://schemas.openxmlformats.org/officeDocument/2006/relationships/oleObject" Target="../embeddings/oleObject22.bin"/></Relationships>
</file>

<file path=ppt/slideLayouts/_rels/slideLayout5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4.xml"/><Relationship Id="rId1" Type="http://schemas.openxmlformats.org/officeDocument/2006/relationships/vmlDrawing" Target="../drawings/vmlDrawing23.vml"/><Relationship Id="rId5" Type="http://schemas.openxmlformats.org/officeDocument/2006/relationships/image" Target="../media/image17.emf"/><Relationship Id="rId4" Type="http://schemas.openxmlformats.org/officeDocument/2006/relationships/oleObject" Target="../embeddings/oleObject23.bin"/></Relationships>
</file>

<file path=ppt/slideLayouts/_rels/slideLayout5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5.xml"/><Relationship Id="rId1" Type="http://schemas.openxmlformats.org/officeDocument/2006/relationships/vmlDrawing" Target="../drawings/vmlDrawing24.vml"/><Relationship Id="rId5" Type="http://schemas.openxmlformats.org/officeDocument/2006/relationships/image" Target="../media/image17.emf"/><Relationship Id="rId4" Type="http://schemas.openxmlformats.org/officeDocument/2006/relationships/oleObject" Target="../embeddings/oleObject24.bin"/></Relationships>
</file>

<file path=ppt/slideLayouts/_rels/slideLayout5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6.xml"/><Relationship Id="rId1" Type="http://schemas.openxmlformats.org/officeDocument/2006/relationships/vmlDrawing" Target="../drawings/vmlDrawing25.vml"/><Relationship Id="rId5" Type="http://schemas.openxmlformats.org/officeDocument/2006/relationships/image" Target="../media/image17.emf"/><Relationship Id="rId4" Type="http://schemas.openxmlformats.org/officeDocument/2006/relationships/oleObject" Target="../embeddings/oleObject25.bin"/></Relationships>
</file>

<file path=ppt/slideLayouts/_rels/slideLayout5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7.xml"/><Relationship Id="rId1" Type="http://schemas.openxmlformats.org/officeDocument/2006/relationships/vmlDrawing" Target="../drawings/vmlDrawing26.vml"/><Relationship Id="rId5" Type="http://schemas.openxmlformats.org/officeDocument/2006/relationships/image" Target="../media/image17.emf"/><Relationship Id="rId4" Type="http://schemas.openxmlformats.org/officeDocument/2006/relationships/oleObject" Target="../embeddings/oleObject26.bin"/></Relationships>
</file>

<file path=ppt/slideLayouts/_rels/slideLayout5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27.vml"/><Relationship Id="rId5" Type="http://schemas.openxmlformats.org/officeDocument/2006/relationships/image" Target="../media/image17.emf"/><Relationship Id="rId4" Type="http://schemas.openxmlformats.org/officeDocument/2006/relationships/oleObject" Target="../embeddings/oleObject27.bin"/></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9.xml"/><Relationship Id="rId1" Type="http://schemas.openxmlformats.org/officeDocument/2006/relationships/vmlDrawing" Target="../drawings/vmlDrawing28.vml"/><Relationship Id="rId5" Type="http://schemas.openxmlformats.org/officeDocument/2006/relationships/image" Target="../media/image18.emf"/><Relationship Id="rId4" Type="http://schemas.openxmlformats.org/officeDocument/2006/relationships/oleObject" Target="../embeddings/oleObject28.bin"/></Relationships>
</file>

<file path=ppt/slideLayouts/_rels/slideLayout6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0.xml"/><Relationship Id="rId1" Type="http://schemas.openxmlformats.org/officeDocument/2006/relationships/vmlDrawing" Target="../drawings/vmlDrawing29.vml"/><Relationship Id="rId5" Type="http://schemas.openxmlformats.org/officeDocument/2006/relationships/image" Target="../media/image18.emf"/><Relationship Id="rId4" Type="http://schemas.openxmlformats.org/officeDocument/2006/relationships/oleObject" Target="../embeddings/oleObject29.bin"/></Relationships>
</file>

<file path=ppt/slideLayouts/_rels/slideLayout6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1.xml"/><Relationship Id="rId1" Type="http://schemas.openxmlformats.org/officeDocument/2006/relationships/vmlDrawing" Target="../drawings/vmlDrawing30.vml"/><Relationship Id="rId5" Type="http://schemas.openxmlformats.org/officeDocument/2006/relationships/image" Target="../media/image18.emf"/><Relationship Id="rId4" Type="http://schemas.openxmlformats.org/officeDocument/2006/relationships/oleObject" Target="../embeddings/oleObject30.bin"/></Relationships>
</file>

<file path=ppt/slideLayouts/_rels/slideLayout6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2.xml"/><Relationship Id="rId1" Type="http://schemas.openxmlformats.org/officeDocument/2006/relationships/vmlDrawing" Target="../drawings/vmlDrawing31.vml"/><Relationship Id="rId5" Type="http://schemas.openxmlformats.org/officeDocument/2006/relationships/image" Target="../media/image18.emf"/><Relationship Id="rId4" Type="http://schemas.openxmlformats.org/officeDocument/2006/relationships/oleObject" Target="../embeddings/oleObject31.bin"/></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3.xml"/><Relationship Id="rId1" Type="http://schemas.openxmlformats.org/officeDocument/2006/relationships/vmlDrawing" Target="../drawings/vmlDrawing32.vml"/><Relationship Id="rId5" Type="http://schemas.openxmlformats.org/officeDocument/2006/relationships/image" Target="../media/image18.emf"/><Relationship Id="rId4" Type="http://schemas.openxmlformats.org/officeDocument/2006/relationships/oleObject" Target="../embeddings/oleObject32.bin"/></Relationships>
</file>

<file path=ppt/slideLayouts/_rels/slideLayout6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33.vml"/><Relationship Id="rId5" Type="http://schemas.openxmlformats.org/officeDocument/2006/relationships/image" Target="../media/image18.emf"/><Relationship Id="rId4" Type="http://schemas.openxmlformats.org/officeDocument/2006/relationships/oleObject" Target="../embeddings/oleObject33.bin"/></Relationships>
</file>

<file path=ppt/slideLayouts/_rels/slideLayout6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5.xml"/><Relationship Id="rId1" Type="http://schemas.openxmlformats.org/officeDocument/2006/relationships/vmlDrawing" Target="../drawings/vmlDrawing34.vml"/><Relationship Id="rId5" Type="http://schemas.openxmlformats.org/officeDocument/2006/relationships/image" Target="../media/image18.emf"/><Relationship Id="rId4" Type="http://schemas.openxmlformats.org/officeDocument/2006/relationships/oleObject" Target="../embeddings/oleObject34.bin"/></Relationships>
</file>

<file path=ppt/slideLayouts/_rels/slideLayout6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6.xml"/><Relationship Id="rId1" Type="http://schemas.openxmlformats.org/officeDocument/2006/relationships/vmlDrawing" Target="../drawings/vmlDrawing35.vml"/><Relationship Id="rId5" Type="http://schemas.openxmlformats.org/officeDocument/2006/relationships/image" Target="../media/image18.emf"/><Relationship Id="rId4" Type="http://schemas.openxmlformats.org/officeDocument/2006/relationships/oleObject" Target="../embeddings/oleObject35.bin"/></Relationships>
</file>

<file path=ppt/slideLayouts/_rels/slideLayout6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7.xml"/><Relationship Id="rId1" Type="http://schemas.openxmlformats.org/officeDocument/2006/relationships/vmlDrawing" Target="../drawings/vmlDrawing36.vml"/><Relationship Id="rId5" Type="http://schemas.openxmlformats.org/officeDocument/2006/relationships/image" Target="../media/image18.emf"/><Relationship Id="rId4" Type="http://schemas.openxmlformats.org/officeDocument/2006/relationships/oleObject" Target="../embeddings/oleObject36.bin"/></Relationships>
</file>

<file path=ppt/slideLayouts/_rels/slideLayout6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8.xml"/><Relationship Id="rId1" Type="http://schemas.openxmlformats.org/officeDocument/2006/relationships/vmlDrawing" Target="../drawings/vmlDrawing37.vml"/><Relationship Id="rId5" Type="http://schemas.openxmlformats.org/officeDocument/2006/relationships/image" Target="../media/image18.emf"/><Relationship Id="rId4" Type="http://schemas.openxmlformats.org/officeDocument/2006/relationships/oleObject" Target="../embeddings/oleObject37.bin"/></Relationships>
</file>

<file path=ppt/slideLayouts/_rels/slideLayout6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9.xml"/><Relationship Id="rId1" Type="http://schemas.openxmlformats.org/officeDocument/2006/relationships/vmlDrawing" Target="../drawings/vmlDrawing38.vml"/><Relationship Id="rId5" Type="http://schemas.openxmlformats.org/officeDocument/2006/relationships/image" Target="../media/image18.emf"/><Relationship Id="rId4" Type="http://schemas.openxmlformats.org/officeDocument/2006/relationships/oleObject" Target="../embeddings/oleObject38.bin"/></Relationships>
</file>

<file path=ppt/slideLayouts/_rels/slideLayout7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0.xml"/><Relationship Id="rId1" Type="http://schemas.openxmlformats.org/officeDocument/2006/relationships/vmlDrawing" Target="../drawings/vmlDrawing39.vml"/><Relationship Id="rId5" Type="http://schemas.openxmlformats.org/officeDocument/2006/relationships/image" Target="../media/image18.emf"/><Relationship Id="rId4" Type="http://schemas.openxmlformats.org/officeDocument/2006/relationships/oleObject" Target="../embeddings/oleObject39.bin"/></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1.xml"/><Relationship Id="rId1" Type="http://schemas.openxmlformats.org/officeDocument/2006/relationships/vmlDrawing" Target="../drawings/vmlDrawing40.vml"/><Relationship Id="rId5" Type="http://schemas.openxmlformats.org/officeDocument/2006/relationships/image" Target="../media/image16.emf"/><Relationship Id="rId4" Type="http://schemas.openxmlformats.org/officeDocument/2006/relationships/oleObject" Target="../embeddings/oleObject40.bin"/></Relationships>
</file>

<file path=ppt/slideLayouts/_rels/slideLayout7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2.xml"/><Relationship Id="rId1" Type="http://schemas.openxmlformats.org/officeDocument/2006/relationships/vmlDrawing" Target="../drawings/vmlDrawing41.vml"/><Relationship Id="rId5" Type="http://schemas.openxmlformats.org/officeDocument/2006/relationships/image" Target="../media/image19.emf"/><Relationship Id="rId4" Type="http://schemas.openxmlformats.org/officeDocument/2006/relationships/oleObject" Target="../embeddings/oleObject41.bin"/></Relationships>
</file>

<file path=ppt/slideLayouts/_rels/slideLayout7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3.xml"/><Relationship Id="rId1" Type="http://schemas.openxmlformats.org/officeDocument/2006/relationships/vmlDrawing" Target="../drawings/vmlDrawing42.vml"/><Relationship Id="rId5" Type="http://schemas.openxmlformats.org/officeDocument/2006/relationships/image" Target="../media/image19.emf"/><Relationship Id="rId4" Type="http://schemas.openxmlformats.org/officeDocument/2006/relationships/oleObject" Target="../embeddings/oleObject42.bin"/></Relationships>
</file>

<file path=ppt/slideLayouts/_rels/slideLayout7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4.xml"/><Relationship Id="rId1" Type="http://schemas.openxmlformats.org/officeDocument/2006/relationships/vmlDrawing" Target="../drawings/vmlDrawing43.vml"/><Relationship Id="rId5" Type="http://schemas.openxmlformats.org/officeDocument/2006/relationships/image" Target="../media/image19.emf"/><Relationship Id="rId4" Type="http://schemas.openxmlformats.org/officeDocument/2006/relationships/oleObject" Target="../embeddings/oleObject43.bin"/></Relationships>
</file>

<file path=ppt/slideLayouts/_rels/slideLayout7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5.xml"/><Relationship Id="rId1" Type="http://schemas.openxmlformats.org/officeDocument/2006/relationships/vmlDrawing" Target="../drawings/vmlDrawing44.vml"/><Relationship Id="rId5" Type="http://schemas.openxmlformats.org/officeDocument/2006/relationships/image" Target="../media/image19.emf"/><Relationship Id="rId4" Type="http://schemas.openxmlformats.org/officeDocument/2006/relationships/oleObject" Target="../embeddings/oleObject44.bin"/></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6.xml"/><Relationship Id="rId1" Type="http://schemas.openxmlformats.org/officeDocument/2006/relationships/vmlDrawing" Target="../drawings/vmlDrawing45.vml"/><Relationship Id="rId5" Type="http://schemas.openxmlformats.org/officeDocument/2006/relationships/image" Target="../media/image16.emf"/><Relationship Id="rId4" Type="http://schemas.openxmlformats.org/officeDocument/2006/relationships/oleObject" Target="../embeddings/oleObject45.bin"/></Relationships>
</file>

<file path=ppt/slideLayouts/_rels/slideLayout8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7.xml"/><Relationship Id="rId1" Type="http://schemas.openxmlformats.org/officeDocument/2006/relationships/vmlDrawing" Target="../drawings/vmlDrawing46.vml"/><Relationship Id="rId5" Type="http://schemas.openxmlformats.org/officeDocument/2006/relationships/image" Target="../media/image20.emf"/><Relationship Id="rId4" Type="http://schemas.openxmlformats.org/officeDocument/2006/relationships/oleObject" Target="../embeddings/oleObject46.bin"/></Relationships>
</file>

<file path=ppt/slideLayouts/_rels/slideLayout8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8.xml"/><Relationship Id="rId1" Type="http://schemas.openxmlformats.org/officeDocument/2006/relationships/vmlDrawing" Target="../drawings/vmlDrawing47.vml"/><Relationship Id="rId5" Type="http://schemas.openxmlformats.org/officeDocument/2006/relationships/image" Target="../media/image20.emf"/><Relationship Id="rId4" Type="http://schemas.openxmlformats.org/officeDocument/2006/relationships/oleObject" Target="../embeddings/oleObject47.bin"/></Relationships>
</file>

<file path=ppt/slideLayouts/_rels/slideLayout8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9.xml"/><Relationship Id="rId1" Type="http://schemas.openxmlformats.org/officeDocument/2006/relationships/vmlDrawing" Target="../drawings/vmlDrawing48.vml"/><Relationship Id="rId5" Type="http://schemas.openxmlformats.org/officeDocument/2006/relationships/image" Target="../media/image20.emf"/><Relationship Id="rId4" Type="http://schemas.openxmlformats.org/officeDocument/2006/relationships/oleObject" Target="../embeddings/oleObject48.bin"/></Relationships>
</file>

<file path=ppt/slideLayouts/_rels/slideLayout8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0.xml"/><Relationship Id="rId1" Type="http://schemas.openxmlformats.org/officeDocument/2006/relationships/vmlDrawing" Target="../drawings/vmlDrawing49.vml"/><Relationship Id="rId5" Type="http://schemas.openxmlformats.org/officeDocument/2006/relationships/image" Target="../media/image20.emf"/><Relationship Id="rId4" Type="http://schemas.openxmlformats.org/officeDocument/2006/relationships/oleObject" Target="../embeddings/oleObject49.bin"/></Relationships>
</file>

<file path=ppt/slideLayouts/_rels/slideLayout8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1.xml"/><Relationship Id="rId1" Type="http://schemas.openxmlformats.org/officeDocument/2006/relationships/vmlDrawing" Target="../drawings/vmlDrawing50.vml"/><Relationship Id="rId5" Type="http://schemas.openxmlformats.org/officeDocument/2006/relationships/image" Target="../media/image20.emf"/><Relationship Id="rId4" Type="http://schemas.openxmlformats.org/officeDocument/2006/relationships/oleObject" Target="../embeddings/oleObject50.bin"/></Relationships>
</file>

<file path=ppt/slideLayouts/_rels/slideLayout8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2.xml"/><Relationship Id="rId1" Type="http://schemas.openxmlformats.org/officeDocument/2006/relationships/vmlDrawing" Target="../drawings/vmlDrawing51.vml"/><Relationship Id="rId5" Type="http://schemas.openxmlformats.org/officeDocument/2006/relationships/image" Target="../media/image20.emf"/><Relationship Id="rId4" Type="http://schemas.openxmlformats.org/officeDocument/2006/relationships/oleObject" Target="../embeddings/oleObject51.bin"/></Relationships>
</file>

<file path=ppt/slideLayouts/_rels/slideLayout8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3.xml"/><Relationship Id="rId1" Type="http://schemas.openxmlformats.org/officeDocument/2006/relationships/vmlDrawing" Target="../drawings/vmlDrawing52.vml"/><Relationship Id="rId5" Type="http://schemas.openxmlformats.org/officeDocument/2006/relationships/image" Target="../media/image20.emf"/><Relationship Id="rId4" Type="http://schemas.openxmlformats.org/officeDocument/2006/relationships/oleObject" Target="../embeddings/oleObject52.bin"/></Relationships>
</file>

<file path=ppt/slideLayouts/_rels/slideLayout9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4.xml"/><Relationship Id="rId1" Type="http://schemas.openxmlformats.org/officeDocument/2006/relationships/vmlDrawing" Target="../drawings/vmlDrawing53.vml"/><Relationship Id="rId5" Type="http://schemas.openxmlformats.org/officeDocument/2006/relationships/image" Target="../media/image20.emf"/><Relationship Id="rId4" Type="http://schemas.openxmlformats.org/officeDocument/2006/relationships/oleObject" Target="../embeddings/oleObject53.bin"/></Relationships>
</file>

<file path=ppt/slideLayouts/_rels/slideLayout9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5.xml"/><Relationship Id="rId1" Type="http://schemas.openxmlformats.org/officeDocument/2006/relationships/vmlDrawing" Target="../drawings/vmlDrawing54.vml"/><Relationship Id="rId5" Type="http://schemas.openxmlformats.org/officeDocument/2006/relationships/image" Target="../media/image16.emf"/><Relationship Id="rId4" Type="http://schemas.openxmlformats.org/officeDocument/2006/relationships/oleObject" Target="../embeddings/oleObject54.bin"/></Relationships>
</file>

<file path=ppt/slideLayouts/_rels/slideLayout9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6.xml"/><Relationship Id="rId1" Type="http://schemas.openxmlformats.org/officeDocument/2006/relationships/vmlDrawing" Target="../drawings/vmlDrawing55.vml"/><Relationship Id="rId5" Type="http://schemas.openxmlformats.org/officeDocument/2006/relationships/image" Target="../media/image21.emf"/><Relationship Id="rId4" Type="http://schemas.openxmlformats.org/officeDocument/2006/relationships/oleObject" Target="../embeddings/oleObject55.bin"/></Relationships>
</file>

<file path=ppt/slideLayouts/_rels/slideLayout9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7.xml"/><Relationship Id="rId1" Type="http://schemas.openxmlformats.org/officeDocument/2006/relationships/vmlDrawing" Target="../drawings/vmlDrawing56.vml"/><Relationship Id="rId5" Type="http://schemas.openxmlformats.org/officeDocument/2006/relationships/image" Target="../media/image21.emf"/><Relationship Id="rId4" Type="http://schemas.openxmlformats.org/officeDocument/2006/relationships/oleObject" Target="../embeddings/oleObject56.bin"/></Relationships>
</file>

<file path=ppt/slideLayouts/_rels/slideLayout9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8.xml"/><Relationship Id="rId1" Type="http://schemas.openxmlformats.org/officeDocument/2006/relationships/vmlDrawing" Target="../drawings/vmlDrawing57.vml"/><Relationship Id="rId5" Type="http://schemas.openxmlformats.org/officeDocument/2006/relationships/image" Target="../media/image21.emf"/><Relationship Id="rId4" Type="http://schemas.openxmlformats.org/officeDocument/2006/relationships/oleObject" Target="../embeddings/oleObject57.bin"/></Relationships>
</file>

<file path=ppt/slideLayouts/_rels/slideLayout9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9.xml"/><Relationship Id="rId1" Type="http://schemas.openxmlformats.org/officeDocument/2006/relationships/vmlDrawing" Target="../drawings/vmlDrawing58.vml"/><Relationship Id="rId6" Type="http://schemas.openxmlformats.org/officeDocument/2006/relationships/image" Target="../media/image23.svg"/><Relationship Id="rId5" Type="http://schemas.openxmlformats.org/officeDocument/2006/relationships/image" Target="../media/image21.emf"/><Relationship Id="rId4" Type="http://schemas.openxmlformats.org/officeDocument/2006/relationships/oleObject" Target="../embeddings/oleObject58.bin"/></Relationships>
</file>

<file path=ppt/slideLayouts/_rels/slideLayout9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0.xml"/><Relationship Id="rId1" Type="http://schemas.openxmlformats.org/officeDocument/2006/relationships/vmlDrawing" Target="../drawings/vmlDrawing59.vml"/><Relationship Id="rId6" Type="http://schemas.openxmlformats.org/officeDocument/2006/relationships/image" Target="../media/image24.svg"/><Relationship Id="rId5" Type="http://schemas.openxmlformats.org/officeDocument/2006/relationships/image" Target="../media/image21.emf"/><Relationship Id="rId4" Type="http://schemas.openxmlformats.org/officeDocument/2006/relationships/oleObject" Target="../embeddings/oleObject59.bin"/></Relationships>
</file>

<file path=ppt/slideLayouts/_rels/slideLayout9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1.xml"/><Relationship Id="rId1" Type="http://schemas.openxmlformats.org/officeDocument/2006/relationships/vmlDrawing" Target="../drawings/vmlDrawing60.vml"/><Relationship Id="rId5" Type="http://schemas.openxmlformats.org/officeDocument/2006/relationships/image" Target="../media/image21.emf"/><Relationship Id="rId4" Type="http://schemas.openxmlformats.org/officeDocument/2006/relationships/oleObject" Target="../embeddings/oleObject60.bin"/></Relationships>
</file>

<file path=ppt/slideLayouts/_rels/slideLayout9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2.xml"/><Relationship Id="rId1" Type="http://schemas.openxmlformats.org/officeDocument/2006/relationships/vmlDrawing" Target="../drawings/vmlDrawing61.vml"/><Relationship Id="rId5" Type="http://schemas.openxmlformats.org/officeDocument/2006/relationships/image" Target="../media/image21.emf"/><Relationship Id="rId4" Type="http://schemas.openxmlformats.org/officeDocument/2006/relationships/oleObject" Target="../embeddings/oleObject61.bin"/></Relationships>
</file>

<file path=ppt/slideLayouts/_rels/slideLayout9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3.xml"/><Relationship Id="rId1" Type="http://schemas.openxmlformats.org/officeDocument/2006/relationships/vmlDrawing" Target="../drawings/vmlDrawing62.vml"/><Relationship Id="rId5" Type="http://schemas.openxmlformats.org/officeDocument/2006/relationships/image" Target="../media/image21.emf"/><Relationship Id="rId4" Type="http://schemas.openxmlformats.org/officeDocument/2006/relationships/oleObject" Target="../embeddings/oleObject62.bin"/></Relationships>
</file>

<file path=ppt/slideLayouts/_rels/slideLayout10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4.xml"/><Relationship Id="rId1" Type="http://schemas.openxmlformats.org/officeDocument/2006/relationships/vmlDrawing" Target="../drawings/vmlDrawing63.vml"/><Relationship Id="rId5" Type="http://schemas.openxmlformats.org/officeDocument/2006/relationships/image" Target="../media/image21.emf"/><Relationship Id="rId4" Type="http://schemas.openxmlformats.org/officeDocument/2006/relationships/oleObject" Target="../embeddings/oleObject63.bin"/></Relationships>
</file>

<file path=ppt/slideLayouts/_rels/slideLayout10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5.xml"/><Relationship Id="rId1" Type="http://schemas.openxmlformats.org/officeDocument/2006/relationships/vmlDrawing" Target="../drawings/vmlDrawing64.vml"/><Relationship Id="rId5" Type="http://schemas.openxmlformats.org/officeDocument/2006/relationships/image" Target="../media/image16.emf"/><Relationship Id="rId4" Type="http://schemas.openxmlformats.org/officeDocument/2006/relationships/oleObject" Target="../embeddings/oleObject64.bin"/></Relationships>
</file>

<file path=ppt/slideLayouts/_rels/slideLayout10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6.xml"/><Relationship Id="rId1" Type="http://schemas.openxmlformats.org/officeDocument/2006/relationships/vmlDrawing" Target="../drawings/vmlDrawing65.vml"/><Relationship Id="rId5" Type="http://schemas.openxmlformats.org/officeDocument/2006/relationships/image" Target="../media/image22.emf"/><Relationship Id="rId4" Type="http://schemas.openxmlformats.org/officeDocument/2006/relationships/oleObject" Target="../embeddings/oleObject65.bin"/></Relationships>
</file>

<file path=ppt/slideLayouts/_rels/slideLayout10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7.xml"/><Relationship Id="rId1" Type="http://schemas.openxmlformats.org/officeDocument/2006/relationships/vmlDrawing" Target="../drawings/vmlDrawing66.vml"/><Relationship Id="rId5" Type="http://schemas.openxmlformats.org/officeDocument/2006/relationships/image" Target="../media/image22.emf"/><Relationship Id="rId4" Type="http://schemas.openxmlformats.org/officeDocument/2006/relationships/oleObject" Target="../embeddings/oleObject66.bin"/></Relationships>
</file>

<file path=ppt/slideLayouts/_rels/slideLayout10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8.xml"/><Relationship Id="rId1" Type="http://schemas.openxmlformats.org/officeDocument/2006/relationships/vmlDrawing" Target="../drawings/vmlDrawing67.vml"/><Relationship Id="rId5" Type="http://schemas.openxmlformats.org/officeDocument/2006/relationships/image" Target="../media/image22.emf"/><Relationship Id="rId4" Type="http://schemas.openxmlformats.org/officeDocument/2006/relationships/oleObject" Target="../embeddings/oleObject67.bin"/></Relationships>
</file>

<file path=ppt/slideLayouts/_rels/slideLayout10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9.xml"/><Relationship Id="rId1" Type="http://schemas.openxmlformats.org/officeDocument/2006/relationships/vmlDrawing" Target="../drawings/vmlDrawing68.vml"/><Relationship Id="rId5" Type="http://schemas.openxmlformats.org/officeDocument/2006/relationships/image" Target="../media/image22.emf"/><Relationship Id="rId4" Type="http://schemas.openxmlformats.org/officeDocument/2006/relationships/oleObject" Target="../embeddings/oleObject68.bin"/></Relationships>
</file>

<file path=ppt/slideLayouts/_rels/slideLayout10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0.xml"/><Relationship Id="rId1" Type="http://schemas.openxmlformats.org/officeDocument/2006/relationships/vmlDrawing" Target="../drawings/vmlDrawing69.vml"/><Relationship Id="rId5" Type="http://schemas.openxmlformats.org/officeDocument/2006/relationships/image" Target="../media/image23.emf"/><Relationship Id="rId4" Type="http://schemas.openxmlformats.org/officeDocument/2006/relationships/oleObject" Target="../embeddings/oleObject69.bin"/></Relationships>
</file>

<file path=ppt/slideLayouts/_rels/slideLayout10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1.xml"/><Relationship Id="rId1" Type="http://schemas.openxmlformats.org/officeDocument/2006/relationships/vmlDrawing" Target="../drawings/vmlDrawing70.vml"/><Relationship Id="rId5" Type="http://schemas.openxmlformats.org/officeDocument/2006/relationships/image" Target="../media/image23.emf"/><Relationship Id="rId4" Type="http://schemas.openxmlformats.org/officeDocument/2006/relationships/oleObject" Target="../embeddings/oleObject70.bin"/></Relationships>
</file>

<file path=ppt/slideLayouts/_rels/slideLayout10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2.xml"/><Relationship Id="rId1" Type="http://schemas.openxmlformats.org/officeDocument/2006/relationships/vmlDrawing" Target="../drawings/vmlDrawing71.vml"/><Relationship Id="rId5" Type="http://schemas.openxmlformats.org/officeDocument/2006/relationships/image" Target="../media/image23.emf"/><Relationship Id="rId4" Type="http://schemas.openxmlformats.org/officeDocument/2006/relationships/oleObject" Target="../embeddings/oleObject71.bin"/></Relationships>
</file>

<file path=ppt/slideLayouts/_rels/slideLayout10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3.xml"/><Relationship Id="rId1" Type="http://schemas.openxmlformats.org/officeDocument/2006/relationships/vmlDrawing" Target="../drawings/vmlDrawing72.vml"/><Relationship Id="rId5" Type="http://schemas.openxmlformats.org/officeDocument/2006/relationships/image" Target="../media/image23.emf"/><Relationship Id="rId4" Type="http://schemas.openxmlformats.org/officeDocument/2006/relationships/oleObject" Target="../embeddings/oleObject72.bin"/></Relationships>
</file>

<file path=ppt/slideLayouts/_rels/slideLayout11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4.xml"/><Relationship Id="rId1" Type="http://schemas.openxmlformats.org/officeDocument/2006/relationships/vmlDrawing" Target="../drawings/vmlDrawing73.vml"/><Relationship Id="rId5" Type="http://schemas.openxmlformats.org/officeDocument/2006/relationships/image" Target="../media/image23.emf"/><Relationship Id="rId4" Type="http://schemas.openxmlformats.org/officeDocument/2006/relationships/oleObject" Target="../embeddings/oleObject73.bin"/></Relationships>
</file>

<file path=ppt/slideLayouts/_rels/slideLayout11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5.xml"/><Relationship Id="rId1" Type="http://schemas.openxmlformats.org/officeDocument/2006/relationships/vmlDrawing" Target="../drawings/vmlDrawing74.vml"/><Relationship Id="rId5" Type="http://schemas.openxmlformats.org/officeDocument/2006/relationships/image" Target="../media/image23.emf"/><Relationship Id="rId4" Type="http://schemas.openxmlformats.org/officeDocument/2006/relationships/oleObject" Target="../embeddings/oleObject74.bin"/></Relationships>
</file>

<file path=ppt/slideLayouts/_rels/slideLayout11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6.xml"/><Relationship Id="rId1" Type="http://schemas.openxmlformats.org/officeDocument/2006/relationships/vmlDrawing" Target="../drawings/vmlDrawing75.vml"/><Relationship Id="rId5" Type="http://schemas.openxmlformats.org/officeDocument/2006/relationships/image" Target="../media/image23.emf"/><Relationship Id="rId4" Type="http://schemas.openxmlformats.org/officeDocument/2006/relationships/oleObject" Target="../embeddings/oleObject75.bin"/></Relationships>
</file>

<file path=ppt/slideLayouts/_rels/slideLayout11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7.xml"/><Relationship Id="rId1" Type="http://schemas.openxmlformats.org/officeDocument/2006/relationships/vmlDrawing" Target="../drawings/vmlDrawing76.vml"/><Relationship Id="rId5" Type="http://schemas.openxmlformats.org/officeDocument/2006/relationships/image" Target="../media/image23.emf"/><Relationship Id="rId4" Type="http://schemas.openxmlformats.org/officeDocument/2006/relationships/oleObject" Target="../embeddings/oleObject76.bin"/></Relationships>
</file>

<file path=ppt/slideLayouts/_rels/slideLayout11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8.xml"/><Relationship Id="rId1" Type="http://schemas.openxmlformats.org/officeDocument/2006/relationships/vmlDrawing" Target="../drawings/vmlDrawing77.vml"/><Relationship Id="rId5" Type="http://schemas.openxmlformats.org/officeDocument/2006/relationships/image" Target="../media/image23.emf"/><Relationship Id="rId4" Type="http://schemas.openxmlformats.org/officeDocument/2006/relationships/oleObject" Target="../embeddings/oleObject77.bin"/></Relationships>
</file>

<file path=ppt/slideLayouts/_rels/slideLayout11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9.xml"/><Relationship Id="rId1" Type="http://schemas.openxmlformats.org/officeDocument/2006/relationships/vmlDrawing" Target="../drawings/vmlDrawing78.vml"/><Relationship Id="rId5" Type="http://schemas.openxmlformats.org/officeDocument/2006/relationships/image" Target="../media/image23.emf"/><Relationship Id="rId4" Type="http://schemas.openxmlformats.org/officeDocument/2006/relationships/oleObject" Target="../embeddings/oleObject78.bin"/></Relationships>
</file>

<file path=ppt/slideLayouts/_rels/slideLayout11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0.xml"/><Relationship Id="rId1" Type="http://schemas.openxmlformats.org/officeDocument/2006/relationships/vmlDrawing" Target="../drawings/vmlDrawing79.vml"/><Relationship Id="rId5" Type="http://schemas.openxmlformats.org/officeDocument/2006/relationships/image" Target="../media/image16.emf"/><Relationship Id="rId4" Type="http://schemas.openxmlformats.org/officeDocument/2006/relationships/oleObject" Target="../embeddings/oleObject79.bin"/></Relationships>
</file>

<file path=ppt/slideLayouts/_rels/slideLayout117.xml.rels><?xml version="1.0" encoding="UTF-8" standalone="yes"?>
<Relationships xmlns="http://schemas.openxmlformats.org/package/2006/relationships"><Relationship Id="rId3" Type="http://schemas.openxmlformats.org/officeDocument/2006/relationships/tags" Target="../tags/tag82.xml"/><Relationship Id="rId7" Type="http://schemas.openxmlformats.org/officeDocument/2006/relationships/oleObject" Target="../embeddings/oleObject81.bin"/><Relationship Id="rId2" Type="http://schemas.openxmlformats.org/officeDocument/2006/relationships/tags" Target="../tags/tag81.xml"/><Relationship Id="rId1" Type="http://schemas.openxmlformats.org/officeDocument/2006/relationships/vmlDrawing" Target="../drawings/vmlDrawing80.vml"/><Relationship Id="rId6" Type="http://schemas.openxmlformats.org/officeDocument/2006/relationships/image" Target="../media/image24.emf"/><Relationship Id="rId5" Type="http://schemas.openxmlformats.org/officeDocument/2006/relationships/oleObject" Target="../embeddings/oleObject80.bin"/><Relationship Id="rId4"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3" Type="http://schemas.openxmlformats.org/officeDocument/2006/relationships/tags" Target="../tags/tag84.xml"/><Relationship Id="rId7" Type="http://schemas.openxmlformats.org/officeDocument/2006/relationships/oleObject" Target="../embeddings/oleObject83.bin"/><Relationship Id="rId2" Type="http://schemas.openxmlformats.org/officeDocument/2006/relationships/tags" Target="../tags/tag83.xml"/><Relationship Id="rId1" Type="http://schemas.openxmlformats.org/officeDocument/2006/relationships/vmlDrawing" Target="../drawings/vmlDrawing81.vml"/><Relationship Id="rId6" Type="http://schemas.openxmlformats.org/officeDocument/2006/relationships/image" Target="../media/image24.emf"/><Relationship Id="rId5" Type="http://schemas.openxmlformats.org/officeDocument/2006/relationships/oleObject" Target="../embeddings/oleObject82.bin"/><Relationship Id="rId4"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3" Type="http://schemas.openxmlformats.org/officeDocument/2006/relationships/tags" Target="../tags/tag86.xml"/><Relationship Id="rId7" Type="http://schemas.openxmlformats.org/officeDocument/2006/relationships/oleObject" Target="../embeddings/oleObject85.bin"/><Relationship Id="rId2" Type="http://schemas.openxmlformats.org/officeDocument/2006/relationships/tags" Target="../tags/tag85.xml"/><Relationship Id="rId1" Type="http://schemas.openxmlformats.org/officeDocument/2006/relationships/vmlDrawing" Target="../drawings/vmlDrawing82.vml"/><Relationship Id="rId6" Type="http://schemas.openxmlformats.org/officeDocument/2006/relationships/image" Target="../media/image24.emf"/><Relationship Id="rId5" Type="http://schemas.openxmlformats.org/officeDocument/2006/relationships/oleObject" Target="../embeddings/oleObject84.bin"/><Relationship Id="rId4"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88.xml"/><Relationship Id="rId7" Type="http://schemas.openxmlformats.org/officeDocument/2006/relationships/image" Target="../media/image25.png"/><Relationship Id="rId2" Type="http://schemas.openxmlformats.org/officeDocument/2006/relationships/tags" Target="../tags/tag87.xml"/><Relationship Id="rId1" Type="http://schemas.openxmlformats.org/officeDocument/2006/relationships/vmlDrawing" Target="../drawings/vmlDrawing83.vml"/><Relationship Id="rId6" Type="http://schemas.openxmlformats.org/officeDocument/2006/relationships/image" Target="../media/image24.emf"/><Relationship Id="rId5" Type="http://schemas.openxmlformats.org/officeDocument/2006/relationships/oleObject" Target="../embeddings/oleObject86.bin"/><Relationship Id="rId10" Type="http://schemas.openxmlformats.org/officeDocument/2006/relationships/oleObject" Target="../embeddings/oleObject87.bin"/><Relationship Id="rId4" Type="http://schemas.openxmlformats.org/officeDocument/2006/relationships/slideMaster" Target="../slideMasters/slideMaster2.xml"/><Relationship Id="rId9" Type="http://schemas.openxmlformats.org/officeDocument/2006/relationships/image" Target="../media/image27.png"/></Relationships>
</file>

<file path=ppt/slideLayouts/_rels/slideLayout12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9.xml"/><Relationship Id="rId1" Type="http://schemas.openxmlformats.org/officeDocument/2006/relationships/vmlDrawing" Target="../drawings/vmlDrawing84.vml"/><Relationship Id="rId5" Type="http://schemas.openxmlformats.org/officeDocument/2006/relationships/image" Target="../media/image24.emf"/><Relationship Id="rId4" Type="http://schemas.openxmlformats.org/officeDocument/2006/relationships/oleObject" Target="../embeddings/oleObject88.bin"/></Relationships>
</file>

<file path=ppt/slideLayouts/_rels/slideLayout12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0.xml"/><Relationship Id="rId1" Type="http://schemas.openxmlformats.org/officeDocument/2006/relationships/vmlDrawing" Target="../drawings/vmlDrawing85.vml"/><Relationship Id="rId5" Type="http://schemas.openxmlformats.org/officeDocument/2006/relationships/image" Target="../media/image24.emf"/><Relationship Id="rId4" Type="http://schemas.openxmlformats.org/officeDocument/2006/relationships/oleObject" Target="../embeddings/oleObject89.bin"/></Relationships>
</file>

<file path=ppt/slideLayouts/_rels/slideLayout12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1.xml"/><Relationship Id="rId1" Type="http://schemas.openxmlformats.org/officeDocument/2006/relationships/vmlDrawing" Target="../drawings/vmlDrawing86.vml"/><Relationship Id="rId5" Type="http://schemas.openxmlformats.org/officeDocument/2006/relationships/image" Target="../media/image24.emf"/><Relationship Id="rId4" Type="http://schemas.openxmlformats.org/officeDocument/2006/relationships/oleObject" Target="../embeddings/oleObject90.bin"/></Relationships>
</file>

<file path=ppt/slideLayouts/_rels/slideLayout12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2.xml"/><Relationship Id="rId1" Type="http://schemas.openxmlformats.org/officeDocument/2006/relationships/vmlDrawing" Target="../drawings/vmlDrawing87.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91.bin"/></Relationships>
</file>

<file path=ppt/slideLayouts/_rels/slideLayout12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3.xml"/><Relationship Id="rId1" Type="http://schemas.openxmlformats.org/officeDocument/2006/relationships/vmlDrawing" Target="../drawings/vmlDrawing88.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92.bin"/></Relationships>
</file>

<file path=ppt/slideLayouts/_rels/slideLayout12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4.xml"/><Relationship Id="rId1" Type="http://schemas.openxmlformats.org/officeDocument/2006/relationships/vmlDrawing" Target="../drawings/vmlDrawing89.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93.bin"/></Relationships>
</file>

<file path=ppt/slideLayouts/_rels/slideLayout12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5.xml"/><Relationship Id="rId1" Type="http://schemas.openxmlformats.org/officeDocument/2006/relationships/vmlDrawing" Target="../drawings/vmlDrawing90.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94.bin"/></Relationships>
</file>

<file path=ppt/slideLayouts/_rels/slideLayout12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6.xml"/><Relationship Id="rId1" Type="http://schemas.openxmlformats.org/officeDocument/2006/relationships/vmlDrawing" Target="../drawings/vmlDrawing91.vml"/><Relationship Id="rId6" Type="http://schemas.openxmlformats.org/officeDocument/2006/relationships/image" Target="../media/image33.svg"/><Relationship Id="rId5" Type="http://schemas.openxmlformats.org/officeDocument/2006/relationships/image" Target="../media/image24.emf"/><Relationship Id="rId4" Type="http://schemas.openxmlformats.org/officeDocument/2006/relationships/oleObject" Target="../embeddings/oleObject95.bin"/></Relationships>
</file>

<file path=ppt/slideLayouts/_rels/slideLayout12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7.xml"/><Relationship Id="rId1" Type="http://schemas.openxmlformats.org/officeDocument/2006/relationships/vmlDrawing" Target="../drawings/vmlDrawing92.vml"/><Relationship Id="rId6" Type="http://schemas.openxmlformats.org/officeDocument/2006/relationships/image" Target="../media/image34.svg"/><Relationship Id="rId5" Type="http://schemas.openxmlformats.org/officeDocument/2006/relationships/image" Target="../media/image24.emf"/><Relationship Id="rId4" Type="http://schemas.openxmlformats.org/officeDocument/2006/relationships/oleObject" Target="../embeddings/oleObject96.bin"/></Relationships>
</file>

<file path=ppt/slideLayouts/_rels/slideLayout13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8.xml"/><Relationship Id="rId1" Type="http://schemas.openxmlformats.org/officeDocument/2006/relationships/vmlDrawing" Target="../drawings/vmlDrawing93.vml"/><Relationship Id="rId5" Type="http://schemas.openxmlformats.org/officeDocument/2006/relationships/image" Target="../media/image16.emf"/><Relationship Id="rId4" Type="http://schemas.openxmlformats.org/officeDocument/2006/relationships/oleObject" Target="../embeddings/oleObject97.bin"/></Relationships>
</file>

<file path=ppt/slideLayouts/_rels/slideLayout13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9.xml"/><Relationship Id="rId1" Type="http://schemas.openxmlformats.org/officeDocument/2006/relationships/vmlDrawing" Target="../drawings/vmlDrawing94.vml"/><Relationship Id="rId5" Type="http://schemas.openxmlformats.org/officeDocument/2006/relationships/image" Target="../media/image30.emf"/><Relationship Id="rId4" Type="http://schemas.openxmlformats.org/officeDocument/2006/relationships/oleObject" Target="../embeddings/oleObject98.bin"/></Relationships>
</file>

<file path=ppt/slideLayouts/_rels/slideLayout13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0.xml"/><Relationship Id="rId1" Type="http://schemas.openxmlformats.org/officeDocument/2006/relationships/vmlDrawing" Target="../drawings/vmlDrawing95.vml"/><Relationship Id="rId5" Type="http://schemas.openxmlformats.org/officeDocument/2006/relationships/image" Target="../media/image30.emf"/><Relationship Id="rId4" Type="http://schemas.openxmlformats.org/officeDocument/2006/relationships/oleObject" Target="../embeddings/oleObject99.bin"/></Relationships>
</file>

<file path=ppt/slideLayouts/_rels/slideLayout13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1.xml"/><Relationship Id="rId1" Type="http://schemas.openxmlformats.org/officeDocument/2006/relationships/vmlDrawing" Target="../drawings/vmlDrawing96.vml"/><Relationship Id="rId5" Type="http://schemas.openxmlformats.org/officeDocument/2006/relationships/image" Target="../media/image31.emf"/><Relationship Id="rId4" Type="http://schemas.openxmlformats.org/officeDocument/2006/relationships/oleObject" Target="../embeddings/oleObject100.bin"/></Relationships>
</file>

<file path=ppt/slideLayouts/_rels/slideLayout13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2.xml"/><Relationship Id="rId1" Type="http://schemas.openxmlformats.org/officeDocument/2006/relationships/vmlDrawing" Target="../drawings/vmlDrawing97.vml"/><Relationship Id="rId5" Type="http://schemas.openxmlformats.org/officeDocument/2006/relationships/image" Target="../media/image31.emf"/><Relationship Id="rId4" Type="http://schemas.openxmlformats.org/officeDocument/2006/relationships/oleObject" Target="../embeddings/oleObject101.bin"/></Relationships>
</file>

<file path=ppt/slideLayouts/_rels/slideLayout13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3.xml"/><Relationship Id="rId1" Type="http://schemas.openxmlformats.org/officeDocument/2006/relationships/vmlDrawing" Target="../drawings/vmlDrawing98.vml"/><Relationship Id="rId5" Type="http://schemas.openxmlformats.org/officeDocument/2006/relationships/image" Target="../media/image16.emf"/><Relationship Id="rId4" Type="http://schemas.openxmlformats.org/officeDocument/2006/relationships/oleObject" Target="../embeddings/oleObject102.bin"/></Relationships>
</file>

<file path=ppt/slideLayouts/_rels/slideLayout13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4.xml"/><Relationship Id="rId1" Type="http://schemas.openxmlformats.org/officeDocument/2006/relationships/vmlDrawing" Target="../drawings/vmlDrawing99.vml"/><Relationship Id="rId5" Type="http://schemas.openxmlformats.org/officeDocument/2006/relationships/image" Target="../media/image32.emf"/><Relationship Id="rId4" Type="http://schemas.openxmlformats.org/officeDocument/2006/relationships/oleObject" Target="../embeddings/oleObject103.bin"/></Relationships>
</file>

<file path=ppt/slideLayouts/_rels/slideLayout13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5.xml"/><Relationship Id="rId1" Type="http://schemas.openxmlformats.org/officeDocument/2006/relationships/vmlDrawing" Target="../drawings/vmlDrawing100.vml"/><Relationship Id="rId5" Type="http://schemas.openxmlformats.org/officeDocument/2006/relationships/image" Target="../media/image32.emf"/><Relationship Id="rId4" Type="http://schemas.openxmlformats.org/officeDocument/2006/relationships/oleObject" Target="../embeddings/oleObject104.bin"/></Relationships>
</file>

<file path=ppt/slideLayouts/_rels/slideLayout13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6.xml"/><Relationship Id="rId1" Type="http://schemas.openxmlformats.org/officeDocument/2006/relationships/vmlDrawing" Target="../drawings/vmlDrawing101.vml"/><Relationship Id="rId5" Type="http://schemas.openxmlformats.org/officeDocument/2006/relationships/image" Target="../media/image32.emf"/><Relationship Id="rId4" Type="http://schemas.openxmlformats.org/officeDocument/2006/relationships/oleObject" Target="../embeddings/oleObject105.bin"/></Relationships>
</file>

<file path=ppt/slideLayouts/_rels/slideLayout13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7.xml"/><Relationship Id="rId1" Type="http://schemas.openxmlformats.org/officeDocument/2006/relationships/vmlDrawing" Target="../drawings/vmlDrawing102.vml"/><Relationship Id="rId5" Type="http://schemas.openxmlformats.org/officeDocument/2006/relationships/image" Target="../media/image32.emf"/><Relationship Id="rId4" Type="http://schemas.openxmlformats.org/officeDocument/2006/relationships/oleObject" Target="../embeddings/oleObject106.bin"/></Relationships>
</file>

<file path=ppt/slideLayouts/_rels/slideLayout14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8.xml"/><Relationship Id="rId1" Type="http://schemas.openxmlformats.org/officeDocument/2006/relationships/vmlDrawing" Target="../drawings/vmlDrawing103.vml"/><Relationship Id="rId5" Type="http://schemas.openxmlformats.org/officeDocument/2006/relationships/image" Target="../media/image32.emf"/><Relationship Id="rId4" Type="http://schemas.openxmlformats.org/officeDocument/2006/relationships/oleObject" Target="../embeddings/oleObject107.bin"/></Relationships>
</file>

<file path=ppt/slideLayouts/_rels/slideLayout14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9.xml"/><Relationship Id="rId1" Type="http://schemas.openxmlformats.org/officeDocument/2006/relationships/vmlDrawing" Target="../drawings/vmlDrawing104.vml"/><Relationship Id="rId5" Type="http://schemas.openxmlformats.org/officeDocument/2006/relationships/image" Target="../media/image32.emf"/><Relationship Id="rId4" Type="http://schemas.openxmlformats.org/officeDocument/2006/relationships/oleObject" Target="../embeddings/oleObject108.bin"/></Relationships>
</file>

<file path=ppt/slideLayouts/_rels/slideLayout14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0.xml"/><Relationship Id="rId1" Type="http://schemas.openxmlformats.org/officeDocument/2006/relationships/vmlDrawing" Target="../drawings/vmlDrawing105.vml"/><Relationship Id="rId5" Type="http://schemas.openxmlformats.org/officeDocument/2006/relationships/image" Target="../media/image16.emf"/><Relationship Id="rId4" Type="http://schemas.openxmlformats.org/officeDocument/2006/relationships/oleObject" Target="../embeddings/oleObject109.bin"/></Relationships>
</file>

<file path=ppt/slideLayouts/_rels/slideLayout143.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1.xml"/><Relationship Id="rId1" Type="http://schemas.openxmlformats.org/officeDocument/2006/relationships/vmlDrawing" Target="../drawings/vmlDrawing106.vml"/><Relationship Id="rId6" Type="http://schemas.openxmlformats.org/officeDocument/2006/relationships/image" Target="../media/image33.emf"/><Relationship Id="rId5" Type="http://schemas.openxmlformats.org/officeDocument/2006/relationships/oleObject" Target="../embeddings/oleObject110.bin"/><Relationship Id="rId4" Type="http://schemas.openxmlformats.org/officeDocument/2006/relationships/image" Target="../media/image38.svg"/></Relationships>
</file>

<file path=ppt/slideLayouts/_rels/slideLayout144.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2.xml"/><Relationship Id="rId1" Type="http://schemas.openxmlformats.org/officeDocument/2006/relationships/vmlDrawing" Target="../drawings/vmlDrawing107.vml"/><Relationship Id="rId6" Type="http://schemas.openxmlformats.org/officeDocument/2006/relationships/image" Target="../media/image33.emf"/><Relationship Id="rId5" Type="http://schemas.openxmlformats.org/officeDocument/2006/relationships/oleObject" Target="../embeddings/oleObject111.bin"/><Relationship Id="rId4" Type="http://schemas.openxmlformats.org/officeDocument/2006/relationships/image" Target="../media/image23.svg"/></Relationships>
</file>

<file path=ppt/slideLayouts/_rels/slideLayout145.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3.xml"/><Relationship Id="rId1" Type="http://schemas.openxmlformats.org/officeDocument/2006/relationships/vmlDrawing" Target="../drawings/vmlDrawing108.vml"/><Relationship Id="rId6" Type="http://schemas.openxmlformats.org/officeDocument/2006/relationships/image" Target="../media/image33.emf"/><Relationship Id="rId5" Type="http://schemas.openxmlformats.org/officeDocument/2006/relationships/oleObject" Target="../embeddings/oleObject112.bin"/><Relationship Id="rId4" Type="http://schemas.openxmlformats.org/officeDocument/2006/relationships/image" Target="../media/image23.svg"/></Relationships>
</file>

<file path=ppt/slideLayouts/_rels/slideLayout14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4.xml"/><Relationship Id="rId1" Type="http://schemas.openxmlformats.org/officeDocument/2006/relationships/vmlDrawing" Target="../drawings/vmlDrawing109.vml"/><Relationship Id="rId6" Type="http://schemas.openxmlformats.org/officeDocument/2006/relationships/image" Target="../media/image41.svg"/><Relationship Id="rId5" Type="http://schemas.openxmlformats.org/officeDocument/2006/relationships/image" Target="../media/image33.emf"/><Relationship Id="rId4" Type="http://schemas.openxmlformats.org/officeDocument/2006/relationships/oleObject" Target="../embeddings/oleObject113.bin"/></Relationships>
</file>

<file path=ppt/slideLayouts/_rels/slideLayout14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5.xml"/><Relationship Id="rId1" Type="http://schemas.openxmlformats.org/officeDocument/2006/relationships/vmlDrawing" Target="../drawings/vmlDrawing110.vml"/><Relationship Id="rId6" Type="http://schemas.openxmlformats.org/officeDocument/2006/relationships/image" Target="../media/image42.svg"/><Relationship Id="rId5" Type="http://schemas.openxmlformats.org/officeDocument/2006/relationships/image" Target="../media/image33.emf"/><Relationship Id="rId4" Type="http://schemas.openxmlformats.org/officeDocument/2006/relationships/oleObject" Target="../embeddings/oleObject114.bin"/></Relationships>
</file>

<file path=ppt/slideLayouts/_rels/slideLayout14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6.xml"/><Relationship Id="rId1" Type="http://schemas.openxmlformats.org/officeDocument/2006/relationships/vmlDrawing" Target="../drawings/vmlDrawing111.vml"/><Relationship Id="rId5" Type="http://schemas.openxmlformats.org/officeDocument/2006/relationships/image" Target="../media/image16.emf"/><Relationship Id="rId4" Type="http://schemas.openxmlformats.org/officeDocument/2006/relationships/oleObject" Target="../embeddings/oleObject115.bin"/></Relationships>
</file>

<file path=ppt/slideLayouts/_rels/slideLayout14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18.xml"/><Relationship Id="rId1" Type="http://schemas.openxmlformats.org/officeDocument/2006/relationships/vmlDrawing" Target="../drawings/vmlDrawing113.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7.bin"/></Relationships>
</file>

<file path=ppt/slideLayouts/_rels/slideLayout15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19.xml"/><Relationship Id="rId1" Type="http://schemas.openxmlformats.org/officeDocument/2006/relationships/vmlDrawing" Target="../drawings/vmlDrawing114.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8.bin"/></Relationships>
</file>

<file path=ppt/slideLayouts/_rels/slideLayout15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0.xml"/><Relationship Id="rId1" Type="http://schemas.openxmlformats.org/officeDocument/2006/relationships/vmlDrawing" Target="../drawings/vmlDrawing115.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9.bin"/></Relationships>
</file>

<file path=ppt/slideLayouts/_rels/slideLayout15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1.xml"/><Relationship Id="rId1" Type="http://schemas.openxmlformats.org/officeDocument/2006/relationships/vmlDrawing" Target="../drawings/vmlDrawing116.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0.bin"/></Relationships>
</file>

<file path=ppt/slideLayouts/_rels/slideLayout15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2.xml"/><Relationship Id="rId1" Type="http://schemas.openxmlformats.org/officeDocument/2006/relationships/vmlDrawing" Target="../drawings/vmlDrawing117.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1.bin"/></Relationships>
</file>

<file path=ppt/slideLayouts/_rels/slideLayout15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3.xml"/><Relationship Id="rId1" Type="http://schemas.openxmlformats.org/officeDocument/2006/relationships/vmlDrawing" Target="../drawings/vmlDrawing118.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2.bin"/></Relationships>
</file>

<file path=ppt/slideLayouts/_rels/slideLayout15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4.xml"/><Relationship Id="rId1" Type="http://schemas.openxmlformats.org/officeDocument/2006/relationships/vmlDrawing" Target="../drawings/vmlDrawing119.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3.bin"/></Relationships>
</file>

<file path=ppt/slideLayouts/_rels/slideLayout15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5.xml"/><Relationship Id="rId1" Type="http://schemas.openxmlformats.org/officeDocument/2006/relationships/vmlDrawing" Target="../drawings/vmlDrawing120.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4.bin"/></Relationships>
</file>

<file path=ppt/slideLayouts/_rels/slideLayout15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6.xml"/><Relationship Id="rId1" Type="http://schemas.openxmlformats.org/officeDocument/2006/relationships/vmlDrawing" Target="../drawings/vmlDrawing121.vml"/><Relationship Id="rId5" Type="http://schemas.openxmlformats.org/officeDocument/2006/relationships/image" Target="../media/image16.emf"/><Relationship Id="rId4" Type="http://schemas.openxmlformats.org/officeDocument/2006/relationships/oleObject" Target="../embeddings/oleObject125.bin"/></Relationships>
</file>

<file path=ppt/slideLayouts/_rels/slideLayout15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7.xml"/><Relationship Id="rId1" Type="http://schemas.openxmlformats.org/officeDocument/2006/relationships/vmlDrawing" Target="../drawings/vmlDrawing122.vml"/><Relationship Id="rId5" Type="http://schemas.openxmlformats.org/officeDocument/2006/relationships/image" Target="../media/image17.emf"/><Relationship Id="rId4" Type="http://schemas.openxmlformats.org/officeDocument/2006/relationships/oleObject" Target="../embeddings/oleObject126.bin"/></Relationships>
</file>

<file path=ppt/slideLayouts/_rels/slideLayout16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8.xml"/><Relationship Id="rId1" Type="http://schemas.openxmlformats.org/officeDocument/2006/relationships/vmlDrawing" Target="../drawings/vmlDrawing123.vml"/><Relationship Id="rId5" Type="http://schemas.openxmlformats.org/officeDocument/2006/relationships/image" Target="../media/image17.emf"/><Relationship Id="rId4" Type="http://schemas.openxmlformats.org/officeDocument/2006/relationships/oleObject" Target="../embeddings/oleObject127.bin"/></Relationships>
</file>

<file path=ppt/slideLayouts/_rels/slideLayout16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9.xml"/><Relationship Id="rId1" Type="http://schemas.openxmlformats.org/officeDocument/2006/relationships/vmlDrawing" Target="../drawings/vmlDrawing124.vml"/><Relationship Id="rId5" Type="http://schemas.openxmlformats.org/officeDocument/2006/relationships/image" Target="../media/image17.emf"/><Relationship Id="rId4" Type="http://schemas.openxmlformats.org/officeDocument/2006/relationships/oleObject" Target="../embeddings/oleObject128.bin"/></Relationships>
</file>

<file path=ppt/slideLayouts/_rels/slideLayout16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0.xml"/><Relationship Id="rId1" Type="http://schemas.openxmlformats.org/officeDocument/2006/relationships/vmlDrawing" Target="../drawings/vmlDrawing125.vml"/><Relationship Id="rId5" Type="http://schemas.openxmlformats.org/officeDocument/2006/relationships/image" Target="../media/image17.emf"/><Relationship Id="rId4" Type="http://schemas.openxmlformats.org/officeDocument/2006/relationships/oleObject" Target="../embeddings/oleObject129.bin"/></Relationships>
</file>

<file path=ppt/slideLayouts/_rels/slideLayout16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1.xml"/><Relationship Id="rId1" Type="http://schemas.openxmlformats.org/officeDocument/2006/relationships/vmlDrawing" Target="../drawings/vmlDrawing126.vml"/><Relationship Id="rId5" Type="http://schemas.openxmlformats.org/officeDocument/2006/relationships/image" Target="../media/image17.emf"/><Relationship Id="rId4" Type="http://schemas.openxmlformats.org/officeDocument/2006/relationships/oleObject" Target="../embeddings/oleObject130.bin"/></Relationships>
</file>

<file path=ppt/slideLayouts/_rels/slideLayout16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2.xml"/><Relationship Id="rId1" Type="http://schemas.openxmlformats.org/officeDocument/2006/relationships/vmlDrawing" Target="../drawings/vmlDrawing127.vml"/><Relationship Id="rId5" Type="http://schemas.openxmlformats.org/officeDocument/2006/relationships/image" Target="../media/image17.emf"/><Relationship Id="rId4" Type="http://schemas.openxmlformats.org/officeDocument/2006/relationships/oleObject" Target="../embeddings/oleObject131.bin"/></Relationships>
</file>

<file path=ppt/slideLayouts/_rels/slideLayout16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3.xml"/><Relationship Id="rId1" Type="http://schemas.openxmlformats.org/officeDocument/2006/relationships/vmlDrawing" Target="../drawings/vmlDrawing128.vml"/><Relationship Id="rId5" Type="http://schemas.openxmlformats.org/officeDocument/2006/relationships/image" Target="../media/image17.emf"/><Relationship Id="rId4" Type="http://schemas.openxmlformats.org/officeDocument/2006/relationships/oleObject" Target="../embeddings/oleObject132.bin"/></Relationships>
</file>

<file path=ppt/slideLayouts/_rels/slideLayout16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4.xml"/><Relationship Id="rId1" Type="http://schemas.openxmlformats.org/officeDocument/2006/relationships/vmlDrawing" Target="../drawings/vmlDrawing129.vml"/><Relationship Id="rId5" Type="http://schemas.openxmlformats.org/officeDocument/2006/relationships/image" Target="../media/image17.emf"/><Relationship Id="rId4" Type="http://schemas.openxmlformats.org/officeDocument/2006/relationships/oleObject" Target="../embeddings/oleObject133.bin"/></Relationships>
</file>

<file path=ppt/slideLayouts/_rels/slideLayout16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5.xml"/><Relationship Id="rId1" Type="http://schemas.openxmlformats.org/officeDocument/2006/relationships/vmlDrawing" Target="../drawings/vmlDrawing130.vml"/><Relationship Id="rId5" Type="http://schemas.openxmlformats.org/officeDocument/2006/relationships/image" Target="../media/image17.emf"/><Relationship Id="rId4" Type="http://schemas.openxmlformats.org/officeDocument/2006/relationships/oleObject" Target="../embeddings/oleObject134.bin"/></Relationships>
</file>

<file path=ppt/slideLayouts/_rels/slideLayout16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6.xml"/><Relationship Id="rId1" Type="http://schemas.openxmlformats.org/officeDocument/2006/relationships/vmlDrawing" Target="../drawings/vmlDrawing131.vml"/><Relationship Id="rId5" Type="http://schemas.openxmlformats.org/officeDocument/2006/relationships/image" Target="../media/image17.emf"/><Relationship Id="rId4" Type="http://schemas.openxmlformats.org/officeDocument/2006/relationships/oleObject" Target="../embeddings/oleObject135.bin"/></Relationships>
</file>

<file path=ppt/slideLayouts/_rels/slideLayout16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7.xml"/><Relationship Id="rId1" Type="http://schemas.openxmlformats.org/officeDocument/2006/relationships/vmlDrawing" Target="../drawings/vmlDrawing132.vml"/><Relationship Id="rId5" Type="http://schemas.openxmlformats.org/officeDocument/2006/relationships/image" Target="../media/image17.emf"/><Relationship Id="rId4" Type="http://schemas.openxmlformats.org/officeDocument/2006/relationships/oleObject" Target="../embeddings/oleObject136.bin"/></Relationships>
</file>

<file path=ppt/slideLayouts/_rels/slideLayout17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8.xml"/><Relationship Id="rId1" Type="http://schemas.openxmlformats.org/officeDocument/2006/relationships/vmlDrawing" Target="../drawings/vmlDrawing133.vml"/><Relationship Id="rId5" Type="http://schemas.openxmlformats.org/officeDocument/2006/relationships/image" Target="../media/image17.emf"/><Relationship Id="rId4" Type="http://schemas.openxmlformats.org/officeDocument/2006/relationships/oleObject" Target="../embeddings/oleObject137.bin"/></Relationships>
</file>

<file path=ppt/slideLayouts/_rels/slideLayout17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9.xml"/><Relationship Id="rId1" Type="http://schemas.openxmlformats.org/officeDocument/2006/relationships/vmlDrawing" Target="../drawings/vmlDrawing134.vml"/><Relationship Id="rId5" Type="http://schemas.openxmlformats.org/officeDocument/2006/relationships/image" Target="../media/image17.emf"/><Relationship Id="rId4" Type="http://schemas.openxmlformats.org/officeDocument/2006/relationships/oleObject" Target="../embeddings/oleObject138.bin"/></Relationships>
</file>

<file path=ppt/slideLayouts/_rels/slideLayout17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0.xml"/><Relationship Id="rId1" Type="http://schemas.openxmlformats.org/officeDocument/2006/relationships/vmlDrawing" Target="../drawings/vmlDrawing135.vml"/><Relationship Id="rId5" Type="http://schemas.openxmlformats.org/officeDocument/2006/relationships/image" Target="../media/image17.emf"/><Relationship Id="rId4" Type="http://schemas.openxmlformats.org/officeDocument/2006/relationships/oleObject" Target="../embeddings/oleObject139.bin"/></Relationships>
</file>

<file path=ppt/slideLayouts/_rels/slideLayout17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1.xml"/><Relationship Id="rId1" Type="http://schemas.openxmlformats.org/officeDocument/2006/relationships/vmlDrawing" Target="../drawings/vmlDrawing136.vml"/><Relationship Id="rId5" Type="http://schemas.openxmlformats.org/officeDocument/2006/relationships/image" Target="../media/image17.emf"/><Relationship Id="rId4" Type="http://schemas.openxmlformats.org/officeDocument/2006/relationships/oleObject" Target="../embeddings/oleObject140.bin"/></Relationships>
</file>

<file path=ppt/slideLayouts/_rels/slideLayout17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2.xml"/><Relationship Id="rId1" Type="http://schemas.openxmlformats.org/officeDocument/2006/relationships/vmlDrawing" Target="../drawings/vmlDrawing137.vml"/><Relationship Id="rId5" Type="http://schemas.openxmlformats.org/officeDocument/2006/relationships/image" Target="../media/image17.emf"/><Relationship Id="rId4" Type="http://schemas.openxmlformats.org/officeDocument/2006/relationships/oleObject" Target="../embeddings/oleObject141.bin"/></Relationships>
</file>

<file path=ppt/slideLayouts/_rels/slideLayout17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3.xml"/><Relationship Id="rId1" Type="http://schemas.openxmlformats.org/officeDocument/2006/relationships/vmlDrawing" Target="../drawings/vmlDrawing138.vml"/><Relationship Id="rId5" Type="http://schemas.openxmlformats.org/officeDocument/2006/relationships/image" Target="../media/image17.emf"/><Relationship Id="rId4" Type="http://schemas.openxmlformats.org/officeDocument/2006/relationships/oleObject" Target="../embeddings/oleObject142.bin"/></Relationships>
</file>

<file path=ppt/slideLayouts/_rels/slideLayout17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4.xml"/><Relationship Id="rId1" Type="http://schemas.openxmlformats.org/officeDocument/2006/relationships/vmlDrawing" Target="../drawings/vmlDrawing139.vml"/><Relationship Id="rId5" Type="http://schemas.openxmlformats.org/officeDocument/2006/relationships/image" Target="../media/image18.emf"/><Relationship Id="rId4" Type="http://schemas.openxmlformats.org/officeDocument/2006/relationships/oleObject" Target="../embeddings/oleObject143.bin"/></Relationships>
</file>

<file path=ppt/slideLayouts/_rels/slideLayout17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5.xml"/><Relationship Id="rId1" Type="http://schemas.openxmlformats.org/officeDocument/2006/relationships/vmlDrawing" Target="../drawings/vmlDrawing140.vml"/><Relationship Id="rId5" Type="http://schemas.openxmlformats.org/officeDocument/2006/relationships/image" Target="../media/image18.emf"/><Relationship Id="rId4" Type="http://schemas.openxmlformats.org/officeDocument/2006/relationships/oleObject" Target="../embeddings/oleObject144.bin"/></Relationships>
</file>

<file path=ppt/slideLayouts/_rels/slideLayout17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6.xml"/><Relationship Id="rId1" Type="http://schemas.openxmlformats.org/officeDocument/2006/relationships/vmlDrawing" Target="../drawings/vmlDrawing141.vml"/><Relationship Id="rId5" Type="http://schemas.openxmlformats.org/officeDocument/2006/relationships/image" Target="../media/image18.emf"/><Relationship Id="rId4" Type="http://schemas.openxmlformats.org/officeDocument/2006/relationships/oleObject" Target="../embeddings/oleObject145.bin"/></Relationships>
</file>

<file path=ppt/slideLayouts/_rels/slideLayout17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7.xml"/><Relationship Id="rId1" Type="http://schemas.openxmlformats.org/officeDocument/2006/relationships/vmlDrawing" Target="../drawings/vmlDrawing142.vml"/><Relationship Id="rId5" Type="http://schemas.openxmlformats.org/officeDocument/2006/relationships/image" Target="../media/image18.emf"/><Relationship Id="rId4" Type="http://schemas.openxmlformats.org/officeDocument/2006/relationships/oleObject" Target="../embeddings/oleObject146.bin"/></Relationships>
</file>

<file path=ppt/slideLayouts/_rels/slideLayout18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8.xml"/><Relationship Id="rId1" Type="http://schemas.openxmlformats.org/officeDocument/2006/relationships/vmlDrawing" Target="../drawings/vmlDrawing143.vml"/><Relationship Id="rId5" Type="http://schemas.openxmlformats.org/officeDocument/2006/relationships/image" Target="../media/image18.emf"/><Relationship Id="rId4" Type="http://schemas.openxmlformats.org/officeDocument/2006/relationships/oleObject" Target="../embeddings/oleObject147.bin"/></Relationships>
</file>

<file path=ppt/slideLayouts/_rels/slideLayout18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9.xml"/><Relationship Id="rId1" Type="http://schemas.openxmlformats.org/officeDocument/2006/relationships/vmlDrawing" Target="../drawings/vmlDrawing144.vml"/><Relationship Id="rId5" Type="http://schemas.openxmlformats.org/officeDocument/2006/relationships/image" Target="../media/image18.emf"/><Relationship Id="rId4" Type="http://schemas.openxmlformats.org/officeDocument/2006/relationships/oleObject" Target="../embeddings/oleObject148.bin"/></Relationships>
</file>

<file path=ppt/slideLayouts/_rels/slideLayout18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0.xml"/><Relationship Id="rId1" Type="http://schemas.openxmlformats.org/officeDocument/2006/relationships/vmlDrawing" Target="../drawings/vmlDrawing145.vml"/><Relationship Id="rId5" Type="http://schemas.openxmlformats.org/officeDocument/2006/relationships/image" Target="../media/image18.emf"/><Relationship Id="rId4" Type="http://schemas.openxmlformats.org/officeDocument/2006/relationships/oleObject" Target="../embeddings/oleObject149.bin"/></Relationships>
</file>

<file path=ppt/slideLayouts/_rels/slideLayout18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1.xml"/><Relationship Id="rId1" Type="http://schemas.openxmlformats.org/officeDocument/2006/relationships/vmlDrawing" Target="../drawings/vmlDrawing146.vml"/><Relationship Id="rId5" Type="http://schemas.openxmlformats.org/officeDocument/2006/relationships/image" Target="../media/image18.emf"/><Relationship Id="rId4" Type="http://schemas.openxmlformats.org/officeDocument/2006/relationships/oleObject" Target="../embeddings/oleObject150.bin"/></Relationships>
</file>

<file path=ppt/slideLayouts/_rels/slideLayout18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2.xml"/><Relationship Id="rId1" Type="http://schemas.openxmlformats.org/officeDocument/2006/relationships/vmlDrawing" Target="../drawings/vmlDrawing147.vml"/><Relationship Id="rId5" Type="http://schemas.openxmlformats.org/officeDocument/2006/relationships/image" Target="../media/image18.emf"/><Relationship Id="rId4" Type="http://schemas.openxmlformats.org/officeDocument/2006/relationships/oleObject" Target="../embeddings/oleObject151.bin"/></Relationships>
</file>

<file path=ppt/slideLayouts/_rels/slideLayout18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3.xml"/><Relationship Id="rId1" Type="http://schemas.openxmlformats.org/officeDocument/2006/relationships/vmlDrawing" Target="../drawings/vmlDrawing148.vml"/><Relationship Id="rId5" Type="http://schemas.openxmlformats.org/officeDocument/2006/relationships/image" Target="../media/image18.emf"/><Relationship Id="rId4" Type="http://schemas.openxmlformats.org/officeDocument/2006/relationships/oleObject" Target="../embeddings/oleObject152.bin"/></Relationships>
</file>

<file path=ppt/slideLayouts/_rels/slideLayout18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4.xml"/><Relationship Id="rId1" Type="http://schemas.openxmlformats.org/officeDocument/2006/relationships/vmlDrawing" Target="../drawings/vmlDrawing149.vml"/><Relationship Id="rId5" Type="http://schemas.openxmlformats.org/officeDocument/2006/relationships/image" Target="../media/image18.emf"/><Relationship Id="rId4" Type="http://schemas.openxmlformats.org/officeDocument/2006/relationships/oleObject" Target="../embeddings/oleObject153.bin"/></Relationships>
</file>

<file path=ppt/slideLayouts/_rels/slideLayout18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5.xml"/><Relationship Id="rId1" Type="http://schemas.openxmlformats.org/officeDocument/2006/relationships/vmlDrawing" Target="../drawings/vmlDrawing150.vml"/><Relationship Id="rId5" Type="http://schemas.openxmlformats.org/officeDocument/2006/relationships/image" Target="../media/image18.emf"/><Relationship Id="rId4" Type="http://schemas.openxmlformats.org/officeDocument/2006/relationships/oleObject" Target="../embeddings/oleObject154.bin"/></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6.xml"/><Relationship Id="rId1" Type="http://schemas.openxmlformats.org/officeDocument/2006/relationships/vmlDrawing" Target="../drawings/vmlDrawing151.vml"/><Relationship Id="rId5" Type="http://schemas.openxmlformats.org/officeDocument/2006/relationships/image" Target="../media/image16.emf"/><Relationship Id="rId4" Type="http://schemas.openxmlformats.org/officeDocument/2006/relationships/oleObject" Target="../embeddings/oleObject155.bin"/></Relationships>
</file>

<file path=ppt/slideLayouts/_rels/slideLayout19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7.xml"/><Relationship Id="rId1" Type="http://schemas.openxmlformats.org/officeDocument/2006/relationships/vmlDrawing" Target="../drawings/vmlDrawing152.vml"/><Relationship Id="rId5" Type="http://schemas.openxmlformats.org/officeDocument/2006/relationships/image" Target="../media/image19.emf"/><Relationship Id="rId4" Type="http://schemas.openxmlformats.org/officeDocument/2006/relationships/oleObject" Target="../embeddings/oleObject156.bin"/></Relationships>
</file>

<file path=ppt/slideLayouts/_rels/slideLayout19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8.xml"/><Relationship Id="rId1" Type="http://schemas.openxmlformats.org/officeDocument/2006/relationships/vmlDrawing" Target="../drawings/vmlDrawing153.vml"/><Relationship Id="rId5" Type="http://schemas.openxmlformats.org/officeDocument/2006/relationships/image" Target="../media/image19.emf"/><Relationship Id="rId4" Type="http://schemas.openxmlformats.org/officeDocument/2006/relationships/oleObject" Target="../embeddings/oleObject157.bin"/></Relationships>
</file>

<file path=ppt/slideLayouts/_rels/slideLayout19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9.xml"/><Relationship Id="rId1" Type="http://schemas.openxmlformats.org/officeDocument/2006/relationships/vmlDrawing" Target="../drawings/vmlDrawing154.vml"/><Relationship Id="rId5" Type="http://schemas.openxmlformats.org/officeDocument/2006/relationships/image" Target="../media/image19.emf"/><Relationship Id="rId4" Type="http://schemas.openxmlformats.org/officeDocument/2006/relationships/oleObject" Target="../embeddings/oleObject158.bin"/></Relationships>
</file>

<file path=ppt/slideLayouts/_rels/slideLayout19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0.xml"/><Relationship Id="rId1" Type="http://schemas.openxmlformats.org/officeDocument/2006/relationships/vmlDrawing" Target="../drawings/vmlDrawing155.vml"/><Relationship Id="rId5" Type="http://schemas.openxmlformats.org/officeDocument/2006/relationships/image" Target="../media/image19.emf"/><Relationship Id="rId4" Type="http://schemas.openxmlformats.org/officeDocument/2006/relationships/oleObject" Target="../embeddings/oleObject159.bin"/></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1.xml"/><Relationship Id="rId1" Type="http://schemas.openxmlformats.org/officeDocument/2006/relationships/vmlDrawing" Target="../drawings/vmlDrawing156.vml"/><Relationship Id="rId5" Type="http://schemas.openxmlformats.org/officeDocument/2006/relationships/image" Target="../media/image16.emf"/><Relationship Id="rId4" Type="http://schemas.openxmlformats.org/officeDocument/2006/relationships/oleObject" Target="../embeddings/oleObject160.bin"/></Relationships>
</file>

<file path=ppt/slideLayouts/_rels/slideLayout20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2.xml"/><Relationship Id="rId1" Type="http://schemas.openxmlformats.org/officeDocument/2006/relationships/vmlDrawing" Target="../drawings/vmlDrawing157.vml"/><Relationship Id="rId5" Type="http://schemas.openxmlformats.org/officeDocument/2006/relationships/image" Target="../media/image20.emf"/><Relationship Id="rId4" Type="http://schemas.openxmlformats.org/officeDocument/2006/relationships/oleObject" Target="../embeddings/oleObject161.bin"/></Relationships>
</file>

<file path=ppt/slideLayouts/_rels/slideLayout20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3.xml"/><Relationship Id="rId1" Type="http://schemas.openxmlformats.org/officeDocument/2006/relationships/vmlDrawing" Target="../drawings/vmlDrawing158.vml"/><Relationship Id="rId5" Type="http://schemas.openxmlformats.org/officeDocument/2006/relationships/image" Target="../media/image20.emf"/><Relationship Id="rId4" Type="http://schemas.openxmlformats.org/officeDocument/2006/relationships/oleObject" Target="../embeddings/oleObject162.bin"/></Relationships>
</file>

<file path=ppt/slideLayouts/_rels/slideLayout20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4.xml"/><Relationship Id="rId1" Type="http://schemas.openxmlformats.org/officeDocument/2006/relationships/vmlDrawing" Target="../drawings/vmlDrawing159.vml"/><Relationship Id="rId5" Type="http://schemas.openxmlformats.org/officeDocument/2006/relationships/image" Target="../media/image20.emf"/><Relationship Id="rId4" Type="http://schemas.openxmlformats.org/officeDocument/2006/relationships/oleObject" Target="../embeddings/oleObject163.bin"/></Relationships>
</file>

<file path=ppt/slideLayouts/_rels/slideLayout20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5.xml"/><Relationship Id="rId1" Type="http://schemas.openxmlformats.org/officeDocument/2006/relationships/vmlDrawing" Target="../drawings/vmlDrawing160.vml"/><Relationship Id="rId5" Type="http://schemas.openxmlformats.org/officeDocument/2006/relationships/image" Target="../media/image20.emf"/><Relationship Id="rId4" Type="http://schemas.openxmlformats.org/officeDocument/2006/relationships/oleObject" Target="../embeddings/oleObject164.bin"/></Relationships>
</file>

<file path=ppt/slideLayouts/_rels/slideLayout20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6.xml"/><Relationship Id="rId1" Type="http://schemas.openxmlformats.org/officeDocument/2006/relationships/vmlDrawing" Target="../drawings/vmlDrawing161.vml"/><Relationship Id="rId5" Type="http://schemas.openxmlformats.org/officeDocument/2006/relationships/image" Target="../media/image20.emf"/><Relationship Id="rId4" Type="http://schemas.openxmlformats.org/officeDocument/2006/relationships/oleObject" Target="../embeddings/oleObject165.bin"/></Relationships>
</file>

<file path=ppt/slideLayouts/_rels/slideLayout20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7.xml"/><Relationship Id="rId1" Type="http://schemas.openxmlformats.org/officeDocument/2006/relationships/vmlDrawing" Target="../drawings/vmlDrawing162.vml"/><Relationship Id="rId5" Type="http://schemas.openxmlformats.org/officeDocument/2006/relationships/image" Target="../media/image20.emf"/><Relationship Id="rId4" Type="http://schemas.openxmlformats.org/officeDocument/2006/relationships/oleObject" Target="../embeddings/oleObject166.bin"/></Relationships>
</file>

<file path=ppt/slideLayouts/_rels/slideLayout20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8.xml"/><Relationship Id="rId1" Type="http://schemas.openxmlformats.org/officeDocument/2006/relationships/vmlDrawing" Target="../drawings/vmlDrawing163.vml"/><Relationship Id="rId5" Type="http://schemas.openxmlformats.org/officeDocument/2006/relationships/image" Target="../media/image20.emf"/><Relationship Id="rId4" Type="http://schemas.openxmlformats.org/officeDocument/2006/relationships/oleObject" Target="../embeddings/oleObject167.bin"/></Relationships>
</file>

<file path=ppt/slideLayouts/_rels/slideLayout20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9.xml"/><Relationship Id="rId1" Type="http://schemas.openxmlformats.org/officeDocument/2006/relationships/vmlDrawing" Target="../drawings/vmlDrawing164.vml"/><Relationship Id="rId5" Type="http://schemas.openxmlformats.org/officeDocument/2006/relationships/image" Target="../media/image20.emf"/><Relationship Id="rId4" Type="http://schemas.openxmlformats.org/officeDocument/2006/relationships/oleObject" Target="../embeddings/oleObject168.bin"/></Relationships>
</file>

<file path=ppt/slideLayouts/_rels/slideLayout20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0.xml"/><Relationship Id="rId1" Type="http://schemas.openxmlformats.org/officeDocument/2006/relationships/vmlDrawing" Target="../drawings/vmlDrawing165.vml"/><Relationship Id="rId5" Type="http://schemas.openxmlformats.org/officeDocument/2006/relationships/image" Target="../media/image16.emf"/><Relationship Id="rId4" Type="http://schemas.openxmlformats.org/officeDocument/2006/relationships/oleObject" Target="../embeddings/oleObject169.bin"/></Relationships>
</file>

<file path=ppt/slideLayouts/_rels/slideLayout20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1.xml"/><Relationship Id="rId1" Type="http://schemas.openxmlformats.org/officeDocument/2006/relationships/vmlDrawing" Target="../drawings/vmlDrawing166.vml"/><Relationship Id="rId5" Type="http://schemas.openxmlformats.org/officeDocument/2006/relationships/image" Target="../media/image21.emf"/><Relationship Id="rId4" Type="http://schemas.openxmlformats.org/officeDocument/2006/relationships/oleObject" Target="../embeddings/oleObject170.bin"/></Relationships>
</file>

<file path=ppt/slideLayouts/_rels/slideLayout21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2.xml"/><Relationship Id="rId1" Type="http://schemas.openxmlformats.org/officeDocument/2006/relationships/vmlDrawing" Target="../drawings/vmlDrawing167.vml"/><Relationship Id="rId5" Type="http://schemas.openxmlformats.org/officeDocument/2006/relationships/image" Target="../media/image21.emf"/><Relationship Id="rId4" Type="http://schemas.openxmlformats.org/officeDocument/2006/relationships/oleObject" Target="../embeddings/oleObject171.bin"/></Relationships>
</file>

<file path=ppt/slideLayouts/_rels/slideLayout21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3.xml"/><Relationship Id="rId1" Type="http://schemas.openxmlformats.org/officeDocument/2006/relationships/vmlDrawing" Target="../drawings/vmlDrawing168.vml"/><Relationship Id="rId5" Type="http://schemas.openxmlformats.org/officeDocument/2006/relationships/image" Target="../media/image21.emf"/><Relationship Id="rId4" Type="http://schemas.openxmlformats.org/officeDocument/2006/relationships/oleObject" Target="../embeddings/oleObject172.bin"/></Relationships>
</file>

<file path=ppt/slideLayouts/_rels/slideLayout21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4.xml"/><Relationship Id="rId1" Type="http://schemas.openxmlformats.org/officeDocument/2006/relationships/vmlDrawing" Target="../drawings/vmlDrawing169.vml"/><Relationship Id="rId6" Type="http://schemas.openxmlformats.org/officeDocument/2006/relationships/image" Target="../media/image23.svg"/><Relationship Id="rId5" Type="http://schemas.openxmlformats.org/officeDocument/2006/relationships/image" Target="../media/image21.emf"/><Relationship Id="rId4" Type="http://schemas.openxmlformats.org/officeDocument/2006/relationships/oleObject" Target="../embeddings/oleObject173.bin"/></Relationships>
</file>

<file path=ppt/slideLayouts/_rels/slideLayout21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5.xml"/><Relationship Id="rId1" Type="http://schemas.openxmlformats.org/officeDocument/2006/relationships/vmlDrawing" Target="../drawings/vmlDrawing170.vml"/><Relationship Id="rId6" Type="http://schemas.openxmlformats.org/officeDocument/2006/relationships/image" Target="../media/image24.svg"/><Relationship Id="rId5" Type="http://schemas.openxmlformats.org/officeDocument/2006/relationships/image" Target="../media/image21.emf"/><Relationship Id="rId4" Type="http://schemas.openxmlformats.org/officeDocument/2006/relationships/oleObject" Target="../embeddings/oleObject174.bin"/></Relationships>
</file>

<file path=ppt/slideLayouts/_rels/slideLayout21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6.xml"/><Relationship Id="rId1" Type="http://schemas.openxmlformats.org/officeDocument/2006/relationships/vmlDrawing" Target="../drawings/vmlDrawing171.vml"/><Relationship Id="rId5" Type="http://schemas.openxmlformats.org/officeDocument/2006/relationships/image" Target="../media/image21.emf"/><Relationship Id="rId4" Type="http://schemas.openxmlformats.org/officeDocument/2006/relationships/oleObject" Target="../embeddings/oleObject175.bin"/></Relationships>
</file>

<file path=ppt/slideLayouts/_rels/slideLayout21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7.xml"/><Relationship Id="rId1" Type="http://schemas.openxmlformats.org/officeDocument/2006/relationships/vmlDrawing" Target="../drawings/vmlDrawing172.vml"/><Relationship Id="rId5" Type="http://schemas.openxmlformats.org/officeDocument/2006/relationships/image" Target="../media/image21.emf"/><Relationship Id="rId4" Type="http://schemas.openxmlformats.org/officeDocument/2006/relationships/oleObject" Target="../embeddings/oleObject176.bin"/></Relationships>
</file>

<file path=ppt/slideLayouts/_rels/slideLayout21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8.xml"/><Relationship Id="rId1" Type="http://schemas.openxmlformats.org/officeDocument/2006/relationships/vmlDrawing" Target="../drawings/vmlDrawing173.vml"/><Relationship Id="rId5" Type="http://schemas.openxmlformats.org/officeDocument/2006/relationships/image" Target="../media/image21.emf"/><Relationship Id="rId4" Type="http://schemas.openxmlformats.org/officeDocument/2006/relationships/oleObject" Target="../embeddings/oleObject177.bin"/></Relationships>
</file>

<file path=ppt/slideLayouts/_rels/slideLayout21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9.xml"/><Relationship Id="rId1" Type="http://schemas.openxmlformats.org/officeDocument/2006/relationships/vmlDrawing" Target="../drawings/vmlDrawing174.vml"/><Relationship Id="rId5" Type="http://schemas.openxmlformats.org/officeDocument/2006/relationships/image" Target="../media/image21.emf"/><Relationship Id="rId4" Type="http://schemas.openxmlformats.org/officeDocument/2006/relationships/oleObject" Target="../embeddings/oleObject178.bin"/></Relationships>
</file>

<file path=ppt/slideLayouts/_rels/slideLayout21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0.xml"/><Relationship Id="rId1" Type="http://schemas.openxmlformats.org/officeDocument/2006/relationships/vmlDrawing" Target="../drawings/vmlDrawing175.vml"/><Relationship Id="rId5" Type="http://schemas.openxmlformats.org/officeDocument/2006/relationships/image" Target="../media/image16.emf"/><Relationship Id="rId4" Type="http://schemas.openxmlformats.org/officeDocument/2006/relationships/oleObject" Target="../embeddings/oleObject179.bin"/></Relationships>
</file>

<file path=ppt/slideLayouts/_rels/slideLayout21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1.xml"/><Relationship Id="rId1" Type="http://schemas.openxmlformats.org/officeDocument/2006/relationships/vmlDrawing" Target="../drawings/vmlDrawing176.vml"/><Relationship Id="rId5" Type="http://schemas.openxmlformats.org/officeDocument/2006/relationships/image" Target="../media/image22.emf"/><Relationship Id="rId4" Type="http://schemas.openxmlformats.org/officeDocument/2006/relationships/oleObject" Target="../embeddings/oleObject180.bin"/></Relationships>
</file>

<file path=ppt/slideLayouts/_rels/slideLayout22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2.xml"/><Relationship Id="rId1" Type="http://schemas.openxmlformats.org/officeDocument/2006/relationships/vmlDrawing" Target="../drawings/vmlDrawing177.vml"/><Relationship Id="rId5" Type="http://schemas.openxmlformats.org/officeDocument/2006/relationships/image" Target="../media/image22.emf"/><Relationship Id="rId4" Type="http://schemas.openxmlformats.org/officeDocument/2006/relationships/oleObject" Target="../embeddings/oleObject181.bin"/></Relationships>
</file>

<file path=ppt/slideLayouts/_rels/slideLayout22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3.xml"/><Relationship Id="rId1" Type="http://schemas.openxmlformats.org/officeDocument/2006/relationships/vmlDrawing" Target="../drawings/vmlDrawing178.vml"/><Relationship Id="rId5" Type="http://schemas.openxmlformats.org/officeDocument/2006/relationships/image" Target="../media/image22.emf"/><Relationship Id="rId4" Type="http://schemas.openxmlformats.org/officeDocument/2006/relationships/oleObject" Target="../embeddings/oleObject182.bin"/></Relationships>
</file>

<file path=ppt/slideLayouts/_rels/slideLayout22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4.xml"/><Relationship Id="rId1" Type="http://schemas.openxmlformats.org/officeDocument/2006/relationships/vmlDrawing" Target="../drawings/vmlDrawing179.vml"/><Relationship Id="rId5" Type="http://schemas.openxmlformats.org/officeDocument/2006/relationships/image" Target="../media/image22.emf"/><Relationship Id="rId4" Type="http://schemas.openxmlformats.org/officeDocument/2006/relationships/oleObject" Target="../embeddings/oleObject183.bin"/></Relationships>
</file>

<file path=ppt/slideLayouts/_rels/slideLayout22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5.xml"/><Relationship Id="rId1" Type="http://schemas.openxmlformats.org/officeDocument/2006/relationships/vmlDrawing" Target="../drawings/vmlDrawing180.vml"/><Relationship Id="rId5" Type="http://schemas.openxmlformats.org/officeDocument/2006/relationships/image" Target="../media/image23.emf"/><Relationship Id="rId4" Type="http://schemas.openxmlformats.org/officeDocument/2006/relationships/oleObject" Target="../embeddings/oleObject184.bin"/></Relationships>
</file>

<file path=ppt/slideLayouts/_rels/slideLayout22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6.xml"/><Relationship Id="rId1" Type="http://schemas.openxmlformats.org/officeDocument/2006/relationships/vmlDrawing" Target="../drawings/vmlDrawing181.vml"/><Relationship Id="rId5" Type="http://schemas.openxmlformats.org/officeDocument/2006/relationships/image" Target="../media/image23.emf"/><Relationship Id="rId4" Type="http://schemas.openxmlformats.org/officeDocument/2006/relationships/oleObject" Target="../embeddings/oleObject185.bin"/></Relationships>
</file>

<file path=ppt/slideLayouts/_rels/slideLayout22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7.xml"/><Relationship Id="rId1" Type="http://schemas.openxmlformats.org/officeDocument/2006/relationships/vmlDrawing" Target="../drawings/vmlDrawing182.vml"/><Relationship Id="rId5" Type="http://schemas.openxmlformats.org/officeDocument/2006/relationships/image" Target="../media/image23.emf"/><Relationship Id="rId4" Type="http://schemas.openxmlformats.org/officeDocument/2006/relationships/oleObject" Target="../embeddings/oleObject186.bin"/></Relationships>
</file>

<file path=ppt/slideLayouts/_rels/slideLayout22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8.xml"/><Relationship Id="rId1" Type="http://schemas.openxmlformats.org/officeDocument/2006/relationships/vmlDrawing" Target="../drawings/vmlDrawing183.vml"/><Relationship Id="rId5" Type="http://schemas.openxmlformats.org/officeDocument/2006/relationships/image" Target="../media/image23.emf"/><Relationship Id="rId4" Type="http://schemas.openxmlformats.org/officeDocument/2006/relationships/oleObject" Target="../embeddings/oleObject187.bin"/></Relationships>
</file>

<file path=ppt/slideLayouts/_rels/slideLayout22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9.xml"/><Relationship Id="rId1" Type="http://schemas.openxmlformats.org/officeDocument/2006/relationships/vmlDrawing" Target="../drawings/vmlDrawing184.vml"/><Relationship Id="rId5" Type="http://schemas.openxmlformats.org/officeDocument/2006/relationships/image" Target="../media/image23.emf"/><Relationship Id="rId4" Type="http://schemas.openxmlformats.org/officeDocument/2006/relationships/oleObject" Target="../embeddings/oleObject188.bin"/></Relationships>
</file>

<file path=ppt/slideLayouts/_rels/slideLayout22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0.xml"/><Relationship Id="rId1" Type="http://schemas.openxmlformats.org/officeDocument/2006/relationships/vmlDrawing" Target="../drawings/vmlDrawing185.vml"/><Relationship Id="rId5" Type="http://schemas.openxmlformats.org/officeDocument/2006/relationships/image" Target="../media/image23.emf"/><Relationship Id="rId4" Type="http://schemas.openxmlformats.org/officeDocument/2006/relationships/oleObject" Target="../embeddings/oleObject189.bin"/></Relationships>
</file>

<file path=ppt/slideLayouts/_rels/slideLayout22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1.xml"/><Relationship Id="rId1" Type="http://schemas.openxmlformats.org/officeDocument/2006/relationships/vmlDrawing" Target="../drawings/vmlDrawing186.vml"/><Relationship Id="rId5" Type="http://schemas.openxmlformats.org/officeDocument/2006/relationships/image" Target="../media/image23.emf"/><Relationship Id="rId4" Type="http://schemas.openxmlformats.org/officeDocument/2006/relationships/oleObject" Target="../embeddings/oleObject190.bin"/></Relationships>
</file>

<file path=ppt/slideLayouts/_rels/slideLayout23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2.xml"/><Relationship Id="rId1" Type="http://schemas.openxmlformats.org/officeDocument/2006/relationships/vmlDrawing" Target="../drawings/vmlDrawing187.vml"/><Relationship Id="rId5" Type="http://schemas.openxmlformats.org/officeDocument/2006/relationships/image" Target="../media/image23.emf"/><Relationship Id="rId4" Type="http://schemas.openxmlformats.org/officeDocument/2006/relationships/oleObject" Target="../embeddings/oleObject191.bin"/></Relationships>
</file>

<file path=ppt/slideLayouts/_rels/slideLayout23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3.xml"/><Relationship Id="rId1" Type="http://schemas.openxmlformats.org/officeDocument/2006/relationships/vmlDrawing" Target="../drawings/vmlDrawing188.vml"/><Relationship Id="rId5" Type="http://schemas.openxmlformats.org/officeDocument/2006/relationships/image" Target="../media/image23.emf"/><Relationship Id="rId4" Type="http://schemas.openxmlformats.org/officeDocument/2006/relationships/oleObject" Target="../embeddings/oleObject192.bin"/></Relationships>
</file>

<file path=ppt/slideLayouts/_rels/slideLayout23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4.xml"/><Relationship Id="rId1" Type="http://schemas.openxmlformats.org/officeDocument/2006/relationships/vmlDrawing" Target="../drawings/vmlDrawing189.vml"/><Relationship Id="rId5" Type="http://schemas.openxmlformats.org/officeDocument/2006/relationships/image" Target="../media/image23.emf"/><Relationship Id="rId4" Type="http://schemas.openxmlformats.org/officeDocument/2006/relationships/oleObject" Target="../embeddings/oleObject193.bin"/></Relationships>
</file>

<file path=ppt/slideLayouts/_rels/slideLayout23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5.xml"/><Relationship Id="rId1" Type="http://schemas.openxmlformats.org/officeDocument/2006/relationships/vmlDrawing" Target="../drawings/vmlDrawing190.vml"/><Relationship Id="rId5" Type="http://schemas.openxmlformats.org/officeDocument/2006/relationships/image" Target="../media/image16.emf"/><Relationship Id="rId4" Type="http://schemas.openxmlformats.org/officeDocument/2006/relationships/oleObject" Target="../embeddings/oleObject194.bin"/></Relationships>
</file>

<file path=ppt/slideLayouts/_rels/slideLayout234.xml.rels><?xml version="1.0" encoding="UTF-8" standalone="yes"?>
<Relationships xmlns="http://schemas.openxmlformats.org/package/2006/relationships"><Relationship Id="rId3" Type="http://schemas.openxmlformats.org/officeDocument/2006/relationships/tags" Target="../tags/tag197.xml"/><Relationship Id="rId7" Type="http://schemas.openxmlformats.org/officeDocument/2006/relationships/oleObject" Target="../embeddings/oleObject196.bin"/><Relationship Id="rId2" Type="http://schemas.openxmlformats.org/officeDocument/2006/relationships/tags" Target="../tags/tag196.xml"/><Relationship Id="rId1" Type="http://schemas.openxmlformats.org/officeDocument/2006/relationships/vmlDrawing" Target="../drawings/vmlDrawing191.vml"/><Relationship Id="rId6" Type="http://schemas.openxmlformats.org/officeDocument/2006/relationships/image" Target="../media/image24.emf"/><Relationship Id="rId5" Type="http://schemas.openxmlformats.org/officeDocument/2006/relationships/oleObject" Target="../embeddings/oleObject195.bin"/><Relationship Id="rId4"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3" Type="http://schemas.openxmlformats.org/officeDocument/2006/relationships/tags" Target="../tags/tag199.xml"/><Relationship Id="rId7" Type="http://schemas.openxmlformats.org/officeDocument/2006/relationships/oleObject" Target="../embeddings/oleObject198.bin"/><Relationship Id="rId2" Type="http://schemas.openxmlformats.org/officeDocument/2006/relationships/tags" Target="../tags/tag198.xml"/><Relationship Id="rId1" Type="http://schemas.openxmlformats.org/officeDocument/2006/relationships/vmlDrawing" Target="../drawings/vmlDrawing192.vml"/><Relationship Id="rId6" Type="http://schemas.openxmlformats.org/officeDocument/2006/relationships/image" Target="../media/image24.emf"/><Relationship Id="rId5" Type="http://schemas.openxmlformats.org/officeDocument/2006/relationships/oleObject" Target="../embeddings/oleObject197.bin"/><Relationship Id="rId4"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3" Type="http://schemas.openxmlformats.org/officeDocument/2006/relationships/tags" Target="../tags/tag201.xml"/><Relationship Id="rId7" Type="http://schemas.openxmlformats.org/officeDocument/2006/relationships/oleObject" Target="../embeddings/oleObject200.bin"/><Relationship Id="rId2" Type="http://schemas.openxmlformats.org/officeDocument/2006/relationships/tags" Target="../tags/tag200.xml"/><Relationship Id="rId1" Type="http://schemas.openxmlformats.org/officeDocument/2006/relationships/vmlDrawing" Target="../drawings/vmlDrawing193.vml"/><Relationship Id="rId6" Type="http://schemas.openxmlformats.org/officeDocument/2006/relationships/image" Target="../media/image24.emf"/><Relationship Id="rId5" Type="http://schemas.openxmlformats.org/officeDocument/2006/relationships/oleObject" Target="../embeddings/oleObject199.bin"/><Relationship Id="rId4"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203.xml"/><Relationship Id="rId7" Type="http://schemas.openxmlformats.org/officeDocument/2006/relationships/image" Target="../media/image25.png"/><Relationship Id="rId2" Type="http://schemas.openxmlformats.org/officeDocument/2006/relationships/tags" Target="../tags/tag202.xml"/><Relationship Id="rId1" Type="http://schemas.openxmlformats.org/officeDocument/2006/relationships/vmlDrawing" Target="../drawings/vmlDrawing194.vml"/><Relationship Id="rId6" Type="http://schemas.openxmlformats.org/officeDocument/2006/relationships/image" Target="../media/image24.emf"/><Relationship Id="rId5" Type="http://schemas.openxmlformats.org/officeDocument/2006/relationships/oleObject" Target="../embeddings/oleObject201.bin"/><Relationship Id="rId10" Type="http://schemas.openxmlformats.org/officeDocument/2006/relationships/oleObject" Target="../embeddings/oleObject202.bin"/><Relationship Id="rId4" Type="http://schemas.openxmlformats.org/officeDocument/2006/relationships/slideMaster" Target="../slideMasters/slideMaster3.xml"/><Relationship Id="rId9" Type="http://schemas.openxmlformats.org/officeDocument/2006/relationships/image" Target="../media/image27.png"/></Relationships>
</file>

<file path=ppt/slideLayouts/_rels/slideLayout23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4.xml"/><Relationship Id="rId1" Type="http://schemas.openxmlformats.org/officeDocument/2006/relationships/vmlDrawing" Target="../drawings/vmlDrawing195.vml"/><Relationship Id="rId5" Type="http://schemas.openxmlformats.org/officeDocument/2006/relationships/image" Target="../media/image24.emf"/><Relationship Id="rId4" Type="http://schemas.openxmlformats.org/officeDocument/2006/relationships/oleObject" Target="../embeddings/oleObject203.bin"/></Relationships>
</file>

<file path=ppt/slideLayouts/_rels/slideLayout23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5.xml"/><Relationship Id="rId1" Type="http://schemas.openxmlformats.org/officeDocument/2006/relationships/vmlDrawing" Target="../drawings/vmlDrawing196.vml"/><Relationship Id="rId5" Type="http://schemas.openxmlformats.org/officeDocument/2006/relationships/image" Target="../media/image24.emf"/><Relationship Id="rId4" Type="http://schemas.openxmlformats.org/officeDocument/2006/relationships/oleObject" Target="../embeddings/oleObject204.bin"/></Relationships>
</file>

<file path=ppt/slideLayouts/_rels/slideLayout24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6.xml"/><Relationship Id="rId1" Type="http://schemas.openxmlformats.org/officeDocument/2006/relationships/vmlDrawing" Target="../drawings/vmlDrawing197.vml"/><Relationship Id="rId5" Type="http://schemas.openxmlformats.org/officeDocument/2006/relationships/image" Target="../media/image24.emf"/><Relationship Id="rId4" Type="http://schemas.openxmlformats.org/officeDocument/2006/relationships/oleObject" Target="../embeddings/oleObject205.bin"/></Relationships>
</file>

<file path=ppt/slideLayouts/_rels/slideLayout24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7.xml"/><Relationship Id="rId1" Type="http://schemas.openxmlformats.org/officeDocument/2006/relationships/vmlDrawing" Target="../drawings/vmlDrawing198.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206.bin"/></Relationships>
</file>

<file path=ppt/slideLayouts/_rels/slideLayout24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8.xml"/><Relationship Id="rId1" Type="http://schemas.openxmlformats.org/officeDocument/2006/relationships/vmlDrawing" Target="../drawings/vmlDrawing199.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207.bin"/></Relationships>
</file>

<file path=ppt/slideLayouts/_rels/slideLayout24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9.xml"/><Relationship Id="rId1" Type="http://schemas.openxmlformats.org/officeDocument/2006/relationships/vmlDrawing" Target="../drawings/vmlDrawing200.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208.bin"/></Relationships>
</file>

<file path=ppt/slideLayouts/_rels/slideLayout24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0.xml"/><Relationship Id="rId1" Type="http://schemas.openxmlformats.org/officeDocument/2006/relationships/vmlDrawing" Target="../drawings/vmlDrawing201.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209.bin"/></Relationships>
</file>

<file path=ppt/slideLayouts/_rels/slideLayout24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1.xml"/><Relationship Id="rId1" Type="http://schemas.openxmlformats.org/officeDocument/2006/relationships/vmlDrawing" Target="../drawings/vmlDrawing202.vml"/><Relationship Id="rId6" Type="http://schemas.openxmlformats.org/officeDocument/2006/relationships/image" Target="../media/image33.svg"/><Relationship Id="rId5" Type="http://schemas.openxmlformats.org/officeDocument/2006/relationships/image" Target="../media/image24.emf"/><Relationship Id="rId4" Type="http://schemas.openxmlformats.org/officeDocument/2006/relationships/oleObject" Target="../embeddings/oleObject210.bin"/></Relationships>
</file>

<file path=ppt/slideLayouts/_rels/slideLayout24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2.xml"/><Relationship Id="rId1" Type="http://schemas.openxmlformats.org/officeDocument/2006/relationships/vmlDrawing" Target="../drawings/vmlDrawing203.vml"/><Relationship Id="rId6" Type="http://schemas.openxmlformats.org/officeDocument/2006/relationships/image" Target="../media/image34.svg"/><Relationship Id="rId5" Type="http://schemas.openxmlformats.org/officeDocument/2006/relationships/image" Target="../media/image24.emf"/><Relationship Id="rId4" Type="http://schemas.openxmlformats.org/officeDocument/2006/relationships/oleObject" Target="../embeddings/oleObject211.bin"/></Relationships>
</file>

<file path=ppt/slideLayouts/_rels/slideLayout24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3.xml"/><Relationship Id="rId1" Type="http://schemas.openxmlformats.org/officeDocument/2006/relationships/vmlDrawing" Target="../drawings/vmlDrawing204.vml"/><Relationship Id="rId5" Type="http://schemas.openxmlformats.org/officeDocument/2006/relationships/image" Target="../media/image16.emf"/><Relationship Id="rId4" Type="http://schemas.openxmlformats.org/officeDocument/2006/relationships/oleObject" Target="../embeddings/oleObject212.bin"/></Relationships>
</file>

<file path=ppt/slideLayouts/_rels/slideLayout24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4.xml"/><Relationship Id="rId1" Type="http://schemas.openxmlformats.org/officeDocument/2006/relationships/vmlDrawing" Target="../drawings/vmlDrawing205.vml"/><Relationship Id="rId5" Type="http://schemas.openxmlformats.org/officeDocument/2006/relationships/image" Target="../media/image30.emf"/><Relationship Id="rId4" Type="http://schemas.openxmlformats.org/officeDocument/2006/relationships/oleObject" Target="../embeddings/oleObject213.bin"/></Relationships>
</file>

<file path=ppt/slideLayouts/_rels/slideLayout24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5.xml"/><Relationship Id="rId1" Type="http://schemas.openxmlformats.org/officeDocument/2006/relationships/vmlDrawing" Target="../drawings/vmlDrawing206.vml"/><Relationship Id="rId5" Type="http://schemas.openxmlformats.org/officeDocument/2006/relationships/image" Target="../media/image30.emf"/><Relationship Id="rId4" Type="http://schemas.openxmlformats.org/officeDocument/2006/relationships/oleObject" Target="../embeddings/oleObject214.bin"/></Relationships>
</file>

<file path=ppt/slideLayouts/_rels/slideLayout25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6.xml"/><Relationship Id="rId1" Type="http://schemas.openxmlformats.org/officeDocument/2006/relationships/vmlDrawing" Target="../drawings/vmlDrawing207.vml"/><Relationship Id="rId5" Type="http://schemas.openxmlformats.org/officeDocument/2006/relationships/image" Target="../media/image31.emf"/><Relationship Id="rId4" Type="http://schemas.openxmlformats.org/officeDocument/2006/relationships/oleObject" Target="../embeddings/oleObject215.bin"/></Relationships>
</file>

<file path=ppt/slideLayouts/_rels/slideLayout25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7.xml"/><Relationship Id="rId1" Type="http://schemas.openxmlformats.org/officeDocument/2006/relationships/vmlDrawing" Target="../drawings/vmlDrawing208.vml"/><Relationship Id="rId5" Type="http://schemas.openxmlformats.org/officeDocument/2006/relationships/image" Target="../media/image31.emf"/><Relationship Id="rId4" Type="http://schemas.openxmlformats.org/officeDocument/2006/relationships/oleObject" Target="../embeddings/oleObject216.bin"/></Relationships>
</file>

<file path=ppt/slideLayouts/_rels/slideLayout25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8.xml"/><Relationship Id="rId1" Type="http://schemas.openxmlformats.org/officeDocument/2006/relationships/vmlDrawing" Target="../drawings/vmlDrawing209.vml"/><Relationship Id="rId5" Type="http://schemas.openxmlformats.org/officeDocument/2006/relationships/image" Target="../media/image16.emf"/><Relationship Id="rId4" Type="http://schemas.openxmlformats.org/officeDocument/2006/relationships/oleObject" Target="../embeddings/oleObject217.bin"/></Relationships>
</file>

<file path=ppt/slideLayouts/_rels/slideLayout25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9.xml"/><Relationship Id="rId1" Type="http://schemas.openxmlformats.org/officeDocument/2006/relationships/vmlDrawing" Target="../drawings/vmlDrawing210.vml"/><Relationship Id="rId5" Type="http://schemas.openxmlformats.org/officeDocument/2006/relationships/image" Target="../media/image32.emf"/><Relationship Id="rId4" Type="http://schemas.openxmlformats.org/officeDocument/2006/relationships/oleObject" Target="../embeddings/oleObject218.bin"/></Relationships>
</file>

<file path=ppt/slideLayouts/_rels/slideLayout25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0.xml"/><Relationship Id="rId1" Type="http://schemas.openxmlformats.org/officeDocument/2006/relationships/vmlDrawing" Target="../drawings/vmlDrawing211.vml"/><Relationship Id="rId5" Type="http://schemas.openxmlformats.org/officeDocument/2006/relationships/image" Target="../media/image32.emf"/><Relationship Id="rId4" Type="http://schemas.openxmlformats.org/officeDocument/2006/relationships/oleObject" Target="../embeddings/oleObject219.bin"/></Relationships>
</file>

<file path=ppt/slideLayouts/_rels/slideLayout25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1.xml"/><Relationship Id="rId1" Type="http://schemas.openxmlformats.org/officeDocument/2006/relationships/vmlDrawing" Target="../drawings/vmlDrawing212.vml"/><Relationship Id="rId5" Type="http://schemas.openxmlformats.org/officeDocument/2006/relationships/image" Target="../media/image32.emf"/><Relationship Id="rId4" Type="http://schemas.openxmlformats.org/officeDocument/2006/relationships/oleObject" Target="../embeddings/oleObject220.bin"/></Relationships>
</file>

<file path=ppt/slideLayouts/_rels/slideLayout25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2.xml"/><Relationship Id="rId1" Type="http://schemas.openxmlformats.org/officeDocument/2006/relationships/vmlDrawing" Target="../drawings/vmlDrawing213.vml"/><Relationship Id="rId5" Type="http://schemas.openxmlformats.org/officeDocument/2006/relationships/image" Target="../media/image32.emf"/><Relationship Id="rId4" Type="http://schemas.openxmlformats.org/officeDocument/2006/relationships/oleObject" Target="../embeddings/oleObject221.bin"/></Relationships>
</file>

<file path=ppt/slideLayouts/_rels/slideLayout25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3.xml"/><Relationship Id="rId1" Type="http://schemas.openxmlformats.org/officeDocument/2006/relationships/vmlDrawing" Target="../drawings/vmlDrawing214.vml"/><Relationship Id="rId5" Type="http://schemas.openxmlformats.org/officeDocument/2006/relationships/image" Target="../media/image32.emf"/><Relationship Id="rId4" Type="http://schemas.openxmlformats.org/officeDocument/2006/relationships/oleObject" Target="../embeddings/oleObject222.bin"/></Relationships>
</file>

<file path=ppt/slideLayouts/_rels/slideLayout25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4.xml"/><Relationship Id="rId1" Type="http://schemas.openxmlformats.org/officeDocument/2006/relationships/vmlDrawing" Target="../drawings/vmlDrawing215.vml"/><Relationship Id="rId5" Type="http://schemas.openxmlformats.org/officeDocument/2006/relationships/image" Target="../media/image32.emf"/><Relationship Id="rId4" Type="http://schemas.openxmlformats.org/officeDocument/2006/relationships/oleObject" Target="../embeddings/oleObject223.bin"/></Relationships>
</file>

<file path=ppt/slideLayouts/_rels/slideLayout25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5.xml"/><Relationship Id="rId1" Type="http://schemas.openxmlformats.org/officeDocument/2006/relationships/vmlDrawing" Target="../drawings/vmlDrawing216.vml"/><Relationship Id="rId5" Type="http://schemas.openxmlformats.org/officeDocument/2006/relationships/image" Target="../media/image16.emf"/><Relationship Id="rId4" Type="http://schemas.openxmlformats.org/officeDocument/2006/relationships/oleObject" Target="../embeddings/oleObject224.bin"/></Relationships>
</file>

<file path=ppt/slideLayouts/_rels/slideLayout260.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6.xml"/><Relationship Id="rId1" Type="http://schemas.openxmlformats.org/officeDocument/2006/relationships/vmlDrawing" Target="../drawings/vmlDrawing217.vml"/><Relationship Id="rId6" Type="http://schemas.openxmlformats.org/officeDocument/2006/relationships/image" Target="../media/image33.emf"/><Relationship Id="rId5" Type="http://schemas.openxmlformats.org/officeDocument/2006/relationships/oleObject" Target="../embeddings/oleObject225.bin"/><Relationship Id="rId4" Type="http://schemas.openxmlformats.org/officeDocument/2006/relationships/image" Target="../media/image38.svg"/></Relationships>
</file>

<file path=ppt/slideLayouts/_rels/slideLayout261.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7.xml"/><Relationship Id="rId1" Type="http://schemas.openxmlformats.org/officeDocument/2006/relationships/vmlDrawing" Target="../drawings/vmlDrawing218.vml"/><Relationship Id="rId6" Type="http://schemas.openxmlformats.org/officeDocument/2006/relationships/image" Target="../media/image33.emf"/><Relationship Id="rId5" Type="http://schemas.openxmlformats.org/officeDocument/2006/relationships/oleObject" Target="../embeddings/oleObject226.bin"/><Relationship Id="rId4" Type="http://schemas.openxmlformats.org/officeDocument/2006/relationships/image" Target="../media/image23.svg"/></Relationships>
</file>

<file path=ppt/slideLayouts/_rels/slideLayout262.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8.xml"/><Relationship Id="rId1" Type="http://schemas.openxmlformats.org/officeDocument/2006/relationships/vmlDrawing" Target="../drawings/vmlDrawing219.vml"/><Relationship Id="rId6" Type="http://schemas.openxmlformats.org/officeDocument/2006/relationships/image" Target="../media/image33.emf"/><Relationship Id="rId5" Type="http://schemas.openxmlformats.org/officeDocument/2006/relationships/oleObject" Target="../embeddings/oleObject227.bin"/><Relationship Id="rId4" Type="http://schemas.openxmlformats.org/officeDocument/2006/relationships/image" Target="../media/image23.svg"/></Relationships>
</file>

<file path=ppt/slideLayouts/_rels/slideLayout26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9.xml"/><Relationship Id="rId1" Type="http://schemas.openxmlformats.org/officeDocument/2006/relationships/vmlDrawing" Target="../drawings/vmlDrawing220.vml"/><Relationship Id="rId6" Type="http://schemas.openxmlformats.org/officeDocument/2006/relationships/image" Target="../media/image41.svg"/><Relationship Id="rId5" Type="http://schemas.openxmlformats.org/officeDocument/2006/relationships/image" Target="../media/image33.emf"/><Relationship Id="rId4" Type="http://schemas.openxmlformats.org/officeDocument/2006/relationships/oleObject" Target="../embeddings/oleObject228.bin"/></Relationships>
</file>

<file path=ppt/slideLayouts/_rels/slideLayout26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30.xml"/><Relationship Id="rId1" Type="http://schemas.openxmlformats.org/officeDocument/2006/relationships/vmlDrawing" Target="../drawings/vmlDrawing221.vml"/><Relationship Id="rId6" Type="http://schemas.openxmlformats.org/officeDocument/2006/relationships/image" Target="../media/image42.svg"/><Relationship Id="rId5" Type="http://schemas.openxmlformats.org/officeDocument/2006/relationships/image" Target="../media/image33.emf"/><Relationship Id="rId4" Type="http://schemas.openxmlformats.org/officeDocument/2006/relationships/oleObject" Target="../embeddings/oleObject229.bin"/></Relationships>
</file>

<file path=ppt/slideLayouts/_rels/slideLayout26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31.xml"/><Relationship Id="rId1" Type="http://schemas.openxmlformats.org/officeDocument/2006/relationships/vmlDrawing" Target="../drawings/vmlDrawing222.vml"/><Relationship Id="rId5" Type="http://schemas.openxmlformats.org/officeDocument/2006/relationships/image" Target="../media/image16.emf"/><Relationship Id="rId4" Type="http://schemas.openxmlformats.org/officeDocument/2006/relationships/oleObject" Target="../embeddings/oleObject230.bin"/></Relationships>
</file>

<file path=ppt/slideLayouts/_rels/slideLayout26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3.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v1">
    <p:bg>
      <p:bgPr>
        <a:solidFill>
          <a:schemeClr val="accent5"/>
        </a:solidFill>
        <a:effectLst/>
      </p:bgPr>
    </p:bg>
    <p:spTree>
      <p:nvGrpSpPr>
        <p:cNvPr id="1" name=""/>
        <p:cNvGrpSpPr/>
        <p:nvPr/>
      </p:nvGrpSpPr>
      <p:grpSpPr>
        <a:xfrm>
          <a:off x="0" y="0"/>
          <a:ext cx="0" cy="0"/>
          <a:chOff x="0" y="0"/>
          <a:chExt cx="0" cy="0"/>
        </a:xfrm>
      </p:grpSpPr>
      <p:pic>
        <p:nvPicPr>
          <p:cNvPr id="35" name="Picture 34">
            <a:extLst>
              <a:ext uri="{FF2B5EF4-FFF2-40B4-BE49-F238E27FC236}">
                <a16:creationId xmlns="" xmlns:a16="http://schemas.microsoft.com/office/drawing/2014/main" id="{27CB389C-7477-4383-A9E8-C2245E730B4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0"/>
            <a:ext cx="12192000" cy="6858000"/>
          </a:xfrm>
          <a:prstGeom prst="rect">
            <a:avLst/>
          </a:prstGeom>
        </p:spPr>
      </p:pic>
      <p:sp>
        <p:nvSpPr>
          <p:cNvPr id="11" name="Rectangle 10">
            <a:extLst>
              <a:ext uri="{FF2B5EF4-FFF2-40B4-BE49-F238E27FC236}">
                <a16:creationId xmlns="" xmlns:a16="http://schemas.microsoft.com/office/drawing/2014/main"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19" name="Oval 18">
            <a:extLst>
              <a:ext uri="{FF2B5EF4-FFF2-40B4-BE49-F238E27FC236}">
                <a16:creationId xmlns="" xmlns:a16="http://schemas.microsoft.com/office/drawing/2014/main" id="{98855B5B-E925-44AD-9009-DE309257938B}"/>
              </a:ext>
            </a:extLst>
          </p:cNvPr>
          <p:cNvSpPr/>
          <p:nvPr userDrawn="1"/>
        </p:nvSpPr>
        <p:spPr>
          <a:xfrm>
            <a:off x="3772818" y="1106424"/>
            <a:ext cx="4646362" cy="4645152"/>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2" name="Title 1">
            <a:extLst>
              <a:ext uri="{FF2B5EF4-FFF2-40B4-BE49-F238E27FC236}">
                <a16:creationId xmlns="" xmlns:a16="http://schemas.microsoft.com/office/drawing/2014/main" id="{2B3CE755-2906-40A4-867D-D46C782283BD}"/>
              </a:ext>
            </a:extLst>
          </p:cNvPr>
          <p:cNvSpPr>
            <a:spLocks noGrp="1"/>
          </p:cNvSpPr>
          <p:nvPr>
            <p:ph type="ctrTitle" hasCustomPrompt="1"/>
          </p:nvPr>
        </p:nvSpPr>
        <p:spPr>
          <a:xfrm>
            <a:off x="3771136" y="2552563"/>
            <a:ext cx="4649730" cy="2095500"/>
          </a:xfrm>
        </p:spPr>
        <p:txBody>
          <a:bodyPr anchor="ctr"/>
          <a:lstStyle>
            <a:lvl1pPr algn="ctr">
              <a:lnSpc>
                <a:spcPct val="80000"/>
              </a:lnSpc>
              <a:defRPr sz="40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 xmlns:a16="http://schemas.microsoft.com/office/drawing/2014/main" id="{A6B1691B-8BE5-452A-A64A-26ABE13E0197}"/>
              </a:ext>
            </a:extLst>
          </p:cNvPr>
          <p:cNvSpPr>
            <a:spLocks noGrp="1"/>
          </p:cNvSpPr>
          <p:nvPr>
            <p:ph type="body" sz="quarter" idx="10" hasCustomPrompt="1"/>
          </p:nvPr>
        </p:nvSpPr>
        <p:spPr>
          <a:xfrm>
            <a:off x="5136825" y="1938968"/>
            <a:ext cx="1918348" cy="315913"/>
          </a:xfrm>
          <a:prstGeom prst="rect">
            <a:avLst/>
          </a:prstGeom>
        </p:spPr>
        <p:txBody>
          <a:bodyPr anchor="ctr">
            <a:noAutofit/>
          </a:bodyPr>
          <a:lstStyle>
            <a:lvl1pPr marL="0" indent="0" algn="ctr">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25" name="Picture Placeholder 19">
            <a:extLst>
              <a:ext uri="{FF2B5EF4-FFF2-40B4-BE49-F238E27FC236}">
                <a16:creationId xmlns="" xmlns:a16="http://schemas.microsoft.com/office/drawing/2014/main" id="{BBB6AD79-4BB3-4B00-81E0-23A147A8722D}"/>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34" name="Oval 33">
            <a:extLst>
              <a:ext uri="{FF2B5EF4-FFF2-40B4-BE49-F238E27FC236}">
                <a16:creationId xmlns="" xmlns:a16="http://schemas.microsoft.com/office/drawing/2014/main" id="{62724850-F4EF-40CD-8CEE-B0E45566D342}"/>
              </a:ext>
            </a:extLst>
          </p:cNvPr>
          <p:cNvSpPr/>
          <p:nvPr userDrawn="1"/>
        </p:nvSpPr>
        <p:spPr>
          <a:xfrm>
            <a:off x="6634200" y="4535266"/>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 xmlns:a16="http://schemas.microsoft.com/office/drawing/2014/main" id="{DDA26FD1-8103-47E4-A692-B1304618F741}"/>
              </a:ext>
            </a:extLst>
          </p:cNvPr>
          <p:cNvSpPr>
            <a:spLocks noGrp="1"/>
          </p:cNvSpPr>
          <p:nvPr>
            <p:ph type="subTitle" idx="1" hasCustomPrompt="1"/>
          </p:nvPr>
        </p:nvSpPr>
        <p:spPr>
          <a:xfrm>
            <a:off x="6753102" y="4900144"/>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pic>
        <p:nvPicPr>
          <p:cNvPr id="16" name="Picture Placeholder 2">
            <a:extLst>
              <a:ext uri="{FF2B5EF4-FFF2-40B4-BE49-F238E27FC236}">
                <a16:creationId xmlns="" xmlns:a16="http://schemas.microsoft.com/office/drawing/2014/main" id="{0722218A-F86B-4F46-ABF3-1D0489C8A00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Tree>
    <p:extLst>
      <p:ext uri="{BB962C8B-B14F-4D97-AF65-F5344CB8AC3E}">
        <p14:creationId xmlns:p14="http://schemas.microsoft.com/office/powerpoint/2010/main" val="33950678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v1 - with Presenters">
    <p:bg>
      <p:bgPr>
        <a:solidFill>
          <a:schemeClr val="accent5"/>
        </a:solidFill>
        <a:effectLst/>
      </p:bgPr>
    </p:bg>
    <p:spTree>
      <p:nvGrpSpPr>
        <p:cNvPr id="1" name=""/>
        <p:cNvGrpSpPr/>
        <p:nvPr/>
      </p:nvGrpSpPr>
      <p:grpSpPr>
        <a:xfrm>
          <a:off x="0" y="0"/>
          <a:ext cx="0" cy="0"/>
          <a:chOff x="0" y="0"/>
          <a:chExt cx="0" cy="0"/>
        </a:xfrm>
      </p:grpSpPr>
      <p:pic>
        <p:nvPicPr>
          <p:cNvPr id="35" name="Picture 34">
            <a:extLst>
              <a:ext uri="{FF2B5EF4-FFF2-40B4-BE49-F238E27FC236}">
                <a16:creationId xmlns="" xmlns:a16="http://schemas.microsoft.com/office/drawing/2014/main" id="{27CB389C-7477-4383-A9E8-C2245E730B4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0"/>
            <a:ext cx="12192000" cy="6858000"/>
          </a:xfrm>
          <a:prstGeom prst="rect">
            <a:avLst/>
          </a:prstGeom>
        </p:spPr>
      </p:pic>
      <p:sp>
        <p:nvSpPr>
          <p:cNvPr id="11" name="Rectangle 10">
            <a:extLst>
              <a:ext uri="{FF2B5EF4-FFF2-40B4-BE49-F238E27FC236}">
                <a16:creationId xmlns="" xmlns:a16="http://schemas.microsoft.com/office/drawing/2014/main"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19" name="Oval 18">
            <a:extLst>
              <a:ext uri="{FF2B5EF4-FFF2-40B4-BE49-F238E27FC236}">
                <a16:creationId xmlns="" xmlns:a16="http://schemas.microsoft.com/office/drawing/2014/main" id="{98855B5B-E925-44AD-9009-DE309257938B}"/>
              </a:ext>
            </a:extLst>
          </p:cNvPr>
          <p:cNvSpPr/>
          <p:nvPr userDrawn="1"/>
        </p:nvSpPr>
        <p:spPr>
          <a:xfrm>
            <a:off x="1671996" y="1106424"/>
            <a:ext cx="4646362" cy="4645152"/>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2" name="Title 1">
            <a:extLst>
              <a:ext uri="{FF2B5EF4-FFF2-40B4-BE49-F238E27FC236}">
                <a16:creationId xmlns="" xmlns:a16="http://schemas.microsoft.com/office/drawing/2014/main" id="{2B3CE755-2906-40A4-867D-D46C782283BD}"/>
              </a:ext>
            </a:extLst>
          </p:cNvPr>
          <p:cNvSpPr>
            <a:spLocks noGrp="1"/>
          </p:cNvSpPr>
          <p:nvPr>
            <p:ph type="ctrTitle" hasCustomPrompt="1"/>
          </p:nvPr>
        </p:nvSpPr>
        <p:spPr>
          <a:xfrm>
            <a:off x="1670313" y="2552563"/>
            <a:ext cx="4649730" cy="2095500"/>
          </a:xfrm>
        </p:spPr>
        <p:txBody>
          <a:bodyPr anchor="ctr"/>
          <a:lstStyle>
            <a:lvl1pPr algn="ctr">
              <a:lnSpc>
                <a:spcPct val="80000"/>
              </a:lnSpc>
              <a:defRPr sz="40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 xmlns:a16="http://schemas.microsoft.com/office/drawing/2014/main" id="{A6B1691B-8BE5-452A-A64A-26ABE13E0197}"/>
              </a:ext>
            </a:extLst>
          </p:cNvPr>
          <p:cNvSpPr>
            <a:spLocks noGrp="1"/>
          </p:cNvSpPr>
          <p:nvPr>
            <p:ph type="body" sz="quarter" idx="10" hasCustomPrompt="1"/>
          </p:nvPr>
        </p:nvSpPr>
        <p:spPr>
          <a:xfrm>
            <a:off x="3036003" y="1938968"/>
            <a:ext cx="1918348" cy="315913"/>
          </a:xfrm>
          <a:prstGeom prst="rect">
            <a:avLst/>
          </a:prstGeom>
        </p:spPr>
        <p:txBody>
          <a:bodyPr anchor="ctr">
            <a:noAutofit/>
          </a:bodyPr>
          <a:lstStyle>
            <a:lvl1pPr marL="0" indent="0" algn="ctr">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34" name="Oval 33">
            <a:extLst>
              <a:ext uri="{FF2B5EF4-FFF2-40B4-BE49-F238E27FC236}">
                <a16:creationId xmlns="" xmlns:a16="http://schemas.microsoft.com/office/drawing/2014/main" id="{62724850-F4EF-40CD-8CEE-B0E45566D342}"/>
              </a:ext>
            </a:extLst>
          </p:cNvPr>
          <p:cNvSpPr/>
          <p:nvPr userDrawn="1"/>
        </p:nvSpPr>
        <p:spPr>
          <a:xfrm>
            <a:off x="4533378" y="4535266"/>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 xmlns:a16="http://schemas.microsoft.com/office/drawing/2014/main" id="{DDA26FD1-8103-47E4-A692-B1304618F741}"/>
              </a:ext>
            </a:extLst>
          </p:cNvPr>
          <p:cNvSpPr>
            <a:spLocks noGrp="1"/>
          </p:cNvSpPr>
          <p:nvPr>
            <p:ph type="subTitle" idx="1" hasCustomPrompt="1"/>
          </p:nvPr>
        </p:nvSpPr>
        <p:spPr>
          <a:xfrm>
            <a:off x="4652280" y="4900144"/>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
        <p:nvSpPr>
          <p:cNvPr id="15" name="Picture Placeholder 19">
            <a:extLst>
              <a:ext uri="{FF2B5EF4-FFF2-40B4-BE49-F238E27FC236}">
                <a16:creationId xmlns="" xmlns:a16="http://schemas.microsoft.com/office/drawing/2014/main" id="{F42F61E4-95F5-45EB-A16E-986F5CC77182}"/>
              </a:ext>
            </a:extLst>
          </p:cNvPr>
          <p:cNvSpPr>
            <a:spLocks noGrp="1"/>
          </p:cNvSpPr>
          <p:nvPr>
            <p:ph type="pic" sz="quarter" idx="12" hasCustomPrompt="1"/>
          </p:nvPr>
        </p:nvSpPr>
        <p:spPr>
          <a:xfrm>
            <a:off x="7554041"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3" name="Text Placeholder 2">
            <a:extLst>
              <a:ext uri="{FF2B5EF4-FFF2-40B4-BE49-F238E27FC236}">
                <a16:creationId xmlns="" xmlns:a16="http://schemas.microsoft.com/office/drawing/2014/main" id="{69DB7E39-16D3-4AAF-8DB5-F05C74688C93}"/>
              </a:ext>
            </a:extLst>
          </p:cNvPr>
          <p:cNvSpPr>
            <a:spLocks noGrp="1"/>
          </p:cNvSpPr>
          <p:nvPr>
            <p:ph type="body" sz="quarter" idx="13" hasCustomPrompt="1"/>
          </p:nvPr>
        </p:nvSpPr>
        <p:spPr>
          <a:xfrm>
            <a:off x="7420040"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43" name="Picture Placeholder 19">
            <a:extLst>
              <a:ext uri="{FF2B5EF4-FFF2-40B4-BE49-F238E27FC236}">
                <a16:creationId xmlns="" xmlns:a16="http://schemas.microsoft.com/office/drawing/2014/main" id="{125CEFA6-05AE-45D8-A1A3-F1D0A0552692}"/>
              </a:ext>
            </a:extLst>
          </p:cNvPr>
          <p:cNvSpPr>
            <a:spLocks noGrp="1"/>
          </p:cNvSpPr>
          <p:nvPr>
            <p:ph type="pic" sz="quarter" idx="14" hasCustomPrompt="1"/>
          </p:nvPr>
        </p:nvSpPr>
        <p:spPr>
          <a:xfrm>
            <a:off x="8491033"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4" name="Text Placeholder 2">
            <a:extLst>
              <a:ext uri="{FF2B5EF4-FFF2-40B4-BE49-F238E27FC236}">
                <a16:creationId xmlns="" xmlns:a16="http://schemas.microsoft.com/office/drawing/2014/main" id="{ACA2B04E-D901-4211-A62E-E7960290CB86}"/>
              </a:ext>
            </a:extLst>
          </p:cNvPr>
          <p:cNvSpPr>
            <a:spLocks noGrp="1"/>
          </p:cNvSpPr>
          <p:nvPr>
            <p:ph type="body" sz="quarter" idx="15" hasCustomPrompt="1"/>
          </p:nvPr>
        </p:nvSpPr>
        <p:spPr>
          <a:xfrm>
            <a:off x="8357032"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45" name="Picture Placeholder 19">
            <a:extLst>
              <a:ext uri="{FF2B5EF4-FFF2-40B4-BE49-F238E27FC236}">
                <a16:creationId xmlns="" xmlns:a16="http://schemas.microsoft.com/office/drawing/2014/main" id="{A68CD03B-FB07-4CDC-B7B8-4F39D0ECF4FA}"/>
              </a:ext>
            </a:extLst>
          </p:cNvPr>
          <p:cNvSpPr>
            <a:spLocks noGrp="1"/>
          </p:cNvSpPr>
          <p:nvPr>
            <p:ph type="pic" sz="quarter" idx="16" hasCustomPrompt="1"/>
          </p:nvPr>
        </p:nvSpPr>
        <p:spPr>
          <a:xfrm>
            <a:off x="9428025"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6" name="Text Placeholder 2">
            <a:extLst>
              <a:ext uri="{FF2B5EF4-FFF2-40B4-BE49-F238E27FC236}">
                <a16:creationId xmlns="" xmlns:a16="http://schemas.microsoft.com/office/drawing/2014/main" id="{57AE09AE-6FDA-4085-9804-E01790BF677C}"/>
              </a:ext>
            </a:extLst>
          </p:cNvPr>
          <p:cNvSpPr>
            <a:spLocks noGrp="1"/>
          </p:cNvSpPr>
          <p:nvPr>
            <p:ph type="body" sz="quarter" idx="17" hasCustomPrompt="1"/>
          </p:nvPr>
        </p:nvSpPr>
        <p:spPr>
          <a:xfrm>
            <a:off x="9294024"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47" name="Picture Placeholder 19">
            <a:extLst>
              <a:ext uri="{FF2B5EF4-FFF2-40B4-BE49-F238E27FC236}">
                <a16:creationId xmlns="" xmlns:a16="http://schemas.microsoft.com/office/drawing/2014/main" id="{792FB7E5-DBD8-47F7-92B3-B15C657815D4}"/>
              </a:ext>
            </a:extLst>
          </p:cNvPr>
          <p:cNvSpPr>
            <a:spLocks noGrp="1"/>
          </p:cNvSpPr>
          <p:nvPr>
            <p:ph type="pic" sz="quarter" idx="18" hasCustomPrompt="1"/>
          </p:nvPr>
        </p:nvSpPr>
        <p:spPr>
          <a:xfrm>
            <a:off x="10365017"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8" name="Text Placeholder 2">
            <a:extLst>
              <a:ext uri="{FF2B5EF4-FFF2-40B4-BE49-F238E27FC236}">
                <a16:creationId xmlns="" xmlns:a16="http://schemas.microsoft.com/office/drawing/2014/main" id="{62CACE4C-2D9A-4D8C-AD8B-53F5FDBC2020}"/>
              </a:ext>
            </a:extLst>
          </p:cNvPr>
          <p:cNvSpPr>
            <a:spLocks noGrp="1"/>
          </p:cNvSpPr>
          <p:nvPr>
            <p:ph type="body" sz="quarter" idx="19" hasCustomPrompt="1"/>
          </p:nvPr>
        </p:nvSpPr>
        <p:spPr>
          <a:xfrm>
            <a:off x="10231016"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29" name="Picture Placeholder 2">
            <a:extLst>
              <a:ext uri="{FF2B5EF4-FFF2-40B4-BE49-F238E27FC236}">
                <a16:creationId xmlns="" xmlns:a16="http://schemas.microsoft.com/office/drawing/2014/main" id="{BD41828A-6710-494A-826C-128A666EFB8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0" name="Picture Placeholder 19">
            <a:extLst>
              <a:ext uri="{FF2B5EF4-FFF2-40B4-BE49-F238E27FC236}">
                <a16:creationId xmlns="" xmlns:a16="http://schemas.microsoft.com/office/drawing/2014/main" id="{C56FA7D8-298C-485F-ADF4-A3B54BC3F47A}"/>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latin typeface="+mn-lt"/>
              </a:defRPr>
            </a:lvl1pPr>
          </a:lstStyle>
          <a:p>
            <a:r>
              <a:rPr lang="en-US" dirty="0"/>
              <a:t>Click on the picture icon</a:t>
            </a:r>
            <a:br>
              <a:rPr lang="en-US" dirty="0"/>
            </a:br>
            <a:r>
              <a:rPr lang="en-US" dirty="0"/>
              <a:t>to insert the Partner logo</a:t>
            </a:r>
          </a:p>
        </p:txBody>
      </p:sp>
    </p:spTree>
    <p:extLst>
      <p:ext uri="{BB962C8B-B14F-4D97-AF65-F5344CB8AC3E}">
        <p14:creationId xmlns:p14="http://schemas.microsoft.com/office/powerpoint/2010/main" val="1931379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1">
    <p:bg>
      <p:bgPr>
        <a:solidFill>
          <a:schemeClr val="accent5"/>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 xmlns:a16="http://schemas.microsoft.com/office/drawing/2014/main"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 xmlns:a16="http://schemas.microsoft.com/office/drawing/2014/main" id="{2B3CE755-2906-40A4-867D-D46C782283BD}"/>
              </a:ext>
            </a:extLst>
          </p:cNvPr>
          <p:cNvSpPr>
            <a:spLocks noGrp="1"/>
          </p:cNvSpPr>
          <p:nvPr>
            <p:ph type="ctrTitle" hasCustomPrompt="1"/>
          </p:nvPr>
        </p:nvSpPr>
        <p:spPr>
          <a:xfrm>
            <a:off x="767871" y="2872925"/>
            <a:ext cx="4115872" cy="209550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 xmlns:a16="http://schemas.microsoft.com/office/drawing/2014/main"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a:t>DDD, MMM YY</a:t>
            </a:r>
          </a:p>
        </p:txBody>
      </p:sp>
      <p:pic>
        <p:nvPicPr>
          <p:cNvPr id="13" name="Picture Placeholder 2">
            <a:extLst>
              <a:ext uri="{FF2B5EF4-FFF2-40B4-BE49-F238E27FC236}">
                <a16:creationId xmlns="" xmlns:a16="http://schemas.microsoft.com/office/drawing/2014/main" id="{45E66EA5-B756-4646-B7D3-9131530179B7}"/>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14" name="Picture Placeholder 19">
            <a:extLst>
              <a:ext uri="{FF2B5EF4-FFF2-40B4-BE49-F238E27FC236}">
                <a16:creationId xmlns="" xmlns:a16="http://schemas.microsoft.com/office/drawing/2014/main" id="{066CFE3F-F7A0-4123-BE7F-76E47C0997A1}"/>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10" name="Circle: Hollow 27">
            <a:extLst>
              <a:ext uri="{FF2B5EF4-FFF2-40B4-BE49-F238E27FC236}">
                <a16:creationId xmlns="" xmlns:a16="http://schemas.microsoft.com/office/drawing/2014/main" id="{50CF8BA7-9B1E-416B-B0C1-5320E2C70028}"/>
              </a:ext>
            </a:extLst>
          </p:cNvPr>
          <p:cNvSpPr/>
          <p:nvPr userDrawn="1"/>
        </p:nvSpPr>
        <p:spPr>
          <a:xfrm>
            <a:off x="5092704" y="-360991"/>
            <a:ext cx="7545767" cy="7543800"/>
          </a:xfrm>
          <a:prstGeom prst="donut">
            <a:avLst>
              <a:gd name="adj" fmla="val 240"/>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12" name="Circle: Hollow 28">
            <a:extLst>
              <a:ext uri="{FF2B5EF4-FFF2-40B4-BE49-F238E27FC236}">
                <a16:creationId xmlns="" xmlns:a16="http://schemas.microsoft.com/office/drawing/2014/main" id="{71DF058B-04F8-4167-B439-D9356F498502}"/>
              </a:ext>
            </a:extLst>
          </p:cNvPr>
          <p:cNvSpPr/>
          <p:nvPr userDrawn="1"/>
        </p:nvSpPr>
        <p:spPr>
          <a:xfrm>
            <a:off x="5104352" y="903642"/>
            <a:ext cx="5236807" cy="5276626"/>
          </a:xfrm>
          <a:prstGeom prst="donut">
            <a:avLst>
              <a:gd name="adj" fmla="val 359"/>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15" name="Circle: Hollow 29">
            <a:extLst>
              <a:ext uri="{FF2B5EF4-FFF2-40B4-BE49-F238E27FC236}">
                <a16:creationId xmlns="" xmlns:a16="http://schemas.microsoft.com/office/drawing/2014/main" id="{E10129F2-B3CB-45BD-BBA7-D14012824D90}"/>
              </a:ext>
            </a:extLst>
          </p:cNvPr>
          <p:cNvSpPr/>
          <p:nvPr userDrawn="1"/>
        </p:nvSpPr>
        <p:spPr>
          <a:xfrm>
            <a:off x="5116961" y="1963271"/>
            <a:ext cx="3314218" cy="3284590"/>
          </a:xfrm>
          <a:prstGeom prst="donut">
            <a:avLst>
              <a:gd name="adj" fmla="val 337"/>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 xmlns:a16="http://schemas.microsoft.com/office/drawing/2014/main"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 xmlns:a16="http://schemas.microsoft.com/office/drawing/2014/main"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260415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heel(1)">
                                      <p:cBhvr>
                                        <p:cTn id="7" dur="2000"/>
                                        <p:tgtEl>
                                          <p:spTgt spid="15"/>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heel(1)">
                                      <p:cBhvr>
                                        <p:cTn id="15"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1- with Presenters">
    <p:bg>
      <p:bgPr>
        <a:solidFill>
          <a:schemeClr val="accent5"/>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 xmlns:a16="http://schemas.microsoft.com/office/drawing/2014/main"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 xmlns:a16="http://schemas.microsoft.com/office/drawing/2014/main" id="{2B3CE755-2906-40A4-867D-D46C782283BD}"/>
              </a:ext>
            </a:extLst>
          </p:cNvPr>
          <p:cNvSpPr>
            <a:spLocks noGrp="1"/>
          </p:cNvSpPr>
          <p:nvPr>
            <p:ph type="ctrTitle" hasCustomPrompt="1"/>
          </p:nvPr>
        </p:nvSpPr>
        <p:spPr>
          <a:xfrm>
            <a:off x="767871" y="2872925"/>
            <a:ext cx="4115872" cy="173736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 xmlns:a16="http://schemas.microsoft.com/office/drawing/2014/main"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13" name="Picture Placeholder 19">
            <a:extLst>
              <a:ext uri="{FF2B5EF4-FFF2-40B4-BE49-F238E27FC236}">
                <a16:creationId xmlns="" xmlns:a16="http://schemas.microsoft.com/office/drawing/2014/main" id="{1E2FE5FA-466C-4923-8F53-0734F9BF7807}"/>
              </a:ext>
            </a:extLst>
          </p:cNvPr>
          <p:cNvSpPr>
            <a:spLocks noGrp="1"/>
          </p:cNvSpPr>
          <p:nvPr>
            <p:ph type="pic" sz="quarter" idx="12" hasCustomPrompt="1"/>
          </p:nvPr>
        </p:nvSpPr>
        <p:spPr>
          <a:xfrm>
            <a:off x="767871"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4" name="Text Placeholder 2">
            <a:extLst>
              <a:ext uri="{FF2B5EF4-FFF2-40B4-BE49-F238E27FC236}">
                <a16:creationId xmlns="" xmlns:a16="http://schemas.microsoft.com/office/drawing/2014/main" id="{BF48F525-BAF8-4B02-A561-CE7E9720DC40}"/>
              </a:ext>
            </a:extLst>
          </p:cNvPr>
          <p:cNvSpPr>
            <a:spLocks noGrp="1"/>
          </p:cNvSpPr>
          <p:nvPr>
            <p:ph type="body" sz="quarter" idx="13" hasCustomPrompt="1"/>
          </p:nvPr>
        </p:nvSpPr>
        <p:spPr>
          <a:xfrm>
            <a:off x="633870"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15" name="Picture Placeholder 19">
            <a:extLst>
              <a:ext uri="{FF2B5EF4-FFF2-40B4-BE49-F238E27FC236}">
                <a16:creationId xmlns="" xmlns:a16="http://schemas.microsoft.com/office/drawing/2014/main" id="{5308E464-6C9F-49CD-B2F3-D574DBC3B7B2}"/>
              </a:ext>
            </a:extLst>
          </p:cNvPr>
          <p:cNvSpPr>
            <a:spLocks noGrp="1"/>
          </p:cNvSpPr>
          <p:nvPr>
            <p:ph type="pic" sz="quarter" idx="14" hasCustomPrompt="1"/>
          </p:nvPr>
        </p:nvSpPr>
        <p:spPr>
          <a:xfrm>
            <a:off x="1704863"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6" name="Text Placeholder 2">
            <a:extLst>
              <a:ext uri="{FF2B5EF4-FFF2-40B4-BE49-F238E27FC236}">
                <a16:creationId xmlns="" xmlns:a16="http://schemas.microsoft.com/office/drawing/2014/main" id="{047C9EE7-C7C3-4B3F-ACF6-E3942E7B4424}"/>
              </a:ext>
            </a:extLst>
          </p:cNvPr>
          <p:cNvSpPr>
            <a:spLocks noGrp="1"/>
          </p:cNvSpPr>
          <p:nvPr>
            <p:ph type="body" sz="quarter" idx="15" hasCustomPrompt="1"/>
          </p:nvPr>
        </p:nvSpPr>
        <p:spPr>
          <a:xfrm>
            <a:off x="1570862"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17" name="Picture Placeholder 19">
            <a:extLst>
              <a:ext uri="{FF2B5EF4-FFF2-40B4-BE49-F238E27FC236}">
                <a16:creationId xmlns="" xmlns:a16="http://schemas.microsoft.com/office/drawing/2014/main" id="{46D1E226-3E26-4463-99A8-340705B9597B}"/>
              </a:ext>
            </a:extLst>
          </p:cNvPr>
          <p:cNvSpPr>
            <a:spLocks noGrp="1"/>
          </p:cNvSpPr>
          <p:nvPr>
            <p:ph type="pic" sz="quarter" idx="16" hasCustomPrompt="1"/>
          </p:nvPr>
        </p:nvSpPr>
        <p:spPr>
          <a:xfrm>
            <a:off x="2641855"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8" name="Text Placeholder 2">
            <a:extLst>
              <a:ext uri="{FF2B5EF4-FFF2-40B4-BE49-F238E27FC236}">
                <a16:creationId xmlns="" xmlns:a16="http://schemas.microsoft.com/office/drawing/2014/main" id="{2AC2A269-AF55-4716-A12A-CB2396C70C17}"/>
              </a:ext>
            </a:extLst>
          </p:cNvPr>
          <p:cNvSpPr>
            <a:spLocks noGrp="1"/>
          </p:cNvSpPr>
          <p:nvPr>
            <p:ph type="body" sz="quarter" idx="17" hasCustomPrompt="1"/>
          </p:nvPr>
        </p:nvSpPr>
        <p:spPr>
          <a:xfrm>
            <a:off x="2507854"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19" name="Picture Placeholder 19">
            <a:extLst>
              <a:ext uri="{FF2B5EF4-FFF2-40B4-BE49-F238E27FC236}">
                <a16:creationId xmlns="" xmlns:a16="http://schemas.microsoft.com/office/drawing/2014/main" id="{4779B1B4-690B-49D2-A551-3CCFD54F284E}"/>
              </a:ext>
            </a:extLst>
          </p:cNvPr>
          <p:cNvSpPr>
            <a:spLocks noGrp="1"/>
          </p:cNvSpPr>
          <p:nvPr>
            <p:ph type="pic" sz="quarter" idx="18" hasCustomPrompt="1"/>
          </p:nvPr>
        </p:nvSpPr>
        <p:spPr>
          <a:xfrm>
            <a:off x="3578847"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20" name="Text Placeholder 2">
            <a:extLst>
              <a:ext uri="{FF2B5EF4-FFF2-40B4-BE49-F238E27FC236}">
                <a16:creationId xmlns="" xmlns:a16="http://schemas.microsoft.com/office/drawing/2014/main" id="{FE20F70F-96B7-4CD9-B23B-065D42654DD4}"/>
              </a:ext>
            </a:extLst>
          </p:cNvPr>
          <p:cNvSpPr>
            <a:spLocks noGrp="1"/>
          </p:cNvSpPr>
          <p:nvPr>
            <p:ph type="body" sz="quarter" idx="19" hasCustomPrompt="1"/>
          </p:nvPr>
        </p:nvSpPr>
        <p:spPr>
          <a:xfrm>
            <a:off x="3444846"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30" name="Picture Placeholder 2">
            <a:extLst>
              <a:ext uri="{FF2B5EF4-FFF2-40B4-BE49-F238E27FC236}">
                <a16:creationId xmlns="" xmlns:a16="http://schemas.microsoft.com/office/drawing/2014/main" id="{2B49ED0D-8D93-4049-BB9F-EA207C4E35D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1" name="Picture Placeholder 19">
            <a:extLst>
              <a:ext uri="{FF2B5EF4-FFF2-40B4-BE49-F238E27FC236}">
                <a16:creationId xmlns="" xmlns:a16="http://schemas.microsoft.com/office/drawing/2014/main" id="{9E1F4D62-6B64-47C1-9F68-73659971546E}"/>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21" name="Circle: Hollow 27">
            <a:extLst>
              <a:ext uri="{FF2B5EF4-FFF2-40B4-BE49-F238E27FC236}">
                <a16:creationId xmlns="" xmlns:a16="http://schemas.microsoft.com/office/drawing/2014/main" id="{50CF8BA7-9B1E-416B-B0C1-5320E2C70028}"/>
              </a:ext>
            </a:extLst>
          </p:cNvPr>
          <p:cNvSpPr/>
          <p:nvPr userDrawn="1"/>
        </p:nvSpPr>
        <p:spPr>
          <a:xfrm>
            <a:off x="5092704" y="-360991"/>
            <a:ext cx="7545767" cy="7543800"/>
          </a:xfrm>
          <a:prstGeom prst="donut">
            <a:avLst>
              <a:gd name="adj" fmla="val 240"/>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25" name="Circle: Hollow 28">
            <a:extLst>
              <a:ext uri="{FF2B5EF4-FFF2-40B4-BE49-F238E27FC236}">
                <a16:creationId xmlns="" xmlns:a16="http://schemas.microsoft.com/office/drawing/2014/main" id="{71DF058B-04F8-4167-B439-D9356F498502}"/>
              </a:ext>
            </a:extLst>
          </p:cNvPr>
          <p:cNvSpPr/>
          <p:nvPr userDrawn="1"/>
        </p:nvSpPr>
        <p:spPr>
          <a:xfrm>
            <a:off x="5104352" y="903642"/>
            <a:ext cx="5236807" cy="5276626"/>
          </a:xfrm>
          <a:prstGeom prst="donut">
            <a:avLst>
              <a:gd name="adj" fmla="val 359"/>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26" name="Circle: Hollow 29">
            <a:extLst>
              <a:ext uri="{FF2B5EF4-FFF2-40B4-BE49-F238E27FC236}">
                <a16:creationId xmlns="" xmlns:a16="http://schemas.microsoft.com/office/drawing/2014/main" id="{E10129F2-B3CB-45BD-BBA7-D14012824D90}"/>
              </a:ext>
            </a:extLst>
          </p:cNvPr>
          <p:cNvSpPr/>
          <p:nvPr userDrawn="1"/>
        </p:nvSpPr>
        <p:spPr>
          <a:xfrm>
            <a:off x="5116961" y="1963271"/>
            <a:ext cx="3314218" cy="3284590"/>
          </a:xfrm>
          <a:prstGeom prst="donut">
            <a:avLst>
              <a:gd name="adj" fmla="val 337"/>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 xmlns:a16="http://schemas.microsoft.com/office/drawing/2014/main"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 xmlns:a16="http://schemas.microsoft.com/office/drawing/2014/main"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3246532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heel(1)">
                                      <p:cBhvr>
                                        <p:cTn id="7" dur="2000"/>
                                        <p:tgtEl>
                                          <p:spTgt spid="2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1)">
                                      <p:cBhvr>
                                        <p:cTn id="11" dur="2000"/>
                                        <p:tgtEl>
                                          <p:spTgt spid="25"/>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heel(1)">
                                      <p:cBhvr>
                                        <p:cTn id="15" dur="2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2">
    <p:bg>
      <p:bgPr>
        <a:solidFill>
          <a:schemeClr val="bg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 xmlns:a16="http://schemas.microsoft.com/office/drawing/2014/main"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 xmlns:a16="http://schemas.microsoft.com/office/drawing/2014/main" id="{2B3CE755-2906-40A4-867D-D46C782283BD}"/>
              </a:ext>
            </a:extLst>
          </p:cNvPr>
          <p:cNvSpPr>
            <a:spLocks noGrp="1"/>
          </p:cNvSpPr>
          <p:nvPr>
            <p:ph type="ctrTitle" hasCustomPrompt="1"/>
          </p:nvPr>
        </p:nvSpPr>
        <p:spPr>
          <a:xfrm>
            <a:off x="767871" y="2872925"/>
            <a:ext cx="4115872" cy="209550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 xmlns:a16="http://schemas.microsoft.com/office/drawing/2014/main"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pic>
        <p:nvPicPr>
          <p:cNvPr id="13" name="Picture Placeholder 2">
            <a:extLst>
              <a:ext uri="{FF2B5EF4-FFF2-40B4-BE49-F238E27FC236}">
                <a16:creationId xmlns="" xmlns:a16="http://schemas.microsoft.com/office/drawing/2014/main" id="{45E66EA5-B756-4646-B7D3-9131530179B7}"/>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14" name="Picture Placeholder 19">
            <a:extLst>
              <a:ext uri="{FF2B5EF4-FFF2-40B4-BE49-F238E27FC236}">
                <a16:creationId xmlns="" xmlns:a16="http://schemas.microsoft.com/office/drawing/2014/main" id="{066CFE3F-F7A0-4123-BE7F-76E47C0997A1}"/>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10" name="Circle: Hollow 27">
            <a:extLst>
              <a:ext uri="{FF2B5EF4-FFF2-40B4-BE49-F238E27FC236}">
                <a16:creationId xmlns="" xmlns:a16="http://schemas.microsoft.com/office/drawing/2014/main" id="{50CF8BA7-9B1E-416B-B0C1-5320E2C70028}"/>
              </a:ext>
            </a:extLst>
          </p:cNvPr>
          <p:cNvSpPr/>
          <p:nvPr userDrawn="1"/>
        </p:nvSpPr>
        <p:spPr>
          <a:xfrm>
            <a:off x="5092704" y="-360991"/>
            <a:ext cx="7545767" cy="7543800"/>
          </a:xfrm>
          <a:prstGeom prst="donut">
            <a:avLst>
              <a:gd name="adj" fmla="val 24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12" name="Circle: Hollow 28">
            <a:extLst>
              <a:ext uri="{FF2B5EF4-FFF2-40B4-BE49-F238E27FC236}">
                <a16:creationId xmlns="" xmlns:a16="http://schemas.microsoft.com/office/drawing/2014/main" id="{71DF058B-04F8-4167-B439-D9356F498502}"/>
              </a:ext>
            </a:extLst>
          </p:cNvPr>
          <p:cNvSpPr/>
          <p:nvPr userDrawn="1"/>
        </p:nvSpPr>
        <p:spPr>
          <a:xfrm>
            <a:off x="5104352" y="903642"/>
            <a:ext cx="5236807" cy="5276626"/>
          </a:xfrm>
          <a:prstGeom prst="donut">
            <a:avLst>
              <a:gd name="adj" fmla="val 359"/>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15" name="Circle: Hollow 29">
            <a:extLst>
              <a:ext uri="{FF2B5EF4-FFF2-40B4-BE49-F238E27FC236}">
                <a16:creationId xmlns="" xmlns:a16="http://schemas.microsoft.com/office/drawing/2014/main" id="{E10129F2-B3CB-45BD-BBA7-D14012824D90}"/>
              </a:ext>
            </a:extLst>
          </p:cNvPr>
          <p:cNvSpPr/>
          <p:nvPr userDrawn="1"/>
        </p:nvSpPr>
        <p:spPr>
          <a:xfrm>
            <a:off x="5116961" y="1963271"/>
            <a:ext cx="3314218" cy="3284590"/>
          </a:xfrm>
          <a:prstGeom prst="donut">
            <a:avLst>
              <a:gd name="adj" fmla="val 337"/>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 xmlns:a16="http://schemas.microsoft.com/office/drawing/2014/main"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 xmlns:a16="http://schemas.microsoft.com/office/drawing/2014/main"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031935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heel(1)">
                                      <p:cBhvr>
                                        <p:cTn id="7" dur="2000"/>
                                        <p:tgtEl>
                                          <p:spTgt spid="15"/>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heel(1)">
                                      <p:cBhvr>
                                        <p:cTn id="15"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2 - with Presenters">
    <p:bg>
      <p:bgPr>
        <a:solidFill>
          <a:schemeClr val="bg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 xmlns:a16="http://schemas.microsoft.com/office/drawing/2014/main"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 xmlns:a16="http://schemas.microsoft.com/office/drawing/2014/main" id="{2B3CE755-2906-40A4-867D-D46C782283BD}"/>
              </a:ext>
            </a:extLst>
          </p:cNvPr>
          <p:cNvSpPr>
            <a:spLocks noGrp="1"/>
          </p:cNvSpPr>
          <p:nvPr>
            <p:ph type="ctrTitle" hasCustomPrompt="1"/>
          </p:nvPr>
        </p:nvSpPr>
        <p:spPr>
          <a:xfrm>
            <a:off x="767871" y="2872925"/>
            <a:ext cx="4115872" cy="173736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 xmlns:a16="http://schemas.microsoft.com/office/drawing/2014/main"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13" name="Picture Placeholder 19">
            <a:extLst>
              <a:ext uri="{FF2B5EF4-FFF2-40B4-BE49-F238E27FC236}">
                <a16:creationId xmlns="" xmlns:a16="http://schemas.microsoft.com/office/drawing/2014/main" id="{1E2FE5FA-466C-4923-8F53-0734F9BF7807}"/>
              </a:ext>
            </a:extLst>
          </p:cNvPr>
          <p:cNvSpPr>
            <a:spLocks noGrp="1"/>
          </p:cNvSpPr>
          <p:nvPr>
            <p:ph type="pic" sz="quarter" idx="12" hasCustomPrompt="1"/>
          </p:nvPr>
        </p:nvSpPr>
        <p:spPr>
          <a:xfrm>
            <a:off x="767871"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4" name="Text Placeholder 2">
            <a:extLst>
              <a:ext uri="{FF2B5EF4-FFF2-40B4-BE49-F238E27FC236}">
                <a16:creationId xmlns="" xmlns:a16="http://schemas.microsoft.com/office/drawing/2014/main" id="{BF48F525-BAF8-4B02-A561-CE7E9720DC40}"/>
              </a:ext>
            </a:extLst>
          </p:cNvPr>
          <p:cNvSpPr>
            <a:spLocks noGrp="1"/>
          </p:cNvSpPr>
          <p:nvPr>
            <p:ph type="body" sz="quarter" idx="13" hasCustomPrompt="1"/>
          </p:nvPr>
        </p:nvSpPr>
        <p:spPr>
          <a:xfrm>
            <a:off x="633870"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15" name="Picture Placeholder 19">
            <a:extLst>
              <a:ext uri="{FF2B5EF4-FFF2-40B4-BE49-F238E27FC236}">
                <a16:creationId xmlns="" xmlns:a16="http://schemas.microsoft.com/office/drawing/2014/main" id="{5308E464-6C9F-49CD-B2F3-D574DBC3B7B2}"/>
              </a:ext>
            </a:extLst>
          </p:cNvPr>
          <p:cNvSpPr>
            <a:spLocks noGrp="1"/>
          </p:cNvSpPr>
          <p:nvPr>
            <p:ph type="pic" sz="quarter" idx="14" hasCustomPrompt="1"/>
          </p:nvPr>
        </p:nvSpPr>
        <p:spPr>
          <a:xfrm>
            <a:off x="1704863"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6" name="Text Placeholder 2">
            <a:extLst>
              <a:ext uri="{FF2B5EF4-FFF2-40B4-BE49-F238E27FC236}">
                <a16:creationId xmlns="" xmlns:a16="http://schemas.microsoft.com/office/drawing/2014/main" id="{047C9EE7-C7C3-4B3F-ACF6-E3942E7B4424}"/>
              </a:ext>
            </a:extLst>
          </p:cNvPr>
          <p:cNvSpPr>
            <a:spLocks noGrp="1"/>
          </p:cNvSpPr>
          <p:nvPr>
            <p:ph type="body" sz="quarter" idx="15" hasCustomPrompt="1"/>
          </p:nvPr>
        </p:nvSpPr>
        <p:spPr>
          <a:xfrm>
            <a:off x="1570862"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17" name="Picture Placeholder 19">
            <a:extLst>
              <a:ext uri="{FF2B5EF4-FFF2-40B4-BE49-F238E27FC236}">
                <a16:creationId xmlns="" xmlns:a16="http://schemas.microsoft.com/office/drawing/2014/main" id="{46D1E226-3E26-4463-99A8-340705B9597B}"/>
              </a:ext>
            </a:extLst>
          </p:cNvPr>
          <p:cNvSpPr>
            <a:spLocks noGrp="1"/>
          </p:cNvSpPr>
          <p:nvPr>
            <p:ph type="pic" sz="quarter" idx="16" hasCustomPrompt="1"/>
          </p:nvPr>
        </p:nvSpPr>
        <p:spPr>
          <a:xfrm>
            <a:off x="2641855"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8" name="Text Placeholder 2">
            <a:extLst>
              <a:ext uri="{FF2B5EF4-FFF2-40B4-BE49-F238E27FC236}">
                <a16:creationId xmlns="" xmlns:a16="http://schemas.microsoft.com/office/drawing/2014/main" id="{2AC2A269-AF55-4716-A12A-CB2396C70C17}"/>
              </a:ext>
            </a:extLst>
          </p:cNvPr>
          <p:cNvSpPr>
            <a:spLocks noGrp="1"/>
          </p:cNvSpPr>
          <p:nvPr>
            <p:ph type="body" sz="quarter" idx="17" hasCustomPrompt="1"/>
          </p:nvPr>
        </p:nvSpPr>
        <p:spPr>
          <a:xfrm>
            <a:off x="2507854"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19" name="Picture Placeholder 19">
            <a:extLst>
              <a:ext uri="{FF2B5EF4-FFF2-40B4-BE49-F238E27FC236}">
                <a16:creationId xmlns="" xmlns:a16="http://schemas.microsoft.com/office/drawing/2014/main" id="{4779B1B4-690B-49D2-A551-3CCFD54F284E}"/>
              </a:ext>
            </a:extLst>
          </p:cNvPr>
          <p:cNvSpPr>
            <a:spLocks noGrp="1"/>
          </p:cNvSpPr>
          <p:nvPr>
            <p:ph type="pic" sz="quarter" idx="18" hasCustomPrompt="1"/>
          </p:nvPr>
        </p:nvSpPr>
        <p:spPr>
          <a:xfrm>
            <a:off x="3578847"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20" name="Text Placeholder 2">
            <a:extLst>
              <a:ext uri="{FF2B5EF4-FFF2-40B4-BE49-F238E27FC236}">
                <a16:creationId xmlns="" xmlns:a16="http://schemas.microsoft.com/office/drawing/2014/main" id="{FE20F70F-96B7-4CD9-B23B-065D42654DD4}"/>
              </a:ext>
            </a:extLst>
          </p:cNvPr>
          <p:cNvSpPr>
            <a:spLocks noGrp="1"/>
          </p:cNvSpPr>
          <p:nvPr>
            <p:ph type="body" sz="quarter" idx="19" hasCustomPrompt="1"/>
          </p:nvPr>
        </p:nvSpPr>
        <p:spPr>
          <a:xfrm>
            <a:off x="3444846"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30" name="Picture Placeholder 2">
            <a:extLst>
              <a:ext uri="{FF2B5EF4-FFF2-40B4-BE49-F238E27FC236}">
                <a16:creationId xmlns="" xmlns:a16="http://schemas.microsoft.com/office/drawing/2014/main" id="{2B49ED0D-8D93-4049-BB9F-EA207C4E35D8}"/>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1" name="Picture Placeholder 19">
            <a:extLst>
              <a:ext uri="{FF2B5EF4-FFF2-40B4-BE49-F238E27FC236}">
                <a16:creationId xmlns="" xmlns:a16="http://schemas.microsoft.com/office/drawing/2014/main" id="{9E1F4D62-6B64-47C1-9F68-73659971546E}"/>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21" name="Circle: Hollow 27">
            <a:extLst>
              <a:ext uri="{FF2B5EF4-FFF2-40B4-BE49-F238E27FC236}">
                <a16:creationId xmlns="" xmlns:a16="http://schemas.microsoft.com/office/drawing/2014/main" id="{50CF8BA7-9B1E-416B-B0C1-5320E2C70028}"/>
              </a:ext>
            </a:extLst>
          </p:cNvPr>
          <p:cNvSpPr/>
          <p:nvPr userDrawn="1"/>
        </p:nvSpPr>
        <p:spPr>
          <a:xfrm>
            <a:off x="5092704" y="-360991"/>
            <a:ext cx="7545767" cy="7543800"/>
          </a:xfrm>
          <a:prstGeom prst="donut">
            <a:avLst>
              <a:gd name="adj" fmla="val 24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25" name="Circle: Hollow 28">
            <a:extLst>
              <a:ext uri="{FF2B5EF4-FFF2-40B4-BE49-F238E27FC236}">
                <a16:creationId xmlns="" xmlns:a16="http://schemas.microsoft.com/office/drawing/2014/main" id="{71DF058B-04F8-4167-B439-D9356F498502}"/>
              </a:ext>
            </a:extLst>
          </p:cNvPr>
          <p:cNvSpPr/>
          <p:nvPr userDrawn="1"/>
        </p:nvSpPr>
        <p:spPr>
          <a:xfrm>
            <a:off x="5104352" y="903642"/>
            <a:ext cx="5236807" cy="5276626"/>
          </a:xfrm>
          <a:prstGeom prst="donut">
            <a:avLst>
              <a:gd name="adj" fmla="val 359"/>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26" name="Circle: Hollow 29">
            <a:extLst>
              <a:ext uri="{FF2B5EF4-FFF2-40B4-BE49-F238E27FC236}">
                <a16:creationId xmlns="" xmlns:a16="http://schemas.microsoft.com/office/drawing/2014/main" id="{E10129F2-B3CB-45BD-BBA7-D14012824D90}"/>
              </a:ext>
            </a:extLst>
          </p:cNvPr>
          <p:cNvSpPr/>
          <p:nvPr userDrawn="1"/>
        </p:nvSpPr>
        <p:spPr>
          <a:xfrm>
            <a:off x="5116961" y="1963271"/>
            <a:ext cx="3314218" cy="3284590"/>
          </a:xfrm>
          <a:prstGeom prst="donut">
            <a:avLst>
              <a:gd name="adj" fmla="val 337"/>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 xmlns:a16="http://schemas.microsoft.com/office/drawing/2014/main"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 xmlns:a16="http://schemas.microsoft.com/office/drawing/2014/main"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25074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heel(1)">
                                      <p:cBhvr>
                                        <p:cTn id="7" dur="2000"/>
                                        <p:tgtEl>
                                          <p:spTgt spid="2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1)">
                                      <p:cBhvr>
                                        <p:cTn id="11" dur="2000"/>
                                        <p:tgtEl>
                                          <p:spTgt spid="25"/>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heel(1)">
                                      <p:cBhvr>
                                        <p:cTn id="15" dur="2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Section Divider v1 - with subtitle">
    <p:bg>
      <p:bgPr>
        <a:solidFill>
          <a:schemeClr val="bg2"/>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 xmlns:a16="http://schemas.microsoft.com/office/drawing/2014/main"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 xmlns:a16="http://schemas.microsoft.com/office/drawing/2014/main"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38" name="Oval 37">
            <a:extLst>
              <a:ext uri="{FF2B5EF4-FFF2-40B4-BE49-F238E27FC236}">
                <a16:creationId xmlns="" xmlns:a16="http://schemas.microsoft.com/office/drawing/2014/main" id="{6223CD6E-27C2-414B-99FE-78D1D98AAD06}"/>
              </a:ext>
            </a:extLst>
          </p:cNvPr>
          <p:cNvSpPr/>
          <p:nvPr userDrawn="1"/>
        </p:nvSpPr>
        <p:spPr>
          <a:xfrm>
            <a:off x="3770931" y="898473"/>
            <a:ext cx="4650137" cy="4648926"/>
          </a:xfrm>
          <a:prstGeom prst="ellipse">
            <a:avLst/>
          </a:prstGeom>
          <a:solidFill>
            <a:schemeClr val="bg2"/>
          </a:solidFill>
          <a:ln w="3175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1" name="Oval 40">
            <a:extLst>
              <a:ext uri="{FF2B5EF4-FFF2-40B4-BE49-F238E27FC236}">
                <a16:creationId xmlns="" xmlns:a16="http://schemas.microsoft.com/office/drawing/2014/main" id="{77C9A1D9-D296-458E-ACEC-E778E5EE2E32}"/>
              </a:ext>
            </a:extLst>
          </p:cNvPr>
          <p:cNvSpPr/>
          <p:nvPr userDrawn="1"/>
        </p:nvSpPr>
        <p:spPr>
          <a:xfrm>
            <a:off x="6822950" y="4186866"/>
            <a:ext cx="1598118" cy="159770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42" name="Subtitle 2">
            <a:extLst>
              <a:ext uri="{FF2B5EF4-FFF2-40B4-BE49-F238E27FC236}">
                <a16:creationId xmlns="" xmlns:a16="http://schemas.microsoft.com/office/drawing/2014/main" id="{3C5D5E26-EC47-4A53-A976-2798FA731462}"/>
              </a:ext>
            </a:extLst>
          </p:cNvPr>
          <p:cNvSpPr>
            <a:spLocks noGrp="1"/>
          </p:cNvSpPr>
          <p:nvPr>
            <p:ph type="subTitle" idx="1" hasCustomPrompt="1"/>
          </p:nvPr>
        </p:nvSpPr>
        <p:spPr>
          <a:xfrm>
            <a:off x="6943430" y="4363043"/>
            <a:ext cx="1357157" cy="1245348"/>
          </a:xfrm>
          <a:prstGeom prst="rect">
            <a:avLst/>
          </a:prstGeom>
        </p:spPr>
        <p:txBody>
          <a:bodyPr wrap="square" anchor="ctr">
            <a:noAutofit/>
          </a:bodyPr>
          <a:lstStyle>
            <a:lvl1pPr marL="0" indent="0" algn="ctr">
              <a:lnSpc>
                <a:spcPct val="90000"/>
              </a:lnSpc>
              <a:spcBef>
                <a:spcPts val="0"/>
              </a:spcBef>
              <a:buNone/>
              <a:defRPr sz="12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
        <p:nvSpPr>
          <p:cNvPr id="3" name="Text Placeholder 2">
            <a:extLst>
              <a:ext uri="{FF2B5EF4-FFF2-40B4-BE49-F238E27FC236}">
                <a16:creationId xmlns="" xmlns:a16="http://schemas.microsoft.com/office/drawing/2014/main" id="{5D6B3E54-5FB5-4437-A6B6-F6CA40F99F2C}"/>
              </a:ext>
            </a:extLst>
          </p:cNvPr>
          <p:cNvSpPr>
            <a:spLocks noGrp="1"/>
          </p:cNvSpPr>
          <p:nvPr>
            <p:ph type="body" sz="quarter" idx="10" hasCustomPrompt="1"/>
          </p:nvPr>
        </p:nvSpPr>
        <p:spPr>
          <a:xfrm>
            <a:off x="3770933" y="2102201"/>
            <a:ext cx="4650135" cy="2241470"/>
          </a:xfrm>
        </p:spPr>
        <p:txBody>
          <a:bodyPr anchor="ctr">
            <a:noAutofit/>
          </a:bodyPr>
          <a:lstStyle>
            <a:lvl1pPr marL="0" indent="0" algn="ctr">
              <a:lnSpc>
                <a:spcPct val="90000"/>
              </a:lnSpc>
              <a:spcBef>
                <a:spcPts val="0"/>
              </a:spcBef>
              <a:buNone/>
              <a:defRPr sz="4800">
                <a:solidFill>
                  <a:schemeClr val="bg1"/>
                </a:solidFill>
              </a:defRPr>
            </a:lvl1pPr>
          </a:lstStyle>
          <a:p>
            <a:pPr lvl="0"/>
            <a:r>
              <a:rPr lang="en-US" dirty="0"/>
              <a:t>Section Divider</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464998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Section Divider v1 - without subtitle">
    <p:bg>
      <p:bgPr>
        <a:solidFill>
          <a:schemeClr val="bg2"/>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 xmlns:a16="http://schemas.microsoft.com/office/drawing/2014/main"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 xmlns:a16="http://schemas.microsoft.com/office/drawing/2014/main"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38" name="Oval 37">
            <a:extLst>
              <a:ext uri="{FF2B5EF4-FFF2-40B4-BE49-F238E27FC236}">
                <a16:creationId xmlns="" xmlns:a16="http://schemas.microsoft.com/office/drawing/2014/main" id="{6223CD6E-27C2-414B-99FE-78D1D98AAD06}"/>
              </a:ext>
            </a:extLst>
          </p:cNvPr>
          <p:cNvSpPr/>
          <p:nvPr userDrawn="1"/>
        </p:nvSpPr>
        <p:spPr>
          <a:xfrm>
            <a:off x="3770931" y="898473"/>
            <a:ext cx="4650137" cy="4648926"/>
          </a:xfrm>
          <a:prstGeom prst="ellipse">
            <a:avLst/>
          </a:prstGeom>
          <a:solidFill>
            <a:schemeClr val="bg2"/>
          </a:solidFill>
          <a:ln w="3175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3" name="Text Placeholder 2">
            <a:extLst>
              <a:ext uri="{FF2B5EF4-FFF2-40B4-BE49-F238E27FC236}">
                <a16:creationId xmlns="" xmlns:a16="http://schemas.microsoft.com/office/drawing/2014/main" id="{5D6B3E54-5FB5-4437-A6B6-F6CA40F99F2C}"/>
              </a:ext>
            </a:extLst>
          </p:cNvPr>
          <p:cNvSpPr>
            <a:spLocks noGrp="1"/>
          </p:cNvSpPr>
          <p:nvPr>
            <p:ph type="body" sz="quarter" idx="10" hasCustomPrompt="1"/>
          </p:nvPr>
        </p:nvSpPr>
        <p:spPr>
          <a:xfrm>
            <a:off x="3770933" y="2102201"/>
            <a:ext cx="4650135" cy="2241470"/>
          </a:xfrm>
        </p:spPr>
        <p:txBody>
          <a:bodyPr anchor="ctr">
            <a:noAutofit/>
          </a:bodyPr>
          <a:lstStyle>
            <a:lvl1pPr marL="0" indent="0" algn="ctr">
              <a:lnSpc>
                <a:spcPct val="90000"/>
              </a:lnSpc>
              <a:spcBef>
                <a:spcPts val="0"/>
              </a:spcBef>
              <a:buNone/>
              <a:defRPr sz="4800">
                <a:solidFill>
                  <a:schemeClr val="bg1"/>
                </a:solidFill>
              </a:defRPr>
            </a:lvl1pPr>
          </a:lstStyle>
          <a:p>
            <a:pPr lvl="0"/>
            <a:r>
              <a:rPr lang="en-US" dirty="0"/>
              <a:t>Section Divider</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2066482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ection Divider v2">
    <p:bg>
      <p:bgPr>
        <a:solidFill>
          <a:schemeClr val="tx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 xmlns:a16="http://schemas.microsoft.com/office/drawing/2014/main"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 xmlns:a16="http://schemas.microsoft.com/office/drawing/2014/main"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 xmlns:a16="http://schemas.microsoft.com/office/drawing/2014/main"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 xmlns:a16="http://schemas.microsoft.com/office/drawing/2014/main"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26957034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ection Divider v3">
    <p:bg>
      <p:bgPr>
        <a:solidFill>
          <a:schemeClr val="accent1"/>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 xmlns:a16="http://schemas.microsoft.com/office/drawing/2014/main"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 xmlns:a16="http://schemas.microsoft.com/office/drawing/2014/main"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 xmlns:a16="http://schemas.microsoft.com/office/drawing/2014/main"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 xmlns:a16="http://schemas.microsoft.com/office/drawing/2014/main"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324223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on Divider v4">
    <p:bg>
      <p:bgPr>
        <a:solidFill>
          <a:schemeClr val="accent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 xmlns:a16="http://schemas.microsoft.com/office/drawing/2014/main"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 xmlns:a16="http://schemas.microsoft.com/office/drawing/2014/main"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 xmlns:a16="http://schemas.microsoft.com/office/drawing/2014/main"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 xmlns:a16="http://schemas.microsoft.com/office/drawing/2014/main"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41557891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v1">
    <p:spTree>
      <p:nvGrpSpPr>
        <p:cNvPr id="1" name=""/>
        <p:cNvGrpSpPr/>
        <p:nvPr/>
      </p:nvGrpSpPr>
      <p:grpSpPr>
        <a:xfrm>
          <a:off x="0" y="0"/>
          <a:ext cx="0" cy="0"/>
          <a:chOff x="0" y="0"/>
          <a:chExt cx="0" cy="0"/>
        </a:xfrm>
      </p:grpSpPr>
      <p:pic>
        <p:nvPicPr>
          <p:cNvPr id="32" name="Picture 31">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27" name="Text Placeholder 2">
            <a:extLst>
              <a:ext uri="{FF2B5EF4-FFF2-40B4-BE49-F238E27FC236}">
                <a16:creationId xmlns="" xmlns:a16="http://schemas.microsoft.com/office/drawing/2014/main" id="{9B8F19A3-252D-4851-BB1A-796986E51EF6}"/>
              </a:ext>
            </a:extLst>
          </p:cNvPr>
          <p:cNvSpPr>
            <a:spLocks noGrp="1"/>
          </p:cNvSpPr>
          <p:nvPr>
            <p:ph type="body" sz="quarter" idx="18" hasCustomPrompt="1"/>
          </p:nvPr>
        </p:nvSpPr>
        <p:spPr>
          <a:xfrm>
            <a:off x="940885"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22" name="Text Placeholder 2">
            <a:extLst>
              <a:ext uri="{FF2B5EF4-FFF2-40B4-BE49-F238E27FC236}">
                <a16:creationId xmlns="" xmlns:a16="http://schemas.microsoft.com/office/drawing/2014/main" id="{BFFF5094-6ED3-40C7-BD93-86A550C2B1EA}"/>
              </a:ext>
            </a:extLst>
          </p:cNvPr>
          <p:cNvSpPr>
            <a:spLocks noGrp="1"/>
          </p:cNvSpPr>
          <p:nvPr>
            <p:ph type="body" sz="quarter" idx="13" hasCustomPrompt="1"/>
          </p:nvPr>
        </p:nvSpPr>
        <p:spPr>
          <a:xfrm>
            <a:off x="940886"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01</a:t>
            </a:r>
          </a:p>
        </p:txBody>
      </p:sp>
      <p:sp>
        <p:nvSpPr>
          <p:cNvPr id="23" name="Text Placeholder 2">
            <a:extLst>
              <a:ext uri="{FF2B5EF4-FFF2-40B4-BE49-F238E27FC236}">
                <a16:creationId xmlns="" xmlns:a16="http://schemas.microsoft.com/office/drawing/2014/main" id="{AE10F525-8785-40CE-95A6-6D01A7714D79}"/>
              </a:ext>
            </a:extLst>
          </p:cNvPr>
          <p:cNvSpPr>
            <a:spLocks noGrp="1"/>
          </p:cNvSpPr>
          <p:nvPr>
            <p:ph type="body" sz="quarter" idx="14" hasCustomPrompt="1"/>
          </p:nvPr>
        </p:nvSpPr>
        <p:spPr>
          <a:xfrm>
            <a:off x="3242540"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02</a:t>
            </a:r>
          </a:p>
        </p:txBody>
      </p:sp>
      <p:sp>
        <p:nvSpPr>
          <p:cNvPr id="24" name="Text Placeholder 2">
            <a:extLst>
              <a:ext uri="{FF2B5EF4-FFF2-40B4-BE49-F238E27FC236}">
                <a16:creationId xmlns="" xmlns:a16="http://schemas.microsoft.com/office/drawing/2014/main" id="{D36914D6-A688-48A8-B471-081AF08A391F}"/>
              </a:ext>
            </a:extLst>
          </p:cNvPr>
          <p:cNvSpPr>
            <a:spLocks noGrp="1"/>
          </p:cNvSpPr>
          <p:nvPr>
            <p:ph type="body" sz="quarter" idx="15" hasCustomPrompt="1"/>
          </p:nvPr>
        </p:nvSpPr>
        <p:spPr>
          <a:xfrm>
            <a:off x="5544195"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03</a:t>
            </a:r>
          </a:p>
        </p:txBody>
      </p:sp>
      <p:sp>
        <p:nvSpPr>
          <p:cNvPr id="25" name="Text Placeholder 2">
            <a:extLst>
              <a:ext uri="{FF2B5EF4-FFF2-40B4-BE49-F238E27FC236}">
                <a16:creationId xmlns="" xmlns:a16="http://schemas.microsoft.com/office/drawing/2014/main" id="{56673962-E048-4984-88F8-74B5C5793C52}"/>
              </a:ext>
            </a:extLst>
          </p:cNvPr>
          <p:cNvSpPr>
            <a:spLocks noGrp="1"/>
          </p:cNvSpPr>
          <p:nvPr>
            <p:ph type="body" sz="quarter" idx="16" hasCustomPrompt="1"/>
          </p:nvPr>
        </p:nvSpPr>
        <p:spPr>
          <a:xfrm>
            <a:off x="7845849"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04</a:t>
            </a:r>
          </a:p>
        </p:txBody>
      </p:sp>
      <p:sp>
        <p:nvSpPr>
          <p:cNvPr id="26" name="Text Placeholder 2">
            <a:extLst>
              <a:ext uri="{FF2B5EF4-FFF2-40B4-BE49-F238E27FC236}">
                <a16:creationId xmlns="" xmlns:a16="http://schemas.microsoft.com/office/drawing/2014/main" id="{02A799DF-1979-4FDB-A256-951A4204AF87}"/>
              </a:ext>
            </a:extLst>
          </p:cNvPr>
          <p:cNvSpPr>
            <a:spLocks noGrp="1"/>
          </p:cNvSpPr>
          <p:nvPr>
            <p:ph type="body" sz="quarter" idx="17" hasCustomPrompt="1"/>
          </p:nvPr>
        </p:nvSpPr>
        <p:spPr>
          <a:xfrm>
            <a:off x="10147504"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05</a:t>
            </a:r>
          </a:p>
        </p:txBody>
      </p:sp>
      <p:sp>
        <p:nvSpPr>
          <p:cNvPr id="28" name="Text Placeholder 2">
            <a:extLst>
              <a:ext uri="{FF2B5EF4-FFF2-40B4-BE49-F238E27FC236}">
                <a16:creationId xmlns="" xmlns:a16="http://schemas.microsoft.com/office/drawing/2014/main" id="{F339E161-0E60-4C55-BC72-7E29650E6436}"/>
              </a:ext>
            </a:extLst>
          </p:cNvPr>
          <p:cNvSpPr>
            <a:spLocks noGrp="1"/>
          </p:cNvSpPr>
          <p:nvPr>
            <p:ph type="body" sz="quarter" idx="19" hasCustomPrompt="1"/>
          </p:nvPr>
        </p:nvSpPr>
        <p:spPr>
          <a:xfrm>
            <a:off x="3242541"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29" name="Text Placeholder 2">
            <a:extLst>
              <a:ext uri="{FF2B5EF4-FFF2-40B4-BE49-F238E27FC236}">
                <a16:creationId xmlns="" xmlns:a16="http://schemas.microsoft.com/office/drawing/2014/main" id="{C7FC7771-48D6-4488-A089-A4699B8C9BB9}"/>
              </a:ext>
            </a:extLst>
          </p:cNvPr>
          <p:cNvSpPr>
            <a:spLocks noGrp="1"/>
          </p:cNvSpPr>
          <p:nvPr>
            <p:ph type="body" sz="quarter" idx="20" hasCustomPrompt="1"/>
          </p:nvPr>
        </p:nvSpPr>
        <p:spPr>
          <a:xfrm>
            <a:off x="5544196"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0" name="Text Placeholder 2">
            <a:extLst>
              <a:ext uri="{FF2B5EF4-FFF2-40B4-BE49-F238E27FC236}">
                <a16:creationId xmlns="" xmlns:a16="http://schemas.microsoft.com/office/drawing/2014/main" id="{A7DDF1D5-1765-4836-BBE1-849DFAB37631}"/>
              </a:ext>
            </a:extLst>
          </p:cNvPr>
          <p:cNvSpPr>
            <a:spLocks noGrp="1"/>
          </p:cNvSpPr>
          <p:nvPr>
            <p:ph type="body" sz="quarter" idx="21" hasCustomPrompt="1"/>
          </p:nvPr>
        </p:nvSpPr>
        <p:spPr>
          <a:xfrm>
            <a:off x="7845851"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1" name="Text Placeholder 2">
            <a:extLst>
              <a:ext uri="{FF2B5EF4-FFF2-40B4-BE49-F238E27FC236}">
                <a16:creationId xmlns="" xmlns:a16="http://schemas.microsoft.com/office/drawing/2014/main" id="{35D57064-67A8-4717-8F76-9AF1A1455ADB}"/>
              </a:ext>
            </a:extLst>
          </p:cNvPr>
          <p:cNvSpPr>
            <a:spLocks noGrp="1"/>
          </p:cNvSpPr>
          <p:nvPr>
            <p:ph type="body" sz="quarter" idx="22" hasCustomPrompt="1"/>
          </p:nvPr>
        </p:nvSpPr>
        <p:spPr>
          <a:xfrm>
            <a:off x="10147505"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 name="Title 2">
            <a:extLst>
              <a:ext uri="{FF2B5EF4-FFF2-40B4-BE49-F238E27FC236}">
                <a16:creationId xmlns="" xmlns:a16="http://schemas.microsoft.com/office/drawing/2014/main" id="{D0D0F5C5-1FDE-456D-9C67-6F0A07724C6B}"/>
              </a:ext>
            </a:extLst>
          </p:cNvPr>
          <p:cNvSpPr>
            <a:spLocks noGrp="1"/>
          </p:cNvSpPr>
          <p:nvPr>
            <p:ph type="title" hasCustomPrompt="1"/>
          </p:nvPr>
        </p:nvSpPr>
        <p:spPr/>
        <p:txBody>
          <a:bodyPr/>
          <a:lstStyle>
            <a:lvl1pPr>
              <a:defRPr baseline="0"/>
            </a:lvl1pPr>
          </a:lstStyle>
          <a:p>
            <a:r>
              <a:rPr lang="en-US" dirty="0"/>
              <a:t>SECTION HEADING</a:t>
            </a:r>
          </a:p>
        </p:txBody>
      </p:sp>
    </p:spTree>
    <p:extLst>
      <p:ext uri="{BB962C8B-B14F-4D97-AF65-F5344CB8AC3E}">
        <p14:creationId xmlns:p14="http://schemas.microsoft.com/office/powerpoint/2010/main" val="28623275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 v2">
    <p:spTree>
      <p:nvGrpSpPr>
        <p:cNvPr id="1" name=""/>
        <p:cNvGrpSpPr/>
        <p:nvPr/>
      </p:nvGrpSpPr>
      <p:grpSpPr>
        <a:xfrm>
          <a:off x="0" y="0"/>
          <a:ext cx="0" cy="0"/>
          <a:chOff x="0" y="0"/>
          <a:chExt cx="0" cy="0"/>
        </a:xfrm>
      </p:grpSpPr>
      <p:pic>
        <p:nvPicPr>
          <p:cNvPr id="5" name="Picture 4">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27" name="Text Placeholder 2">
            <a:extLst>
              <a:ext uri="{FF2B5EF4-FFF2-40B4-BE49-F238E27FC236}">
                <a16:creationId xmlns="" xmlns:a16="http://schemas.microsoft.com/office/drawing/2014/main" id="{9B8F19A3-252D-4851-BB1A-796986E51EF6}"/>
              </a:ext>
            </a:extLst>
          </p:cNvPr>
          <p:cNvSpPr>
            <a:spLocks noGrp="1"/>
          </p:cNvSpPr>
          <p:nvPr>
            <p:ph type="body" sz="quarter" idx="18" hasCustomPrompt="1"/>
          </p:nvPr>
        </p:nvSpPr>
        <p:spPr>
          <a:xfrm>
            <a:off x="7569694" y="1714958"/>
            <a:ext cx="1609763" cy="3870342"/>
          </a:xfrm>
        </p:spPr>
        <p:txBody>
          <a:bodyPr lIns="0" tIns="0" rIns="0" bIns="0" anchor="t">
            <a:noAutofit/>
          </a:bodyPr>
          <a:lstStyle>
            <a:lvl1pPr marL="0" indent="0" algn="l">
              <a:spcBef>
                <a:spcPts val="800"/>
              </a:spcBef>
              <a:buNone/>
              <a:defRPr sz="1400" b="0">
                <a:solidFill>
                  <a:schemeClr val="tx1"/>
                </a:solidFill>
              </a:defRPr>
            </a:lvl1pPr>
          </a:lstStyle>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p:txBody>
      </p:sp>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34" name="Text Placeholder 2">
            <a:extLst>
              <a:ext uri="{FF2B5EF4-FFF2-40B4-BE49-F238E27FC236}">
                <a16:creationId xmlns="" xmlns:a16="http://schemas.microsoft.com/office/drawing/2014/main" id="{45886A50-D64D-414B-BB34-2694E084C2E5}"/>
              </a:ext>
            </a:extLst>
          </p:cNvPr>
          <p:cNvSpPr>
            <a:spLocks noGrp="1"/>
          </p:cNvSpPr>
          <p:nvPr>
            <p:ph type="body" sz="quarter" idx="19" hasCustomPrompt="1"/>
          </p:nvPr>
        </p:nvSpPr>
        <p:spPr>
          <a:xfrm>
            <a:off x="9388231" y="1714958"/>
            <a:ext cx="452813" cy="3870342"/>
          </a:xfrm>
        </p:spPr>
        <p:txBody>
          <a:bodyPr lIns="0" tIns="0" rIns="0" bIns="0" anchor="t">
            <a:noAutofit/>
          </a:bodyPr>
          <a:lstStyle>
            <a:lvl1pPr marL="0" indent="0" algn="ctr">
              <a:spcBef>
                <a:spcPts val="800"/>
              </a:spcBef>
              <a:buNone/>
              <a:defRPr sz="1400" b="0">
                <a:solidFill>
                  <a:schemeClr val="bg2"/>
                </a:solidFill>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a:p>
            <a:pPr lvl="0"/>
            <a:r>
              <a:rPr lang="en-US" dirty="0"/>
              <a:t>10</a:t>
            </a:r>
          </a:p>
          <a:p>
            <a:pPr lvl="0"/>
            <a:r>
              <a:rPr lang="en-US" dirty="0"/>
              <a:t>11</a:t>
            </a:r>
          </a:p>
          <a:p>
            <a:pPr lvl="0"/>
            <a:r>
              <a:rPr lang="en-US" dirty="0"/>
              <a:t>12</a:t>
            </a:r>
          </a:p>
        </p:txBody>
      </p:sp>
    </p:spTree>
    <p:extLst>
      <p:ext uri="{BB962C8B-B14F-4D97-AF65-F5344CB8AC3E}">
        <p14:creationId xmlns:p14="http://schemas.microsoft.com/office/powerpoint/2010/main" val="9283127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am info">
    <p:spTree>
      <p:nvGrpSpPr>
        <p:cNvPr id="1" name=""/>
        <p:cNvGrpSpPr/>
        <p:nvPr/>
      </p:nvGrpSpPr>
      <p:grpSpPr>
        <a:xfrm>
          <a:off x="0" y="0"/>
          <a:ext cx="0" cy="0"/>
          <a:chOff x="0" y="0"/>
          <a:chExt cx="0" cy="0"/>
        </a:xfrm>
      </p:grpSpPr>
      <p:pic>
        <p:nvPicPr>
          <p:cNvPr id="27" name="Picture 26">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4" name="Picture Placeholder 19">
            <a:extLst>
              <a:ext uri="{FF2B5EF4-FFF2-40B4-BE49-F238E27FC236}">
                <a16:creationId xmlns="" xmlns:a16="http://schemas.microsoft.com/office/drawing/2014/main" id="{59269AFB-DEBB-4608-96E8-324707728B11}"/>
              </a:ext>
            </a:extLst>
          </p:cNvPr>
          <p:cNvSpPr>
            <a:spLocks noGrp="1"/>
          </p:cNvSpPr>
          <p:nvPr>
            <p:ph type="pic" sz="quarter" idx="15" hasCustomPrompt="1"/>
          </p:nvPr>
        </p:nvSpPr>
        <p:spPr>
          <a:xfrm>
            <a:off x="6363124" y="1433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15" name="Text Placeholder 2">
            <a:extLst>
              <a:ext uri="{FF2B5EF4-FFF2-40B4-BE49-F238E27FC236}">
                <a16:creationId xmlns="" xmlns:a16="http://schemas.microsoft.com/office/drawing/2014/main" id="{686E8F45-9142-4263-B45A-EC0ECAA59FAE}"/>
              </a:ext>
            </a:extLst>
          </p:cNvPr>
          <p:cNvSpPr>
            <a:spLocks noGrp="1"/>
          </p:cNvSpPr>
          <p:nvPr>
            <p:ph type="body" sz="quarter" idx="16" hasCustomPrompt="1"/>
          </p:nvPr>
        </p:nvSpPr>
        <p:spPr>
          <a:xfrm>
            <a:off x="7693651" y="1666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2</a:t>
            </a:r>
          </a:p>
        </p:txBody>
      </p:sp>
      <p:sp>
        <p:nvSpPr>
          <p:cNvPr id="16" name="Text Placeholder 2">
            <a:extLst>
              <a:ext uri="{FF2B5EF4-FFF2-40B4-BE49-F238E27FC236}">
                <a16:creationId xmlns="" xmlns:a16="http://schemas.microsoft.com/office/drawing/2014/main" id="{4DC11626-0644-4E2D-9226-6EB9E83BA064}"/>
              </a:ext>
            </a:extLst>
          </p:cNvPr>
          <p:cNvSpPr>
            <a:spLocks noGrp="1"/>
          </p:cNvSpPr>
          <p:nvPr>
            <p:ph type="body" sz="quarter" idx="17" hasCustomPrompt="1"/>
          </p:nvPr>
        </p:nvSpPr>
        <p:spPr>
          <a:xfrm>
            <a:off x="7693651" y="2000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5" name="Picture Placeholder 19">
            <a:extLst>
              <a:ext uri="{FF2B5EF4-FFF2-40B4-BE49-F238E27FC236}">
                <a16:creationId xmlns="" xmlns:a16="http://schemas.microsoft.com/office/drawing/2014/main" id="{A323A45E-FC75-4F7E-95A9-DB2AB53001BA}"/>
              </a:ext>
            </a:extLst>
          </p:cNvPr>
          <p:cNvSpPr>
            <a:spLocks noGrp="1"/>
          </p:cNvSpPr>
          <p:nvPr>
            <p:ph type="pic" sz="quarter" idx="12" hasCustomPrompt="1"/>
          </p:nvPr>
        </p:nvSpPr>
        <p:spPr>
          <a:xfrm>
            <a:off x="1758340" y="1433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7" name="Text Placeholder 2">
            <a:extLst>
              <a:ext uri="{FF2B5EF4-FFF2-40B4-BE49-F238E27FC236}">
                <a16:creationId xmlns="" xmlns:a16="http://schemas.microsoft.com/office/drawing/2014/main" id="{CC419ED4-1DC0-4B8A-B81D-02CC53DE3339}"/>
              </a:ext>
            </a:extLst>
          </p:cNvPr>
          <p:cNvSpPr>
            <a:spLocks noGrp="1"/>
          </p:cNvSpPr>
          <p:nvPr>
            <p:ph type="body" sz="quarter" idx="13" hasCustomPrompt="1"/>
          </p:nvPr>
        </p:nvSpPr>
        <p:spPr>
          <a:xfrm>
            <a:off x="3088867" y="1666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1</a:t>
            </a:r>
          </a:p>
        </p:txBody>
      </p:sp>
      <p:sp>
        <p:nvSpPr>
          <p:cNvPr id="12" name="Text Placeholder 2">
            <a:extLst>
              <a:ext uri="{FF2B5EF4-FFF2-40B4-BE49-F238E27FC236}">
                <a16:creationId xmlns="" xmlns:a16="http://schemas.microsoft.com/office/drawing/2014/main" id="{39191F7B-B907-4330-A0D0-AE2346533DD8}"/>
              </a:ext>
            </a:extLst>
          </p:cNvPr>
          <p:cNvSpPr>
            <a:spLocks noGrp="1"/>
          </p:cNvSpPr>
          <p:nvPr>
            <p:ph type="body" sz="quarter" idx="14" hasCustomPrompt="1"/>
          </p:nvPr>
        </p:nvSpPr>
        <p:spPr>
          <a:xfrm>
            <a:off x="3088867" y="2000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17" name="Picture Placeholder 19">
            <a:extLst>
              <a:ext uri="{FF2B5EF4-FFF2-40B4-BE49-F238E27FC236}">
                <a16:creationId xmlns="" xmlns:a16="http://schemas.microsoft.com/office/drawing/2014/main" id="{F983CCE9-9F44-4F5C-8034-00D82367E68F}"/>
              </a:ext>
            </a:extLst>
          </p:cNvPr>
          <p:cNvSpPr>
            <a:spLocks noGrp="1"/>
          </p:cNvSpPr>
          <p:nvPr>
            <p:ph type="pic" sz="quarter" idx="18" hasCustomPrompt="1"/>
          </p:nvPr>
        </p:nvSpPr>
        <p:spPr>
          <a:xfrm>
            <a:off x="6363124" y="2957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18" name="Text Placeholder 2">
            <a:extLst>
              <a:ext uri="{FF2B5EF4-FFF2-40B4-BE49-F238E27FC236}">
                <a16:creationId xmlns="" xmlns:a16="http://schemas.microsoft.com/office/drawing/2014/main" id="{1E02564C-71B0-404A-81D5-CBADB443DACA}"/>
              </a:ext>
            </a:extLst>
          </p:cNvPr>
          <p:cNvSpPr>
            <a:spLocks noGrp="1"/>
          </p:cNvSpPr>
          <p:nvPr>
            <p:ph type="body" sz="quarter" idx="19" hasCustomPrompt="1"/>
          </p:nvPr>
        </p:nvSpPr>
        <p:spPr>
          <a:xfrm>
            <a:off x="7693651" y="3190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4</a:t>
            </a:r>
          </a:p>
        </p:txBody>
      </p:sp>
      <p:sp>
        <p:nvSpPr>
          <p:cNvPr id="19" name="Text Placeholder 2">
            <a:extLst>
              <a:ext uri="{FF2B5EF4-FFF2-40B4-BE49-F238E27FC236}">
                <a16:creationId xmlns="" xmlns:a16="http://schemas.microsoft.com/office/drawing/2014/main" id="{37CB87B8-C293-4172-92CB-5A6B260A9911}"/>
              </a:ext>
            </a:extLst>
          </p:cNvPr>
          <p:cNvSpPr>
            <a:spLocks noGrp="1"/>
          </p:cNvSpPr>
          <p:nvPr>
            <p:ph type="body" sz="quarter" idx="20" hasCustomPrompt="1"/>
          </p:nvPr>
        </p:nvSpPr>
        <p:spPr>
          <a:xfrm>
            <a:off x="7693651" y="3524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0" name="Picture Placeholder 19">
            <a:extLst>
              <a:ext uri="{FF2B5EF4-FFF2-40B4-BE49-F238E27FC236}">
                <a16:creationId xmlns="" xmlns:a16="http://schemas.microsoft.com/office/drawing/2014/main" id="{3E8E0044-A58D-43FE-A641-0CAFFC620062}"/>
              </a:ext>
            </a:extLst>
          </p:cNvPr>
          <p:cNvSpPr>
            <a:spLocks noGrp="1"/>
          </p:cNvSpPr>
          <p:nvPr>
            <p:ph type="pic" sz="quarter" idx="21" hasCustomPrompt="1"/>
          </p:nvPr>
        </p:nvSpPr>
        <p:spPr>
          <a:xfrm>
            <a:off x="1758340" y="2957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1" name="Text Placeholder 2">
            <a:extLst>
              <a:ext uri="{FF2B5EF4-FFF2-40B4-BE49-F238E27FC236}">
                <a16:creationId xmlns="" xmlns:a16="http://schemas.microsoft.com/office/drawing/2014/main" id="{43E28C56-5783-4337-9D96-698FE5582A2E}"/>
              </a:ext>
            </a:extLst>
          </p:cNvPr>
          <p:cNvSpPr>
            <a:spLocks noGrp="1"/>
          </p:cNvSpPr>
          <p:nvPr>
            <p:ph type="body" sz="quarter" idx="22" hasCustomPrompt="1"/>
          </p:nvPr>
        </p:nvSpPr>
        <p:spPr>
          <a:xfrm>
            <a:off x="3088867" y="3190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3</a:t>
            </a:r>
          </a:p>
        </p:txBody>
      </p:sp>
      <p:sp>
        <p:nvSpPr>
          <p:cNvPr id="22" name="Text Placeholder 2">
            <a:extLst>
              <a:ext uri="{FF2B5EF4-FFF2-40B4-BE49-F238E27FC236}">
                <a16:creationId xmlns="" xmlns:a16="http://schemas.microsoft.com/office/drawing/2014/main" id="{03DD8706-19CE-4B18-B435-1B8EBC9D6F63}"/>
              </a:ext>
            </a:extLst>
          </p:cNvPr>
          <p:cNvSpPr>
            <a:spLocks noGrp="1"/>
          </p:cNvSpPr>
          <p:nvPr>
            <p:ph type="body" sz="quarter" idx="23" hasCustomPrompt="1"/>
          </p:nvPr>
        </p:nvSpPr>
        <p:spPr>
          <a:xfrm>
            <a:off x="3088867" y="3524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3" name="Picture Placeholder 19">
            <a:extLst>
              <a:ext uri="{FF2B5EF4-FFF2-40B4-BE49-F238E27FC236}">
                <a16:creationId xmlns="" xmlns:a16="http://schemas.microsoft.com/office/drawing/2014/main" id="{154DC02C-DF49-4166-8E8C-83B92BB515A3}"/>
              </a:ext>
            </a:extLst>
          </p:cNvPr>
          <p:cNvSpPr>
            <a:spLocks noGrp="1"/>
          </p:cNvSpPr>
          <p:nvPr>
            <p:ph type="pic" sz="quarter" idx="24" hasCustomPrompt="1"/>
          </p:nvPr>
        </p:nvSpPr>
        <p:spPr>
          <a:xfrm>
            <a:off x="6363124" y="4481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4" name="Text Placeholder 2">
            <a:extLst>
              <a:ext uri="{FF2B5EF4-FFF2-40B4-BE49-F238E27FC236}">
                <a16:creationId xmlns="" xmlns:a16="http://schemas.microsoft.com/office/drawing/2014/main" id="{0D389855-D3A3-4DEB-8A46-31D137D6F97D}"/>
              </a:ext>
            </a:extLst>
          </p:cNvPr>
          <p:cNvSpPr>
            <a:spLocks noGrp="1"/>
          </p:cNvSpPr>
          <p:nvPr>
            <p:ph type="body" sz="quarter" idx="25" hasCustomPrompt="1"/>
          </p:nvPr>
        </p:nvSpPr>
        <p:spPr>
          <a:xfrm>
            <a:off x="7693651" y="4714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6</a:t>
            </a:r>
          </a:p>
        </p:txBody>
      </p:sp>
      <p:sp>
        <p:nvSpPr>
          <p:cNvPr id="25" name="Text Placeholder 2">
            <a:extLst>
              <a:ext uri="{FF2B5EF4-FFF2-40B4-BE49-F238E27FC236}">
                <a16:creationId xmlns="" xmlns:a16="http://schemas.microsoft.com/office/drawing/2014/main" id="{8525DE8D-D94B-47A4-90AD-21FCC945217A}"/>
              </a:ext>
            </a:extLst>
          </p:cNvPr>
          <p:cNvSpPr>
            <a:spLocks noGrp="1"/>
          </p:cNvSpPr>
          <p:nvPr>
            <p:ph type="body" sz="quarter" idx="26" hasCustomPrompt="1"/>
          </p:nvPr>
        </p:nvSpPr>
        <p:spPr>
          <a:xfrm>
            <a:off x="7693651" y="5048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6" name="Picture Placeholder 19">
            <a:extLst>
              <a:ext uri="{FF2B5EF4-FFF2-40B4-BE49-F238E27FC236}">
                <a16:creationId xmlns="" xmlns:a16="http://schemas.microsoft.com/office/drawing/2014/main" id="{84F6A77C-9582-4BB2-90CC-4DC51D7549AE}"/>
              </a:ext>
            </a:extLst>
          </p:cNvPr>
          <p:cNvSpPr>
            <a:spLocks noGrp="1"/>
          </p:cNvSpPr>
          <p:nvPr>
            <p:ph type="pic" sz="quarter" idx="27" hasCustomPrompt="1"/>
          </p:nvPr>
        </p:nvSpPr>
        <p:spPr>
          <a:xfrm>
            <a:off x="1758340" y="4481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8" name="Text Placeholder 2">
            <a:extLst>
              <a:ext uri="{FF2B5EF4-FFF2-40B4-BE49-F238E27FC236}">
                <a16:creationId xmlns="" xmlns:a16="http://schemas.microsoft.com/office/drawing/2014/main" id="{29A25E6F-1680-44EA-B113-5C16F4728915}"/>
              </a:ext>
            </a:extLst>
          </p:cNvPr>
          <p:cNvSpPr>
            <a:spLocks noGrp="1"/>
          </p:cNvSpPr>
          <p:nvPr>
            <p:ph type="body" sz="quarter" idx="28" hasCustomPrompt="1"/>
          </p:nvPr>
        </p:nvSpPr>
        <p:spPr>
          <a:xfrm>
            <a:off x="3088867" y="4714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5</a:t>
            </a:r>
          </a:p>
        </p:txBody>
      </p:sp>
      <p:sp>
        <p:nvSpPr>
          <p:cNvPr id="29" name="Text Placeholder 2">
            <a:extLst>
              <a:ext uri="{FF2B5EF4-FFF2-40B4-BE49-F238E27FC236}">
                <a16:creationId xmlns="" xmlns:a16="http://schemas.microsoft.com/office/drawing/2014/main" id="{4D883057-323F-4A58-B78E-59B10B92544C}"/>
              </a:ext>
            </a:extLst>
          </p:cNvPr>
          <p:cNvSpPr>
            <a:spLocks noGrp="1"/>
          </p:cNvSpPr>
          <p:nvPr>
            <p:ph type="body" sz="quarter" idx="29" hasCustomPrompt="1"/>
          </p:nvPr>
        </p:nvSpPr>
        <p:spPr>
          <a:xfrm>
            <a:off x="3088867" y="5048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Tree>
    <p:extLst>
      <p:ext uri="{BB962C8B-B14F-4D97-AF65-F5344CB8AC3E}">
        <p14:creationId xmlns:p14="http://schemas.microsoft.com/office/powerpoint/2010/main" val="22619817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v1">
    <p:spTree>
      <p:nvGrpSpPr>
        <p:cNvPr id="1" name=""/>
        <p:cNvGrpSpPr/>
        <p:nvPr/>
      </p:nvGrpSpPr>
      <p:grpSpPr>
        <a:xfrm>
          <a:off x="0" y="0"/>
          <a:ext cx="0" cy="0"/>
          <a:chOff x="0" y="0"/>
          <a:chExt cx="0" cy="0"/>
        </a:xfrm>
      </p:grpSpPr>
      <p:pic>
        <p:nvPicPr>
          <p:cNvPr id="33" name="Picture 32">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334938" y="245863"/>
            <a:ext cx="9154433" cy="315704"/>
          </a:xfrm>
        </p:spPr>
        <p:txBody>
          <a:bodyPr/>
          <a:lstStyle>
            <a:lvl1pPr marL="100584">
              <a:spcBef>
                <a:spcPts val="0"/>
              </a:spcBef>
              <a:defRPr sz="1600" baseline="0"/>
            </a:lvl1pPr>
          </a:lstStyle>
          <a:p>
            <a:r>
              <a:rPr lang="en-US" dirty="0"/>
              <a:t>SECTION HEADING</a:t>
            </a:r>
          </a:p>
        </p:txBody>
      </p:sp>
      <p:sp>
        <p:nvSpPr>
          <p:cNvPr id="17" name="Text Placeholder 16"/>
          <p:cNvSpPr>
            <a:spLocks noGrp="1"/>
          </p:cNvSpPr>
          <p:nvPr>
            <p:ph type="body" sz="quarter" idx="11" hasCustomPrompt="1"/>
          </p:nvPr>
        </p:nvSpPr>
        <p:spPr>
          <a:xfrm>
            <a:off x="334937" y="613084"/>
            <a:ext cx="10152484" cy="543708"/>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535966"/>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621396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70325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content v3">
    <p:spTree>
      <p:nvGrpSpPr>
        <p:cNvPr id="1" name=""/>
        <p:cNvGrpSpPr/>
        <p:nvPr/>
      </p:nvGrpSpPr>
      <p:grpSpPr>
        <a:xfrm>
          <a:off x="0" y="0"/>
          <a:ext cx="0" cy="0"/>
          <a:chOff x="0" y="0"/>
          <a:chExt cx="0" cy="0"/>
        </a:xfrm>
      </p:grpSpPr>
      <p:pic>
        <p:nvPicPr>
          <p:cNvPr id="12" name="Picture 11">
            <a:extLst>
              <a:ext uri="{FF2B5EF4-FFF2-40B4-BE49-F238E27FC236}">
                <a16:creationId xmlns="" xmlns:a16="http://schemas.microsoft.com/office/drawing/2014/main"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3" name="Text Placeholder 2"/>
          <p:cNvSpPr>
            <a:spLocks noGrp="1"/>
          </p:cNvSpPr>
          <p:nvPr>
            <p:ph type="body" sz="quarter" idx="14"/>
          </p:nvPr>
        </p:nvSpPr>
        <p:spPr>
          <a:xfrm>
            <a:off x="4038064" y="1409702"/>
            <a:ext cx="3658553" cy="4754880"/>
          </a:xfrm>
        </p:spPr>
        <p:txBody>
          <a:body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 xmlns:a16="http://schemas.microsoft.com/office/drawing/2014/main"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Double column text layout</a:t>
            </a:r>
          </a:p>
        </p:txBody>
      </p:sp>
      <p:sp>
        <p:nvSpPr>
          <p:cNvPr id="8" name="Text Placeholder 4">
            <a:extLst>
              <a:ext uri="{FF2B5EF4-FFF2-40B4-BE49-F238E27FC236}">
                <a16:creationId xmlns="" xmlns:a16="http://schemas.microsoft.com/office/drawing/2014/main"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7" name="Text Placeholder 6"/>
          <p:cNvSpPr>
            <a:spLocks noGrp="1"/>
          </p:cNvSpPr>
          <p:nvPr>
            <p:ph type="body" sz="quarter" idx="15"/>
          </p:nvPr>
        </p:nvSpPr>
        <p:spPr>
          <a:xfrm>
            <a:off x="8188235" y="1409703"/>
            <a:ext cx="3658553" cy="475488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826950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v1">
    <p:spTree>
      <p:nvGrpSpPr>
        <p:cNvPr id="1" name=""/>
        <p:cNvGrpSpPr/>
        <p:nvPr/>
      </p:nvGrpSpPr>
      <p:grpSpPr>
        <a:xfrm>
          <a:off x="0" y="0"/>
          <a:ext cx="0" cy="0"/>
          <a:chOff x="0" y="0"/>
          <a:chExt cx="0" cy="0"/>
        </a:xfrm>
      </p:grpSpPr>
      <p:pic>
        <p:nvPicPr>
          <p:cNvPr id="33" name="Picture 32">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334938" y="245863"/>
            <a:ext cx="9154433" cy="315704"/>
          </a:xfrm>
        </p:spPr>
        <p:txBody>
          <a:bodyPr/>
          <a:lstStyle>
            <a:lvl1pPr marL="100584">
              <a:spcBef>
                <a:spcPts val="0"/>
              </a:spcBef>
              <a:defRPr sz="1600" baseline="0"/>
            </a:lvl1pPr>
          </a:lstStyle>
          <a:p>
            <a:r>
              <a:rPr lang="en-US" dirty="0"/>
              <a:t>SECTION HEADING</a:t>
            </a:r>
          </a:p>
        </p:txBody>
      </p:sp>
      <p:sp>
        <p:nvSpPr>
          <p:cNvPr id="17" name="Text Placeholder 16"/>
          <p:cNvSpPr>
            <a:spLocks noGrp="1"/>
          </p:cNvSpPr>
          <p:nvPr>
            <p:ph type="body" sz="quarter" idx="11" hasCustomPrompt="1"/>
          </p:nvPr>
        </p:nvSpPr>
        <p:spPr>
          <a:xfrm>
            <a:off x="334937" y="613084"/>
            <a:ext cx="10152484" cy="543708"/>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Tree>
    <p:extLst>
      <p:ext uri="{BB962C8B-B14F-4D97-AF65-F5344CB8AC3E}">
        <p14:creationId xmlns:p14="http://schemas.microsoft.com/office/powerpoint/2010/main" val="3179215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only v2">
    <p:spTree>
      <p:nvGrpSpPr>
        <p:cNvPr id="1" name=""/>
        <p:cNvGrpSpPr/>
        <p:nvPr/>
      </p:nvGrpSpPr>
      <p:grpSpPr>
        <a:xfrm>
          <a:off x="0" y="0"/>
          <a:ext cx="0" cy="0"/>
          <a:chOff x="0" y="0"/>
          <a:chExt cx="0" cy="0"/>
        </a:xfrm>
      </p:grpSpPr>
      <p:pic>
        <p:nvPicPr>
          <p:cNvPr id="33" name="Picture 32">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Tree>
    <p:extLst>
      <p:ext uri="{BB962C8B-B14F-4D97-AF65-F5344CB8AC3E}">
        <p14:creationId xmlns:p14="http://schemas.microsoft.com/office/powerpoint/2010/main" val="36475652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with logo">
    <p:spTree>
      <p:nvGrpSpPr>
        <p:cNvPr id="1" name=""/>
        <p:cNvGrpSpPr/>
        <p:nvPr/>
      </p:nvGrpSpPr>
      <p:grpSpPr>
        <a:xfrm>
          <a:off x="0" y="0"/>
          <a:ext cx="0" cy="0"/>
          <a:chOff x="0" y="0"/>
          <a:chExt cx="0" cy="0"/>
        </a:xfrm>
      </p:grpSpPr>
      <p:pic>
        <p:nvPicPr>
          <p:cNvPr id="33" name="Picture 32">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Tree>
    <p:extLst>
      <p:ext uri="{BB962C8B-B14F-4D97-AF65-F5344CB8AC3E}">
        <p14:creationId xmlns:p14="http://schemas.microsoft.com/office/powerpoint/2010/main" val="40984528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olumn text layout">
    <p:spTree>
      <p:nvGrpSpPr>
        <p:cNvPr id="1" name=""/>
        <p:cNvGrpSpPr/>
        <p:nvPr/>
      </p:nvGrpSpPr>
      <p:grpSpPr>
        <a:xfrm>
          <a:off x="0" y="0"/>
          <a:ext cx="0" cy="0"/>
          <a:chOff x="0" y="0"/>
          <a:chExt cx="0" cy="0"/>
        </a:xfrm>
      </p:grpSpPr>
      <p:sp>
        <p:nvSpPr>
          <p:cNvPr id="4" name="Rectangle 3">
            <a:extLst>
              <a:ext uri="{FF2B5EF4-FFF2-40B4-BE49-F238E27FC236}">
                <a16:creationId xmlns="" xmlns:a16="http://schemas.microsoft.com/office/drawing/2014/main" id="{D04FF6FD-F491-4A54-95BF-F82CCC6D03B5}"/>
              </a:ext>
            </a:extLst>
          </p:cNvPr>
          <p:cNvSpPr/>
          <p:nvPr userDrawn="1"/>
        </p:nvSpPr>
        <p:spPr>
          <a:xfrm>
            <a:off x="438962" y="1066801"/>
            <a:ext cx="5487829"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 xmlns:a16="http://schemas.microsoft.com/office/drawing/2014/main" id="{E7002E75-2D96-4F0E-AC8A-DDBCF5CBF536}"/>
              </a:ext>
            </a:extLst>
          </p:cNvPr>
          <p:cNvSpPr>
            <a:spLocks noGrp="1"/>
          </p:cNvSpPr>
          <p:nvPr>
            <p:ph type="body" sz="quarter" idx="14" hasCustomPrompt="1"/>
          </p:nvPr>
        </p:nvSpPr>
        <p:spPr>
          <a:xfrm>
            <a:off x="438962" y="1066801"/>
            <a:ext cx="5487829" cy="713232"/>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 xmlns:a16="http://schemas.microsoft.com/office/drawing/2014/main" id="{2F7D0692-8667-44A3-A1D3-D39E38AE92DD}"/>
              </a:ext>
            </a:extLst>
          </p:cNvPr>
          <p:cNvCxnSpPr/>
          <p:nvPr userDrawn="1"/>
        </p:nvCxnSpPr>
        <p:spPr>
          <a:xfrm>
            <a:off x="617066" y="1898350"/>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 xmlns:a16="http://schemas.microsoft.com/office/drawing/2014/main" id="{10380C48-5BEB-4A6E-9DAB-A6429A58BD37}"/>
              </a:ext>
            </a:extLst>
          </p:cNvPr>
          <p:cNvSpPr/>
          <p:nvPr userDrawn="1"/>
        </p:nvSpPr>
        <p:spPr>
          <a:xfrm>
            <a:off x="6266733" y="1066801"/>
            <a:ext cx="5487829"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8" name="Text Placeholder 4">
            <a:extLst>
              <a:ext uri="{FF2B5EF4-FFF2-40B4-BE49-F238E27FC236}">
                <a16:creationId xmlns="" xmlns:a16="http://schemas.microsoft.com/office/drawing/2014/main" id="{84C5DFFB-6FF4-4318-9D0D-9CD77029DABD}"/>
              </a:ext>
            </a:extLst>
          </p:cNvPr>
          <p:cNvSpPr>
            <a:spLocks noGrp="1"/>
          </p:cNvSpPr>
          <p:nvPr>
            <p:ph type="body" sz="quarter" idx="16" hasCustomPrompt="1"/>
          </p:nvPr>
        </p:nvSpPr>
        <p:spPr>
          <a:xfrm>
            <a:off x="6266733" y="1066801"/>
            <a:ext cx="5487829" cy="713232"/>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9" name="Straight Connector 28">
            <a:extLst>
              <a:ext uri="{FF2B5EF4-FFF2-40B4-BE49-F238E27FC236}">
                <a16:creationId xmlns="" xmlns:a16="http://schemas.microsoft.com/office/drawing/2014/main" id="{D142C5A8-D7C7-4F2D-9CDF-834CB6B5513A}"/>
              </a:ext>
            </a:extLst>
          </p:cNvPr>
          <p:cNvCxnSpPr/>
          <p:nvPr userDrawn="1"/>
        </p:nvCxnSpPr>
        <p:spPr>
          <a:xfrm>
            <a:off x="6444837" y="1898350"/>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17"/>
          </p:nvPr>
        </p:nvSpPr>
        <p:spPr>
          <a:xfrm>
            <a:off x="438962" y="2016668"/>
            <a:ext cx="5487829" cy="411743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18"/>
          </p:nvPr>
        </p:nvSpPr>
        <p:spPr>
          <a:xfrm>
            <a:off x="6266733" y="2016667"/>
            <a:ext cx="5487829" cy="411743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67408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 column text layout">
    <p:spTree>
      <p:nvGrpSpPr>
        <p:cNvPr id="1" name=""/>
        <p:cNvGrpSpPr/>
        <p:nvPr/>
      </p:nvGrpSpPr>
      <p:grpSpPr>
        <a:xfrm>
          <a:off x="0" y="0"/>
          <a:ext cx="0" cy="0"/>
          <a:chOff x="0" y="0"/>
          <a:chExt cx="0" cy="0"/>
        </a:xfrm>
      </p:grpSpPr>
      <p:sp>
        <p:nvSpPr>
          <p:cNvPr id="4" name="Rectangle 3">
            <a:extLst>
              <a:ext uri="{FF2B5EF4-FFF2-40B4-BE49-F238E27FC236}">
                <a16:creationId xmlns="" xmlns:a16="http://schemas.microsoft.com/office/drawing/2014/main" id="{D04FF6FD-F491-4A54-95BF-F82CCC6D03B5}"/>
              </a:ext>
            </a:extLst>
          </p:cNvPr>
          <p:cNvSpPr/>
          <p:nvPr userDrawn="1"/>
        </p:nvSpPr>
        <p:spPr>
          <a:xfrm>
            <a:off x="438962"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 xmlns:a16="http://schemas.microsoft.com/office/drawing/2014/main" id="{E7002E75-2D96-4F0E-AC8A-DDBCF5CBF536}"/>
              </a:ext>
            </a:extLst>
          </p:cNvPr>
          <p:cNvSpPr>
            <a:spLocks noGrp="1"/>
          </p:cNvSpPr>
          <p:nvPr>
            <p:ph type="body" sz="quarter" idx="14" hasCustomPrompt="1"/>
          </p:nvPr>
        </p:nvSpPr>
        <p:spPr>
          <a:xfrm>
            <a:off x="438962"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 xmlns:a16="http://schemas.microsoft.com/office/drawing/2014/main" id="{2F7D0692-8667-44A3-A1D3-D39E38AE92DD}"/>
              </a:ext>
            </a:extLst>
          </p:cNvPr>
          <p:cNvCxnSpPr>
            <a:cxnSpLocks/>
          </p:cNvCxnSpPr>
          <p:nvPr userDrawn="1"/>
        </p:nvCxnSpPr>
        <p:spPr>
          <a:xfrm>
            <a:off x="601009"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 xmlns:a16="http://schemas.microsoft.com/office/drawing/2014/main" id="{911F2DDC-FE3D-47F1-B151-80B9AC9A2B70}"/>
              </a:ext>
            </a:extLst>
          </p:cNvPr>
          <p:cNvSpPr/>
          <p:nvPr userDrawn="1"/>
        </p:nvSpPr>
        <p:spPr>
          <a:xfrm>
            <a:off x="4267866"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0" name="Text Placeholder 4">
            <a:extLst>
              <a:ext uri="{FF2B5EF4-FFF2-40B4-BE49-F238E27FC236}">
                <a16:creationId xmlns="" xmlns:a16="http://schemas.microsoft.com/office/drawing/2014/main" id="{2FF590C8-B23E-4B58-825C-94072533798E}"/>
              </a:ext>
            </a:extLst>
          </p:cNvPr>
          <p:cNvSpPr>
            <a:spLocks noGrp="1"/>
          </p:cNvSpPr>
          <p:nvPr>
            <p:ph type="body" sz="quarter" idx="16" hasCustomPrompt="1"/>
          </p:nvPr>
        </p:nvSpPr>
        <p:spPr>
          <a:xfrm>
            <a:off x="4267866"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1" name="Straight Connector 30">
            <a:extLst>
              <a:ext uri="{FF2B5EF4-FFF2-40B4-BE49-F238E27FC236}">
                <a16:creationId xmlns="" xmlns:a16="http://schemas.microsoft.com/office/drawing/2014/main" id="{28967DD9-FE47-4475-A9A7-067F0E21789F}"/>
              </a:ext>
            </a:extLst>
          </p:cNvPr>
          <p:cNvCxnSpPr>
            <a:cxnSpLocks/>
          </p:cNvCxnSpPr>
          <p:nvPr userDrawn="1"/>
        </p:nvCxnSpPr>
        <p:spPr>
          <a:xfrm>
            <a:off x="4429913"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 xmlns:a16="http://schemas.microsoft.com/office/drawing/2014/main" id="{C08E1826-9545-4505-B223-4C2468E7AED3}"/>
              </a:ext>
            </a:extLst>
          </p:cNvPr>
          <p:cNvSpPr/>
          <p:nvPr userDrawn="1"/>
        </p:nvSpPr>
        <p:spPr>
          <a:xfrm>
            <a:off x="8096771"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4" name="Text Placeholder 4">
            <a:extLst>
              <a:ext uri="{FF2B5EF4-FFF2-40B4-BE49-F238E27FC236}">
                <a16:creationId xmlns="" xmlns:a16="http://schemas.microsoft.com/office/drawing/2014/main" id="{BB585001-9257-45A9-92E7-3BCA73D57E9C}"/>
              </a:ext>
            </a:extLst>
          </p:cNvPr>
          <p:cNvSpPr>
            <a:spLocks noGrp="1"/>
          </p:cNvSpPr>
          <p:nvPr>
            <p:ph type="body" sz="quarter" idx="18" hasCustomPrompt="1"/>
          </p:nvPr>
        </p:nvSpPr>
        <p:spPr>
          <a:xfrm>
            <a:off x="8096771"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5" name="Straight Connector 34">
            <a:extLst>
              <a:ext uri="{FF2B5EF4-FFF2-40B4-BE49-F238E27FC236}">
                <a16:creationId xmlns="" xmlns:a16="http://schemas.microsoft.com/office/drawing/2014/main" id="{7945B1CF-4234-4EE4-9371-9C94C1D05433}"/>
              </a:ext>
            </a:extLst>
          </p:cNvPr>
          <p:cNvCxnSpPr>
            <a:cxnSpLocks/>
          </p:cNvCxnSpPr>
          <p:nvPr userDrawn="1"/>
        </p:nvCxnSpPr>
        <p:spPr>
          <a:xfrm>
            <a:off x="8258818"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19"/>
          </p:nvPr>
        </p:nvSpPr>
        <p:spPr>
          <a:xfrm>
            <a:off x="438962" y="2019416"/>
            <a:ext cx="3658553" cy="411468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0"/>
          </p:nvPr>
        </p:nvSpPr>
        <p:spPr>
          <a:xfrm>
            <a:off x="4267866" y="2019416"/>
            <a:ext cx="3658553"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p:cNvSpPr>
            <a:spLocks noGrp="1"/>
          </p:cNvSpPr>
          <p:nvPr>
            <p:ph type="body" sz="quarter" idx="21"/>
          </p:nvPr>
        </p:nvSpPr>
        <p:spPr>
          <a:xfrm>
            <a:off x="8096771" y="2019416"/>
            <a:ext cx="3658554" cy="411468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293041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 column text layout">
    <p:spTree>
      <p:nvGrpSpPr>
        <p:cNvPr id="1" name=""/>
        <p:cNvGrpSpPr/>
        <p:nvPr/>
      </p:nvGrpSpPr>
      <p:grpSpPr>
        <a:xfrm>
          <a:off x="0" y="0"/>
          <a:ext cx="0" cy="0"/>
          <a:chOff x="0" y="0"/>
          <a:chExt cx="0" cy="0"/>
        </a:xfrm>
      </p:grpSpPr>
      <p:sp>
        <p:nvSpPr>
          <p:cNvPr id="4" name="Rectangle 3">
            <a:extLst>
              <a:ext uri="{FF2B5EF4-FFF2-40B4-BE49-F238E27FC236}">
                <a16:creationId xmlns="" xmlns:a16="http://schemas.microsoft.com/office/drawing/2014/main" id="{D04FF6FD-F491-4A54-95BF-F82CCC6D03B5}"/>
              </a:ext>
            </a:extLst>
          </p:cNvPr>
          <p:cNvSpPr/>
          <p:nvPr userDrawn="1"/>
        </p:nvSpPr>
        <p:spPr>
          <a:xfrm>
            <a:off x="438962"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438961"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 xmlns:a16="http://schemas.microsoft.com/office/drawing/2014/main" id="{E7002E75-2D96-4F0E-AC8A-DDBCF5CBF536}"/>
              </a:ext>
            </a:extLst>
          </p:cNvPr>
          <p:cNvSpPr>
            <a:spLocks noGrp="1"/>
          </p:cNvSpPr>
          <p:nvPr>
            <p:ph type="body" sz="quarter" idx="14" hasCustomPrompt="1"/>
          </p:nvPr>
        </p:nvSpPr>
        <p:spPr>
          <a:xfrm>
            <a:off x="438962"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 xmlns:a16="http://schemas.microsoft.com/office/drawing/2014/main" id="{2F7D0692-8667-44A3-A1D3-D39E38AE92DD}"/>
              </a:ext>
            </a:extLst>
          </p:cNvPr>
          <p:cNvCxnSpPr>
            <a:cxnSpLocks/>
          </p:cNvCxnSpPr>
          <p:nvPr userDrawn="1"/>
        </p:nvCxnSpPr>
        <p:spPr>
          <a:xfrm>
            <a:off x="548017"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3" name="Rectangle 52">
            <a:extLst>
              <a:ext uri="{FF2B5EF4-FFF2-40B4-BE49-F238E27FC236}">
                <a16:creationId xmlns="" xmlns:a16="http://schemas.microsoft.com/office/drawing/2014/main" id="{27ADBF00-25EC-4063-A5A1-A28DFBEFA8FB}"/>
              </a:ext>
            </a:extLst>
          </p:cNvPr>
          <p:cNvSpPr/>
          <p:nvPr userDrawn="1"/>
        </p:nvSpPr>
        <p:spPr>
          <a:xfrm>
            <a:off x="3311688"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5" name="Text Placeholder 4">
            <a:extLst>
              <a:ext uri="{FF2B5EF4-FFF2-40B4-BE49-F238E27FC236}">
                <a16:creationId xmlns="" xmlns:a16="http://schemas.microsoft.com/office/drawing/2014/main" id="{9782D4D5-C774-4C2F-A646-929DB1D5A813}"/>
              </a:ext>
            </a:extLst>
          </p:cNvPr>
          <p:cNvSpPr>
            <a:spLocks noGrp="1"/>
          </p:cNvSpPr>
          <p:nvPr>
            <p:ph type="body" sz="quarter" idx="16" hasCustomPrompt="1"/>
          </p:nvPr>
        </p:nvSpPr>
        <p:spPr>
          <a:xfrm>
            <a:off x="3311688"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sp>
        <p:nvSpPr>
          <p:cNvPr id="57" name="Rectangle 56">
            <a:extLst>
              <a:ext uri="{FF2B5EF4-FFF2-40B4-BE49-F238E27FC236}">
                <a16:creationId xmlns="" xmlns:a16="http://schemas.microsoft.com/office/drawing/2014/main" id="{863DC7F1-9A08-485D-AB4F-EBA24FAD873D}"/>
              </a:ext>
            </a:extLst>
          </p:cNvPr>
          <p:cNvSpPr/>
          <p:nvPr userDrawn="1"/>
        </p:nvSpPr>
        <p:spPr>
          <a:xfrm>
            <a:off x="6184414"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9" name="Text Placeholder 4">
            <a:extLst>
              <a:ext uri="{FF2B5EF4-FFF2-40B4-BE49-F238E27FC236}">
                <a16:creationId xmlns="" xmlns:a16="http://schemas.microsoft.com/office/drawing/2014/main" id="{5BB687B2-DC0F-4085-A36C-576A4E6F0D3E}"/>
              </a:ext>
            </a:extLst>
          </p:cNvPr>
          <p:cNvSpPr>
            <a:spLocks noGrp="1"/>
          </p:cNvSpPr>
          <p:nvPr>
            <p:ph type="body" sz="quarter" idx="18" hasCustomPrompt="1"/>
          </p:nvPr>
        </p:nvSpPr>
        <p:spPr>
          <a:xfrm>
            <a:off x="6184414"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sp>
        <p:nvSpPr>
          <p:cNvPr id="61" name="Rectangle 60">
            <a:extLst>
              <a:ext uri="{FF2B5EF4-FFF2-40B4-BE49-F238E27FC236}">
                <a16:creationId xmlns="" xmlns:a16="http://schemas.microsoft.com/office/drawing/2014/main" id="{E7FA196A-9199-4FCC-9468-1A6324910F10}"/>
              </a:ext>
            </a:extLst>
          </p:cNvPr>
          <p:cNvSpPr/>
          <p:nvPr userDrawn="1"/>
        </p:nvSpPr>
        <p:spPr>
          <a:xfrm>
            <a:off x="9057141"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3" name="Text Placeholder 4">
            <a:extLst>
              <a:ext uri="{FF2B5EF4-FFF2-40B4-BE49-F238E27FC236}">
                <a16:creationId xmlns="" xmlns:a16="http://schemas.microsoft.com/office/drawing/2014/main" id="{068DA545-6794-4A0B-B242-4603AC0E98DA}"/>
              </a:ext>
            </a:extLst>
          </p:cNvPr>
          <p:cNvSpPr>
            <a:spLocks noGrp="1"/>
          </p:cNvSpPr>
          <p:nvPr>
            <p:ph type="body" sz="quarter" idx="20" hasCustomPrompt="1"/>
          </p:nvPr>
        </p:nvSpPr>
        <p:spPr>
          <a:xfrm>
            <a:off x="9057141"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66" name="Straight Connector 65">
            <a:extLst>
              <a:ext uri="{FF2B5EF4-FFF2-40B4-BE49-F238E27FC236}">
                <a16:creationId xmlns="" xmlns:a16="http://schemas.microsoft.com/office/drawing/2014/main" id="{043053F1-B968-43EE-871F-8A29BE96FB96}"/>
              </a:ext>
            </a:extLst>
          </p:cNvPr>
          <p:cNvCxnSpPr>
            <a:cxnSpLocks/>
          </p:cNvCxnSpPr>
          <p:nvPr userDrawn="1"/>
        </p:nvCxnSpPr>
        <p:spPr>
          <a:xfrm>
            <a:off x="3420743"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 xmlns:a16="http://schemas.microsoft.com/office/drawing/2014/main" id="{EBF23B40-1E61-4543-B8B5-9D1F8DB33C7B}"/>
              </a:ext>
            </a:extLst>
          </p:cNvPr>
          <p:cNvCxnSpPr>
            <a:cxnSpLocks/>
          </p:cNvCxnSpPr>
          <p:nvPr userDrawn="1"/>
        </p:nvCxnSpPr>
        <p:spPr>
          <a:xfrm>
            <a:off x="6293469"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 xmlns:a16="http://schemas.microsoft.com/office/drawing/2014/main" id="{FA912EC7-D485-416D-9148-096803B58069}"/>
              </a:ext>
            </a:extLst>
          </p:cNvPr>
          <p:cNvCxnSpPr>
            <a:cxnSpLocks/>
          </p:cNvCxnSpPr>
          <p:nvPr userDrawn="1"/>
        </p:nvCxnSpPr>
        <p:spPr>
          <a:xfrm>
            <a:off x="9166196"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21"/>
          </p:nvPr>
        </p:nvSpPr>
        <p:spPr>
          <a:xfrm>
            <a:off x="438962" y="2019416"/>
            <a:ext cx="2698182"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2"/>
          </p:nvPr>
        </p:nvSpPr>
        <p:spPr>
          <a:xfrm>
            <a:off x="3311686" y="2019416"/>
            <a:ext cx="2698185"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23"/>
          </p:nvPr>
        </p:nvSpPr>
        <p:spPr>
          <a:xfrm>
            <a:off x="6184414" y="2019417"/>
            <a:ext cx="2698183"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p:cNvSpPr>
            <a:spLocks noGrp="1"/>
          </p:cNvSpPr>
          <p:nvPr>
            <p:ph type="body" sz="quarter" idx="24"/>
          </p:nvPr>
        </p:nvSpPr>
        <p:spPr>
          <a:xfrm>
            <a:off x="9057458" y="2019416"/>
            <a:ext cx="2697866"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930236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grid text layout">
    <p:spTree>
      <p:nvGrpSpPr>
        <p:cNvPr id="1" name=""/>
        <p:cNvGrpSpPr/>
        <p:nvPr/>
      </p:nvGrpSpPr>
      <p:grpSpPr>
        <a:xfrm>
          <a:off x="0" y="0"/>
          <a:ext cx="0" cy="0"/>
          <a:chOff x="0" y="0"/>
          <a:chExt cx="0" cy="0"/>
        </a:xfrm>
      </p:grpSpPr>
      <p:sp>
        <p:nvSpPr>
          <p:cNvPr id="31" name="Rectangle 30">
            <a:extLst>
              <a:ext uri="{FF2B5EF4-FFF2-40B4-BE49-F238E27FC236}">
                <a16:creationId xmlns="" xmlns:a16="http://schemas.microsoft.com/office/drawing/2014/main" id="{E2608241-4E05-46E8-9D0E-8DBE082943F4}"/>
              </a:ext>
            </a:extLst>
          </p:cNvPr>
          <p:cNvSpPr/>
          <p:nvPr userDrawn="1"/>
        </p:nvSpPr>
        <p:spPr>
          <a:xfrm>
            <a:off x="438962" y="3767989"/>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2" name="Rectangle 31">
            <a:extLst>
              <a:ext uri="{FF2B5EF4-FFF2-40B4-BE49-F238E27FC236}">
                <a16:creationId xmlns="" xmlns:a16="http://schemas.microsoft.com/office/drawing/2014/main" id="{ED14D64C-114A-4518-B391-E06AA8DAFFD2}"/>
              </a:ext>
            </a:extLst>
          </p:cNvPr>
          <p:cNvSpPr/>
          <p:nvPr userDrawn="1"/>
        </p:nvSpPr>
        <p:spPr>
          <a:xfrm>
            <a:off x="6266733" y="3767989"/>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4" name="Rectangle 3">
            <a:extLst>
              <a:ext uri="{FF2B5EF4-FFF2-40B4-BE49-F238E27FC236}">
                <a16:creationId xmlns="" xmlns:a16="http://schemas.microsoft.com/office/drawing/2014/main" id="{D04FF6FD-F491-4A54-95BF-F82CCC6D03B5}"/>
              </a:ext>
            </a:extLst>
          </p:cNvPr>
          <p:cNvSpPr/>
          <p:nvPr userDrawn="1"/>
        </p:nvSpPr>
        <p:spPr>
          <a:xfrm>
            <a:off x="438962" y="1066801"/>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 xmlns:a16="http://schemas.microsoft.com/office/drawing/2014/main" id="{E7002E75-2D96-4F0E-AC8A-DDBCF5CBF536}"/>
              </a:ext>
            </a:extLst>
          </p:cNvPr>
          <p:cNvSpPr>
            <a:spLocks noGrp="1"/>
          </p:cNvSpPr>
          <p:nvPr>
            <p:ph type="body" sz="quarter" idx="14" hasCustomPrompt="1"/>
          </p:nvPr>
        </p:nvSpPr>
        <p:spPr>
          <a:xfrm>
            <a:off x="438962" y="1080073"/>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 xmlns:a16="http://schemas.microsoft.com/office/drawing/2014/main" id="{2F7D0692-8667-44A3-A1D3-D39E38AE92DD}"/>
              </a:ext>
            </a:extLst>
          </p:cNvPr>
          <p:cNvCxnSpPr>
            <a:cxnSpLocks/>
          </p:cNvCxnSpPr>
          <p:nvPr userDrawn="1"/>
        </p:nvCxnSpPr>
        <p:spPr>
          <a:xfrm>
            <a:off x="617066" y="1700231"/>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 xmlns:a16="http://schemas.microsoft.com/office/drawing/2014/main" id="{10380C48-5BEB-4A6E-9DAB-A6429A58BD37}"/>
              </a:ext>
            </a:extLst>
          </p:cNvPr>
          <p:cNvSpPr/>
          <p:nvPr userDrawn="1"/>
        </p:nvSpPr>
        <p:spPr>
          <a:xfrm>
            <a:off x="6266733" y="1066801"/>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8" name="Text Placeholder 4">
            <a:extLst>
              <a:ext uri="{FF2B5EF4-FFF2-40B4-BE49-F238E27FC236}">
                <a16:creationId xmlns="" xmlns:a16="http://schemas.microsoft.com/office/drawing/2014/main" id="{84C5DFFB-6FF4-4318-9D0D-9CD77029DABD}"/>
              </a:ext>
            </a:extLst>
          </p:cNvPr>
          <p:cNvSpPr>
            <a:spLocks noGrp="1"/>
          </p:cNvSpPr>
          <p:nvPr>
            <p:ph type="body" sz="quarter" idx="16" hasCustomPrompt="1"/>
          </p:nvPr>
        </p:nvSpPr>
        <p:spPr>
          <a:xfrm>
            <a:off x="6266733" y="1080073"/>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9" name="Straight Connector 28">
            <a:extLst>
              <a:ext uri="{FF2B5EF4-FFF2-40B4-BE49-F238E27FC236}">
                <a16:creationId xmlns="" xmlns:a16="http://schemas.microsoft.com/office/drawing/2014/main" id="{D142C5A8-D7C7-4F2D-9CDF-834CB6B5513A}"/>
              </a:ext>
            </a:extLst>
          </p:cNvPr>
          <p:cNvCxnSpPr>
            <a:cxnSpLocks/>
          </p:cNvCxnSpPr>
          <p:nvPr userDrawn="1"/>
        </p:nvCxnSpPr>
        <p:spPr>
          <a:xfrm>
            <a:off x="6444837" y="1700231"/>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2" name="Text Placeholder 4">
            <a:extLst>
              <a:ext uri="{FF2B5EF4-FFF2-40B4-BE49-F238E27FC236}">
                <a16:creationId xmlns="" xmlns:a16="http://schemas.microsoft.com/office/drawing/2014/main" id="{5C66F760-3895-44D3-9634-42CF098615A8}"/>
              </a:ext>
            </a:extLst>
          </p:cNvPr>
          <p:cNvSpPr>
            <a:spLocks noGrp="1"/>
          </p:cNvSpPr>
          <p:nvPr>
            <p:ph type="body" sz="quarter" idx="18" hasCustomPrompt="1"/>
          </p:nvPr>
        </p:nvSpPr>
        <p:spPr>
          <a:xfrm>
            <a:off x="438962" y="3767989"/>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3" name="Straight Connector 22">
            <a:extLst>
              <a:ext uri="{FF2B5EF4-FFF2-40B4-BE49-F238E27FC236}">
                <a16:creationId xmlns="" xmlns:a16="http://schemas.microsoft.com/office/drawing/2014/main" id="{5290E210-1D03-48FC-908F-C4D29CCF1398}"/>
              </a:ext>
            </a:extLst>
          </p:cNvPr>
          <p:cNvCxnSpPr>
            <a:cxnSpLocks/>
          </p:cNvCxnSpPr>
          <p:nvPr userDrawn="1"/>
        </p:nvCxnSpPr>
        <p:spPr>
          <a:xfrm>
            <a:off x="617066" y="4388146"/>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5" name="Text Placeholder 4">
            <a:extLst>
              <a:ext uri="{FF2B5EF4-FFF2-40B4-BE49-F238E27FC236}">
                <a16:creationId xmlns="" xmlns:a16="http://schemas.microsoft.com/office/drawing/2014/main" id="{04F20230-7417-458C-90FE-3DF401E4D1D5}"/>
              </a:ext>
            </a:extLst>
          </p:cNvPr>
          <p:cNvSpPr>
            <a:spLocks noGrp="1"/>
          </p:cNvSpPr>
          <p:nvPr>
            <p:ph type="body" sz="quarter" idx="20" hasCustomPrompt="1"/>
          </p:nvPr>
        </p:nvSpPr>
        <p:spPr>
          <a:xfrm>
            <a:off x="6266733" y="3767989"/>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0" name="Straight Connector 29">
            <a:extLst>
              <a:ext uri="{FF2B5EF4-FFF2-40B4-BE49-F238E27FC236}">
                <a16:creationId xmlns="" xmlns:a16="http://schemas.microsoft.com/office/drawing/2014/main" id="{E85F50F5-008F-4B71-8FA6-64E17A0CF360}"/>
              </a:ext>
            </a:extLst>
          </p:cNvPr>
          <p:cNvCxnSpPr>
            <a:cxnSpLocks/>
          </p:cNvCxnSpPr>
          <p:nvPr userDrawn="1"/>
        </p:nvCxnSpPr>
        <p:spPr>
          <a:xfrm>
            <a:off x="6444837" y="4388146"/>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21"/>
          </p:nvPr>
        </p:nvSpPr>
        <p:spPr>
          <a:xfrm>
            <a:off x="438962" y="1817468"/>
            <a:ext cx="5487829" cy="1620124"/>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2"/>
          </p:nvPr>
        </p:nvSpPr>
        <p:spPr>
          <a:xfrm>
            <a:off x="6266733" y="1817468"/>
            <a:ext cx="5487829" cy="1620124"/>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p:cNvSpPr>
            <a:spLocks noGrp="1"/>
          </p:cNvSpPr>
          <p:nvPr>
            <p:ph type="body" sz="quarter" idx="23"/>
          </p:nvPr>
        </p:nvSpPr>
        <p:spPr>
          <a:xfrm>
            <a:off x="6266733" y="4500507"/>
            <a:ext cx="5487829" cy="1638272"/>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24"/>
          </p:nvPr>
        </p:nvSpPr>
        <p:spPr>
          <a:xfrm>
            <a:off x="438962" y="4505384"/>
            <a:ext cx="5487829" cy="1633395"/>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210395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mage on left">
    <p:spTree>
      <p:nvGrpSpPr>
        <p:cNvPr id="1" name=""/>
        <p:cNvGrpSpPr/>
        <p:nvPr/>
      </p:nvGrpSpPr>
      <p:grpSpPr>
        <a:xfrm>
          <a:off x="0" y="0"/>
          <a:ext cx="0" cy="0"/>
          <a:chOff x="0" y="0"/>
          <a:chExt cx="0" cy="0"/>
        </a:xfrm>
      </p:grpSpPr>
      <p:sp>
        <p:nvSpPr>
          <p:cNvPr id="5" name="Text Placeholder 4">
            <a:extLst>
              <a:ext uri="{FF2B5EF4-FFF2-40B4-BE49-F238E27FC236}">
                <a16:creationId xmlns="" xmlns:a16="http://schemas.microsoft.com/office/drawing/2014/main" id="{FA384AA8-E329-48AE-A654-DB73F5111AE3}"/>
              </a:ext>
            </a:extLst>
          </p:cNvPr>
          <p:cNvSpPr>
            <a:spLocks noGrp="1"/>
          </p:cNvSpPr>
          <p:nvPr>
            <p:ph type="body" sz="quarter" idx="10" hasCustomPrompt="1"/>
          </p:nvPr>
        </p:nvSpPr>
        <p:spPr>
          <a:xfrm>
            <a:off x="8188236" y="1409703"/>
            <a:ext cx="3564801" cy="1009033"/>
          </a:xfrm>
        </p:spPr>
        <p:txBody>
          <a:bodyPr lIns="0" tIns="0" rIns="0" bIns="0" anchor="b">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 on the right with images…</a:t>
            </a:r>
          </a:p>
        </p:txBody>
      </p:sp>
      <p:sp>
        <p:nvSpPr>
          <p:cNvPr id="8" name="Text Placeholder 4">
            <a:extLst>
              <a:ext uri="{FF2B5EF4-FFF2-40B4-BE49-F238E27FC236}">
                <a16:creationId xmlns="" xmlns:a16="http://schemas.microsoft.com/office/drawing/2014/main" id="{4D28E0D2-FB60-4FE5-A488-EAC3FDC4F5D4}"/>
              </a:ext>
            </a:extLst>
          </p:cNvPr>
          <p:cNvSpPr>
            <a:spLocks noGrp="1"/>
          </p:cNvSpPr>
          <p:nvPr>
            <p:ph type="body" sz="quarter" idx="11" hasCustomPrompt="1"/>
          </p:nvPr>
        </p:nvSpPr>
        <p:spPr>
          <a:xfrm>
            <a:off x="8188236" y="2568887"/>
            <a:ext cx="3564801" cy="640080"/>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10" name="Text Placeholder 4">
            <a:extLst>
              <a:ext uri="{FF2B5EF4-FFF2-40B4-BE49-F238E27FC236}">
                <a16:creationId xmlns="" xmlns:a16="http://schemas.microsoft.com/office/drawing/2014/main" id="{D083492D-9303-43AC-B776-BB4E216D25FC}"/>
              </a:ext>
            </a:extLst>
          </p:cNvPr>
          <p:cNvSpPr>
            <a:spLocks noGrp="1"/>
          </p:cNvSpPr>
          <p:nvPr>
            <p:ph type="body" sz="quarter" idx="13" hasCustomPrompt="1"/>
          </p:nvPr>
        </p:nvSpPr>
        <p:spPr>
          <a:xfrm>
            <a:off x="8188235" y="3302080"/>
            <a:ext cx="3567089" cy="2982173"/>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7" name="TextBox 6">
            <a:extLst>
              <a:ext uri="{FF2B5EF4-FFF2-40B4-BE49-F238E27FC236}">
                <a16:creationId xmlns="" xmlns:a16="http://schemas.microsoft.com/office/drawing/2014/main" id="{627C5B98-7084-40B5-BEB1-C88745735293}"/>
              </a:ext>
            </a:extLst>
          </p:cNvPr>
          <p:cNvSpPr txBox="1"/>
          <p:nvPr userDrawn="1"/>
        </p:nvSpPr>
        <p:spPr>
          <a:xfrm>
            <a:off x="11470597" y="6596679"/>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lumMod val="50000"/>
                  </a:schemeClr>
                </a:solidFill>
                <a:latin typeface="Avenir Roman"/>
                <a:cs typeface="Avenir Roman"/>
              </a:rPr>
              <a:pPr algn="r"/>
              <a:t>‹#›</a:t>
            </a:fld>
            <a:endParaRPr kumimoji="0" lang="en-US" sz="1000" u="none" strike="noStrike" kern="1200" cap="none" spc="0" normalizeH="0" baseline="0" noProof="0" dirty="0">
              <a:ln>
                <a:noFill/>
              </a:ln>
              <a:solidFill>
                <a:schemeClr val="bg1">
                  <a:lumMod val="50000"/>
                </a:schemeClr>
              </a:solidFill>
              <a:effectLst/>
              <a:uLnTx/>
              <a:uFillTx/>
              <a:latin typeface="Avenir Roman"/>
              <a:cs typeface="Avenir Roman"/>
            </a:endParaRPr>
          </a:p>
        </p:txBody>
      </p:sp>
      <p:sp>
        <p:nvSpPr>
          <p:cNvPr id="3" name="Picture Placeholder 2">
            <a:extLst>
              <a:ext uri="{FF2B5EF4-FFF2-40B4-BE49-F238E27FC236}">
                <a16:creationId xmlns="" xmlns:a16="http://schemas.microsoft.com/office/drawing/2014/main" id="{B481D2D6-D3F9-47BA-B7FD-5810A8C443CC}"/>
              </a:ext>
            </a:extLst>
          </p:cNvPr>
          <p:cNvSpPr>
            <a:spLocks noGrp="1"/>
          </p:cNvSpPr>
          <p:nvPr>
            <p:ph type="pic" sz="quarter" idx="14" hasCustomPrompt="1"/>
          </p:nvPr>
        </p:nvSpPr>
        <p:spPr>
          <a:xfrm>
            <a:off x="1" y="0"/>
            <a:ext cx="7745842" cy="6858000"/>
          </a:xfrm>
        </p:spPr>
        <p:txBody>
          <a:bodyPr tIns="914400" bIns="91440" anchor="ctr">
            <a:normAutofit/>
          </a:bodyPr>
          <a:lstStyle>
            <a:lvl1pPr marL="0" indent="0" algn="ctr">
              <a:buNone/>
              <a:defRPr sz="1800" i="0"/>
            </a:lvl1pPr>
          </a:lstStyle>
          <a:p>
            <a:r>
              <a:rPr lang="en-US" dirty="0"/>
              <a:t>Click to add picture</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1395964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Graph on right">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 xmlns:a16="http://schemas.microsoft.com/office/drawing/2014/main" id="{FA384AA8-E329-48AE-A654-DB73F5111AE3}"/>
              </a:ext>
            </a:extLst>
          </p:cNvPr>
          <p:cNvSpPr>
            <a:spLocks noGrp="1"/>
          </p:cNvSpPr>
          <p:nvPr>
            <p:ph type="body" sz="quarter" idx="10" hasCustomPrompt="1"/>
          </p:nvPr>
        </p:nvSpPr>
        <p:spPr>
          <a:xfrm>
            <a:off x="438962" y="1409703"/>
            <a:ext cx="2835378" cy="1183027"/>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a:t>
            </a:r>
          </a:p>
          <a:p>
            <a:pPr lvl="0"/>
            <a:r>
              <a:rPr lang="en-US" dirty="0"/>
              <a:t>on the left</a:t>
            </a:r>
          </a:p>
          <a:p>
            <a:pPr lvl="0"/>
            <a:r>
              <a:rPr lang="en-US" dirty="0"/>
              <a:t>with graphs…</a:t>
            </a:r>
          </a:p>
        </p:txBody>
      </p:sp>
      <p:sp>
        <p:nvSpPr>
          <p:cNvPr id="8" name="Text Placeholder 4">
            <a:extLst>
              <a:ext uri="{FF2B5EF4-FFF2-40B4-BE49-F238E27FC236}">
                <a16:creationId xmlns="" xmlns:a16="http://schemas.microsoft.com/office/drawing/2014/main" id="{4D28E0D2-FB60-4FE5-A488-EAC3FDC4F5D4}"/>
              </a:ext>
            </a:extLst>
          </p:cNvPr>
          <p:cNvSpPr>
            <a:spLocks noGrp="1"/>
          </p:cNvSpPr>
          <p:nvPr>
            <p:ph type="body" sz="quarter" idx="11" hasCustomPrompt="1"/>
          </p:nvPr>
        </p:nvSpPr>
        <p:spPr>
          <a:xfrm>
            <a:off x="438962" y="2804180"/>
            <a:ext cx="2835378" cy="557526"/>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 xmlns:a16="http://schemas.microsoft.com/office/drawing/2014/main" id="{C273D64F-4619-454D-AE59-A131CB2E91E5}"/>
              </a:ext>
            </a:extLst>
          </p:cNvPr>
          <p:cNvSpPr>
            <a:spLocks noGrp="1"/>
          </p:cNvSpPr>
          <p:nvPr>
            <p:ph type="body" sz="quarter" idx="12" hasCustomPrompt="1"/>
          </p:nvPr>
        </p:nvSpPr>
        <p:spPr>
          <a:xfrm>
            <a:off x="436675" y="3418610"/>
            <a:ext cx="2835378" cy="2500131"/>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3" name="Content Placeholder 2">
            <a:extLst>
              <a:ext uri="{FF2B5EF4-FFF2-40B4-BE49-F238E27FC236}">
                <a16:creationId xmlns="" xmlns:a16="http://schemas.microsoft.com/office/drawing/2014/main" id="{E08AC9F2-845D-4282-82E8-B51C55688597}"/>
              </a:ext>
            </a:extLst>
          </p:cNvPr>
          <p:cNvSpPr>
            <a:spLocks noGrp="1"/>
          </p:cNvSpPr>
          <p:nvPr>
            <p:ph sz="quarter" idx="13" hasCustomPrompt="1"/>
          </p:nvPr>
        </p:nvSpPr>
        <p:spPr>
          <a:xfrm>
            <a:off x="4038064" y="1409700"/>
            <a:ext cx="7717260" cy="4354492"/>
          </a:xfrm>
        </p:spPr>
        <p:txBody>
          <a:bodyPr tIns="1554480" bIns="91440" anchor="ctr">
            <a:normAutofit/>
          </a:bodyPr>
          <a:lstStyle>
            <a:lvl1pPr marL="0" indent="0" algn="ctr">
              <a:buNone/>
              <a:defRPr sz="1800"/>
            </a:lvl1pPr>
          </a:lstStyle>
          <a:p>
            <a:pPr lvl="0"/>
            <a:r>
              <a:rPr lang="en-US" dirty="0"/>
              <a:t>Click to add graphics</a:t>
            </a:r>
          </a:p>
        </p:txBody>
      </p:sp>
    </p:spTree>
    <p:extLst>
      <p:ext uri="{BB962C8B-B14F-4D97-AF65-F5344CB8AC3E}">
        <p14:creationId xmlns:p14="http://schemas.microsoft.com/office/powerpoint/2010/main" val="29373935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Graph on left">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a:xfrm>
            <a:off x="438962" y="245863"/>
            <a:ext cx="9050409" cy="315704"/>
          </a:xfrm>
        </p:spPr>
        <p:txBody>
          <a:bodyPr/>
          <a:lstStyle>
            <a:lvl1pPr>
              <a:defRPr/>
            </a:lvl1pPr>
          </a:lstStyle>
          <a:p>
            <a:r>
              <a:rPr lang="en-US" dirty="0"/>
              <a:t>SECTION HEADING</a:t>
            </a:r>
          </a:p>
        </p:txBody>
      </p:sp>
      <p:sp>
        <p:nvSpPr>
          <p:cNvPr id="5" name="Text Placeholder 4">
            <a:extLst>
              <a:ext uri="{FF2B5EF4-FFF2-40B4-BE49-F238E27FC236}">
                <a16:creationId xmlns="" xmlns:a16="http://schemas.microsoft.com/office/drawing/2014/main" id="{FA384AA8-E329-48AE-A654-DB73F5111AE3}"/>
              </a:ext>
            </a:extLst>
          </p:cNvPr>
          <p:cNvSpPr>
            <a:spLocks noGrp="1"/>
          </p:cNvSpPr>
          <p:nvPr>
            <p:ph type="body" sz="quarter" idx="10" hasCustomPrompt="1"/>
          </p:nvPr>
        </p:nvSpPr>
        <p:spPr>
          <a:xfrm>
            <a:off x="8958632" y="1409703"/>
            <a:ext cx="2796693" cy="1183027"/>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a:t>
            </a:r>
          </a:p>
          <a:p>
            <a:pPr lvl="0"/>
            <a:r>
              <a:rPr lang="en-US" dirty="0"/>
              <a:t>on the right</a:t>
            </a:r>
          </a:p>
          <a:p>
            <a:pPr lvl="0"/>
            <a:r>
              <a:rPr lang="en-US" dirty="0"/>
              <a:t>with graphs…</a:t>
            </a:r>
          </a:p>
        </p:txBody>
      </p:sp>
      <p:sp>
        <p:nvSpPr>
          <p:cNvPr id="8" name="Text Placeholder 4">
            <a:extLst>
              <a:ext uri="{FF2B5EF4-FFF2-40B4-BE49-F238E27FC236}">
                <a16:creationId xmlns="" xmlns:a16="http://schemas.microsoft.com/office/drawing/2014/main" id="{4D28E0D2-FB60-4FE5-A488-EAC3FDC4F5D4}"/>
              </a:ext>
            </a:extLst>
          </p:cNvPr>
          <p:cNvSpPr>
            <a:spLocks noGrp="1"/>
          </p:cNvSpPr>
          <p:nvPr>
            <p:ph type="body" sz="quarter" idx="11" hasCustomPrompt="1"/>
          </p:nvPr>
        </p:nvSpPr>
        <p:spPr>
          <a:xfrm>
            <a:off x="8958632" y="2804180"/>
            <a:ext cx="2796693" cy="557526"/>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 xmlns:a16="http://schemas.microsoft.com/office/drawing/2014/main" id="{C273D64F-4619-454D-AE59-A131CB2E91E5}"/>
              </a:ext>
            </a:extLst>
          </p:cNvPr>
          <p:cNvSpPr>
            <a:spLocks noGrp="1"/>
          </p:cNvSpPr>
          <p:nvPr>
            <p:ph type="body" sz="quarter" idx="12" hasCustomPrompt="1"/>
          </p:nvPr>
        </p:nvSpPr>
        <p:spPr>
          <a:xfrm>
            <a:off x="8958632" y="3418610"/>
            <a:ext cx="2796693" cy="2500131"/>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3" name="Content Placeholder 2">
            <a:extLst>
              <a:ext uri="{FF2B5EF4-FFF2-40B4-BE49-F238E27FC236}">
                <a16:creationId xmlns="" xmlns:a16="http://schemas.microsoft.com/office/drawing/2014/main" id="{E08AC9F2-845D-4282-82E8-B51C55688597}"/>
              </a:ext>
            </a:extLst>
          </p:cNvPr>
          <p:cNvSpPr>
            <a:spLocks noGrp="1"/>
          </p:cNvSpPr>
          <p:nvPr>
            <p:ph sz="quarter" idx="13" hasCustomPrompt="1"/>
          </p:nvPr>
        </p:nvSpPr>
        <p:spPr>
          <a:xfrm>
            <a:off x="438962" y="1409700"/>
            <a:ext cx="7717260" cy="4354492"/>
          </a:xfrm>
        </p:spPr>
        <p:txBody>
          <a:bodyPr tIns="1554480" anchor="ctr">
            <a:normAutofit/>
          </a:bodyPr>
          <a:lstStyle>
            <a:lvl1pPr marL="0" indent="0" algn="ctr">
              <a:buNone/>
              <a:defRPr sz="1800"/>
            </a:lvl1pPr>
          </a:lstStyle>
          <a:p>
            <a:pPr lvl="0"/>
            <a:r>
              <a:rPr lang="en-US" dirty="0"/>
              <a:t>Click to add graphics</a:t>
            </a:r>
          </a:p>
        </p:txBody>
      </p:sp>
    </p:spTree>
    <p:extLst>
      <p:ext uri="{BB962C8B-B14F-4D97-AF65-F5344CB8AC3E}">
        <p14:creationId xmlns:p14="http://schemas.microsoft.com/office/powerpoint/2010/main" val="11151629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Video layout">
    <p:spTree>
      <p:nvGrpSpPr>
        <p:cNvPr id="1" name=""/>
        <p:cNvGrpSpPr/>
        <p:nvPr/>
      </p:nvGrpSpPr>
      <p:grpSpPr>
        <a:xfrm>
          <a:off x="0" y="0"/>
          <a:ext cx="0" cy="0"/>
          <a:chOff x="0" y="0"/>
          <a:chExt cx="0" cy="0"/>
        </a:xfrm>
      </p:grpSpPr>
      <p:sp>
        <p:nvSpPr>
          <p:cNvPr id="4" name="Media Placeholder 3">
            <a:extLst>
              <a:ext uri="{FF2B5EF4-FFF2-40B4-BE49-F238E27FC236}">
                <a16:creationId xmlns="" xmlns:a16="http://schemas.microsoft.com/office/drawing/2014/main" id="{57F838CA-1797-4E5B-8118-8D29A3E14884}"/>
              </a:ext>
            </a:extLst>
          </p:cNvPr>
          <p:cNvSpPr>
            <a:spLocks noGrp="1"/>
          </p:cNvSpPr>
          <p:nvPr>
            <p:ph type="media" sz="quarter" idx="14" hasCustomPrompt="1"/>
          </p:nvPr>
        </p:nvSpPr>
        <p:spPr>
          <a:xfrm>
            <a:off x="1" y="0"/>
            <a:ext cx="12192000" cy="6858000"/>
          </a:xfrm>
        </p:spPr>
        <p:txBody>
          <a:bodyPr tIns="731520" anchor="ctr">
            <a:normAutofit/>
          </a:bodyPr>
          <a:lstStyle>
            <a:lvl1pPr marL="0" indent="0" algn="ctr">
              <a:buNone/>
              <a:defRPr sz="1600"/>
            </a:lvl1pPr>
          </a:lstStyle>
          <a:p>
            <a:r>
              <a:rPr lang="en-US" dirty="0"/>
              <a:t>Click to add video</a:t>
            </a:r>
          </a:p>
        </p:txBody>
      </p:sp>
    </p:spTree>
    <p:extLst>
      <p:ext uri="{BB962C8B-B14F-4D97-AF65-F5344CB8AC3E}">
        <p14:creationId xmlns:p14="http://schemas.microsoft.com/office/powerpoint/2010/main" val="2198527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ingle column text layout">
    <p:spTree>
      <p:nvGrpSpPr>
        <p:cNvPr id="1" name=""/>
        <p:cNvGrpSpPr/>
        <p:nvPr/>
      </p:nvGrpSpPr>
      <p:grpSpPr>
        <a:xfrm>
          <a:off x="0" y="0"/>
          <a:ext cx="0" cy="0"/>
          <a:chOff x="0" y="0"/>
          <a:chExt cx="0" cy="0"/>
        </a:xfrm>
      </p:grpSpPr>
      <p:pic>
        <p:nvPicPr>
          <p:cNvPr id="12" name="Picture 11">
            <a:extLst>
              <a:ext uri="{FF2B5EF4-FFF2-40B4-BE49-F238E27FC236}">
                <a16:creationId xmlns="" xmlns:a16="http://schemas.microsoft.com/office/drawing/2014/main"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 xmlns:a16="http://schemas.microsoft.com/office/drawing/2014/main"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Single column text layout</a:t>
            </a:r>
          </a:p>
        </p:txBody>
      </p:sp>
      <p:sp>
        <p:nvSpPr>
          <p:cNvPr id="8" name="Text Placeholder 4">
            <a:extLst>
              <a:ext uri="{FF2B5EF4-FFF2-40B4-BE49-F238E27FC236}">
                <a16:creationId xmlns="" xmlns:a16="http://schemas.microsoft.com/office/drawing/2014/main"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10" name="Text Placeholder 4">
            <a:extLst>
              <a:ext uri="{FF2B5EF4-FFF2-40B4-BE49-F238E27FC236}">
                <a16:creationId xmlns="" xmlns:a16="http://schemas.microsoft.com/office/drawing/2014/main" id="{D083492D-9303-43AC-B776-BB4E216D25FC}"/>
              </a:ext>
            </a:extLst>
          </p:cNvPr>
          <p:cNvSpPr>
            <a:spLocks noGrp="1"/>
          </p:cNvSpPr>
          <p:nvPr>
            <p:ph type="body" sz="quarter" idx="13" hasCustomPrompt="1"/>
          </p:nvPr>
        </p:nvSpPr>
        <p:spPr>
          <a:xfrm>
            <a:off x="4038064" y="1409702"/>
            <a:ext cx="7717260"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Tree>
    <p:extLst>
      <p:ext uri="{BB962C8B-B14F-4D97-AF65-F5344CB8AC3E}">
        <p14:creationId xmlns:p14="http://schemas.microsoft.com/office/powerpoint/2010/main" val="266983203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ouble column text layout">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 xmlns:a16="http://schemas.microsoft.com/office/drawing/2014/main"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Double column text layout</a:t>
            </a:r>
          </a:p>
        </p:txBody>
      </p:sp>
      <p:sp>
        <p:nvSpPr>
          <p:cNvPr id="8" name="Text Placeholder 4">
            <a:extLst>
              <a:ext uri="{FF2B5EF4-FFF2-40B4-BE49-F238E27FC236}">
                <a16:creationId xmlns="" xmlns:a16="http://schemas.microsoft.com/office/drawing/2014/main"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 xmlns:a16="http://schemas.microsoft.com/office/drawing/2014/main" id="{C273D64F-4619-454D-AE59-A131CB2E91E5}"/>
              </a:ext>
            </a:extLst>
          </p:cNvPr>
          <p:cNvSpPr>
            <a:spLocks noGrp="1"/>
          </p:cNvSpPr>
          <p:nvPr>
            <p:ph type="body" sz="quarter" idx="12" hasCustomPrompt="1"/>
          </p:nvPr>
        </p:nvSpPr>
        <p:spPr>
          <a:xfrm>
            <a:off x="4038065" y="1409702"/>
            <a:ext cx="3567089"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10" name="Text Placeholder 4">
            <a:extLst>
              <a:ext uri="{FF2B5EF4-FFF2-40B4-BE49-F238E27FC236}">
                <a16:creationId xmlns="" xmlns:a16="http://schemas.microsoft.com/office/drawing/2014/main" id="{D083492D-9303-43AC-B776-BB4E216D25FC}"/>
              </a:ext>
            </a:extLst>
          </p:cNvPr>
          <p:cNvSpPr>
            <a:spLocks noGrp="1"/>
          </p:cNvSpPr>
          <p:nvPr>
            <p:ph type="body" sz="quarter" idx="13" hasCustomPrompt="1"/>
          </p:nvPr>
        </p:nvSpPr>
        <p:spPr>
          <a:xfrm>
            <a:off x="8188235" y="1409702"/>
            <a:ext cx="3567089"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pic>
        <p:nvPicPr>
          <p:cNvPr id="12" name="Picture 11">
            <a:extLst>
              <a:ext uri="{FF2B5EF4-FFF2-40B4-BE49-F238E27FC236}">
                <a16:creationId xmlns="" xmlns:a16="http://schemas.microsoft.com/office/drawing/2014/main"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Tree>
    <p:extLst>
      <p:ext uri="{BB962C8B-B14F-4D97-AF65-F5344CB8AC3E}">
        <p14:creationId xmlns:p14="http://schemas.microsoft.com/office/powerpoint/2010/main" val="7712298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pic>
        <p:nvPicPr>
          <p:cNvPr id="82" name="Picture 81"/>
          <p:cNvPicPr>
            <a:picLocks noChangeAspect="1"/>
          </p:cNvPicPr>
          <p:nvPr userDrawn="1"/>
        </p:nvPicPr>
        <p:blipFill rotWithShape="1">
          <a:blip r:embed="rId2" cstate="print">
            <a:alphaModFix amt="4000"/>
            <a:extLst>
              <a:ext uri="{28A0092B-C50C-407E-A947-70E740481C1C}">
                <a14:useLocalDpi xmlns:a14="http://schemas.microsoft.com/office/drawing/2010/main" val="0"/>
              </a:ext>
            </a:extLst>
          </a:blip>
          <a:srcRect/>
          <a:stretch/>
        </p:blipFill>
        <p:spPr>
          <a:xfrm>
            <a:off x="7604521" y="0"/>
            <a:ext cx="4591311" cy="6858000"/>
          </a:xfrm>
          <a:prstGeom prst="rect">
            <a:avLst/>
          </a:prstGeom>
        </p:spPr>
      </p:pic>
      <p:pic>
        <p:nvPicPr>
          <p:cNvPr id="83" name="Picture 8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216767" cy="6858000"/>
          </a:xfrm>
          <a:prstGeom prst="rect">
            <a:avLst/>
          </a:prstGeom>
        </p:spPr>
      </p:pic>
      <p:sp>
        <p:nvSpPr>
          <p:cNvPr id="55" name="Rectangle 54"/>
          <p:cNvSpPr/>
          <p:nvPr userDrawn="1"/>
        </p:nvSpPr>
        <p:spPr>
          <a:xfrm>
            <a:off x="1" y="2"/>
            <a:ext cx="12192000" cy="6486377"/>
          </a:xfrm>
          <a:prstGeom prst="rect">
            <a:avLst/>
          </a:prstGeom>
          <a:gradFill>
            <a:gsLst>
              <a:gs pos="100000">
                <a:schemeClr val="bg1">
                  <a:alpha val="0"/>
                </a:schemeClr>
              </a:gs>
              <a:gs pos="34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349"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Rectangle 1"/>
          <p:cNvSpPr/>
          <p:nvPr userDrawn="1"/>
        </p:nvSpPr>
        <p:spPr>
          <a:xfrm>
            <a:off x="7573465" y="0"/>
            <a:ext cx="4618536" cy="6858000"/>
          </a:xfrm>
          <a:prstGeom prst="rect">
            <a:avLst/>
          </a:prstGeom>
          <a:solidFill>
            <a:srgbClr val="1B41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349"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8" name="TextBox 7"/>
          <p:cNvSpPr txBox="1"/>
          <p:nvPr userDrawn="1"/>
        </p:nvSpPr>
        <p:spPr>
          <a:xfrm>
            <a:off x="7775369" y="687987"/>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Infogain Corporation, HQ</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485 Alberto Way</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100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Los Gatos, CA 95032</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408-355-6000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9" name="TextBox 8"/>
          <p:cNvSpPr txBox="1"/>
          <p:nvPr userDrawn="1"/>
        </p:nvSpPr>
        <p:spPr>
          <a:xfrm>
            <a:off x="7775371" y="2834347"/>
            <a:ext cx="2009758"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Austin</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111 W. Anderson Lane</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E336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Austin, TX 78752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512-212-4070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0" name="TextBox 9"/>
          <p:cNvSpPr txBox="1"/>
          <p:nvPr userDrawn="1"/>
        </p:nvSpPr>
        <p:spPr>
          <a:xfrm>
            <a:off x="9921983" y="687987"/>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Noida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A-16 &amp; 21, Sector 60</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Gautam Budh Nagar </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Noida – 201 301, India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12 0244 5144</a:t>
            </a:r>
          </a:p>
        </p:txBody>
      </p:sp>
      <p:sp>
        <p:nvSpPr>
          <p:cNvPr id="11" name="TextBox 10"/>
          <p:cNvSpPr txBox="1"/>
          <p:nvPr userDrawn="1"/>
        </p:nvSpPr>
        <p:spPr>
          <a:xfrm>
            <a:off x="9909581" y="1760105"/>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Mumbai</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Unit No. 74, 2</a:t>
            </a:r>
            <a:r>
              <a:rPr kumimoji="0" lang="en-US" sz="1000" b="0" i="0" u="none" strike="noStrike" kern="1200" cap="none" spc="0" normalizeH="0" baseline="30000" noProof="0" dirty="0">
                <a:ln>
                  <a:noFill/>
                </a:ln>
                <a:solidFill>
                  <a:srgbClr val="FFFFFF"/>
                </a:solidFill>
                <a:effectLst/>
                <a:uLnTx/>
                <a:uFillTx/>
                <a:latin typeface="Avenir Roman" panose="020B0503020203020204"/>
                <a:ea typeface="Lato" charset="0"/>
                <a:cs typeface="Lato" charset="0"/>
              </a:rPr>
              <a:t>nd</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Floor, SDF 3</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SEEPZ, Andheri East</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Mumbai – 400 096, India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22 6114 6969</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2" name="TextBox 11"/>
          <p:cNvSpPr txBox="1"/>
          <p:nvPr userDrawn="1"/>
        </p:nvSpPr>
        <p:spPr>
          <a:xfrm>
            <a:off x="7775370" y="1761667"/>
            <a:ext cx="2009758"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Irvine</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41 Corporate Park</a:t>
            </a:r>
            <a:b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390</a:t>
            </a:r>
            <a:b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Irvine, CA 92606</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949-223-5100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3" name="TextBox 12"/>
          <p:cNvSpPr txBox="1"/>
          <p:nvPr userDrawn="1"/>
        </p:nvSpPr>
        <p:spPr>
          <a:xfrm>
            <a:off x="9879784" y="2832222"/>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Bengaluru</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#7, 18th Main Road, 7th Block</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err="1">
                <a:ln>
                  <a:noFill/>
                </a:ln>
                <a:solidFill>
                  <a:srgbClr val="FFFFFF"/>
                </a:solidFill>
                <a:effectLst/>
                <a:uLnTx/>
                <a:uFillTx/>
                <a:latin typeface="Avenir Roman" panose="020B0503020203020204"/>
                <a:ea typeface="Lato" charset="0"/>
                <a:cs typeface="Lato" charset="0"/>
              </a:rPr>
              <a:t>Koramangala</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Bengaluru - 560 095, India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80 4110 4560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36" name="TextBox 35"/>
          <p:cNvSpPr txBox="1"/>
          <p:nvPr userDrawn="1"/>
        </p:nvSpPr>
        <p:spPr>
          <a:xfrm>
            <a:off x="7775369" y="4976456"/>
            <a:ext cx="200975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London</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Millbank Tower, Citibase 21-24 Millbank, office no 1.7</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London SW1P 4DP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+44 (0)20 3355 7594</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37" name="TextBox 36"/>
          <p:cNvSpPr txBox="1"/>
          <p:nvPr userDrawn="1"/>
        </p:nvSpPr>
        <p:spPr>
          <a:xfrm>
            <a:off x="9909581" y="3904340"/>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Dubai	</a:t>
            </a:r>
            <a:endParaRPr kumimoji="0" lang="pt-BR"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Office No. 255, Building No. 17 Dubai Internet City</a:t>
            </a:r>
            <a:br>
              <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Dubai, UAE</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+971-4-458-7336</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56" name="TextBox 55"/>
          <p:cNvSpPr txBox="1"/>
          <p:nvPr userDrawn="1"/>
        </p:nvSpPr>
        <p:spPr>
          <a:xfrm>
            <a:off x="7775370" y="3908673"/>
            <a:ext cx="200975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Phoenix</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21410 North 19</a:t>
            </a:r>
            <a:r>
              <a:rPr kumimoji="0" lang="en-US" sz="1000" b="0" i="0" u="none" strike="noStrike" kern="1200" cap="none" spc="0" normalizeH="0" baseline="30000" noProof="0" dirty="0">
                <a:ln>
                  <a:noFill/>
                </a:ln>
                <a:solidFill>
                  <a:srgbClr val="FFFFFF"/>
                </a:solidFill>
                <a:effectLst/>
                <a:uLnTx/>
                <a:uFillTx/>
                <a:latin typeface="Avenir Roman" panose="020B0503020203020204"/>
                <a:ea typeface="Lato" charset="0"/>
                <a:cs typeface="Lato" charset="0"/>
              </a:rPr>
              <a:t>th</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Ave</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114</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Phoenix, AZ 85027</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602-455-1860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57" name="TextBox 56"/>
          <p:cNvSpPr txBox="1"/>
          <p:nvPr userDrawn="1"/>
        </p:nvSpPr>
        <p:spPr>
          <a:xfrm>
            <a:off x="9879784" y="4976456"/>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Singapore</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144 Robinson Road, #13-01 Robinson Square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Singapore 068908</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+65 62741455</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pic>
        <p:nvPicPr>
          <p:cNvPr id="5" name="Picture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71732" y="4529860"/>
            <a:ext cx="2648305" cy="1076706"/>
          </a:xfrm>
          <a:prstGeom prst="rect">
            <a:avLst/>
          </a:prstGeom>
        </p:spPr>
      </p:pic>
      <p:sp>
        <p:nvSpPr>
          <p:cNvPr id="85" name="TextBox 84">
            <a:extLst>
              <a:ext uri="{FF2B5EF4-FFF2-40B4-BE49-F238E27FC236}">
                <a16:creationId xmlns="" xmlns:a16="http://schemas.microsoft.com/office/drawing/2014/main" id="{3230B90F-242E-4EDF-94F3-70B9791F7EF3}"/>
              </a:ext>
            </a:extLst>
          </p:cNvPr>
          <p:cNvSpPr txBox="1"/>
          <p:nvPr userDrawn="1"/>
        </p:nvSpPr>
        <p:spPr>
          <a:xfrm>
            <a:off x="11511853" y="6569254"/>
            <a:ext cx="325815" cy="230832"/>
          </a:xfrm>
          <a:prstGeom prst="rect">
            <a:avLst/>
          </a:prstGeom>
        </p:spPr>
        <p:txBody>
          <a:bodyPr wrap="none">
            <a:spAutoFit/>
          </a:bodyPr>
          <a:lstStyle>
            <a:defPPr>
              <a:defRPr lang="en-US"/>
            </a:defPPr>
            <a:lvl1pPr>
              <a:defRPr sz="900">
                <a:solidFill>
                  <a:prstClr val="white">
                    <a:lumMod val="50000"/>
                  </a:prstClr>
                </a:solidFill>
                <a:latin typeface="Avenir Roman"/>
                <a:cs typeface="Avenir Roman"/>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fld id="{D32B1299-5D1F-4CF7-9AC0-55CF30817FA5}" type="slidenum">
              <a:rPr kumimoji="0" lang="en-US" sz="900" b="0" i="0" u="none" strike="noStrike" kern="1200" cap="none" spc="0" normalizeH="0" baseline="0" noProof="0" smtClean="0">
                <a:ln>
                  <a:noFill/>
                </a:ln>
                <a:solidFill>
                  <a:prstClr val="white">
                    <a:lumMod val="50000"/>
                  </a:prstClr>
                </a:solidFill>
                <a:effectLst/>
                <a:uLnTx/>
                <a:uFillTx/>
                <a:latin typeface="Avenir Roman"/>
                <a:ea typeface="+mn-ea"/>
              </a:rPr>
              <a:pPr marL="0" marR="0" lvl="0" indent="0" algn="l" defTabSz="4572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dirty="0">
              <a:ln>
                <a:noFill/>
              </a:ln>
              <a:solidFill>
                <a:prstClr val="white">
                  <a:lumMod val="50000"/>
                </a:prstClr>
              </a:solidFill>
              <a:effectLst/>
              <a:uLnTx/>
              <a:uFillTx/>
              <a:latin typeface="Avenir Roman"/>
              <a:ea typeface="+mn-ea"/>
            </a:endParaRPr>
          </a:p>
        </p:txBody>
      </p:sp>
      <p:grpSp>
        <p:nvGrpSpPr>
          <p:cNvPr id="84" name="Group 83"/>
          <p:cNvGrpSpPr/>
          <p:nvPr userDrawn="1"/>
        </p:nvGrpSpPr>
        <p:grpSpPr>
          <a:xfrm>
            <a:off x="311395" y="493922"/>
            <a:ext cx="7115217" cy="3544058"/>
            <a:chOff x="415233" y="658562"/>
            <a:chExt cx="9487883" cy="4725411"/>
          </a:xfrm>
        </p:grpSpPr>
        <p:pic>
          <p:nvPicPr>
            <p:cNvPr id="86" name="Picture 85"/>
            <p:cNvPicPr>
              <a:picLocks noChangeAspect="1"/>
            </p:cNvPicPr>
            <p:nvPr userDrawn="1"/>
          </p:nvPicPr>
          <p:blipFill>
            <a:blip r:embed="rId5">
              <a:alphaModFix amt="60000"/>
              <a:extLst>
                <a:ext uri="{28A0092B-C50C-407E-A947-70E740481C1C}">
                  <a14:useLocalDpi xmlns:a14="http://schemas.microsoft.com/office/drawing/2010/main" val="0"/>
                </a:ext>
              </a:extLst>
            </a:blip>
            <a:stretch>
              <a:fillRect/>
            </a:stretch>
          </p:blipFill>
          <p:spPr>
            <a:xfrm>
              <a:off x="415233" y="658562"/>
              <a:ext cx="9487883" cy="4725411"/>
            </a:xfrm>
            <a:prstGeom prst="trapezoid">
              <a:avLst>
                <a:gd name="adj" fmla="val 0"/>
              </a:avLst>
            </a:prstGeom>
          </p:spPr>
        </p:pic>
        <p:grpSp>
          <p:nvGrpSpPr>
            <p:cNvPr id="87" name="Group 86"/>
            <p:cNvGrpSpPr/>
            <p:nvPr userDrawn="1"/>
          </p:nvGrpSpPr>
          <p:grpSpPr>
            <a:xfrm>
              <a:off x="1674327" y="2274851"/>
              <a:ext cx="188768" cy="361833"/>
              <a:chOff x="-1994126" y="1399268"/>
              <a:chExt cx="525462" cy="985838"/>
            </a:xfrm>
          </p:grpSpPr>
          <p:sp>
            <p:nvSpPr>
              <p:cNvPr id="115" name="Freeform 5"/>
              <p:cNvSpPr>
                <a:spLocks/>
              </p:cNvSpPr>
              <p:nvPr/>
            </p:nvSpPr>
            <p:spPr bwMode="auto">
              <a:xfrm>
                <a:off x="-1994126" y="1399268"/>
                <a:ext cx="525462" cy="985838"/>
              </a:xfrm>
              <a:custGeom>
                <a:avLst/>
                <a:gdLst>
                  <a:gd name="T0" fmla="*/ 140 w 140"/>
                  <a:gd name="T1" fmla="*/ 70 h 262"/>
                  <a:gd name="T2" fmla="*/ 136 w 140"/>
                  <a:gd name="T3" fmla="*/ 95 h 262"/>
                  <a:gd name="T4" fmla="*/ 66 w 140"/>
                  <a:gd name="T5" fmla="*/ 262 h 262"/>
                  <a:gd name="T6" fmla="*/ 4 w 140"/>
                  <a:gd name="T7" fmla="*/ 92 h 262"/>
                  <a:gd name="T8" fmla="*/ 0 w 140"/>
                  <a:gd name="T9" fmla="*/ 70 h 262"/>
                  <a:gd name="T10" fmla="*/ 70 w 140"/>
                  <a:gd name="T11" fmla="*/ 0 h 262"/>
                  <a:gd name="T12" fmla="*/ 140 w 140"/>
                  <a:gd name="T13" fmla="*/ 70 h 262"/>
                </a:gdLst>
                <a:ahLst/>
                <a:cxnLst>
                  <a:cxn ang="0">
                    <a:pos x="T0" y="T1"/>
                  </a:cxn>
                  <a:cxn ang="0">
                    <a:pos x="T2" y="T3"/>
                  </a:cxn>
                  <a:cxn ang="0">
                    <a:pos x="T4" y="T5"/>
                  </a:cxn>
                  <a:cxn ang="0">
                    <a:pos x="T6" y="T7"/>
                  </a:cxn>
                  <a:cxn ang="0">
                    <a:pos x="T8" y="T9"/>
                  </a:cxn>
                  <a:cxn ang="0">
                    <a:pos x="T10" y="T11"/>
                  </a:cxn>
                  <a:cxn ang="0">
                    <a:pos x="T12" y="T13"/>
                  </a:cxn>
                </a:cxnLst>
                <a:rect l="0" t="0" r="r" b="b"/>
                <a:pathLst>
                  <a:path w="140" h="262">
                    <a:moveTo>
                      <a:pt x="140" y="70"/>
                    </a:moveTo>
                    <a:cubicBezTo>
                      <a:pt x="140" y="79"/>
                      <a:pt x="139" y="87"/>
                      <a:pt x="136" y="95"/>
                    </a:cubicBezTo>
                    <a:cubicBezTo>
                      <a:pt x="127" y="122"/>
                      <a:pt x="66" y="262"/>
                      <a:pt x="66" y="262"/>
                    </a:cubicBezTo>
                    <a:cubicBezTo>
                      <a:pt x="66" y="262"/>
                      <a:pt x="9" y="109"/>
                      <a:pt x="4" y="92"/>
                    </a:cubicBezTo>
                    <a:cubicBezTo>
                      <a:pt x="2" y="85"/>
                      <a:pt x="0" y="78"/>
                      <a:pt x="0" y="70"/>
                    </a:cubicBezTo>
                    <a:cubicBezTo>
                      <a:pt x="0" y="31"/>
                      <a:pt x="32" y="0"/>
                      <a:pt x="70" y="0"/>
                    </a:cubicBezTo>
                    <a:cubicBezTo>
                      <a:pt x="109" y="0"/>
                      <a:pt x="140" y="31"/>
                      <a:pt x="140" y="70"/>
                    </a:cubicBezTo>
                    <a:close/>
                  </a:path>
                </a:pathLst>
              </a:custGeom>
              <a:solidFill>
                <a:srgbClr val="E15D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6" name="Oval 6"/>
              <p:cNvSpPr>
                <a:spLocks noChangeArrowheads="1"/>
              </p:cNvSpPr>
              <p:nvPr/>
            </p:nvSpPr>
            <p:spPr bwMode="auto">
              <a:xfrm>
                <a:off x="-1863952" y="1531031"/>
                <a:ext cx="268287" cy="266700"/>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88" name="Group 87"/>
            <p:cNvGrpSpPr/>
            <p:nvPr userDrawn="1"/>
          </p:nvGrpSpPr>
          <p:grpSpPr>
            <a:xfrm>
              <a:off x="1740462" y="2443835"/>
              <a:ext cx="187035" cy="360245"/>
              <a:chOff x="1387249" y="1191305"/>
              <a:chExt cx="525462" cy="990600"/>
            </a:xfrm>
          </p:grpSpPr>
          <p:sp>
            <p:nvSpPr>
              <p:cNvPr id="113"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FEBB1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4"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89" name="Group 88"/>
            <p:cNvGrpSpPr/>
            <p:nvPr userDrawn="1"/>
          </p:nvGrpSpPr>
          <p:grpSpPr>
            <a:xfrm>
              <a:off x="2235524" y="2500361"/>
              <a:ext cx="187035" cy="360245"/>
              <a:chOff x="1086061" y="1463637"/>
              <a:chExt cx="525462" cy="990599"/>
            </a:xfrm>
          </p:grpSpPr>
          <p:sp>
            <p:nvSpPr>
              <p:cNvPr id="111" name="Freeform 11"/>
              <p:cNvSpPr>
                <a:spLocks/>
              </p:cNvSpPr>
              <p:nvPr/>
            </p:nvSpPr>
            <p:spPr bwMode="auto">
              <a:xfrm>
                <a:off x="1086061" y="1463637"/>
                <a:ext cx="525462" cy="990599"/>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1B41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2" name="Oval 12"/>
              <p:cNvSpPr>
                <a:spLocks noChangeArrowheads="1"/>
              </p:cNvSpPr>
              <p:nvPr/>
            </p:nvSpPr>
            <p:spPr bwMode="auto">
              <a:xfrm>
                <a:off x="1217823" y="1595401"/>
                <a:ext cx="261937" cy="26828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0" name="Group 89"/>
            <p:cNvGrpSpPr/>
            <p:nvPr userDrawn="1"/>
          </p:nvGrpSpPr>
          <p:grpSpPr>
            <a:xfrm>
              <a:off x="6224559" y="2767033"/>
              <a:ext cx="187035" cy="360245"/>
              <a:chOff x="2073854" y="1134222"/>
              <a:chExt cx="525462" cy="990600"/>
            </a:xfrm>
          </p:grpSpPr>
          <p:sp>
            <p:nvSpPr>
              <p:cNvPr id="109" name="Freeform 11"/>
              <p:cNvSpPr>
                <a:spLocks/>
              </p:cNvSpPr>
              <p:nvPr/>
            </p:nvSpPr>
            <p:spPr bwMode="auto">
              <a:xfrm>
                <a:off x="2073854" y="1134222"/>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D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0" name="Oval 12"/>
              <p:cNvSpPr>
                <a:spLocks noChangeArrowheads="1"/>
              </p:cNvSpPr>
              <p:nvPr/>
            </p:nvSpPr>
            <p:spPr bwMode="auto">
              <a:xfrm>
                <a:off x="2205616" y="1265984"/>
                <a:ext cx="261937" cy="26828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1" name="Group 90"/>
            <p:cNvGrpSpPr/>
            <p:nvPr userDrawn="1"/>
          </p:nvGrpSpPr>
          <p:grpSpPr>
            <a:xfrm>
              <a:off x="6857006" y="2767033"/>
              <a:ext cx="187035" cy="360245"/>
              <a:chOff x="1387249" y="1191305"/>
              <a:chExt cx="525462" cy="990600"/>
            </a:xfrm>
          </p:grpSpPr>
          <p:sp>
            <p:nvSpPr>
              <p:cNvPr id="107"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0C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8"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2" name="Group 91"/>
            <p:cNvGrpSpPr/>
            <p:nvPr userDrawn="1"/>
          </p:nvGrpSpPr>
          <p:grpSpPr>
            <a:xfrm>
              <a:off x="6775924" y="2916688"/>
              <a:ext cx="187035" cy="360245"/>
              <a:chOff x="1387249" y="1191305"/>
              <a:chExt cx="525462" cy="990600"/>
            </a:xfrm>
          </p:grpSpPr>
          <p:sp>
            <p:nvSpPr>
              <p:cNvPr id="105"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F9A535">
                  <a:lumMod val="75000"/>
                </a:srgb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6"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3" name="Group 92"/>
            <p:cNvGrpSpPr/>
            <p:nvPr userDrawn="1"/>
          </p:nvGrpSpPr>
          <p:grpSpPr>
            <a:xfrm>
              <a:off x="4713704" y="1743233"/>
              <a:ext cx="187035" cy="360245"/>
              <a:chOff x="1387249" y="1191305"/>
              <a:chExt cx="525462" cy="990600"/>
            </a:xfrm>
          </p:grpSpPr>
          <p:sp>
            <p:nvSpPr>
              <p:cNvPr id="103"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7030A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4"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4" name="Group 93"/>
            <p:cNvGrpSpPr/>
            <p:nvPr userDrawn="1"/>
          </p:nvGrpSpPr>
          <p:grpSpPr>
            <a:xfrm>
              <a:off x="7562750" y="3424057"/>
              <a:ext cx="187035" cy="360245"/>
              <a:chOff x="1387249" y="1191305"/>
              <a:chExt cx="525462" cy="990600"/>
            </a:xfrm>
          </p:grpSpPr>
          <p:sp>
            <p:nvSpPr>
              <p:cNvPr id="101"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8705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2"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5" name="Group 94"/>
            <p:cNvGrpSpPr/>
            <p:nvPr userDrawn="1"/>
          </p:nvGrpSpPr>
          <p:grpSpPr>
            <a:xfrm>
              <a:off x="6843791" y="2905166"/>
              <a:ext cx="187035" cy="360245"/>
              <a:chOff x="1387249" y="1191305"/>
              <a:chExt cx="525462" cy="990600"/>
            </a:xfrm>
          </p:grpSpPr>
          <p:sp>
            <p:nvSpPr>
              <p:cNvPr id="99"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D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0"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6" name="Group 95"/>
            <p:cNvGrpSpPr/>
            <p:nvPr userDrawn="1"/>
          </p:nvGrpSpPr>
          <p:grpSpPr>
            <a:xfrm>
              <a:off x="6857005" y="3004321"/>
              <a:ext cx="187035" cy="360245"/>
              <a:chOff x="1387249" y="1191305"/>
              <a:chExt cx="525462" cy="990600"/>
            </a:xfrm>
          </p:grpSpPr>
          <p:sp>
            <p:nvSpPr>
              <p:cNvPr id="97"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87058">
                  <a:lumMod val="75000"/>
                </a:srgb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98"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sp>
        <p:nvSpPr>
          <p:cNvPr id="135" name="TextBox 134"/>
          <p:cNvSpPr txBox="1"/>
          <p:nvPr userDrawn="1"/>
        </p:nvSpPr>
        <p:spPr>
          <a:xfrm>
            <a:off x="3898270" y="4596825"/>
            <a:ext cx="1172834" cy="210965"/>
          </a:xfrm>
          <a:prstGeom prst="rect">
            <a:avLst/>
          </a:prstGeom>
        </p:spPr>
        <p:txBody>
          <a:bodyPr vert="horz" wrap="none" lIns="76065" tIns="38032" rIns="76065" bIns="38032" rtlCol="0" anchor="ctr">
            <a:noAutofit/>
          </a:bodyPr>
          <a:lstStyle/>
          <a:p>
            <a:pPr algn="l"/>
            <a:r>
              <a:rPr lang="en-IN" sz="1331" b="0" i="0" dirty="0">
                <a:solidFill>
                  <a:srgbClr val="1B417B"/>
                </a:solidFill>
                <a:latin typeface="Avenir Roman" panose="020B0503020203020204"/>
                <a:ea typeface="Lato" charset="0"/>
                <a:cs typeface="Lato" charset="0"/>
              </a:rPr>
              <a:t>Contact :</a:t>
            </a:r>
          </a:p>
        </p:txBody>
      </p:sp>
      <p:cxnSp>
        <p:nvCxnSpPr>
          <p:cNvPr id="136" name="Straight Connector 135"/>
          <p:cNvCxnSpPr/>
          <p:nvPr userDrawn="1"/>
        </p:nvCxnSpPr>
        <p:spPr>
          <a:xfrm>
            <a:off x="3898269" y="5302574"/>
            <a:ext cx="2740078" cy="0"/>
          </a:xfrm>
          <a:prstGeom prst="line">
            <a:avLst/>
          </a:prstGeom>
          <a:ln w="12700">
            <a:solidFill>
              <a:srgbClr val="1B417B"/>
            </a:solidFill>
            <a:prstDash val="solid"/>
          </a:ln>
        </p:spPr>
        <p:style>
          <a:lnRef idx="1">
            <a:schemeClr val="dk1"/>
          </a:lnRef>
          <a:fillRef idx="0">
            <a:schemeClr val="dk1"/>
          </a:fillRef>
          <a:effectRef idx="0">
            <a:schemeClr val="dk1"/>
          </a:effectRef>
          <a:fontRef idx="minor">
            <a:schemeClr val="tx1"/>
          </a:fontRef>
        </p:style>
      </p:cxnSp>
      <p:sp>
        <p:nvSpPr>
          <p:cNvPr id="137" name="Text Placeholder 23"/>
          <p:cNvSpPr>
            <a:spLocks noGrp="1"/>
          </p:cNvSpPr>
          <p:nvPr>
            <p:ph type="body" sz="quarter" idx="13"/>
          </p:nvPr>
        </p:nvSpPr>
        <p:spPr>
          <a:xfrm>
            <a:off x="3898269" y="4899493"/>
            <a:ext cx="2740078" cy="339328"/>
          </a:xfrm>
          <a:prstGeom prst="rect">
            <a:avLst/>
          </a:prstGeom>
        </p:spPr>
        <p:txBody>
          <a:bodyPr/>
          <a:lstStyle>
            <a:lvl1pPr marL="0" indent="0">
              <a:buNone/>
              <a:defRPr sz="1499" b="1" i="0">
                <a:solidFill>
                  <a:srgbClr val="1B417B"/>
                </a:solidFill>
                <a:latin typeface="Avenir Roman" panose="020B0503020203020204"/>
                <a:ea typeface="Avenir Roman" panose="020B0503020203020204"/>
                <a:cs typeface="Avenir Roman" panose="020B0503020203020204"/>
              </a:defRPr>
            </a:lvl1pPr>
            <a:lvl2pPr marL="457006" indent="0">
              <a:buNone/>
              <a:defRPr sz="1200"/>
            </a:lvl2pPr>
            <a:lvl3pPr marL="914012" indent="0">
              <a:buNone/>
              <a:defRPr sz="1050"/>
            </a:lvl3pPr>
            <a:lvl4pPr marL="1371018" indent="0">
              <a:buNone/>
              <a:defRPr sz="900"/>
            </a:lvl4pPr>
            <a:lvl5pPr marL="1828023" indent="0">
              <a:buNone/>
              <a:defRPr sz="900"/>
            </a:lvl5pPr>
          </a:lstStyle>
          <a:p>
            <a:pPr lvl="0"/>
            <a:r>
              <a:rPr lang="en-US" dirty="0"/>
              <a:t>Click to edit Master text styles</a:t>
            </a:r>
          </a:p>
        </p:txBody>
      </p:sp>
      <p:sp>
        <p:nvSpPr>
          <p:cNvPr id="138" name="Text Placeholder 27"/>
          <p:cNvSpPr>
            <a:spLocks noGrp="1"/>
          </p:cNvSpPr>
          <p:nvPr>
            <p:ph type="body" sz="quarter" idx="15" hasCustomPrompt="1"/>
          </p:nvPr>
        </p:nvSpPr>
        <p:spPr>
          <a:xfrm>
            <a:off x="3898712" y="5414817"/>
            <a:ext cx="2739635" cy="741760"/>
          </a:xfrm>
          <a:prstGeom prst="rect">
            <a:avLst/>
          </a:prstGeom>
        </p:spPr>
        <p:txBody>
          <a:bodyPr/>
          <a:lstStyle>
            <a:lvl1pPr marL="0" indent="0">
              <a:lnSpc>
                <a:spcPct val="100000"/>
              </a:lnSpc>
              <a:spcAft>
                <a:spcPts val="1349"/>
              </a:spcAft>
              <a:buNone/>
              <a:defRPr sz="1349" baseline="0">
                <a:solidFill>
                  <a:srgbClr val="1B417B"/>
                </a:solidFill>
                <a:latin typeface="Avenir Roman" panose="020B0503020203020204"/>
              </a:defRPr>
            </a:lvl1pPr>
            <a:lvl2pPr marL="457006" indent="0">
              <a:buNone/>
              <a:defRPr sz="1349">
                <a:solidFill>
                  <a:schemeClr val="bg1"/>
                </a:solidFill>
              </a:defRPr>
            </a:lvl2pPr>
            <a:lvl3pPr marL="914012" indent="0">
              <a:buNone/>
              <a:defRPr sz="1200">
                <a:solidFill>
                  <a:schemeClr val="bg1"/>
                </a:solidFill>
              </a:defRPr>
            </a:lvl3pPr>
            <a:lvl4pPr marL="1371018" indent="0">
              <a:buNone/>
              <a:defRPr sz="1050">
                <a:solidFill>
                  <a:schemeClr val="bg1"/>
                </a:solidFill>
              </a:defRPr>
            </a:lvl4pPr>
            <a:lvl5pPr marL="1828023" indent="0">
              <a:buNone/>
              <a:defRPr sz="1050">
                <a:solidFill>
                  <a:schemeClr val="bg1"/>
                </a:solidFill>
              </a:defRPr>
            </a:lvl5pPr>
          </a:lstStyle>
          <a:p>
            <a:pPr lvl="0"/>
            <a:r>
              <a:rPr lang="en-US" dirty="0"/>
              <a:t>Designation, </a:t>
            </a:r>
            <a:br>
              <a:rPr lang="en-US" dirty="0"/>
            </a:br>
            <a:r>
              <a:rPr lang="en-US" dirty="0"/>
              <a:t>Email address</a:t>
            </a:r>
          </a:p>
        </p:txBody>
      </p:sp>
    </p:spTree>
    <p:extLst>
      <p:ext uri="{BB962C8B-B14F-4D97-AF65-F5344CB8AC3E}">
        <p14:creationId xmlns:p14="http://schemas.microsoft.com/office/powerpoint/2010/main" val="341203661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pic>
        <p:nvPicPr>
          <p:cNvPr id="11" name="Content Placeholder 5"/>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2524"/>
            <a:ext cx="12188950" cy="6857999"/>
          </a:xfrm>
          <a:prstGeom prst="rect">
            <a:avLst/>
          </a:prstGeom>
        </p:spPr>
      </p:pic>
      <p:sp>
        <p:nvSpPr>
          <p:cNvPr id="8" name="Rectangle 7"/>
          <p:cNvSpPr/>
          <p:nvPr userDrawn="1"/>
        </p:nvSpPr>
        <p:spPr>
          <a:xfrm>
            <a:off x="11484429" y="6565557"/>
            <a:ext cx="276260" cy="292443"/>
          </a:xfrm>
          <a:prstGeom prst="rect">
            <a:avLst/>
          </a:prstGeom>
          <a:solidFill>
            <a:srgbClr val="26A8DF"/>
          </a:solidFill>
          <a:ln>
            <a:noFill/>
          </a:ln>
          <a:effectLst>
            <a:outerShdw blurRad="50800" dist="38100" dir="16200000"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fld id="{0F1269E9-5B8B-4D8F-B9F6-F90DDC202404}" type="slidenum">
              <a:rPr lang="en-US" sz="1000" smtClean="0"/>
              <a:pPr marL="0" marR="0" lvl="0" indent="0" algn="ctr" defTabSz="914400" rtl="0" eaLnBrk="1" fontAlgn="auto" latinLnBrk="0" hangingPunct="1">
                <a:lnSpc>
                  <a:spcPct val="100000"/>
                </a:lnSpc>
                <a:spcBef>
                  <a:spcPts val="0"/>
                </a:spcBef>
                <a:spcAft>
                  <a:spcPts val="0"/>
                </a:spcAft>
                <a:buClrTx/>
                <a:buSzTx/>
                <a:buFontTx/>
                <a:buNone/>
                <a:tabLst/>
                <a:defRPr/>
              </a:pPr>
              <a:t>‹#›</a:t>
            </a:fld>
            <a:endParaRPr lang="en-US" sz="1100" dirty="0"/>
          </a:p>
        </p:txBody>
      </p:sp>
      <p:sp>
        <p:nvSpPr>
          <p:cNvPr id="2" name="Title 1"/>
          <p:cNvSpPr>
            <a:spLocks noGrp="1"/>
          </p:cNvSpPr>
          <p:nvPr>
            <p:ph type="title"/>
          </p:nvPr>
        </p:nvSpPr>
        <p:spPr>
          <a:xfrm>
            <a:off x="224588" y="1"/>
            <a:ext cx="9986211" cy="1002632"/>
          </a:xfrm>
        </p:spPr>
        <p:txBody>
          <a:bodyPr>
            <a:normAutofit/>
          </a:bodyPr>
          <a:lstStyle>
            <a:lvl1pPr>
              <a:defRPr sz="3200">
                <a:solidFill>
                  <a:srgbClr val="27AAE2"/>
                </a:solidFill>
                <a:latin typeface="+mj-lt"/>
              </a:defRPr>
            </a:lvl1pPr>
          </a:lstStyle>
          <a:p>
            <a:r>
              <a:rPr lang="en-US" dirty="0"/>
              <a:t>Click to edit Master title style</a:t>
            </a:r>
          </a:p>
        </p:txBody>
      </p:sp>
      <p:sp>
        <p:nvSpPr>
          <p:cNvPr id="3" name="Content Placeholder 2"/>
          <p:cNvSpPr>
            <a:spLocks noGrp="1"/>
          </p:cNvSpPr>
          <p:nvPr>
            <p:ph idx="1"/>
          </p:nvPr>
        </p:nvSpPr>
        <p:spPr>
          <a:xfrm>
            <a:off x="224587" y="1167898"/>
            <a:ext cx="11606465" cy="5051927"/>
          </a:xfrm>
        </p:spPr>
        <p:txBody>
          <a:bodyPr>
            <a:normAutofit/>
          </a:bodyPr>
          <a:lstStyle>
            <a:lvl1pPr>
              <a:defRPr sz="1800"/>
            </a:lvl1pPr>
            <a:lvl2pPr>
              <a:defRPr sz="1600"/>
            </a:lvl2pPr>
            <a:lvl3pPr>
              <a:defRPr sz="1400"/>
            </a:lvl3pPr>
            <a:lvl4pPr>
              <a:defRPr sz="12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11"/>
          </p:nvPr>
        </p:nvSpPr>
        <p:spPr/>
        <p:txBody>
          <a:bodyPr/>
          <a:lstStyle/>
          <a:p>
            <a:endParaRPr lang="en-US"/>
          </a:p>
        </p:txBody>
      </p:sp>
      <p:pic>
        <p:nvPicPr>
          <p:cNvPr id="9" name="Picture 8"/>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368842" y="299372"/>
            <a:ext cx="1391847" cy="435398"/>
          </a:xfrm>
          <a:prstGeom prst="rect">
            <a:avLst/>
          </a:prstGeom>
        </p:spPr>
      </p:pic>
      <p:sp>
        <p:nvSpPr>
          <p:cNvPr id="12" name="TextBox 11"/>
          <p:cNvSpPr txBox="1"/>
          <p:nvPr userDrawn="1"/>
        </p:nvSpPr>
        <p:spPr>
          <a:xfrm>
            <a:off x="10451136" y="683192"/>
            <a:ext cx="1391871" cy="405555"/>
          </a:xfrm>
          <a:prstGeom prst="rect">
            <a:avLst/>
          </a:prstGeom>
          <a:noFill/>
        </p:spPr>
        <p:txBody>
          <a:bodyPr wrap="square" rtlCol="0">
            <a:spAutoFit/>
          </a:bodyPr>
          <a:lstStyle/>
          <a:p>
            <a:r>
              <a:rPr lang="en-IN" sz="1200" dirty="0">
                <a:hlinkClick r:id="rId4"/>
              </a:rPr>
              <a:t>www.infogain.com</a:t>
            </a:r>
            <a:endParaRPr lang="en-IN" sz="1200" dirty="0"/>
          </a:p>
        </p:txBody>
      </p:sp>
    </p:spTree>
    <p:extLst>
      <p:ext uri="{BB962C8B-B14F-4D97-AF65-F5344CB8AC3E}">
        <p14:creationId xmlns:p14="http://schemas.microsoft.com/office/powerpoint/2010/main" val="42870992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183"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3401893378"/>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207"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75000"/>
              <a:lumOff val="2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627033950"/>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Title Slide tan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231"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139250"/>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 xmlns:a16="http://schemas.microsoft.com/office/drawing/2014/main" id="{B6EC5BDD-FA11-9E4A-077F-9E7A240FE274}"/>
              </a:ext>
            </a:extLst>
          </p:cNvPr>
          <p:cNvSpPr/>
          <p:nvPr userDrawn="1"/>
        </p:nvSpPr>
        <p:spPr>
          <a:xfrm>
            <a:off x="351131" y="6569272"/>
            <a:ext cx="2457724" cy="215444"/>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tx1"/>
                </a:solidFill>
                <a:effectLst/>
                <a:uLnTx/>
                <a:uFillTx/>
                <a:latin typeface="+mj-lt"/>
                <a:ea typeface="+mn-ea"/>
                <a:cs typeface="Arial" panose="020B0604020202020204" pitchFamily="34" charset="0"/>
              </a:rPr>
              <a:t>Copyright 2026, Strictly Confidential, All rights reserved</a:t>
            </a:r>
          </a:p>
        </p:txBody>
      </p:sp>
      <p:sp>
        <p:nvSpPr>
          <p:cNvPr id="6" name="Text Placeholder 5">
            <a:extLst>
              <a:ext uri="{FF2B5EF4-FFF2-40B4-BE49-F238E27FC236}">
                <a16:creationId xmlns="" xmlns:a16="http://schemas.microsoft.com/office/drawing/2014/main" id="{F3E166E2-167C-03A2-FB2E-A293D36B3F0D}"/>
              </a:ext>
            </a:extLst>
          </p:cNvPr>
          <p:cNvSpPr>
            <a:spLocks noGrp="1"/>
          </p:cNvSpPr>
          <p:nvPr>
            <p:ph type="body" sz="quarter" idx="11" hasCustomPrompt="1"/>
          </p:nvPr>
        </p:nvSpPr>
        <p:spPr>
          <a:xfrm>
            <a:off x="463550" y="4358333"/>
            <a:ext cx="4522786"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318749275"/>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2_Title Slide Carbon with sub">
    <p:bg>
      <p:bgPr>
        <a:solidFill>
          <a:schemeClr val="tx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255"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alpha val="1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0" y="2137803"/>
            <a:ext cx="4522787" cy="2139250"/>
          </a:xfrm>
        </p:spPr>
        <p:txBody>
          <a:bodyPr vert="horz" anchor="t"/>
          <a:lstStyle>
            <a:lvl1pPr algn="l">
              <a:defRPr sz="4800">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date</a:t>
            </a:r>
            <a:br>
              <a:rPr lang="en-US" dirty="0"/>
            </a:br>
            <a:r>
              <a:rPr lang="en-US" dirty="0"/>
              <a:t>presenter</a:t>
            </a:r>
            <a:br>
              <a:rPr lang="en-US" dirty="0"/>
            </a:br>
            <a:r>
              <a:rPr lang="en-US" dirty="0"/>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 xmlns:a16="http://schemas.microsoft.com/office/drawing/2014/main" id="{B6EC5BDD-FA11-9E4A-077F-9E7A240FE274}"/>
              </a:ext>
            </a:extLst>
          </p:cNvPr>
          <p:cNvSpPr/>
          <p:nvPr userDrawn="1"/>
        </p:nvSpPr>
        <p:spPr>
          <a:xfrm>
            <a:off x="351131" y="6569272"/>
            <a:ext cx="2457724" cy="215444"/>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tx1"/>
                </a:solidFill>
                <a:effectLst/>
                <a:uLnTx/>
                <a:uFillTx/>
                <a:latin typeface="+mj-lt"/>
                <a:ea typeface="+mn-ea"/>
                <a:cs typeface="Arial" panose="020B0604020202020204" pitchFamily="34" charset="0"/>
              </a:rPr>
              <a:t>Copyright 2026, Strictly Confidential, All rights reserved</a:t>
            </a:r>
          </a:p>
        </p:txBody>
      </p:sp>
      <p:sp>
        <p:nvSpPr>
          <p:cNvPr id="6" name="Text Placeholder 5">
            <a:extLst>
              <a:ext uri="{FF2B5EF4-FFF2-40B4-BE49-F238E27FC236}">
                <a16:creationId xmlns="" xmlns:a16="http://schemas.microsoft.com/office/drawing/2014/main" id="{F3E166E2-167C-03A2-FB2E-A293D36B3F0D}"/>
              </a:ext>
            </a:extLst>
          </p:cNvPr>
          <p:cNvSpPr>
            <a:spLocks noGrp="1"/>
          </p:cNvSpPr>
          <p:nvPr>
            <p:ph type="body" sz="quarter" idx="11" hasCustomPrompt="1"/>
          </p:nvPr>
        </p:nvSpPr>
        <p:spPr>
          <a:xfrm>
            <a:off x="463550" y="4358333"/>
            <a:ext cx="4522787" cy="1067435"/>
          </a:xfrm>
        </p:spPr>
        <p:txBody>
          <a:bodyPr/>
          <a:lstStyle>
            <a:lvl1pPr>
              <a:defRPr sz="1800">
                <a:solidFill>
                  <a:schemeClr val="bg1"/>
                </a:solidFill>
              </a:defRPr>
            </a:lvl1pPr>
            <a:lvl2pPr>
              <a:buNone/>
              <a:defRPr/>
            </a:lvl2pPr>
          </a:lstStyle>
          <a:p>
            <a:pPr lvl="0"/>
            <a:r>
              <a:rPr lang="en-US" dirty="0"/>
              <a:t>Click to edit Subtitle text styles</a:t>
            </a:r>
          </a:p>
        </p:txBody>
      </p:sp>
    </p:spTree>
    <p:extLst>
      <p:ext uri="{BB962C8B-B14F-4D97-AF65-F5344CB8AC3E}">
        <p14:creationId xmlns:p14="http://schemas.microsoft.com/office/powerpoint/2010/main" val="3376379661"/>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279"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 xmlns:a16="http://schemas.microsoft.com/office/drawing/2014/main"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Tree>
    <p:extLst>
      <p:ext uri="{BB962C8B-B14F-4D97-AF65-F5344CB8AC3E}">
        <p14:creationId xmlns:p14="http://schemas.microsoft.com/office/powerpoint/2010/main" val="3244807063"/>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3559480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303"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 xmlns:a16="http://schemas.microsoft.com/office/drawing/2014/main"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3803463182"/>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itle Slide Image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327"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 xmlns:a16="http://schemas.microsoft.com/office/drawing/2014/main"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5" name="Text Placeholder 5">
            <a:extLst>
              <a:ext uri="{FF2B5EF4-FFF2-40B4-BE49-F238E27FC236}">
                <a16:creationId xmlns="" xmlns:a16="http://schemas.microsoft.com/office/drawing/2014/main" id="{4807174D-FDC5-E4A1-2632-800C1838B05D}"/>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444204196"/>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Slide Image (Carbon) with sub">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3559480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351"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 xmlns:a16="http://schemas.microsoft.com/office/drawing/2014/main"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 xmlns:a16="http://schemas.microsoft.com/office/drawing/2014/main"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Text Placeholder 5">
            <a:extLst>
              <a:ext uri="{FF2B5EF4-FFF2-40B4-BE49-F238E27FC236}">
                <a16:creationId xmlns="" xmlns:a16="http://schemas.microsoft.com/office/drawing/2014/main" id="{DFBA4D4C-B779-20CD-83F2-4B8BF48E5510}"/>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1801812116"/>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37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310146" y="1305349"/>
            <a:ext cx="5571718" cy="4247317"/>
          </a:xfrm>
          <a:prstGeom prst="rect">
            <a:avLst/>
          </a:prstGeom>
          <a:noFill/>
        </p:spPr>
        <p:txBody>
          <a:bodyPr wrap="none" lIns="0" tIns="0" rIns="0" bIns="0" rtlCol="0" anchor="ctr">
            <a:spAutoFit/>
          </a:bodyPr>
          <a:lstStyle/>
          <a:p>
            <a:pPr algn="ctr"/>
            <a:r>
              <a:rPr lang="en-US" sz="13800"/>
              <a:t>Text </a:t>
            </a:r>
          </a:p>
          <a:p>
            <a:pPr algn="ctr"/>
            <a:r>
              <a:rPr lang="en-US" sz="13800"/>
              <a:t>layouts</a:t>
            </a:r>
          </a:p>
        </p:txBody>
      </p:sp>
    </p:spTree>
    <p:extLst>
      <p:ext uri="{BB962C8B-B14F-4D97-AF65-F5344CB8AC3E}">
        <p14:creationId xmlns:p14="http://schemas.microsoft.com/office/powerpoint/2010/main" val="17326544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39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163539166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42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356928914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5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44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a:solidFill>
                  <a:schemeClr val="bg1"/>
                </a:solidFill>
              </a:defRPr>
            </a:lvl1pPr>
          </a:lstStyle>
          <a:p>
            <a:r>
              <a:rPr lang="en-US" dirty="0"/>
              <a:t>Click to edit Master title style</a:t>
            </a:r>
          </a:p>
        </p:txBody>
      </p:sp>
      <p:sp>
        <p:nvSpPr>
          <p:cNvPr id="3" name="Slide Number Placeholder 5">
            <a:extLst>
              <a:ext uri="{FF2B5EF4-FFF2-40B4-BE49-F238E27FC236}">
                <a16:creationId xmlns="" xmlns:a16="http://schemas.microsoft.com/office/drawing/2014/main" id="{CC8AF0B6-0637-CB51-5AF0-8CB1F1E91D71}"/>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 xmlns:a16="http://schemas.microsoft.com/office/drawing/2014/main" id="{56D23D15-E61C-2B0F-9932-CD8A555451CC}"/>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5" name="TextBox 4">
            <a:extLst>
              <a:ext uri="{FF2B5EF4-FFF2-40B4-BE49-F238E27FC236}">
                <a16:creationId xmlns="" xmlns:a16="http://schemas.microsoft.com/office/drawing/2014/main" id="{1F217B56-9CBB-6830-CE79-981D5D5BA8F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6" name="TextBox 5">
            <a:extLst>
              <a:ext uri="{FF2B5EF4-FFF2-40B4-BE49-F238E27FC236}">
                <a16:creationId xmlns="" xmlns:a16="http://schemas.microsoft.com/office/drawing/2014/main" id="{C812D442-5F38-93DE-FFA5-DD2464B12E3F}"/>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298837965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5_Text, segment tit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47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 xmlns:a16="http://schemas.microsoft.com/office/drawing/2014/main"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370990501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6_Text, segment titl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49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 xmlns:a16="http://schemas.microsoft.com/office/drawing/2014/main"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130368937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7_Text, segment 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51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lvl1pPr>
              <a:defRPr baseline="0">
                <a:solidFill>
                  <a:schemeClr val="bg1"/>
                </a:solidFill>
              </a:defRPr>
            </a:lvl1pPr>
          </a:lstStyle>
          <a:p>
            <a:r>
              <a:rPr lang="en-US" dirty="0"/>
              <a:t>Click to edit Master title style</a:t>
            </a:r>
          </a:p>
        </p:txBody>
      </p:sp>
      <p:sp>
        <p:nvSpPr>
          <p:cNvPr id="4" name="Content Placeholder 3">
            <a:extLst>
              <a:ext uri="{FF2B5EF4-FFF2-40B4-BE49-F238E27FC236}">
                <a16:creationId xmlns="" xmlns:a16="http://schemas.microsoft.com/office/drawing/2014/main"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baseline="0">
                <a:solidFill>
                  <a:srgbClr val="DAD2CB"/>
                </a:solidFill>
                <a:latin typeface="+mn-lt"/>
              </a:defRPr>
            </a:lvl1pPr>
          </a:lstStyle>
          <a:p>
            <a:pPr lvl="0"/>
            <a:r>
              <a:rPr lang="en-US" dirty="0"/>
              <a:t>Segment Title</a:t>
            </a:r>
          </a:p>
        </p:txBody>
      </p:sp>
      <p:sp>
        <p:nvSpPr>
          <p:cNvPr id="3" name="Slide Number Placeholder 5">
            <a:extLst>
              <a:ext uri="{FF2B5EF4-FFF2-40B4-BE49-F238E27FC236}">
                <a16:creationId xmlns="" xmlns:a16="http://schemas.microsoft.com/office/drawing/2014/main" id="{7828F419-9D5C-E883-4CC0-CCBA4E68824B}"/>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33E709FB-3860-930F-75A5-DF2DB1EB704B}"/>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 xmlns:a16="http://schemas.microsoft.com/office/drawing/2014/main" id="{431FF450-A988-F9C4-8920-02798A20AF99}"/>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 xmlns:a16="http://schemas.microsoft.com/office/drawing/2014/main" id="{55F1D2FB-B878-4758-E599-AB15A50C4F89}"/>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36334173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6_Text, Subtitl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54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p:nvPr>
        </p:nvSpPr>
        <p:spPr>
          <a:xfrm>
            <a:off x="566420" y="1218883"/>
            <a:ext cx="11104563" cy="477837"/>
          </a:xfrm>
        </p:spPr>
        <p:txBody>
          <a:bodyPr/>
          <a:lstStyle>
            <a:lvl1pPr>
              <a:defRPr sz="18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25396130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7_Text, Subtitle Tan">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56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11746288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8_Text, Sub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459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baseline="0">
                <a:solidFill>
                  <a:schemeClr val="bg1"/>
                </a:solidFill>
              </a:defRPr>
            </a:lvl1pPr>
          </a:lstStyle>
          <a:p>
            <a:r>
              <a:rPr lang="en-US" dirty="0"/>
              <a:t>Click to edit Master title style</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DAD2CB"/>
                </a:solidFill>
              </a:defRPr>
            </a:lvl1pPr>
          </a:lstStyle>
          <a:p>
            <a:pPr lvl="0"/>
            <a:r>
              <a:rPr lang="en-US" dirty="0"/>
              <a:t>Click to edit Master text styles</a:t>
            </a:r>
          </a:p>
        </p:txBody>
      </p:sp>
      <p:sp>
        <p:nvSpPr>
          <p:cNvPr id="3" name="Slide Number Placeholder 5">
            <a:extLst>
              <a:ext uri="{FF2B5EF4-FFF2-40B4-BE49-F238E27FC236}">
                <a16:creationId xmlns="" xmlns:a16="http://schemas.microsoft.com/office/drawing/2014/main" id="{5C04FE88-5B63-D42D-FB0F-8DCAA2CC1B5F}"/>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 xmlns:a16="http://schemas.microsoft.com/office/drawing/2014/main" id="{0C3F33B2-F41C-7E62-B0F4-3A640446E682}"/>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 xmlns:a16="http://schemas.microsoft.com/office/drawing/2014/main" id="{1B27042B-4786-DA51-FE00-470E352278C5}"/>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 xmlns:a16="http://schemas.microsoft.com/office/drawing/2014/main" id="{32866130-ED2C-3529-A118-1BF6B828C553}"/>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383144530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7_Text, Subtitle 2 lin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561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27745556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8_Text, Subtitle 2 line whit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663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99507392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9_Text, Subtitle 2 line bal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766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baseline="0">
                <a:solidFill>
                  <a:schemeClr val="bg1"/>
                </a:solidFill>
              </a:defRPr>
            </a:lvl1pPr>
          </a:lstStyle>
          <a:p>
            <a:r>
              <a:rPr lang="en-US" dirty="0"/>
              <a:t>Click to edit Master title style 2 lines</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BEB4AA"/>
                </a:solidFill>
              </a:defRPr>
            </a:lvl1pPr>
          </a:lstStyle>
          <a:p>
            <a:pPr lvl="0"/>
            <a:r>
              <a:rPr lang="en-US" dirty="0"/>
              <a:t>Click to edit Sub title text styles</a:t>
            </a:r>
          </a:p>
        </p:txBody>
      </p:sp>
      <p:sp>
        <p:nvSpPr>
          <p:cNvPr id="3" name="Slide Number Placeholder 5">
            <a:extLst>
              <a:ext uri="{FF2B5EF4-FFF2-40B4-BE49-F238E27FC236}">
                <a16:creationId xmlns="" xmlns:a16="http://schemas.microsoft.com/office/drawing/2014/main" id="{221AE987-34E9-A564-0E09-610171BEF8D0}"/>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 xmlns:a16="http://schemas.microsoft.com/office/drawing/2014/main" id="{F0A5C614-D4E6-0B1C-28F8-18F3C0215C0F}"/>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 xmlns:a16="http://schemas.microsoft.com/office/drawing/2014/main" id="{199D4CD5-5CA8-A6AE-C4DA-AC34CBB80A96}"/>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 xmlns:a16="http://schemas.microsoft.com/office/drawing/2014/main" id="{DB465DA4-4FF4-125F-8FD7-C47DE183D946}"/>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214518747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3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868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146347042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6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971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Slide Number Placeholder 5">
            <a:extLst>
              <a:ext uri="{FF2B5EF4-FFF2-40B4-BE49-F238E27FC236}">
                <a16:creationId xmlns="" xmlns:a16="http://schemas.microsoft.com/office/drawing/2014/main" id="{D8B7D274-6871-B216-3351-206532447276}"/>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3" name="Page# static">
            <a:extLst>
              <a:ext uri="{FF2B5EF4-FFF2-40B4-BE49-F238E27FC236}">
                <a16:creationId xmlns="" xmlns:a16="http://schemas.microsoft.com/office/drawing/2014/main" id="{D9C90822-4E17-2BF3-F599-CDBF42ACC741}"/>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4" name="TextBox 3">
            <a:extLst>
              <a:ext uri="{FF2B5EF4-FFF2-40B4-BE49-F238E27FC236}">
                <a16:creationId xmlns="" xmlns:a16="http://schemas.microsoft.com/office/drawing/2014/main" id="{C6B7901C-9B47-1346-B4DA-693BBAFF1CA7}"/>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5" name="TextBox 4">
            <a:extLst>
              <a:ext uri="{FF2B5EF4-FFF2-40B4-BE49-F238E27FC236}">
                <a16:creationId xmlns="" xmlns:a16="http://schemas.microsoft.com/office/drawing/2014/main" id="{9409BF9A-824C-C273-8FFE-DCDB8505A75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102819473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073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61700184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175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 xmlns:a16="http://schemas.microsoft.com/office/drawing/2014/main" id="{5DF034D4-F3BF-A3BC-2682-92693FE66700}"/>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95740892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xt, 1 colm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278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 xmlns:a16="http://schemas.microsoft.com/office/drawing/2014/main" id="{AF7CFF7C-DD05-FBD0-EC42-5B3B2623C61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21972812"/>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xt, 2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828564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380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2039CF61-BC0B-0C5A-4B1F-29A1408D08E6}"/>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 xmlns:a16="http://schemas.microsoft.com/office/drawing/2014/main" id="{79E224EB-2584-4586-5CAE-B2DA13E47865}"/>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4908824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xt, 2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828564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483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34BDFC45-26E7-B22B-E2E3-D1E25A860398}"/>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 xmlns:a16="http://schemas.microsoft.com/office/drawing/2014/main" id="{333DF1E7-E105-0A8E-CEAC-430E638AD763}"/>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3996250744"/>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xt, 3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585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8151811" y="1617663"/>
            <a:ext cx="3479801" cy="3773487"/>
          </a:xfrm>
        </p:spPr>
        <p:txBody>
          <a:bodyPr/>
          <a:lstStyle>
            <a:lvl1pPr indent="0">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07D28B80-9D26-C148-BDC5-AAE69000AB65}"/>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65838509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xt, 3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687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8151811"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B0402912-59DF-6C93-730A-EB759B71CC4D}"/>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08026809"/>
      </p:ext>
    </p:extLst>
  </p:cSld>
  <p:clrMapOvr>
    <a:overrideClrMapping bg1="dk1" tx1="lt1" bg2="dk2" tx2="lt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ext, 4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790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 xmlns:a16="http://schemas.microsoft.com/office/drawing/2014/main"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 xmlns:a16="http://schemas.microsoft.com/office/drawing/2014/main" id="{114DB186-44E3-D211-630F-C6A35B18B5B6}"/>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49375898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ext, 4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892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 xmlns:a16="http://schemas.microsoft.com/office/drawing/2014/main"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 xmlns:a16="http://schemas.microsoft.com/office/drawing/2014/main" id="{55FFEBE0-720A-1ACB-64EA-FFAABCF68577}"/>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011219420"/>
      </p:ext>
    </p:extLst>
  </p:cSld>
  <p:clrMapOvr>
    <a:overrideClrMapping bg1="dk1" tx1="lt1" bg2="dk2" tx2="lt2" accent1="accent1" accent2="accent2" accent3="accent3" accent4="accent4" accent5="accent5" accent6="accent6" hlink="hlink" folHlink="folHlink"/>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ext, 2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995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p:nvPr userDrawn="1"/>
        </p:nvSpPr>
        <p:spPr>
          <a:xfrm>
            <a:off x="463550"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 xmlns:a16="http://schemas.microsoft.com/office/drawing/2014/main" id="{B92D2E64-6BB9-928D-83F1-D878F96BBED4}"/>
              </a:ext>
            </a:extLst>
          </p:cNvPr>
          <p:cNvSpPr/>
          <p:nvPr userDrawn="1"/>
        </p:nvSpPr>
        <p:spPr>
          <a:xfrm>
            <a:off x="6148388"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92761254"/>
      </p:ext>
    </p:extLst>
  </p:cSld>
  <p:clrMapOvr>
    <a:overrideClrMapping bg1="lt1" tx1="dk1" bg2="lt2" tx2="dk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ext, 2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097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a:spLocks noGrp="1" noRot="1" noMove="1" noResize="1" noEditPoints="1" noAdjustHandles="1" noChangeArrowheads="1" noChangeShapeType="1"/>
          </p:cNvSpPr>
          <p:nvPr userDrawn="1"/>
        </p:nvSpPr>
        <p:spPr>
          <a:xfrm>
            <a:off x="463550"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 xmlns:a16="http://schemas.microsoft.com/office/drawing/2014/main" id="{B92D2E64-6BB9-928D-83F1-D878F96BBED4}"/>
              </a:ext>
            </a:extLst>
          </p:cNvPr>
          <p:cNvSpPr>
            <a:spLocks noGrp="1" noRot="1" noMove="1" noResize="1" noEditPoints="1" noAdjustHandles="1" noChangeArrowheads="1" noChangeShapeType="1"/>
          </p:cNvSpPr>
          <p:nvPr userDrawn="1"/>
        </p:nvSpPr>
        <p:spPr>
          <a:xfrm>
            <a:off x="6148388"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703785534"/>
      </p:ext>
    </p:extLst>
  </p:cSld>
  <p:clrMapOvr>
    <a:overrideClrMapping bg1="dk1" tx1="lt1" bg2="dk2" tx2="lt2" accent1="accent1" accent2="accent2" accent3="accent3" accent4="accent4" accent5="accent5" accent6="accent6" hlink="hlink" folHlink="folHlink"/>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ext, 3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199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p:nvPr userDrawn="1"/>
        </p:nvSpPr>
        <p:spPr>
          <a:xfrm>
            <a:off x="463550" y="1617663"/>
            <a:ext cx="3681413"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 xmlns:a16="http://schemas.microsoft.com/office/drawing/2014/main" id="{B92D2E64-6BB9-928D-83F1-D878F96BBED4}"/>
              </a:ext>
            </a:extLst>
          </p:cNvPr>
          <p:cNvSpPr/>
          <p:nvPr userDrawn="1"/>
        </p:nvSpPr>
        <p:spPr>
          <a:xfrm>
            <a:off x="4253436"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68397"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4442950"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1525"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444305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3" name="Rectangle 2">
            <a:extLst>
              <a:ext uri="{FF2B5EF4-FFF2-40B4-BE49-F238E27FC236}">
                <a16:creationId xmlns="" xmlns:a16="http://schemas.microsoft.com/office/drawing/2014/main" id="{03B89EE7-E754-D1FA-1426-29223B3B4CC6}"/>
              </a:ext>
            </a:extLst>
          </p:cNvPr>
          <p:cNvSpPr/>
          <p:nvPr userDrawn="1"/>
        </p:nvSpPr>
        <p:spPr>
          <a:xfrm>
            <a:off x="8043659"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13">
            <a:extLst>
              <a:ext uri="{FF2B5EF4-FFF2-40B4-BE49-F238E27FC236}">
                <a16:creationId xmlns="" xmlns:a16="http://schemas.microsoft.com/office/drawing/2014/main" id="{5AFC5DED-0840-16E5-8F18-4379BF12D5F2}"/>
              </a:ext>
            </a:extLst>
          </p:cNvPr>
          <p:cNvSpPr>
            <a:spLocks noGrp="1"/>
          </p:cNvSpPr>
          <p:nvPr>
            <p:ph type="pic" sz="quarter" idx="16" hasCustomPrompt="1"/>
          </p:nvPr>
        </p:nvSpPr>
        <p:spPr>
          <a:xfrm>
            <a:off x="8233173" y="1768475"/>
            <a:ext cx="649288" cy="646113"/>
          </a:xfrm>
        </p:spPr>
        <p:txBody>
          <a:bodyPr/>
          <a:lstStyle>
            <a:lvl1pPr>
              <a:defRPr sz="800"/>
            </a:lvl1pPr>
          </a:lstStyle>
          <a:p>
            <a:r>
              <a:rPr lang="en-US"/>
              <a:t>Icon</a:t>
            </a:r>
          </a:p>
        </p:txBody>
      </p:sp>
      <p:sp>
        <p:nvSpPr>
          <p:cNvPr id="5" name="Text Placeholder 2">
            <a:extLst>
              <a:ext uri="{FF2B5EF4-FFF2-40B4-BE49-F238E27FC236}">
                <a16:creationId xmlns="" xmlns:a16="http://schemas.microsoft.com/office/drawing/2014/main" id="{1D9C80B5-F2B1-5142-E9EE-47BC3FF2F2C1}"/>
              </a:ext>
            </a:extLst>
          </p:cNvPr>
          <p:cNvSpPr>
            <a:spLocks noGrp="1"/>
          </p:cNvSpPr>
          <p:nvPr>
            <p:ph type="body" idx="17"/>
          </p:nvPr>
        </p:nvSpPr>
        <p:spPr>
          <a:xfrm>
            <a:off x="8233282"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87668371"/>
      </p:ext>
    </p:extLst>
  </p:cSld>
  <p:clrMapOvr>
    <a:overrideClrMapping bg1="lt1" tx1="dk1" bg2="lt2" tx2="dk2" accent1="accent1" accent2="accent2" accent3="accent3" accent4="accent4" accent5="accent5" accent6="accent6" hlink="hlink" folHlink="folHlink"/>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xt, 3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29038428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302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a:spLocks noGrp="1" noRot="1" noMove="1" noResize="1" noEditPoints="1" noAdjustHandles="1" noChangeArrowheads="1" noChangeShapeType="1"/>
          </p:cNvSpPr>
          <p:nvPr userDrawn="1"/>
        </p:nvSpPr>
        <p:spPr>
          <a:xfrm>
            <a:off x="463550" y="1617663"/>
            <a:ext cx="3681413"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 xmlns:a16="http://schemas.microsoft.com/office/drawing/2014/main" id="{B92D2E64-6BB9-928D-83F1-D878F96BBED4}"/>
              </a:ext>
            </a:extLst>
          </p:cNvPr>
          <p:cNvSpPr>
            <a:spLocks noGrp="1" noRot="1" noMove="1" noResize="1" noEditPoints="1" noAdjustHandles="1" noChangeArrowheads="1" noChangeShapeType="1"/>
          </p:cNvSpPr>
          <p:nvPr userDrawn="1"/>
        </p:nvSpPr>
        <p:spPr>
          <a:xfrm>
            <a:off x="4253436"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 xmlns:a16="http://schemas.microsoft.com/office/drawing/2014/main" id="{03B89EE7-E754-D1FA-1426-29223B3B4CC6}"/>
              </a:ext>
            </a:extLst>
          </p:cNvPr>
          <p:cNvSpPr>
            <a:spLocks noGrp="1" noRot="1" noMove="1" noResize="1" noEditPoints="1" noAdjustHandles="1" noChangeArrowheads="1" noChangeShapeType="1"/>
          </p:cNvSpPr>
          <p:nvPr userDrawn="1"/>
        </p:nvSpPr>
        <p:spPr>
          <a:xfrm>
            <a:off x="8043659"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4446587"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4446696"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4" name="Picture Placeholder 13">
            <a:extLst>
              <a:ext uri="{FF2B5EF4-FFF2-40B4-BE49-F238E27FC236}">
                <a16:creationId xmlns="" xmlns:a16="http://schemas.microsoft.com/office/drawing/2014/main" id="{5AFC5DED-0840-16E5-8F18-4379BF12D5F2}"/>
              </a:ext>
            </a:extLst>
          </p:cNvPr>
          <p:cNvSpPr>
            <a:spLocks noGrp="1"/>
          </p:cNvSpPr>
          <p:nvPr>
            <p:ph type="pic" sz="quarter" idx="16" hasCustomPrompt="1"/>
          </p:nvPr>
        </p:nvSpPr>
        <p:spPr>
          <a:xfrm>
            <a:off x="8236810" y="1768475"/>
            <a:ext cx="649288" cy="646113"/>
          </a:xfrm>
        </p:spPr>
        <p:txBody>
          <a:bodyPr/>
          <a:lstStyle>
            <a:lvl1pPr>
              <a:defRPr sz="800"/>
            </a:lvl1pPr>
          </a:lstStyle>
          <a:p>
            <a:r>
              <a:rPr lang="en-US"/>
              <a:t>Icon</a:t>
            </a:r>
          </a:p>
        </p:txBody>
      </p:sp>
      <p:sp>
        <p:nvSpPr>
          <p:cNvPr id="5" name="Text Placeholder 2">
            <a:extLst>
              <a:ext uri="{FF2B5EF4-FFF2-40B4-BE49-F238E27FC236}">
                <a16:creationId xmlns="" xmlns:a16="http://schemas.microsoft.com/office/drawing/2014/main" id="{1D9C80B5-F2B1-5142-E9EE-47BC3FF2F2C1}"/>
              </a:ext>
            </a:extLst>
          </p:cNvPr>
          <p:cNvSpPr>
            <a:spLocks noGrp="1"/>
          </p:cNvSpPr>
          <p:nvPr>
            <p:ph type="body" idx="17"/>
          </p:nvPr>
        </p:nvSpPr>
        <p:spPr>
          <a:xfrm>
            <a:off x="823691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968536738"/>
      </p:ext>
    </p:extLst>
  </p:cSld>
  <p:clrMapOvr>
    <a:overrideClrMapping bg1="dk1" tx1="lt1" bg2="dk2" tx2="lt2" accent1="accent1" accent2="accent2" accent3="accent3" accent4="accent4" accent5="accent5" accent6="accent6" hlink="hlink" folHlink="folHlink"/>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ext, 4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404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p:nvPr userDrawn="1"/>
        </p:nvSpPr>
        <p:spPr>
          <a:xfrm>
            <a:off x="463550"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5044"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8172"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 xmlns:a16="http://schemas.microsoft.com/office/drawing/2014/main" id="{6B57E3F4-9F43-3E4F-CF14-23C7A7BC11D4}"/>
              </a:ext>
            </a:extLst>
          </p:cNvPr>
          <p:cNvSpPr/>
          <p:nvPr userDrawn="1"/>
        </p:nvSpPr>
        <p:spPr>
          <a:xfrm>
            <a:off x="3311452"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13">
            <a:extLst>
              <a:ext uri="{FF2B5EF4-FFF2-40B4-BE49-F238E27FC236}">
                <a16:creationId xmlns="" xmlns:a16="http://schemas.microsoft.com/office/drawing/2014/main" id="{22728A29-21C1-FE17-D872-29F33FF55B6B}"/>
              </a:ext>
            </a:extLst>
          </p:cNvPr>
          <p:cNvSpPr>
            <a:spLocks noGrp="1"/>
          </p:cNvSpPr>
          <p:nvPr>
            <p:ph type="pic" sz="quarter" idx="14" hasCustomPrompt="1"/>
          </p:nvPr>
        </p:nvSpPr>
        <p:spPr>
          <a:xfrm>
            <a:off x="3522946" y="1768475"/>
            <a:ext cx="649288" cy="646113"/>
          </a:xfrm>
        </p:spPr>
        <p:txBody>
          <a:bodyPr/>
          <a:lstStyle>
            <a:lvl1pPr>
              <a:defRPr sz="800"/>
            </a:lvl1pPr>
          </a:lstStyle>
          <a:p>
            <a:r>
              <a:rPr lang="en-US"/>
              <a:t>Icon</a:t>
            </a:r>
          </a:p>
        </p:txBody>
      </p:sp>
      <p:sp>
        <p:nvSpPr>
          <p:cNvPr id="13" name="Text Placeholder 2">
            <a:extLst>
              <a:ext uri="{FF2B5EF4-FFF2-40B4-BE49-F238E27FC236}">
                <a16:creationId xmlns="" xmlns:a16="http://schemas.microsoft.com/office/drawing/2014/main" id="{F8ED409C-9BB0-C0DE-2DC1-0D8C059AB7DE}"/>
              </a:ext>
            </a:extLst>
          </p:cNvPr>
          <p:cNvSpPr>
            <a:spLocks noGrp="1"/>
          </p:cNvSpPr>
          <p:nvPr>
            <p:ph type="body" idx="15"/>
          </p:nvPr>
        </p:nvSpPr>
        <p:spPr>
          <a:xfrm>
            <a:off x="3516074"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 xmlns:a16="http://schemas.microsoft.com/office/drawing/2014/main" id="{D9C6F735-C3A7-934E-F16F-4C50B49CC156}"/>
              </a:ext>
            </a:extLst>
          </p:cNvPr>
          <p:cNvSpPr/>
          <p:nvPr userDrawn="1"/>
        </p:nvSpPr>
        <p:spPr>
          <a:xfrm>
            <a:off x="6159949"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13">
            <a:extLst>
              <a:ext uri="{FF2B5EF4-FFF2-40B4-BE49-F238E27FC236}">
                <a16:creationId xmlns="" xmlns:a16="http://schemas.microsoft.com/office/drawing/2014/main" id="{F6DF4CC7-B693-843D-35B9-07755D443698}"/>
              </a:ext>
            </a:extLst>
          </p:cNvPr>
          <p:cNvSpPr>
            <a:spLocks noGrp="1"/>
          </p:cNvSpPr>
          <p:nvPr>
            <p:ph type="pic" sz="quarter" idx="16" hasCustomPrompt="1"/>
          </p:nvPr>
        </p:nvSpPr>
        <p:spPr>
          <a:xfrm>
            <a:off x="6371443" y="1768475"/>
            <a:ext cx="649288" cy="646113"/>
          </a:xfrm>
        </p:spPr>
        <p:txBody>
          <a:bodyPr/>
          <a:lstStyle>
            <a:lvl1pPr>
              <a:defRPr sz="800"/>
            </a:lvl1pPr>
          </a:lstStyle>
          <a:p>
            <a:r>
              <a:rPr lang="en-US"/>
              <a:t>Icon</a:t>
            </a:r>
          </a:p>
        </p:txBody>
      </p:sp>
      <p:sp>
        <p:nvSpPr>
          <p:cNvPr id="20" name="Text Placeholder 2">
            <a:extLst>
              <a:ext uri="{FF2B5EF4-FFF2-40B4-BE49-F238E27FC236}">
                <a16:creationId xmlns="" xmlns:a16="http://schemas.microsoft.com/office/drawing/2014/main" id="{DA02A4FC-804F-D905-C80A-508F4B13855C}"/>
              </a:ext>
            </a:extLst>
          </p:cNvPr>
          <p:cNvSpPr>
            <a:spLocks noGrp="1"/>
          </p:cNvSpPr>
          <p:nvPr>
            <p:ph type="body" idx="17"/>
          </p:nvPr>
        </p:nvSpPr>
        <p:spPr>
          <a:xfrm>
            <a:off x="6364571"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 xmlns:a16="http://schemas.microsoft.com/office/drawing/2014/main" id="{D3073047-8DDC-8072-C8AA-70E1791CFDFC}"/>
              </a:ext>
            </a:extLst>
          </p:cNvPr>
          <p:cNvSpPr/>
          <p:nvPr userDrawn="1"/>
        </p:nvSpPr>
        <p:spPr>
          <a:xfrm>
            <a:off x="9001466"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13">
            <a:extLst>
              <a:ext uri="{FF2B5EF4-FFF2-40B4-BE49-F238E27FC236}">
                <a16:creationId xmlns="" xmlns:a16="http://schemas.microsoft.com/office/drawing/2014/main" id="{E7725F3D-5680-EE14-2B2D-2F8650B78913}"/>
              </a:ext>
            </a:extLst>
          </p:cNvPr>
          <p:cNvSpPr>
            <a:spLocks noGrp="1"/>
          </p:cNvSpPr>
          <p:nvPr>
            <p:ph type="pic" sz="quarter" idx="18" hasCustomPrompt="1"/>
          </p:nvPr>
        </p:nvSpPr>
        <p:spPr>
          <a:xfrm>
            <a:off x="9212960" y="1768475"/>
            <a:ext cx="649288" cy="646113"/>
          </a:xfrm>
        </p:spPr>
        <p:txBody>
          <a:bodyPr/>
          <a:lstStyle>
            <a:lvl1pPr>
              <a:defRPr sz="800"/>
            </a:lvl1pPr>
          </a:lstStyle>
          <a:p>
            <a:r>
              <a:rPr lang="en-US"/>
              <a:t>Icon</a:t>
            </a:r>
          </a:p>
        </p:txBody>
      </p:sp>
      <p:sp>
        <p:nvSpPr>
          <p:cNvPr id="23" name="Text Placeholder 2">
            <a:extLst>
              <a:ext uri="{FF2B5EF4-FFF2-40B4-BE49-F238E27FC236}">
                <a16:creationId xmlns="" xmlns:a16="http://schemas.microsoft.com/office/drawing/2014/main" id="{47911148-2128-D9C7-8E63-A4AABC6503AB}"/>
              </a:ext>
            </a:extLst>
          </p:cNvPr>
          <p:cNvSpPr>
            <a:spLocks noGrp="1"/>
          </p:cNvSpPr>
          <p:nvPr>
            <p:ph type="body" idx="19"/>
          </p:nvPr>
        </p:nvSpPr>
        <p:spPr>
          <a:xfrm>
            <a:off x="9206088"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33833254"/>
      </p:ext>
    </p:extLst>
  </p:cSld>
  <p:clrMapOvr>
    <a:overrideClrMapping bg1="lt1" tx1="dk1" bg2="lt2" tx2="dk2" accent1="accent1" accent2="accent2" accent3="accent3" accent4="accent4" accent5="accent5" accent6="accent6" hlink="hlink" folHlink="folHlink"/>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ext, 4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507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a:spLocks noGrp="1" noRot="1" noMove="1" noResize="1" noEditPoints="1" noAdjustHandles="1" noChangeArrowheads="1" noChangeShapeType="1"/>
          </p:cNvSpPr>
          <p:nvPr userDrawn="1"/>
        </p:nvSpPr>
        <p:spPr>
          <a:xfrm>
            <a:off x="463550"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 xmlns:a16="http://schemas.microsoft.com/office/drawing/2014/main" id="{6B57E3F4-9F43-3E4F-CF14-23C7A7BC11D4}"/>
              </a:ext>
            </a:extLst>
          </p:cNvPr>
          <p:cNvSpPr>
            <a:spLocks noGrp="1" noRot="1" noMove="1" noResize="1" noEditPoints="1" noAdjustHandles="1" noChangeArrowheads="1" noChangeShapeType="1"/>
          </p:cNvSpPr>
          <p:nvPr userDrawn="1"/>
        </p:nvSpPr>
        <p:spPr>
          <a:xfrm>
            <a:off x="3311452"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13">
            <a:extLst>
              <a:ext uri="{FF2B5EF4-FFF2-40B4-BE49-F238E27FC236}">
                <a16:creationId xmlns="" xmlns:a16="http://schemas.microsoft.com/office/drawing/2014/main" id="{22728A29-21C1-FE17-D872-29F33FF55B6B}"/>
              </a:ext>
            </a:extLst>
          </p:cNvPr>
          <p:cNvSpPr>
            <a:spLocks noGrp="1"/>
          </p:cNvSpPr>
          <p:nvPr>
            <p:ph type="pic" sz="quarter" idx="14" hasCustomPrompt="1"/>
          </p:nvPr>
        </p:nvSpPr>
        <p:spPr>
          <a:xfrm>
            <a:off x="3519936" y="1768475"/>
            <a:ext cx="649288" cy="646113"/>
          </a:xfrm>
        </p:spPr>
        <p:txBody>
          <a:bodyPr/>
          <a:lstStyle>
            <a:lvl1pPr>
              <a:defRPr sz="800"/>
            </a:lvl1pPr>
          </a:lstStyle>
          <a:p>
            <a:r>
              <a:rPr lang="en-US"/>
              <a:t>Icon</a:t>
            </a:r>
          </a:p>
        </p:txBody>
      </p:sp>
      <p:sp>
        <p:nvSpPr>
          <p:cNvPr id="13" name="Text Placeholder 2">
            <a:extLst>
              <a:ext uri="{FF2B5EF4-FFF2-40B4-BE49-F238E27FC236}">
                <a16:creationId xmlns="" xmlns:a16="http://schemas.microsoft.com/office/drawing/2014/main" id="{F8ED409C-9BB0-C0DE-2DC1-0D8C059AB7DE}"/>
              </a:ext>
            </a:extLst>
          </p:cNvPr>
          <p:cNvSpPr>
            <a:spLocks noGrp="1"/>
          </p:cNvSpPr>
          <p:nvPr>
            <p:ph type="body" idx="15"/>
          </p:nvPr>
        </p:nvSpPr>
        <p:spPr>
          <a:xfrm>
            <a:off x="3513064"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 xmlns:a16="http://schemas.microsoft.com/office/drawing/2014/main" id="{D9C6F735-C3A7-934E-F16F-4C50B49CC156}"/>
              </a:ext>
            </a:extLst>
          </p:cNvPr>
          <p:cNvSpPr>
            <a:spLocks noGrp="1" noRot="1" noMove="1" noResize="1" noEditPoints="1" noAdjustHandles="1" noChangeArrowheads="1" noChangeShapeType="1"/>
          </p:cNvSpPr>
          <p:nvPr userDrawn="1"/>
        </p:nvSpPr>
        <p:spPr>
          <a:xfrm>
            <a:off x="6159949"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13">
            <a:extLst>
              <a:ext uri="{FF2B5EF4-FFF2-40B4-BE49-F238E27FC236}">
                <a16:creationId xmlns="" xmlns:a16="http://schemas.microsoft.com/office/drawing/2014/main" id="{F6DF4CC7-B693-843D-35B9-07755D443698}"/>
              </a:ext>
            </a:extLst>
          </p:cNvPr>
          <p:cNvSpPr>
            <a:spLocks noGrp="1"/>
          </p:cNvSpPr>
          <p:nvPr>
            <p:ph type="pic" sz="quarter" idx="16" hasCustomPrompt="1"/>
          </p:nvPr>
        </p:nvSpPr>
        <p:spPr>
          <a:xfrm>
            <a:off x="6368433" y="1768475"/>
            <a:ext cx="649288" cy="646113"/>
          </a:xfrm>
        </p:spPr>
        <p:txBody>
          <a:bodyPr/>
          <a:lstStyle>
            <a:lvl1pPr>
              <a:defRPr sz="800"/>
            </a:lvl1pPr>
          </a:lstStyle>
          <a:p>
            <a:r>
              <a:rPr lang="en-US"/>
              <a:t>Icon</a:t>
            </a:r>
          </a:p>
        </p:txBody>
      </p:sp>
      <p:sp>
        <p:nvSpPr>
          <p:cNvPr id="20" name="Text Placeholder 2">
            <a:extLst>
              <a:ext uri="{FF2B5EF4-FFF2-40B4-BE49-F238E27FC236}">
                <a16:creationId xmlns="" xmlns:a16="http://schemas.microsoft.com/office/drawing/2014/main" id="{DA02A4FC-804F-D905-C80A-508F4B13855C}"/>
              </a:ext>
            </a:extLst>
          </p:cNvPr>
          <p:cNvSpPr>
            <a:spLocks noGrp="1"/>
          </p:cNvSpPr>
          <p:nvPr>
            <p:ph type="body" idx="17"/>
          </p:nvPr>
        </p:nvSpPr>
        <p:spPr>
          <a:xfrm>
            <a:off x="6361561"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 xmlns:a16="http://schemas.microsoft.com/office/drawing/2014/main" id="{D3073047-8DDC-8072-C8AA-70E1791CFDFC}"/>
              </a:ext>
            </a:extLst>
          </p:cNvPr>
          <p:cNvSpPr>
            <a:spLocks noGrp="1" noRot="1" noMove="1" noResize="1" noEditPoints="1" noAdjustHandles="1" noChangeArrowheads="1" noChangeShapeType="1"/>
          </p:cNvSpPr>
          <p:nvPr userDrawn="1"/>
        </p:nvSpPr>
        <p:spPr>
          <a:xfrm>
            <a:off x="9001466"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13">
            <a:extLst>
              <a:ext uri="{FF2B5EF4-FFF2-40B4-BE49-F238E27FC236}">
                <a16:creationId xmlns="" xmlns:a16="http://schemas.microsoft.com/office/drawing/2014/main" id="{E7725F3D-5680-EE14-2B2D-2F8650B78913}"/>
              </a:ext>
            </a:extLst>
          </p:cNvPr>
          <p:cNvSpPr>
            <a:spLocks noGrp="1"/>
          </p:cNvSpPr>
          <p:nvPr>
            <p:ph type="pic" sz="quarter" idx="18" hasCustomPrompt="1"/>
          </p:nvPr>
        </p:nvSpPr>
        <p:spPr>
          <a:xfrm>
            <a:off x="9209950" y="1768475"/>
            <a:ext cx="649288" cy="646113"/>
          </a:xfrm>
        </p:spPr>
        <p:txBody>
          <a:bodyPr/>
          <a:lstStyle>
            <a:lvl1pPr>
              <a:defRPr sz="800"/>
            </a:lvl1pPr>
          </a:lstStyle>
          <a:p>
            <a:r>
              <a:rPr lang="en-US"/>
              <a:t>Icon</a:t>
            </a:r>
          </a:p>
        </p:txBody>
      </p:sp>
      <p:sp>
        <p:nvSpPr>
          <p:cNvPr id="23" name="Text Placeholder 2">
            <a:extLst>
              <a:ext uri="{FF2B5EF4-FFF2-40B4-BE49-F238E27FC236}">
                <a16:creationId xmlns="" xmlns:a16="http://schemas.microsoft.com/office/drawing/2014/main" id="{47911148-2128-D9C7-8E63-A4AABC6503AB}"/>
              </a:ext>
            </a:extLst>
          </p:cNvPr>
          <p:cNvSpPr>
            <a:spLocks noGrp="1"/>
          </p:cNvSpPr>
          <p:nvPr>
            <p:ph type="body" idx="19"/>
          </p:nvPr>
        </p:nvSpPr>
        <p:spPr>
          <a:xfrm>
            <a:off x="9203078"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214145648"/>
      </p:ext>
    </p:extLst>
  </p:cSld>
  <p:clrMapOvr>
    <a:overrideClrMapping bg1="dk1" tx1="lt1" bg2="dk2" tx2="lt2" accent1="accent1" accent2="accent2" accent3="accent3" accent4="accent4" accent5="accent5" accent6="accent6" hlink="hlink" folHlink="folHlink"/>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 xmlns:a16="http://schemas.microsoft.com/office/drawing/2014/main" id="{71717D90-43C9-C972-4D0A-8F8DB9E4B985}"/>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73329289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Title Only (Carb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 xmlns:a16="http://schemas.microsoft.com/office/drawing/2014/main" id="{5B85D50D-E1D8-C209-D561-71978631B8F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729911104"/>
      </p:ext>
    </p:extLst>
  </p:cSld>
  <p:clrMapOvr>
    <a:overrideClrMapping bg1="dk1" tx1="lt1" bg2="dk2" tx2="lt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 Placeholder 6">
            <a:extLst>
              <a:ext uri="{FF2B5EF4-FFF2-40B4-BE49-F238E27FC236}">
                <a16:creationId xmlns="" xmlns:a16="http://schemas.microsoft.com/office/drawing/2014/main" id="{8AB8394B-8C24-A652-FDAD-A12D9786C379}"/>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96824776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ank (Carbon)">
    <p:bg>
      <p:bgPr>
        <a:solidFill>
          <a:schemeClr val="bg1"/>
        </a:solidFill>
        <a:effectLst/>
      </p:bgPr>
    </p:bg>
    <p:spTree>
      <p:nvGrpSpPr>
        <p:cNvPr id="1" name=""/>
        <p:cNvGrpSpPr/>
        <p:nvPr/>
      </p:nvGrpSpPr>
      <p:grpSpPr>
        <a:xfrm>
          <a:off x="0" y="0"/>
          <a:ext cx="0" cy="0"/>
          <a:chOff x="0" y="0"/>
          <a:chExt cx="0" cy="0"/>
        </a:xfrm>
      </p:grpSpPr>
      <p:sp>
        <p:nvSpPr>
          <p:cNvPr id="2" name="Text Placeholder 6">
            <a:extLst>
              <a:ext uri="{FF2B5EF4-FFF2-40B4-BE49-F238E27FC236}">
                <a16:creationId xmlns="" xmlns:a16="http://schemas.microsoft.com/office/drawing/2014/main" id="{D9A041E9-D37B-F094-0DEB-67D1437229D7}"/>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982887658"/>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609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t>Data</a:t>
            </a:r>
          </a:p>
          <a:p>
            <a:pPr algn="ctr"/>
            <a:r>
              <a:rPr lang="en-US" sz="13800"/>
              <a:t>layouts</a:t>
            </a:r>
          </a:p>
        </p:txBody>
      </p:sp>
    </p:spTree>
    <p:extLst>
      <p:ext uri="{BB962C8B-B14F-4D97-AF65-F5344CB8AC3E}">
        <p14:creationId xmlns:p14="http://schemas.microsoft.com/office/powerpoint/2010/main" val="102402670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Data 1">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09232167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711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37C2CDB7-C805-4574-12AD-751C92140439}"/>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ext Placeholder 6">
            <a:extLst>
              <a:ext uri="{FF2B5EF4-FFF2-40B4-BE49-F238E27FC236}">
                <a16:creationId xmlns="" xmlns:a16="http://schemas.microsoft.com/office/drawing/2014/main" id="{D4167920-63DE-54BB-E65F-1733269DFA65}"/>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69183665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Data 1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99115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814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6DE963B-81EE-2860-268D-B3A54072AD04}"/>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2" name="Text Placeholder 6">
            <a:extLst>
              <a:ext uri="{FF2B5EF4-FFF2-40B4-BE49-F238E27FC236}">
                <a16:creationId xmlns="" xmlns:a16="http://schemas.microsoft.com/office/drawing/2014/main" id="{A936678D-9654-7C99-C080-9E3A2B10C629}"/>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67999480"/>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Data 2">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9857800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916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 xmlns:a16="http://schemas.microsoft.com/office/drawing/2014/main"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 xmlns:a16="http://schemas.microsoft.com/office/drawing/2014/main" id="{41FFC367-0203-EC0E-10DF-B81D77491CB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19070666"/>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ata 2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9857800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019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 xmlns:a16="http://schemas.microsoft.com/office/drawing/2014/main"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 xmlns:a16="http://schemas.microsoft.com/office/drawing/2014/main" id="{BA9A9E04-9AC1-B2EA-811C-A2EBF8AC04EE}"/>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284486658"/>
      </p:ext>
    </p:extLst>
  </p:cSld>
  <p:clrMapOvr>
    <a:overrideClrMapping bg1="dk1" tx1="lt1" bg2="dk2" tx2="lt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Data, full">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 xmlns:a16="http://schemas.microsoft.com/office/drawing/2014/main"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 xmlns:a16="http://schemas.microsoft.com/office/drawing/2014/main"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16468143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Data, full (Carb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 xmlns:a16="http://schemas.microsoft.com/office/drawing/2014/main"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 xmlns:a16="http://schemas.microsoft.com/office/drawing/2014/main"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466620873"/>
      </p:ext>
    </p:extLst>
  </p:cSld>
  <p:clrMapOvr>
    <a:overrideClrMapping bg1="dk1" tx1="lt1" bg2="dk2" tx2="lt2" accent1="accent1" accent2="accent2" accent3="accent3" accent4="accent4" accent5="accent5" accent6="accent6" hlink="hlink" folHlink="folHlink"/>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121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433400" y="1305349"/>
            <a:ext cx="11325216" cy="4247317"/>
          </a:xfrm>
          <a:prstGeom prst="rect">
            <a:avLst/>
          </a:prstGeom>
          <a:noFill/>
        </p:spPr>
        <p:txBody>
          <a:bodyPr wrap="none" lIns="0" tIns="0" rIns="0" bIns="0" rtlCol="0" anchor="ctr">
            <a:spAutoFit/>
          </a:bodyPr>
          <a:lstStyle/>
          <a:p>
            <a:pPr algn="ctr"/>
            <a:r>
              <a:rPr lang="en-US" sz="13800"/>
              <a:t>Section divider</a:t>
            </a:r>
          </a:p>
          <a:p>
            <a:pPr algn="ctr"/>
            <a:r>
              <a:rPr lang="en-US" sz="13800"/>
              <a:t>layouts</a:t>
            </a:r>
          </a:p>
        </p:txBody>
      </p:sp>
    </p:spTree>
    <p:extLst>
      <p:ext uri="{BB962C8B-B14F-4D97-AF65-F5344CB8AC3E}">
        <p14:creationId xmlns:p14="http://schemas.microsoft.com/office/powerpoint/2010/main" val="7920213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Divider 1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7471323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2239"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27050"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4137114648"/>
      </p:ext>
    </p:extLst>
  </p:cSld>
  <p:clrMapOvr>
    <a:overrideClrMapping bg1="lt1" tx1="dk1" bg2="lt2" tx2="dk2" accent1="accent1" accent2="accent2" accent3="accent3" accent4="accent4" accent5="accent5" accent6="accent6" hlink="hlink" folHlink="folHlink"/>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Divider 2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630666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3263"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tx1"/>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82189056"/>
      </p:ext>
    </p:extLst>
  </p:cSld>
  <p:clrMapOvr>
    <a:overrideClrMapping bg1="lt1" tx1="dk1" bg2="lt2" tx2="dk2" accent1="accent1" accent2="accent2" accent3="accent3" accent4="accent4" accent5="accent5" accent6="accent6" hlink="hlink" folHlink="folHlink"/>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Divider 1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1897438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4287"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627735879"/>
      </p:ext>
    </p:extLst>
  </p:cSld>
  <p:clrMapOvr>
    <a:overrideClrMapping bg1="dk1" tx1="lt1" bg2="dk2" tx2="lt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Divider 2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9072492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5311"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765093722"/>
      </p:ext>
    </p:extLst>
  </p:cSld>
  <p:clrMapOvr>
    <a:overrideClrMapping bg1="dk1" tx1="lt1" bg2="dk2" tx2="lt2" accent1="accent1" accent2="accent2" accent3="accent3" accent4="accent4" accent5="accent5" accent6="accent6" hlink="hlink" folHlink="folHlink"/>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Divider 3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42813344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6335"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85114311"/>
      </p:ext>
    </p:extLst>
  </p:cSld>
  <p:clrMapOvr>
    <a:overrideClrMapping bg1="dk1" tx1="lt1" bg2="dk2" tx2="lt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Divider 1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03139182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7359"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2077188696"/>
      </p:ext>
    </p:extLst>
  </p:cSld>
  <p:clrMapOvr>
    <a:overrideClrMapping bg1="dk1" tx1="lt1" bg2="dk2" tx2="lt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Divider 2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0996986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8383"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87393522"/>
      </p:ext>
    </p:extLst>
  </p:cSld>
  <p:clrMapOvr>
    <a:overrideClrMapping bg1="dk1" tx1="lt1" bg2="dk2" tx2="lt2" accent1="accent1" accent2="accent2" accent3="accent3" accent4="accent4" accent5="accent5" accent6="accent6" hlink="hlink" folHlink="folHlink"/>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Divider 3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60890081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9407"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 xmlns:a16="http://schemas.microsoft.com/office/drawing/2014/main"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177267"/>
      </p:ext>
    </p:extLst>
  </p:cSld>
  <p:clrMapOvr>
    <a:overrideClrMapping bg1="dk1" tx1="lt1" bg2="dk2" tx2="lt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043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2232864" y="1305349"/>
            <a:ext cx="7726282" cy="4247317"/>
          </a:xfrm>
          <a:prstGeom prst="rect">
            <a:avLst/>
          </a:prstGeom>
          <a:noFill/>
        </p:spPr>
        <p:txBody>
          <a:bodyPr wrap="none" lIns="0" tIns="0" rIns="0" bIns="0" rtlCol="0" anchor="ctr">
            <a:spAutoFit/>
          </a:bodyPr>
          <a:lstStyle/>
          <a:p>
            <a:pPr algn="ctr"/>
            <a:r>
              <a:rPr lang="en-US" sz="13800"/>
              <a:t>Large text </a:t>
            </a:r>
          </a:p>
          <a:p>
            <a:pPr algn="ctr"/>
            <a:r>
              <a:rPr lang="en-US" sz="13800"/>
              <a:t>layouts</a:t>
            </a:r>
          </a:p>
        </p:txBody>
      </p:sp>
    </p:spTree>
    <p:extLst>
      <p:ext uri="{BB962C8B-B14F-4D97-AF65-F5344CB8AC3E}">
        <p14:creationId xmlns:p14="http://schemas.microsoft.com/office/powerpoint/2010/main" val="268090737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145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345491014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Large Text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247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3611418797"/>
      </p:ext>
    </p:extLst>
  </p:cSld>
  <p:clrMapOvr>
    <a:overrideClrMapping bg1="lt1" tx1="dk1" bg2="lt2" tx2="dk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Large Text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350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2575330997"/>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Large Text, patter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2221633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452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703D0EC0-800C-017B-115C-E6C2A79F739E}"/>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0" y="0"/>
            <a:ext cx="12192000" cy="6858000"/>
          </a:xfrm>
          <a:prstGeom prst="rect">
            <a:avLst/>
          </a:prstGeom>
        </p:spPr>
      </p:pic>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9" name="Page# static">
            <a:extLst>
              <a:ext uri="{FF2B5EF4-FFF2-40B4-BE49-F238E27FC236}">
                <a16:creationId xmlns="" xmlns:a16="http://schemas.microsoft.com/office/drawing/2014/main" id="{961FCCAC-9A14-EABD-E6FC-0250DF9CC614}"/>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3" name="TextBox 2">
            <a:extLst>
              <a:ext uri="{FF2B5EF4-FFF2-40B4-BE49-F238E27FC236}">
                <a16:creationId xmlns="" xmlns:a16="http://schemas.microsoft.com/office/drawing/2014/main" id="{C5A28A1E-C0C1-68F9-2CC0-E47E8E939C27}"/>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Tree>
    <p:extLst>
      <p:ext uri="{BB962C8B-B14F-4D97-AF65-F5344CB8AC3E}">
        <p14:creationId xmlns:p14="http://schemas.microsoft.com/office/powerpoint/2010/main" val="1084336887"/>
      </p:ext>
    </p:extLst>
  </p:cSld>
  <p:clrMapOvr>
    <a:overrideClrMapping bg1="lt1" tx1="dk1" bg2="lt2" tx2="dk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Large Text, pattern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884868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555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4" name="Graphic 3">
            <a:extLst>
              <a:ext uri="{FF2B5EF4-FFF2-40B4-BE49-F238E27FC236}">
                <a16:creationId xmlns="" xmlns:a16="http://schemas.microsoft.com/office/drawing/2014/main" id="{0EAE06A4-0CF9-D5F6-2C1C-A4EA49DA410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0" y="0"/>
            <a:ext cx="12192000" cy="6858000"/>
          </a:xfrm>
          <a:prstGeom prst="rect">
            <a:avLst/>
          </a:prstGeom>
        </p:spPr>
      </p:pic>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12" name="Page# static">
            <a:extLst>
              <a:ext uri="{FF2B5EF4-FFF2-40B4-BE49-F238E27FC236}">
                <a16:creationId xmlns="" xmlns:a16="http://schemas.microsoft.com/office/drawing/2014/main" id="{CFD9CA61-A5D4-A8B1-D137-7AE49157FD8B}"/>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3" name="TextBox 2">
            <a:extLst>
              <a:ext uri="{FF2B5EF4-FFF2-40B4-BE49-F238E27FC236}">
                <a16:creationId xmlns="" xmlns:a16="http://schemas.microsoft.com/office/drawing/2014/main" id="{D2A8C3E6-DD95-5B46-D797-E225A8A1F31E}"/>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Tree>
    <p:extLst>
      <p:ext uri="{BB962C8B-B14F-4D97-AF65-F5344CB8AC3E}">
        <p14:creationId xmlns:p14="http://schemas.microsoft.com/office/powerpoint/2010/main" val="2585207842"/>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Quote Large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121823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657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p>
        </p:txBody>
      </p:sp>
      <p:sp>
        <p:nvSpPr>
          <p:cNvPr id="13" name="Graphic 6">
            <a:extLst>
              <a:ext uri="{FF2B5EF4-FFF2-40B4-BE49-F238E27FC236}">
                <a16:creationId xmlns="" xmlns:a16="http://schemas.microsoft.com/office/drawing/2014/main"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3663239371"/>
      </p:ext>
    </p:extLst>
  </p:cSld>
  <p:clrMapOvr>
    <a:overrideClrMapping bg1="lt1" tx1="dk1" bg2="lt2" tx2="dk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Quote Large (Carbon)">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121823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759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p>
        </p:txBody>
      </p:sp>
      <p:sp>
        <p:nvSpPr>
          <p:cNvPr id="13" name="Graphic 6">
            <a:extLst>
              <a:ext uri="{FF2B5EF4-FFF2-40B4-BE49-F238E27FC236}">
                <a16:creationId xmlns="" xmlns:a16="http://schemas.microsoft.com/office/drawing/2014/main"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510580788"/>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Quote Small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108311216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862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p>
        </p:txBody>
      </p:sp>
      <p:sp>
        <p:nvSpPr>
          <p:cNvPr id="5" name="Graphic 6">
            <a:extLst>
              <a:ext uri="{FF2B5EF4-FFF2-40B4-BE49-F238E27FC236}">
                <a16:creationId xmlns="" xmlns:a16="http://schemas.microsoft.com/office/drawing/2014/main"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3353556208"/>
      </p:ext>
    </p:extLst>
  </p:cSld>
  <p:clrMapOvr>
    <a:overrideClrMapping bg1="dk1" tx1="lt1" bg2="dk2" tx2="lt2" accent1="accent1" accent2="accent2" accent3="accent3" accent4="accent4" accent5="accent5" accent6="accent6" hlink="hlink" folHlink="folHlink"/>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Quote Small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108311216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964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p>
        </p:txBody>
      </p:sp>
      <p:sp>
        <p:nvSpPr>
          <p:cNvPr id="5" name="Graphic 6">
            <a:extLst>
              <a:ext uri="{FF2B5EF4-FFF2-40B4-BE49-F238E27FC236}">
                <a16:creationId xmlns="" xmlns:a16="http://schemas.microsoft.com/office/drawing/2014/main"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1009917161"/>
      </p:ext>
    </p:extLst>
  </p:cSld>
  <p:clrMapOvr>
    <a:overrideClrMapping bg1="lt1" tx1="dk1" bg2="lt2" tx2="dk2" accent1="accent1" accent2="accent2" accent3="accent3" accent4="accent4" accent5="accent5" accent6="accent6" hlink="hlink" folHlink="folHlink"/>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067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1437038" y="1305349"/>
            <a:ext cx="9317936" cy="4247317"/>
          </a:xfrm>
          <a:prstGeom prst="rect">
            <a:avLst/>
          </a:prstGeom>
          <a:noFill/>
        </p:spPr>
        <p:txBody>
          <a:bodyPr wrap="none" lIns="0" tIns="0" rIns="0" bIns="0" rtlCol="0" anchor="ctr">
            <a:spAutoFit/>
          </a:bodyPr>
          <a:lstStyle/>
          <a:p>
            <a:pPr algn="ctr"/>
            <a:r>
              <a:rPr lang="en-US" sz="13800"/>
              <a:t>Text + Image</a:t>
            </a:r>
          </a:p>
          <a:p>
            <a:pPr algn="ctr"/>
            <a:r>
              <a:rPr lang="en-US" sz="13800"/>
              <a:t>layouts</a:t>
            </a:r>
          </a:p>
        </p:txBody>
      </p:sp>
    </p:spTree>
    <p:extLst>
      <p:ext uri="{BB962C8B-B14F-4D97-AF65-F5344CB8AC3E}">
        <p14:creationId xmlns:p14="http://schemas.microsoft.com/office/powerpoint/2010/main" val="97980201"/>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Title Only + Image (white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4469674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169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D4560061-E12B-343E-74A9-8D141BE850FC}"/>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50000"/>
              <a:lumOff val="50000"/>
            </a:schemeClr>
          </a:solidFill>
        </p:spPr>
        <p:txBody>
          <a:bodyPr wrap="square">
            <a:noAutofit/>
          </a:bodyPr>
          <a:lstStyle/>
          <a:p>
            <a:r>
              <a:rPr lang="en-US"/>
              <a:t>Click icon to add picture</a:t>
            </a:r>
          </a:p>
        </p:txBody>
      </p:sp>
      <p:sp>
        <p:nvSpPr>
          <p:cNvPr id="5" name="Title 4">
            <a:extLst>
              <a:ext uri="{FF2B5EF4-FFF2-40B4-BE49-F238E27FC236}">
                <a16:creationId xmlns="" xmlns:a16="http://schemas.microsoft.com/office/drawing/2014/main"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 xmlns:a16="http://schemas.microsoft.com/office/drawing/2014/main" id="{9EA11B80-ED54-BA49-69A0-DA418072FEF3}"/>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959411"/>
      </p:ext>
    </p:extLst>
  </p:cSld>
  <p:clrMapOvr>
    <a:overrideClrMapping bg1="lt1" tx1="dk1" bg2="lt2" tx2="dk2" accent1="accent1" accent2="accent2" accent3="accent3" accent4="accent4" accent5="accent5" accent6="accent6" hlink="hlink" folHlink="folHlink"/>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Title Only + Image (dark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74925352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271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27A1CDB2-CCE0-BB20-550A-00A6A2BF7F12}"/>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5" name="Title 4">
            <a:extLst>
              <a:ext uri="{FF2B5EF4-FFF2-40B4-BE49-F238E27FC236}">
                <a16:creationId xmlns="" xmlns:a16="http://schemas.microsoft.com/office/drawing/2014/main"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 xmlns:a16="http://schemas.microsoft.com/office/drawing/2014/main" id="{773BFFBA-BDD4-3A19-5F77-2115BCF77AE5}"/>
              </a:ext>
            </a:extLst>
          </p:cNvPr>
          <p:cNvSpPr>
            <a:spLocks noGrp="1"/>
          </p:cNvSpPr>
          <p:nvPr>
            <p:ph type="sldNum" sz="quarter" idx="15"/>
          </p:nvPr>
        </p:nvSpPr>
        <p:spPr>
          <a:noFill/>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109982044"/>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ext + Image, overlay white">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31995396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374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203AE294-C7C7-AF77-7408-9188832D4394}"/>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2" name="Title 1">
            <a:extLst>
              <a:ext uri="{FF2B5EF4-FFF2-40B4-BE49-F238E27FC236}">
                <a16:creationId xmlns="" xmlns:a16="http://schemas.microsoft.com/office/drawing/2014/main" id="{2A8160C1-257C-7AAE-C491-296AF113DC78}"/>
              </a:ext>
            </a:extLst>
          </p:cNvPr>
          <p:cNvSpPr>
            <a:spLocks noGrp="1"/>
          </p:cNvSpPr>
          <p:nvPr>
            <p:ph type="title"/>
          </p:nvPr>
        </p:nvSpPr>
        <p:spPr>
          <a:xfrm>
            <a:off x="565150" y="460374"/>
            <a:ext cx="3479800" cy="2212975"/>
          </a:xfrm>
        </p:spPr>
        <p:txBody>
          <a:bodyPr vert="horz"/>
          <a:lstStyle>
            <a:lvl1pPr>
              <a:defRPr>
                <a:solidFill>
                  <a:schemeClr val="bg1"/>
                </a:solidFill>
              </a:defRPr>
            </a:lvl1pPr>
          </a:lstStyle>
          <a:p>
            <a:r>
              <a:rPr lang="en-US"/>
              <a:t>Click to edit Master title style</a:t>
            </a:r>
          </a:p>
        </p:txBody>
      </p:sp>
      <p:sp>
        <p:nvSpPr>
          <p:cNvPr id="13" name="Text Placeholder 12">
            <a:extLst>
              <a:ext uri="{FF2B5EF4-FFF2-40B4-BE49-F238E27FC236}">
                <a16:creationId xmlns="" xmlns:a16="http://schemas.microsoft.com/office/drawing/2014/main"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tx1">
              <a:alpha val="65000"/>
            </a:schemeClr>
          </a:solidFill>
        </p:spPr>
        <p:txBody>
          <a:bodyPr wrap="square" lIns="914400" tIns="402336" rIns="1371600">
            <a:noAutofit/>
          </a:bodyPr>
          <a:lstStyle>
            <a:lvl1pPr>
              <a:defRPr sz="18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 xmlns:a16="http://schemas.microsoft.com/office/drawing/2014/main" id="{CA7C3122-E6F9-FD8C-5516-A3734BC187BE}"/>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07908238"/>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ext + Image, overlay dark">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443865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476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185C2D0C-55B8-E2AC-5B89-356BBDF1C98D}"/>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bg1">
              <a:lumMod val="50000"/>
              <a:lumOff val="50000"/>
            </a:schemeClr>
          </a:solidFill>
        </p:spPr>
        <p:txBody>
          <a:bodyPr wrap="square">
            <a:noAutofit/>
          </a:bodyPr>
          <a:lstStyle/>
          <a:p>
            <a:r>
              <a:rPr lang="en-US"/>
              <a:t>Click icon to add picture</a:t>
            </a:r>
          </a:p>
        </p:txBody>
      </p:sp>
      <p:sp>
        <p:nvSpPr>
          <p:cNvPr id="2" name="Title 1">
            <a:extLst>
              <a:ext uri="{FF2B5EF4-FFF2-40B4-BE49-F238E27FC236}">
                <a16:creationId xmlns="" xmlns:a16="http://schemas.microsoft.com/office/drawing/2014/main" id="{2A8160C1-257C-7AAE-C491-296AF113DC78}"/>
              </a:ext>
            </a:extLst>
          </p:cNvPr>
          <p:cNvSpPr>
            <a:spLocks noGrp="1"/>
          </p:cNvSpPr>
          <p:nvPr>
            <p:ph type="title"/>
          </p:nvPr>
        </p:nvSpPr>
        <p:spPr>
          <a:xfrm>
            <a:off x="565150" y="460374"/>
            <a:ext cx="3479800" cy="2212975"/>
          </a:xfrm>
        </p:spPr>
        <p:txBody>
          <a:bodyPr vert="horz"/>
          <a:lstStyle/>
          <a:p>
            <a:r>
              <a:rPr lang="en-US"/>
              <a:t>Click to edit Master title style</a:t>
            </a:r>
          </a:p>
        </p:txBody>
      </p:sp>
      <p:sp>
        <p:nvSpPr>
          <p:cNvPr id="13" name="Text Placeholder 12">
            <a:extLst>
              <a:ext uri="{FF2B5EF4-FFF2-40B4-BE49-F238E27FC236}">
                <a16:creationId xmlns="" xmlns:a16="http://schemas.microsoft.com/office/drawing/2014/main"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bg1">
              <a:alpha val="30000"/>
            </a:schemeClr>
          </a:solidFill>
        </p:spPr>
        <p:txBody>
          <a:bodyPr wrap="square" lIns="914400" tIns="402336" rIns="1371600">
            <a:noAutofit/>
          </a:bodyPr>
          <a:lstStyle>
            <a:lvl1pPr>
              <a:defRPr sz="1800"/>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 xmlns:a16="http://schemas.microsoft.com/office/drawing/2014/main" id="{34A4401C-3313-2C03-438B-0B7C7043CEB2}"/>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86828760"/>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ext + Image, 33% lef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68420183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5791"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0"/>
            <a:ext cx="7845425" cy="6858000"/>
          </a:xfrm>
          <a:solidFill>
            <a:schemeClr val="bg1">
              <a:lumMod val="95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10" name="Text Placeholder 9">
            <a:extLst>
              <a:ext uri="{FF2B5EF4-FFF2-40B4-BE49-F238E27FC236}">
                <a16:creationId xmlns="" xmlns:a16="http://schemas.microsoft.com/office/drawing/2014/main" id="{88403ECA-F93D-BE4E-2FD5-BD8E047A9F00}"/>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7" name="Slide Number Placeholder 6">
            <a:extLst>
              <a:ext uri="{FF2B5EF4-FFF2-40B4-BE49-F238E27FC236}">
                <a16:creationId xmlns="" xmlns:a16="http://schemas.microsoft.com/office/drawing/2014/main" id="{1B7C2440-A050-99BC-6EE3-70279BE5C5F5}"/>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68471065"/>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ext + Image, 33% Lef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16617100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6815"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0"/>
            <a:ext cx="7845425" cy="6858000"/>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 xmlns:a16="http://schemas.microsoft.com/office/drawing/2014/main" id="{388A1134-0987-22DD-8DD0-0A995B637E4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9" name="Slide Number Placeholder 8">
            <a:extLst>
              <a:ext uri="{FF2B5EF4-FFF2-40B4-BE49-F238E27FC236}">
                <a16:creationId xmlns="" xmlns:a16="http://schemas.microsoft.com/office/drawing/2014/main" id="{1E8D5F67-F09B-F6C0-93DE-F3E9F433FD94}"/>
              </a:ext>
            </a:extLst>
          </p:cNvPr>
          <p:cNvSpPr>
            <a:spLocks noGrp="1"/>
          </p:cNvSpPr>
          <p:nvPr>
            <p:ph type="sldNum" sz="quarter" idx="15"/>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04754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ext + Image, inse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8797977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7839"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260350"/>
            <a:ext cx="7516368" cy="6035675"/>
          </a:xfrm>
          <a:solidFill>
            <a:schemeClr val="bg1">
              <a:lumMod val="95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5890174"/>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ext + Image, inse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9638589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8863"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260350"/>
            <a:ext cx="7516368" cy="6035675"/>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 xmlns:a16="http://schemas.microsoft.com/office/drawing/2014/main" id="{C8533EED-4FDE-C8A5-79CA-8C8A0202D10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71719178"/>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ext + Image, 2">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9887"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539496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 xmlns:a16="http://schemas.microsoft.com/office/drawing/2014/main" id="{F3162975-62F4-436D-4FC6-1EF79CDD4AC2}"/>
              </a:ext>
            </a:extLst>
          </p:cNvPr>
          <p:cNvSpPr>
            <a:spLocks noGrp="1"/>
          </p:cNvSpPr>
          <p:nvPr>
            <p:ph type="pic" sz="quarter" idx="14"/>
          </p:nvPr>
        </p:nvSpPr>
        <p:spPr>
          <a:xfrm>
            <a:off x="6248400" y="1481052"/>
            <a:ext cx="5394960"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53052436"/>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ext + Image, 2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0911"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539496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 xmlns:a16="http://schemas.microsoft.com/office/drawing/2014/main" id="{F3162975-62F4-436D-4FC6-1EF79CDD4AC2}"/>
              </a:ext>
            </a:extLst>
          </p:cNvPr>
          <p:cNvSpPr>
            <a:spLocks noGrp="1"/>
          </p:cNvSpPr>
          <p:nvPr>
            <p:ph type="pic" sz="quarter" idx="14"/>
          </p:nvPr>
        </p:nvSpPr>
        <p:spPr>
          <a:xfrm>
            <a:off x="6248400" y="1481052"/>
            <a:ext cx="5394960"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61210422"/>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ext + Image, 3">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1935"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347980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4355373" y="1481052"/>
            <a:ext cx="3479800"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8145596" y="1481052"/>
            <a:ext cx="3479800"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8549800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ext + Image, 3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2959"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347980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4355373" y="1481052"/>
            <a:ext cx="3479800"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8145596" y="1481052"/>
            <a:ext cx="3479800"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243544058"/>
      </p:ext>
    </p:extLst>
  </p:cSld>
  <p:clrMapOvr>
    <a:overrideClrMapping bg1="dk1" tx1="lt1" bg2="dk2" tx2="lt2" accent1="accent1" accent2="accent2" accent3="accent3" accent4="accent4" accent5="accent5" accent6="accent6" hlink="hlink" folHlink="folHlink"/>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ext + Image, 4">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8046704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3983"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2542032"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3406627" y="1481052"/>
            <a:ext cx="2542032"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6248104" y="1481052"/>
            <a:ext cx="2542032"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 xmlns:a16="http://schemas.microsoft.com/office/drawing/2014/main" id="{F46AC7D4-BC15-6A84-4467-242C1C4BAFE1}"/>
              </a:ext>
            </a:extLst>
          </p:cNvPr>
          <p:cNvSpPr>
            <a:spLocks noGrp="1"/>
          </p:cNvSpPr>
          <p:nvPr>
            <p:ph type="pic" sz="quarter" idx="18"/>
          </p:nvPr>
        </p:nvSpPr>
        <p:spPr>
          <a:xfrm>
            <a:off x="9089580" y="1481052"/>
            <a:ext cx="2542032"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117082583"/>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ext + Image, 4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8046704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5007"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 xmlns:a16="http://schemas.microsoft.com/office/drawing/2014/main"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2542032"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3406627" y="1481052"/>
            <a:ext cx="2542032"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6248104" y="1481052"/>
            <a:ext cx="2542032"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 xmlns:a16="http://schemas.microsoft.com/office/drawing/2014/main" id="{F46AC7D4-BC15-6A84-4467-242C1C4BAFE1}"/>
              </a:ext>
            </a:extLst>
          </p:cNvPr>
          <p:cNvSpPr>
            <a:spLocks noGrp="1"/>
          </p:cNvSpPr>
          <p:nvPr>
            <p:ph type="pic" sz="quarter" idx="18"/>
          </p:nvPr>
        </p:nvSpPr>
        <p:spPr>
          <a:xfrm>
            <a:off x="9089580" y="1481052"/>
            <a:ext cx="2542032"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29378398"/>
      </p:ext>
    </p:extLst>
  </p:cSld>
  <p:clrMapOvr>
    <a:overrideClrMapping bg1="dk1" tx1="lt1" bg2="dk2" tx2="lt2" accent1="accent1" accent2="accent2" accent3="accent3" accent4="accent4" accent5="accent5" accent6="accent6" hlink="hlink" folHlink="folHlink"/>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603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t>Case</a:t>
            </a:r>
          </a:p>
          <a:p>
            <a:pPr algn="ctr"/>
            <a:r>
              <a:rPr lang="en-US" sz="13800"/>
              <a:t>layouts</a:t>
            </a:r>
          </a:p>
        </p:txBody>
      </p:sp>
    </p:spTree>
    <p:extLst>
      <p:ext uri="{BB962C8B-B14F-4D97-AF65-F5344CB8AC3E}">
        <p14:creationId xmlns:p14="http://schemas.microsoft.com/office/powerpoint/2010/main" val="89257111"/>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preserve="1" userDrawn="1">
  <p:cSld name="6_Cas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985640" y="1"/>
            <a:ext cx="7246467"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 xmlns:a16="http://schemas.microsoft.com/office/drawing/2014/main" id="{EDF65D57-7405-B1F1-189F-3EA07B19BDD8}"/>
              </a:ext>
            </a:extLst>
          </p:cNvPr>
          <p:cNvSpPr/>
          <p:nvPr userDrawn="1"/>
        </p:nvSpPr>
        <p:spPr>
          <a:xfrm>
            <a:off x="5525393" y="5300630"/>
            <a:ext cx="6316085" cy="1124607"/>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7068"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 xmlns:a16="http://schemas.microsoft.com/office/drawing/2014/main" id="{7DB752B6-A013-4EB6-8E20-8EA33B1FE962}"/>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7069"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 xmlns:a16="http://schemas.microsoft.com/office/drawing/2014/main"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6" name="Text Placeholder 11">
            <a:extLst>
              <a:ext uri="{FF2B5EF4-FFF2-40B4-BE49-F238E27FC236}">
                <a16:creationId xmlns="" xmlns:a16="http://schemas.microsoft.com/office/drawing/2014/main"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 xmlns:a16="http://schemas.microsoft.com/office/drawing/2014/main" id="{D738CE7C-9AC6-FCC5-F504-B9842892C1D3}"/>
              </a:ext>
            </a:extLst>
          </p:cNvPr>
          <p:cNvSpPr>
            <a:spLocks noGrp="1"/>
          </p:cNvSpPr>
          <p:nvPr>
            <p:ph type="body" sz="quarter" idx="22" hasCustomPrompt="1"/>
          </p:nvPr>
        </p:nvSpPr>
        <p:spPr>
          <a:xfrm>
            <a:off x="5525393" y="897678"/>
            <a:ext cx="1992072"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 xmlns:a16="http://schemas.microsoft.com/office/drawing/2014/main"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 xmlns:a16="http://schemas.microsoft.com/office/drawing/2014/main"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 xmlns:a16="http://schemas.microsoft.com/office/drawing/2014/main" id="{87E1CC24-D75A-C013-9495-53F0C22A2596}"/>
              </a:ext>
            </a:extLst>
          </p:cNvPr>
          <p:cNvSpPr>
            <a:spLocks noGrp="1"/>
          </p:cNvSpPr>
          <p:nvPr>
            <p:ph type="body" sz="quarter" idx="24" hasCustomPrompt="1"/>
          </p:nvPr>
        </p:nvSpPr>
        <p:spPr>
          <a:xfrm>
            <a:off x="5525393" y="2646243"/>
            <a:ext cx="195236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 xmlns:a16="http://schemas.microsoft.com/office/drawing/2014/main"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 xmlns:a16="http://schemas.microsoft.com/office/drawing/2014/main"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 xmlns:a16="http://schemas.microsoft.com/office/drawing/2014/main"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 xmlns:a16="http://schemas.microsoft.com/office/drawing/2014/main" id="{E7B7D991-8F48-A2FE-48B9-5DE04A8FC96C}"/>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tx1"/>
                </a:solidFill>
              </a:rPr>
              <a:t>Tenarai</a:t>
            </a:r>
          </a:p>
        </p:txBody>
      </p:sp>
    </p:spTree>
    <p:extLst>
      <p:ext uri="{BB962C8B-B14F-4D97-AF65-F5344CB8AC3E}">
        <p14:creationId xmlns:p14="http://schemas.microsoft.com/office/powerpoint/2010/main" val="415062511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7_Case">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985640" y="1"/>
            <a:ext cx="7246467"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 xmlns:a16="http://schemas.microsoft.com/office/drawing/2014/main" id="{ACF7983F-BA5F-CFFA-A0A8-08DDC8806E6C}"/>
              </a:ext>
            </a:extLst>
          </p:cNvPr>
          <p:cNvSpPr/>
          <p:nvPr userDrawn="1"/>
        </p:nvSpPr>
        <p:spPr>
          <a:xfrm>
            <a:off x="5525393" y="5300630"/>
            <a:ext cx="6316085" cy="1124607"/>
          </a:xfrm>
          <a:prstGeom prst="rect">
            <a:avLst/>
          </a:prstGeom>
          <a:solidFill>
            <a:srgbClr val="DAD2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8092"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 xmlns:a16="http://schemas.microsoft.com/office/drawing/2014/main"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8093"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 xmlns:a16="http://schemas.microsoft.com/office/drawing/2014/main"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6" name="Text Placeholder 11">
            <a:extLst>
              <a:ext uri="{FF2B5EF4-FFF2-40B4-BE49-F238E27FC236}">
                <a16:creationId xmlns="" xmlns:a16="http://schemas.microsoft.com/office/drawing/2014/main"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baseline="0">
                <a:solidFill>
                  <a:srgbClr val="8E867E"/>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 xmlns:a16="http://schemas.microsoft.com/office/drawing/2014/main" id="{D738CE7C-9AC6-FCC5-F504-B9842892C1D3}"/>
              </a:ext>
            </a:extLst>
          </p:cNvPr>
          <p:cNvSpPr>
            <a:spLocks noGrp="1"/>
          </p:cNvSpPr>
          <p:nvPr>
            <p:ph type="body" sz="quarter" idx="22" hasCustomPrompt="1"/>
          </p:nvPr>
        </p:nvSpPr>
        <p:spPr>
          <a:xfrm>
            <a:off x="5525393" y="897678"/>
            <a:ext cx="1881247" cy="168321"/>
          </a:xfrm>
        </p:spPr>
        <p:txBody>
          <a:bodyPr/>
          <a:lstStyle>
            <a:lvl1pPr marL="182880" indent="-182880">
              <a:lnSpc>
                <a:spcPct val="100000"/>
              </a:lnSpc>
              <a:spcBef>
                <a:spcPts val="0"/>
              </a:spcBef>
              <a:buFont typeface="Arial" panose="020B0604020202020204" pitchFamily="34" charset="0"/>
              <a:buNone/>
              <a:defRPr sz="1100" b="1" kern="1200" cap="all" spc="200" baseline="0">
                <a:solidFill>
                  <a:srgbClr val="8E867E"/>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IN" dirty="0"/>
              <a:t>THE CHALLENGE</a:t>
            </a:r>
            <a:endParaRPr lang="en-US" dirty="0"/>
          </a:p>
        </p:txBody>
      </p:sp>
      <p:cxnSp>
        <p:nvCxnSpPr>
          <p:cNvPr id="32" name="Straight Connector 31">
            <a:extLst>
              <a:ext uri="{FF2B5EF4-FFF2-40B4-BE49-F238E27FC236}">
                <a16:creationId xmlns="" xmlns:a16="http://schemas.microsoft.com/office/drawing/2014/main"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 xmlns:a16="http://schemas.microsoft.com/office/drawing/2014/main"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 xmlns:a16="http://schemas.microsoft.com/office/drawing/2014/main" id="{87E1CC24-D75A-C013-9495-53F0C22A2596}"/>
              </a:ext>
            </a:extLst>
          </p:cNvPr>
          <p:cNvSpPr>
            <a:spLocks noGrp="1"/>
          </p:cNvSpPr>
          <p:nvPr>
            <p:ph type="body" sz="quarter" idx="24" hasCustomPrompt="1"/>
          </p:nvPr>
        </p:nvSpPr>
        <p:spPr>
          <a:xfrm>
            <a:off x="5525393" y="2646243"/>
            <a:ext cx="1527769"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 xmlns:a16="http://schemas.microsoft.com/office/drawing/2014/main"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 xmlns:a16="http://schemas.microsoft.com/office/drawing/2014/main"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 </a:t>
            </a:r>
            <a:endParaRPr lang="en-US" dirty="0"/>
          </a:p>
        </p:txBody>
      </p:sp>
      <p:cxnSp>
        <p:nvCxnSpPr>
          <p:cNvPr id="40" name="Straight Connector 39">
            <a:extLst>
              <a:ext uri="{FF2B5EF4-FFF2-40B4-BE49-F238E27FC236}">
                <a16:creationId xmlns="" xmlns:a16="http://schemas.microsoft.com/office/drawing/2014/main"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 xmlns:a16="http://schemas.microsoft.com/office/drawing/2014/main" id="{132D2CBB-6B5E-C0DC-5A56-451205979AAE}"/>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tx1"/>
                </a:solidFill>
              </a:rPr>
              <a:t>Tenarai</a:t>
            </a:r>
          </a:p>
        </p:txBody>
      </p:sp>
    </p:spTree>
    <p:extLst>
      <p:ext uri="{BB962C8B-B14F-4D97-AF65-F5344CB8AC3E}">
        <p14:creationId xmlns:p14="http://schemas.microsoft.com/office/powerpoint/2010/main" val="1088643427"/>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8_Case">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985640" y="1"/>
            <a:ext cx="7246467" cy="6857999"/>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 xmlns:a16="http://schemas.microsoft.com/office/drawing/2014/main" id="{EBFAB308-4AAB-3B8F-BC70-3145A0D359C1}"/>
              </a:ext>
            </a:extLst>
          </p:cNvPr>
          <p:cNvSpPr/>
          <p:nvPr userDrawn="1"/>
        </p:nvSpPr>
        <p:spPr>
          <a:xfrm>
            <a:off x="5525393" y="5300630"/>
            <a:ext cx="6316085" cy="1124607"/>
          </a:xfrm>
          <a:prstGeom prst="rect">
            <a:avLst/>
          </a:prstGeom>
          <a:solidFill>
            <a:srgbClr val="1616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9116"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49" y="460375"/>
            <a:ext cx="4109385" cy="1124586"/>
          </a:xfrm>
        </p:spPr>
        <p:txBody>
          <a:bodyPr vert="horz"/>
          <a:lstStyle>
            <a:lvl1pPr>
              <a:defRPr b="0">
                <a:solidFill>
                  <a:schemeClr val="bg1"/>
                </a:solidFill>
              </a:defRPr>
            </a:lvl1pPr>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solidFill>
                  <a:schemeClr val="bg1"/>
                </a:solidFill>
              </a:defRPr>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lumMod val="50000"/>
                  </a:schemeClr>
                </a:solid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lumMod val="50000"/>
                  </a:schemeClr>
                </a:solidFill>
              </a:rPr>
              <a:pPr algn="r"/>
              <a:t>‹#›</a:t>
            </a:fld>
            <a:endParaRPr lang="en-US" sz="1000">
              <a:solidFill>
                <a:schemeClr val="bg1">
                  <a:lumMod val="50000"/>
                </a:schemeClr>
              </a:solidFill>
            </a:endParaRPr>
          </a:p>
        </p:txBody>
      </p:sp>
      <p:sp>
        <p:nvSpPr>
          <p:cNvPr id="6" name="TextBox 5">
            <a:extLst>
              <a:ext uri="{FF2B5EF4-FFF2-40B4-BE49-F238E27FC236}">
                <a16:creationId xmlns="" xmlns:a16="http://schemas.microsoft.com/office/drawing/2014/main"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chemeClr val="bg1">
                    <a:lumMod val="50000"/>
                  </a:schemeClr>
                </a:solidFill>
              </a:rPr>
              <a:t>Copyright 2026, Strictly Confidential, All rights reserved</a:t>
            </a:r>
          </a:p>
        </p:txBody>
      </p:sp>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chemeClr val="tx2"/>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9117"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 xmlns:a16="http://schemas.microsoft.com/office/drawing/2014/main"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lumMod val="50000"/>
                  </a:schemeClr>
                </a:solidFill>
              </a:rPr>
              <a:pPr algn="r"/>
              <a:t>‹#›</a:t>
            </a:fld>
            <a:endParaRPr lang="en-US" sz="1000">
              <a:solidFill>
                <a:schemeClr val="bg1">
                  <a:lumMod val="50000"/>
                </a:schemeClr>
              </a:solidFill>
            </a:endParaRPr>
          </a:p>
        </p:txBody>
      </p:sp>
      <p:sp>
        <p:nvSpPr>
          <p:cNvPr id="14" name="TextBox 13">
            <a:extLst>
              <a:ext uri="{FF2B5EF4-FFF2-40B4-BE49-F238E27FC236}">
                <a16:creationId xmlns="" xmlns:a16="http://schemas.microsoft.com/office/drawing/2014/main"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lumMod val="50000"/>
                  </a:schemeClr>
                </a:solidFill>
              </a:rPr>
              <a:t>Copyright 2026, Strictly Confidential, All rights reserved</a:t>
            </a:r>
          </a:p>
        </p:txBody>
      </p:sp>
      <p:sp>
        <p:nvSpPr>
          <p:cNvPr id="26" name="Text Placeholder 11">
            <a:extLst>
              <a:ext uri="{FF2B5EF4-FFF2-40B4-BE49-F238E27FC236}">
                <a16:creationId xmlns="" xmlns:a16="http://schemas.microsoft.com/office/drawing/2014/main"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solidFill>
                  <a:schemeClr val="bg1">
                    <a:lumMod val="75000"/>
                  </a:schemeClr>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 xmlns:a16="http://schemas.microsoft.com/office/drawing/2014/main" id="{D738CE7C-9AC6-FCC5-F504-B9842892C1D3}"/>
              </a:ext>
            </a:extLst>
          </p:cNvPr>
          <p:cNvSpPr>
            <a:spLocks noGrp="1"/>
          </p:cNvSpPr>
          <p:nvPr>
            <p:ph type="body" sz="quarter" idx="22" hasCustomPrompt="1"/>
          </p:nvPr>
        </p:nvSpPr>
        <p:spPr>
          <a:xfrm>
            <a:off x="5525393" y="897678"/>
            <a:ext cx="1992072" cy="215019"/>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 xmlns:a16="http://schemas.microsoft.com/office/drawing/2014/main"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 xmlns:a16="http://schemas.microsoft.com/office/drawing/2014/main"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 xmlns:a16="http://schemas.microsoft.com/office/drawing/2014/main" id="{87E1CC24-D75A-C013-9495-53F0C22A2596}"/>
              </a:ext>
            </a:extLst>
          </p:cNvPr>
          <p:cNvSpPr>
            <a:spLocks noGrp="1"/>
          </p:cNvSpPr>
          <p:nvPr>
            <p:ph type="body" sz="quarter" idx="24" hasCustomPrompt="1"/>
          </p:nvPr>
        </p:nvSpPr>
        <p:spPr>
          <a:xfrm>
            <a:off x="5525393" y="2646243"/>
            <a:ext cx="224192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 xmlns:a16="http://schemas.microsoft.com/office/drawing/2014/main"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 xmlns:a16="http://schemas.microsoft.com/office/drawing/2014/main"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050">
                <a:solidFill>
                  <a:schemeClr val="bg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 xmlns:a16="http://schemas.microsoft.com/office/drawing/2014/main" id="{CD84A50B-F2B1-C6BE-E6EE-6BEF58E99BCB}"/>
              </a:ext>
            </a:extLst>
          </p:cNvPr>
          <p:cNvCxnSpPr>
            <a:cxnSpLocks/>
          </p:cNvCxnSpPr>
          <p:nvPr userDrawn="1"/>
        </p:nvCxnSpPr>
        <p:spPr>
          <a:xfrm>
            <a:off x="5525393" y="5300630"/>
            <a:ext cx="0" cy="1124607"/>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 xmlns:a16="http://schemas.microsoft.com/office/drawing/2014/main" id="{09D0CC24-D7A4-EBC9-ED92-E511AB8246E9}"/>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lumMod val="50000"/>
                  </a:schemeClr>
                </a:solidFill>
              </a:rPr>
              <a:t>Tenarai</a:t>
            </a:r>
          </a:p>
        </p:txBody>
      </p:sp>
    </p:spTree>
    <p:extLst>
      <p:ext uri="{BB962C8B-B14F-4D97-AF65-F5344CB8AC3E}">
        <p14:creationId xmlns:p14="http://schemas.microsoft.com/office/powerpoint/2010/main" val="3165285250"/>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1_Case">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0140"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358668" cy="2329125"/>
          </a:xfrm>
        </p:spPr>
        <p:txBody>
          <a:bodyPr vert="horz"/>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49" y="3067291"/>
            <a:ext cx="3358668" cy="3228733"/>
          </a:xfrm>
        </p:spPr>
        <p:txBody>
          <a:bodyPr/>
          <a:lstStyle>
            <a:lvl1pPr>
              <a:spcBef>
                <a:spcPts val="1200"/>
              </a:spcBef>
              <a:defRPr sz="1600" b="1"/>
            </a:lvl1pPr>
            <a:lvl2pPr marL="0" indent="0">
              <a:spcBef>
                <a:spcPts val="1200"/>
              </a:spcBef>
              <a:buNone/>
              <a:defRPr>
                <a:solidFill>
                  <a:srgbClr val="5E5751"/>
                </a:solidFill>
              </a:defRPr>
            </a:lvl2pPr>
          </a:lstStyle>
          <a:p>
            <a:pPr lvl="0"/>
            <a:r>
              <a:rPr lang="en-US" dirty="0"/>
              <a:t>Click to edit Master text styles</a:t>
            </a:r>
          </a:p>
          <a:p>
            <a:pPr lvl="1"/>
            <a:r>
              <a:rPr lang="en-US" dirty="0"/>
              <a:t>Second level</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 xmlns:a16="http://schemas.microsoft.com/office/drawing/2014/main"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cxnSp>
        <p:nvCxnSpPr>
          <p:cNvPr id="11" name="Straight Connector 10">
            <a:extLst>
              <a:ext uri="{FF2B5EF4-FFF2-40B4-BE49-F238E27FC236}">
                <a16:creationId xmlns="" xmlns:a16="http://schemas.microsoft.com/office/drawing/2014/main" id="{0E9F2B9A-52E4-5369-DE70-8BFDBBCC0D18}"/>
              </a:ext>
            </a:extLst>
          </p:cNvPr>
          <p:cNvCxnSpPr>
            <a:cxnSpLocks/>
          </p:cNvCxnSpPr>
          <p:nvPr/>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3" name="Picture 12">
            <a:extLst>
              <a:ext uri="{FF2B5EF4-FFF2-40B4-BE49-F238E27FC236}">
                <a16:creationId xmlns="" xmlns:a16="http://schemas.microsoft.com/office/drawing/2014/main" id="{C0E0F2B1-911D-23F5-0F11-045F8FF1FA0E}"/>
              </a:ext>
            </a:extLst>
          </p:cNvPr>
          <p:cNvPicPr>
            <a:picLocks noChangeAspect="1"/>
          </p:cNvPicPr>
          <p:nvPr/>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23" name="Straight Connector 22">
            <a:extLst>
              <a:ext uri="{FF2B5EF4-FFF2-40B4-BE49-F238E27FC236}">
                <a16:creationId xmlns="" xmlns:a16="http://schemas.microsoft.com/office/drawing/2014/main" id="{E1DC7703-A219-49E7-FEA0-BEFC89E1F97D}"/>
              </a:ext>
            </a:extLst>
          </p:cNvPr>
          <p:cNvCxnSpPr>
            <a:cxnSpLocks/>
          </p:cNvCxnSpPr>
          <p:nvPr/>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 xmlns:a16="http://schemas.microsoft.com/office/drawing/2014/main" id="{00FD386C-28AE-B74F-02DC-04E3555D6840}"/>
              </a:ext>
            </a:extLst>
          </p:cNvPr>
          <p:cNvCxnSpPr>
            <a:cxnSpLocks/>
          </p:cNvCxnSpPr>
          <p:nvPr/>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36" name="Picture 35">
            <a:extLst>
              <a:ext uri="{FF2B5EF4-FFF2-40B4-BE49-F238E27FC236}">
                <a16:creationId xmlns="" xmlns:a16="http://schemas.microsoft.com/office/drawing/2014/main" id="{326B9CEE-3F61-9895-D003-98F8E1D78142}"/>
              </a:ext>
            </a:extLst>
          </p:cNvPr>
          <p:cNvPicPr>
            <a:picLocks noChangeAspect="1"/>
          </p:cNvPicPr>
          <p:nvPr/>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65" name="Picture 64">
            <a:extLst>
              <a:ext uri="{FF2B5EF4-FFF2-40B4-BE49-F238E27FC236}">
                <a16:creationId xmlns="" xmlns:a16="http://schemas.microsoft.com/office/drawing/2014/main" id="{9BA95AFC-6701-9FCC-EF2C-3DFAAF6DE781}"/>
              </a:ext>
            </a:extLst>
          </p:cNvPr>
          <p:cNvPicPr>
            <a:picLocks noChangeAspect="1"/>
          </p:cNvPicPr>
          <p:nvPr/>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p:nvPr>
        </p:nvSpPr>
        <p:spPr>
          <a:xfrm>
            <a:off x="5050831" y="647287"/>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16" name="Text Placeholder 13">
            <a:extLst>
              <a:ext uri="{FF2B5EF4-FFF2-40B4-BE49-F238E27FC236}">
                <a16:creationId xmlns="" xmlns:a16="http://schemas.microsoft.com/office/drawing/2014/main" id="{CA3606B1-576E-7889-44A2-AC25BD122E54}"/>
              </a:ext>
            </a:extLst>
          </p:cNvPr>
          <p:cNvSpPr>
            <a:spLocks noGrp="1"/>
          </p:cNvSpPr>
          <p:nvPr>
            <p:ph type="body" sz="quarter" idx="16"/>
          </p:nvPr>
        </p:nvSpPr>
        <p:spPr>
          <a:xfrm>
            <a:off x="5050831" y="2481629"/>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22" name="Text Placeholder 13">
            <a:extLst>
              <a:ext uri="{FF2B5EF4-FFF2-40B4-BE49-F238E27FC236}">
                <a16:creationId xmlns="" xmlns:a16="http://schemas.microsoft.com/office/drawing/2014/main" id="{DEDA8E94-A7BA-2A7C-EA6E-8F98BCFEB728}"/>
              </a:ext>
            </a:extLst>
          </p:cNvPr>
          <p:cNvSpPr>
            <a:spLocks noGrp="1"/>
          </p:cNvSpPr>
          <p:nvPr>
            <p:ph type="body" sz="quarter" idx="18" hasCustomPrompt="1"/>
          </p:nvPr>
        </p:nvSpPr>
        <p:spPr>
          <a:xfrm>
            <a:off x="5050831" y="4698550"/>
            <a:ext cx="1235667"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lgn="l">
              <a:buNone/>
              <a:defRPr kumimoji="0" lang="en-US" b="1" spc="0" normalizeH="0" baseline="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algn="l">
              <a:defRPr/>
            </a:pPr>
            <a:r>
              <a:rPr lang="en-US" sz="1400" dirty="0">
                <a:solidFill>
                  <a:srgbClr val="47413D"/>
                </a:solidFill>
                <a:latin typeface="+mn-lt"/>
              </a:rPr>
              <a:t>Impact</a:t>
            </a:r>
            <a:endParaRPr lang="en-IN" sz="1400" dirty="0">
              <a:solidFill>
                <a:srgbClr val="47413D"/>
              </a:solidFill>
              <a:latin typeface="+mn-lt"/>
            </a:endParaRPr>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p:nvPr>
        </p:nvSpPr>
        <p:spPr>
          <a:xfrm>
            <a:off x="5050831" y="1036357"/>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27" name="Text Placeholder 24">
            <a:extLst>
              <a:ext uri="{FF2B5EF4-FFF2-40B4-BE49-F238E27FC236}">
                <a16:creationId xmlns="" xmlns:a16="http://schemas.microsoft.com/office/drawing/2014/main" id="{B19AFB08-B154-3AE2-9763-B7A80F0CD723}"/>
              </a:ext>
            </a:extLst>
          </p:cNvPr>
          <p:cNvSpPr>
            <a:spLocks noGrp="1"/>
          </p:cNvSpPr>
          <p:nvPr>
            <p:ph type="body" sz="quarter" idx="20"/>
          </p:nvPr>
        </p:nvSpPr>
        <p:spPr>
          <a:xfrm>
            <a:off x="5050831" y="2870699"/>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8" name="Rectangle 7">
            <a:extLst>
              <a:ext uri="{FF2B5EF4-FFF2-40B4-BE49-F238E27FC236}">
                <a16:creationId xmlns="" xmlns:a16="http://schemas.microsoft.com/office/drawing/2014/main" id="{1580CECB-9733-8E17-F7D6-AEBC84C01F54}"/>
              </a:ext>
            </a:extLst>
          </p:cNvPr>
          <p:cNvSpPr/>
          <p:nvPr userDrawn="1"/>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0141" name="think-cell Slide" r:id="rId10" imgW="7772400" imgH="10058400" progId="TCLayout.ActiveDocument.1">
                  <p:embed/>
                </p:oleObj>
              </mc:Choice>
              <mc:Fallback>
                <p:oleObj name="think-cell Slide" r:id="rId10" imgW="7772400" imgH="10058400" progId="TCLayout.ActiveDocument.1">
                  <p:embed/>
                  <p:pic>
                    <p:nvPicPr>
                      <p:cNvPr id="9" name="think-cell data - do not delete" hidden="1">
                        <a:extLst>
                          <a:ext uri="{FF2B5EF4-FFF2-40B4-BE49-F238E27FC236}">
                            <a16:creationId xmlns="" xmlns:a16="http://schemas.microsoft.com/office/drawing/2014/main"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14" name="TextBox 13">
            <a:extLst>
              <a:ext uri="{FF2B5EF4-FFF2-40B4-BE49-F238E27FC236}">
                <a16:creationId xmlns="" xmlns:a16="http://schemas.microsoft.com/office/drawing/2014/main"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cxnSp>
        <p:nvCxnSpPr>
          <p:cNvPr id="17" name="Straight Connector 16">
            <a:extLst>
              <a:ext uri="{FF2B5EF4-FFF2-40B4-BE49-F238E27FC236}">
                <a16:creationId xmlns="" xmlns:a16="http://schemas.microsoft.com/office/drawing/2014/main" id="{7DED35B3-FE32-22B2-FE4B-F71536D0475E}"/>
              </a:ext>
            </a:extLst>
          </p:cNvPr>
          <p:cNvCxnSpPr>
            <a:cxnSpLocks/>
          </p:cNvCxnSpPr>
          <p:nvPr userDrawn="1"/>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 xmlns:a16="http://schemas.microsoft.com/office/drawing/2014/main" id="{BF19F648-E713-19E4-8E80-E336B132E799}"/>
              </a:ext>
            </a:extLst>
          </p:cNvPr>
          <p:cNvPicPr>
            <a:picLocks noChangeAspect="1"/>
          </p:cNvPicPr>
          <p:nvPr userDrawn="1"/>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19" name="Straight Connector 18">
            <a:extLst>
              <a:ext uri="{FF2B5EF4-FFF2-40B4-BE49-F238E27FC236}">
                <a16:creationId xmlns="" xmlns:a16="http://schemas.microsoft.com/office/drawing/2014/main" id="{AE27C355-0CBF-1E79-F265-A00BA34BBCBF}"/>
              </a:ext>
            </a:extLst>
          </p:cNvPr>
          <p:cNvCxnSpPr>
            <a:cxnSpLocks/>
          </p:cNvCxnSpPr>
          <p:nvPr userDrawn="1"/>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 xmlns:a16="http://schemas.microsoft.com/office/drawing/2014/main" id="{56B8D5F7-A361-8AD4-52B8-082036B1721F}"/>
              </a:ext>
            </a:extLst>
          </p:cNvPr>
          <p:cNvCxnSpPr>
            <a:cxnSpLocks/>
          </p:cNvCxnSpPr>
          <p:nvPr userDrawn="1"/>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 xmlns:a16="http://schemas.microsoft.com/office/drawing/2014/main" id="{D9214AAD-F1D4-D149-48E4-A4CA0897E294}"/>
              </a:ext>
            </a:extLst>
          </p:cNvPr>
          <p:cNvPicPr>
            <a:picLocks noChangeAspect="1"/>
          </p:cNvPicPr>
          <p:nvPr userDrawn="1"/>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24" name="Picture 23">
            <a:extLst>
              <a:ext uri="{FF2B5EF4-FFF2-40B4-BE49-F238E27FC236}">
                <a16:creationId xmlns="" xmlns:a16="http://schemas.microsoft.com/office/drawing/2014/main" id="{97757A16-D1D2-AF1B-D2D6-6B02D3A65248}"/>
              </a:ext>
            </a:extLst>
          </p:cNvPr>
          <p:cNvPicPr>
            <a:picLocks noChangeAspect="1"/>
          </p:cNvPicPr>
          <p:nvPr userDrawn="1"/>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Tree>
    <p:extLst>
      <p:ext uri="{BB962C8B-B14F-4D97-AF65-F5344CB8AC3E}">
        <p14:creationId xmlns:p14="http://schemas.microsoft.com/office/powerpoint/2010/main" val="855943091"/>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2_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1151"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311629579"/>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2175"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0" name="Picture Placeholder 9">
            <a:extLst>
              <a:ext uri="{FF2B5EF4-FFF2-40B4-BE49-F238E27FC236}">
                <a16:creationId xmlns="" xmlns:a16="http://schemas.microsoft.com/office/drawing/2014/main" id="{4D7F28B9-3CD7-58BB-E8E5-1B72C75CB7B0}"/>
              </a:ext>
            </a:extLst>
          </p:cNvPr>
          <p:cNvSpPr>
            <a:spLocks noGrp="1"/>
          </p:cNvSpPr>
          <p:nvPr>
            <p:ph type="pic" sz="quarter" idx="12"/>
          </p:nvPr>
        </p:nvSpPr>
        <p:spPr>
          <a:xfrm>
            <a:off x="4267200" y="-1"/>
            <a:ext cx="7927848" cy="6857999"/>
          </a:xfrm>
          <a:solidFill>
            <a:srgbClr val="DAD2CB"/>
          </a:solidFill>
        </p:spPr>
        <p:txBody>
          <a:bodyPr/>
          <a:lstStyle/>
          <a:p>
            <a:r>
              <a:rPr lang="en-US"/>
              <a:t>Click icon to add picture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504095877"/>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Cas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5160943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3199"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3" name="Picture Placeholder 9">
            <a:extLst>
              <a:ext uri="{FF2B5EF4-FFF2-40B4-BE49-F238E27FC236}">
                <a16:creationId xmlns="" xmlns:a16="http://schemas.microsoft.com/office/drawing/2014/main" id="{5C6055F8-9989-D9E2-3C90-326C85A7A212}"/>
              </a:ext>
            </a:extLst>
          </p:cNvPr>
          <p:cNvSpPr>
            <a:spLocks noGrp="1"/>
          </p:cNvSpPr>
          <p:nvPr>
            <p:ph type="pic" sz="quarter" idx="12"/>
          </p:nvPr>
        </p:nvSpPr>
        <p:spPr>
          <a:xfrm>
            <a:off x="4267200" y="-1"/>
            <a:ext cx="7927848" cy="6857999"/>
          </a:xfrm>
          <a:solidFill>
            <a:srgbClr val="2F2C29"/>
          </a:solidFill>
        </p:spPr>
        <p:txBody>
          <a:bodyPr/>
          <a:lstStyle/>
          <a:p>
            <a:r>
              <a:rPr lang="en-US"/>
              <a:t>Click icon to add picture</a:t>
            </a:r>
          </a:p>
        </p:txBody>
      </p:sp>
    </p:spTree>
    <p:extLst>
      <p:ext uri="{BB962C8B-B14F-4D97-AF65-F5344CB8AC3E}">
        <p14:creationId xmlns:p14="http://schemas.microsoft.com/office/powerpoint/2010/main" val="1247471693"/>
      </p:ext>
    </p:extLst>
  </p:cSld>
  <p:clrMapOvr>
    <a:overrideClrMapping bg1="dk1" tx1="lt1" bg2="dk2" tx2="lt2" accent1="accent1" accent2="accent2" accent3="accent3" accent4="accent4" accent5="accent5" accent6="accent6" hlink="hlink" folHlink="folHlink"/>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Case, mobile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4257464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4223"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 xmlns:a16="http://schemas.microsoft.com/office/drawing/2014/main"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 xmlns:a16="http://schemas.microsoft.com/office/drawing/2014/main"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 xmlns:a16="http://schemas.microsoft.com/office/drawing/2014/main"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 xmlns:a16="http://schemas.microsoft.com/office/drawing/2014/main"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 xmlns:a16="http://schemas.microsoft.com/office/drawing/2014/main"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848515806"/>
      </p:ext>
    </p:extLst>
  </p:cSld>
  <p:clrMapOvr>
    <a:overrideClrMapping bg1="lt1" tx1="dk1" bg2="lt2" tx2="dk2" accent1="accent1" accent2="accent2" accent3="accent3" accent4="accent4" accent5="accent5" accent6="accent6" hlink="hlink" folHlink="folHlink"/>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Case, mobil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4257464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5247"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 xmlns:a16="http://schemas.microsoft.com/office/drawing/2014/main"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 xmlns:a16="http://schemas.microsoft.com/office/drawing/2014/main"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 xmlns:a16="http://schemas.microsoft.com/office/drawing/2014/main"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 xmlns:a16="http://schemas.microsoft.com/office/drawing/2014/main"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 xmlns:a16="http://schemas.microsoft.com/office/drawing/2014/main"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903302158"/>
      </p:ext>
    </p:extLst>
  </p:cSld>
  <p:clrMapOvr>
    <a:overrideClrMapping bg1="dk1" tx1="lt1" bg2="dk2" tx2="lt2" accent1="accent1" accent2="accent2" accent3="accent3" accent4="accent4" accent5="accent5" accent6="accent6" hlink="hlink" folHlink="folHlink"/>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Case, laptop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3664209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6271"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 xmlns:a16="http://schemas.microsoft.com/office/drawing/2014/main"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684322370"/>
      </p:ext>
    </p:extLst>
  </p:cSld>
  <p:clrMapOvr>
    <a:overrideClrMapping bg1="lt1" tx1="dk1" bg2="lt2" tx2="dk2" accent1="accent1" accent2="accent2" accent3="accent3" accent4="accent4" accent5="accent5" accent6="accent6" hlink="hlink" folHlink="folHlink"/>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Case, laptop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3664209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7295"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 xmlns:a16="http://schemas.microsoft.com/office/drawing/2014/main"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313964574"/>
      </p:ext>
    </p:extLst>
  </p:cSld>
  <p:clrMapOvr>
    <a:overrideClrMapping bg1="dk1" tx1="lt1" bg2="dk2" tx2="lt2" accent1="accent1" accent2="accent2" accent3="accent3" accent4="accent4" accent5="accent5" accent6="accent6" hlink="hlink" folHlink="folHlink"/>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Case, Social Media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14435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8319"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 xmlns:a16="http://schemas.microsoft.com/office/drawing/2014/main" id="{25E49CCA-F737-5786-8174-B0564AEC1647}"/>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2989882" y="1768475"/>
            <a:ext cx="2956893" cy="3721606"/>
          </a:xfrm>
          <a:prstGeom prst="rect">
            <a:avLst/>
          </a:prstGeom>
        </p:spPr>
      </p:pic>
      <p:pic>
        <p:nvPicPr>
          <p:cNvPr id="8" name="Graphic 7">
            <a:extLst>
              <a:ext uri="{FF2B5EF4-FFF2-40B4-BE49-F238E27FC236}">
                <a16:creationId xmlns="" xmlns:a16="http://schemas.microsoft.com/office/drawing/2014/main" id="{226AC344-E1CE-70B2-B97E-30637E49AB07}"/>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6249613" y="1768475"/>
            <a:ext cx="2956893" cy="3721606"/>
          </a:xfrm>
          <a:prstGeom prst="rect">
            <a:avLst/>
          </a:prstGeom>
        </p:spPr>
      </p:pic>
      <p:pic>
        <p:nvPicPr>
          <p:cNvPr id="9" name="Graphic 8">
            <a:extLst>
              <a:ext uri="{FF2B5EF4-FFF2-40B4-BE49-F238E27FC236}">
                <a16:creationId xmlns="" xmlns:a16="http://schemas.microsoft.com/office/drawing/2014/main" id="{FCEB8D3E-A5C6-310F-74E2-78E550DF1E71}"/>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269850" y="1768475"/>
            <a:ext cx="2956893" cy="3721606"/>
          </a:xfrm>
          <a:prstGeom prst="rect">
            <a:avLst/>
          </a:prstGeom>
        </p:spPr>
      </p:pic>
      <p:pic>
        <p:nvPicPr>
          <p:cNvPr id="10" name="Graphic 9">
            <a:extLst>
              <a:ext uri="{FF2B5EF4-FFF2-40B4-BE49-F238E27FC236}">
                <a16:creationId xmlns="" xmlns:a16="http://schemas.microsoft.com/office/drawing/2014/main" id="{47F66854-B8B3-FA25-DFD9-036CBFA383D7}"/>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9509344" y="1768475"/>
            <a:ext cx="2956893" cy="3721606"/>
          </a:xfrm>
          <a:prstGeom prst="rect">
            <a:avLst/>
          </a:prstGeom>
        </p:spPr>
      </p:pic>
      <p:sp>
        <p:nvSpPr>
          <p:cNvPr id="13" name="Picture Placeholder 12">
            <a:extLst>
              <a:ext uri="{FF2B5EF4-FFF2-40B4-BE49-F238E27FC236}">
                <a16:creationId xmlns="" xmlns:a16="http://schemas.microsoft.com/office/drawing/2014/main"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 xmlns:a16="http://schemas.microsoft.com/office/drawing/2014/main"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 xmlns:a16="http://schemas.microsoft.com/office/drawing/2014/main"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 xmlns:a16="http://schemas.microsoft.com/office/drawing/2014/main"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410956709"/>
      </p:ext>
    </p:extLst>
  </p:cSld>
  <p:clrMapOvr>
    <a:overrideClrMapping bg1="lt1" tx1="dk1" bg2="lt2" tx2="dk2" accent1="accent1" accent2="accent2" accent3="accent3" accent4="accent4" accent5="accent5" accent6="accent6" hlink="hlink" folHlink="folHlink"/>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Case, Social Media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14435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9343"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 xmlns:a16="http://schemas.microsoft.com/office/drawing/2014/main"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 xmlns:a16="http://schemas.microsoft.com/office/drawing/2014/main" id="{25E49CCA-F737-5786-8174-B0564AEC164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2989882" y="1768474"/>
            <a:ext cx="2956893" cy="3721608"/>
          </a:xfrm>
          <a:prstGeom prst="rect">
            <a:avLst/>
          </a:prstGeom>
        </p:spPr>
      </p:pic>
      <p:pic>
        <p:nvPicPr>
          <p:cNvPr id="8" name="Graphic 7">
            <a:extLst>
              <a:ext uri="{FF2B5EF4-FFF2-40B4-BE49-F238E27FC236}">
                <a16:creationId xmlns="" xmlns:a16="http://schemas.microsoft.com/office/drawing/2014/main" id="{226AC344-E1CE-70B2-B97E-30637E49AB0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6249613" y="1768474"/>
            <a:ext cx="2956893" cy="3721608"/>
          </a:xfrm>
          <a:prstGeom prst="rect">
            <a:avLst/>
          </a:prstGeom>
        </p:spPr>
      </p:pic>
      <p:pic>
        <p:nvPicPr>
          <p:cNvPr id="9" name="Graphic 8">
            <a:extLst>
              <a:ext uri="{FF2B5EF4-FFF2-40B4-BE49-F238E27FC236}">
                <a16:creationId xmlns="" xmlns:a16="http://schemas.microsoft.com/office/drawing/2014/main" id="{FCEB8D3E-A5C6-310F-74E2-78E550DF1E71}"/>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269850" y="1768474"/>
            <a:ext cx="2956893" cy="3721608"/>
          </a:xfrm>
          <a:prstGeom prst="rect">
            <a:avLst/>
          </a:prstGeom>
        </p:spPr>
      </p:pic>
      <p:pic>
        <p:nvPicPr>
          <p:cNvPr id="10" name="Graphic 9">
            <a:extLst>
              <a:ext uri="{FF2B5EF4-FFF2-40B4-BE49-F238E27FC236}">
                <a16:creationId xmlns="" xmlns:a16="http://schemas.microsoft.com/office/drawing/2014/main" id="{47F66854-B8B3-FA25-DFD9-036CBFA383D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9509344" y="1768474"/>
            <a:ext cx="2956893" cy="3721608"/>
          </a:xfrm>
          <a:prstGeom prst="rect">
            <a:avLst/>
          </a:prstGeom>
        </p:spPr>
      </p:pic>
      <p:sp>
        <p:nvSpPr>
          <p:cNvPr id="13" name="Picture Placeholder 12">
            <a:extLst>
              <a:ext uri="{FF2B5EF4-FFF2-40B4-BE49-F238E27FC236}">
                <a16:creationId xmlns="" xmlns:a16="http://schemas.microsoft.com/office/drawing/2014/main"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 xmlns:a16="http://schemas.microsoft.com/office/drawing/2014/main"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 xmlns:a16="http://schemas.microsoft.com/office/drawing/2014/main"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 xmlns:a16="http://schemas.microsoft.com/office/drawing/2014/main"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673249528"/>
      </p:ext>
    </p:extLst>
  </p:cSld>
  <p:clrMapOvr>
    <a:overrideClrMapping bg1="dk1" tx1="lt1" bg2="dk2" tx2="lt2" accent1="accent1" accent2="accent2" accent3="accent3" accent4="accent4" accent5="accent5" accent6="accent6" hlink="hlink" folHlink="folHlink"/>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0367"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t>Agenda</a:t>
            </a:r>
          </a:p>
          <a:p>
            <a:pPr algn="ctr"/>
            <a:r>
              <a:rPr lang="en-US" sz="13800"/>
              <a:t>layouts</a:t>
            </a:r>
          </a:p>
        </p:txBody>
      </p:sp>
    </p:spTree>
    <p:extLst>
      <p:ext uri="{BB962C8B-B14F-4D97-AF65-F5344CB8AC3E}">
        <p14:creationId xmlns:p14="http://schemas.microsoft.com/office/powerpoint/2010/main" val="1990656230"/>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4234032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139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43017E1-5C50-A1AB-8360-416C697FA07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 xmlns:a16="http://schemas.microsoft.com/office/drawing/2014/main"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 xmlns:a16="http://schemas.microsoft.com/office/drawing/2014/main"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 xmlns:a16="http://schemas.microsoft.com/office/drawing/2014/main"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5E5751"/>
                </a:solidFill>
                <a:latin typeface="+mn-lt"/>
              </a:defRPr>
            </a:lvl3pPr>
            <a:lvl4pPr marL="2514600" indent="-628650">
              <a:spcBef>
                <a:spcPts val="0"/>
              </a:spcBef>
              <a:spcAft>
                <a:spcPts val="600"/>
              </a:spcAft>
              <a:buNone/>
              <a:tabLst/>
              <a:defRPr sz="1600">
                <a:solidFill>
                  <a:srgbClr val="5E5751"/>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34187149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Agenda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4234032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241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43017E1-5C50-A1AB-8360-416C697FA07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 xmlns:a16="http://schemas.microsoft.com/office/drawing/2014/main"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 xmlns:a16="http://schemas.microsoft.com/office/drawing/2014/main"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 xmlns:a16="http://schemas.microsoft.com/office/drawing/2014/main"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BEB4AA"/>
                </a:solidFill>
                <a:latin typeface="+mn-lt"/>
              </a:defRPr>
            </a:lvl3pPr>
            <a:lvl4pPr marL="2514600" indent="-628650">
              <a:spcBef>
                <a:spcPts val="0"/>
              </a:spcBef>
              <a:spcAft>
                <a:spcPts val="600"/>
              </a:spcAft>
              <a:buNone/>
              <a:tabLst/>
              <a:defRPr sz="1600">
                <a:solidFill>
                  <a:srgbClr val="BEB4AA"/>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598100926"/>
      </p:ext>
    </p:extLst>
  </p:cSld>
  <p:clrMapOvr>
    <a:overrideClrMapping bg1="dk1" tx1="lt1" bg2="dk2" tx2="lt2" accent1="accent1" accent2="accent2" accent3="accent3" accent4="accent4" accent5="accent5" accent6="accent6" hlink="hlink" folHlink="folHlink"/>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Agenda, tab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26076848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343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6FD185B2-CA96-F547-FFF0-7838243B1A2A}"/>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 xmlns:a16="http://schemas.microsoft.com/office/drawing/2014/main"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817438519"/>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Agenda, table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26076848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446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 xmlns:a16="http://schemas.microsoft.com/office/drawing/2014/main" id="{6FD185B2-CA96-F547-FFF0-7838243B1A2A}"/>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 xmlns:a16="http://schemas.microsoft.com/office/drawing/2014/main"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2519235016"/>
      </p:ext>
    </p:extLst>
  </p:cSld>
  <p:clrMapOvr>
    <a:overrideClrMapping bg1="dk1" tx1="lt1" bg2="dk2" tx2="lt2" accent1="accent1" accent2="accent2" accent3="accent3" accent4="accent4" accent5="accent5" accent6="accent6" hlink="hlink" folHlink="folHlink"/>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5487"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2569560" y="1305349"/>
            <a:ext cx="7052893" cy="4247317"/>
          </a:xfrm>
          <a:prstGeom prst="rect">
            <a:avLst/>
          </a:prstGeom>
          <a:noFill/>
        </p:spPr>
        <p:txBody>
          <a:bodyPr wrap="none" lIns="0" tIns="0" rIns="0" bIns="0" rtlCol="0" anchor="ctr">
            <a:spAutoFit/>
          </a:bodyPr>
          <a:lstStyle/>
          <a:p>
            <a:pPr algn="ctr"/>
            <a:r>
              <a:rPr lang="en-US" sz="13800"/>
              <a:t>Speakers</a:t>
            </a:r>
          </a:p>
          <a:p>
            <a:pPr algn="ctr"/>
            <a:r>
              <a:rPr lang="en-US" sz="13800"/>
              <a:t>layouts</a:t>
            </a:r>
          </a:p>
        </p:txBody>
      </p:sp>
    </p:spTree>
    <p:extLst>
      <p:ext uri="{BB962C8B-B14F-4D97-AF65-F5344CB8AC3E}">
        <p14:creationId xmlns:p14="http://schemas.microsoft.com/office/powerpoint/2010/main" val="19722604"/>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Speaker, 1">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8558889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651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76254" y="1637435"/>
            <a:ext cx="2527309" cy="2553565"/>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3405188" y="1637434"/>
            <a:ext cx="2554626" cy="2553566"/>
          </a:xfrm>
        </p:spPr>
        <p:txBody>
          <a:bodyPr/>
          <a:lstStyle>
            <a:lvl1pPr>
              <a:spcBef>
                <a:spcPts val="0"/>
              </a:spcBef>
              <a:defRPr sz="2400" b="0"/>
            </a:lvl1pPr>
            <a:lvl2pPr marL="0" indent="0">
              <a:spcBef>
                <a:spcPts val="1200"/>
              </a:spcBef>
              <a:buNone/>
              <a:defRPr sz="2400">
                <a:solidFill>
                  <a:srgbClr val="5E5751"/>
                </a:solidFill>
              </a:defRPr>
            </a:lvl2pPr>
          </a:lstStyle>
          <a:p>
            <a:pPr lvl="0"/>
            <a:r>
              <a:rPr lang="en-US" err="1"/>
              <a:t>Firstname</a:t>
            </a:r>
            <a:r>
              <a:rPr lang="en-US"/>
              <a:t> Lastname</a:t>
            </a:r>
          </a:p>
          <a:p>
            <a:pPr lvl="1"/>
            <a:r>
              <a:rPr lang="en-US"/>
              <a:t>Job title</a:t>
            </a:r>
          </a:p>
        </p:txBody>
      </p:sp>
      <p:sp>
        <p:nvSpPr>
          <p:cNvPr id="13" name="Text Placeholder 9">
            <a:extLst>
              <a:ext uri="{FF2B5EF4-FFF2-40B4-BE49-F238E27FC236}">
                <a16:creationId xmlns="" xmlns:a16="http://schemas.microsoft.com/office/drawing/2014/main" id="{00076557-BFE9-5F8B-B4A1-ED0C0029638E}"/>
              </a:ext>
            </a:extLst>
          </p:cNvPr>
          <p:cNvSpPr>
            <a:spLocks noGrp="1"/>
          </p:cNvSpPr>
          <p:nvPr>
            <p:ph type="body" sz="quarter" idx="12" hasCustomPrompt="1"/>
          </p:nvPr>
        </p:nvSpPr>
        <p:spPr>
          <a:xfrm>
            <a:off x="6248400" y="1637435"/>
            <a:ext cx="3776663" cy="2553565"/>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908593213"/>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Speaker, 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268450165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753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4817" y="1637435"/>
            <a:ext cx="1564021" cy="1564021"/>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2428504" y="1637434"/>
            <a:ext cx="3517940"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6263986" y="1637435"/>
            <a:ext cx="1563976" cy="1563976"/>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8129589" y="1637434"/>
            <a:ext cx="3516024"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9" name="Text Placeholder 9">
            <a:extLst>
              <a:ext uri="{FF2B5EF4-FFF2-40B4-BE49-F238E27FC236}">
                <a16:creationId xmlns="" xmlns:a16="http://schemas.microsoft.com/office/drawing/2014/main" id="{43A263B2-272B-44F1-9D39-AEA893A1C856}"/>
              </a:ext>
            </a:extLst>
          </p:cNvPr>
          <p:cNvSpPr>
            <a:spLocks noGrp="1"/>
          </p:cNvSpPr>
          <p:nvPr>
            <p:ph type="body" sz="quarter" idx="12" hasCustomPrompt="1"/>
          </p:nvPr>
        </p:nvSpPr>
        <p:spPr>
          <a:xfrm>
            <a:off x="2428504" y="2974975"/>
            <a:ext cx="3517940"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
        <p:nvSpPr>
          <p:cNvPr id="12" name="Text Placeholder 9">
            <a:extLst>
              <a:ext uri="{FF2B5EF4-FFF2-40B4-BE49-F238E27FC236}">
                <a16:creationId xmlns="" xmlns:a16="http://schemas.microsoft.com/office/drawing/2014/main" id="{061D7D79-B6DD-C3D3-D30D-2056D760FFAA}"/>
              </a:ext>
            </a:extLst>
          </p:cNvPr>
          <p:cNvSpPr>
            <a:spLocks noGrp="1"/>
          </p:cNvSpPr>
          <p:nvPr>
            <p:ph type="body" sz="quarter" idx="16" hasCustomPrompt="1"/>
          </p:nvPr>
        </p:nvSpPr>
        <p:spPr>
          <a:xfrm>
            <a:off x="8122427" y="2974975"/>
            <a:ext cx="3517939"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3204841962"/>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Speaker, 3">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64997887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855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56514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4349799" y="1637435"/>
            <a:ext cx="2511552" cy="2511552"/>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434979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 xmlns:a16="http://schemas.microsoft.com/office/drawing/2014/main" id="{7EBD53F4-AA15-026E-C06F-BFCDCD680F32}"/>
              </a:ext>
            </a:extLst>
          </p:cNvPr>
          <p:cNvSpPr>
            <a:spLocks noGrp="1" noChangeAspect="1"/>
          </p:cNvSpPr>
          <p:nvPr>
            <p:ph type="pic" sz="quarter" idx="16"/>
          </p:nvPr>
        </p:nvSpPr>
        <p:spPr>
          <a:xfrm>
            <a:off x="8143458" y="1637434"/>
            <a:ext cx="2511551" cy="2511551"/>
          </a:xfrm>
          <a:solidFill>
            <a:srgbClr val="F5F0EB"/>
          </a:solidFill>
        </p:spPr>
        <p:txBody>
          <a:bodyPr/>
          <a:lstStyle/>
          <a:p>
            <a:r>
              <a:rPr lang="en-US"/>
              <a:t>Click icon to add picture</a:t>
            </a:r>
          </a:p>
        </p:txBody>
      </p:sp>
      <p:sp>
        <p:nvSpPr>
          <p:cNvPr id="20" name="Text Placeholder 11">
            <a:extLst>
              <a:ext uri="{FF2B5EF4-FFF2-40B4-BE49-F238E27FC236}">
                <a16:creationId xmlns="" xmlns:a16="http://schemas.microsoft.com/office/drawing/2014/main" id="{B6945004-3FBB-EB03-5646-97F9F63ABEAD}"/>
              </a:ext>
            </a:extLst>
          </p:cNvPr>
          <p:cNvSpPr>
            <a:spLocks noGrp="1"/>
          </p:cNvSpPr>
          <p:nvPr>
            <p:ph type="body" sz="quarter" idx="17" hasCustomPrompt="1"/>
          </p:nvPr>
        </p:nvSpPr>
        <p:spPr>
          <a:xfrm>
            <a:off x="814345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1852783036"/>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Speaker, 4">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64997887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958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565149"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3412998" y="1637435"/>
            <a:ext cx="2514600" cy="2514600"/>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3412998"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 xmlns:a16="http://schemas.microsoft.com/office/drawing/2014/main" id="{7EBD53F4-AA15-026E-C06F-BFCDCD680F32}"/>
              </a:ext>
            </a:extLst>
          </p:cNvPr>
          <p:cNvSpPr>
            <a:spLocks noGrp="1" noChangeAspect="1"/>
          </p:cNvSpPr>
          <p:nvPr>
            <p:ph type="pic" sz="quarter" idx="16"/>
          </p:nvPr>
        </p:nvSpPr>
        <p:spPr>
          <a:xfrm>
            <a:off x="6256365" y="1637435"/>
            <a:ext cx="2514600" cy="2514600"/>
          </a:xfrm>
          <a:solidFill>
            <a:srgbClr val="F5F0EB"/>
          </a:solidFill>
        </p:spPr>
        <p:txBody>
          <a:bodyPr/>
          <a:lstStyle/>
          <a:p>
            <a:r>
              <a:rPr lang="en-US"/>
              <a:t>Click icon to add picture</a:t>
            </a:r>
          </a:p>
        </p:txBody>
      </p:sp>
      <p:sp>
        <p:nvSpPr>
          <p:cNvPr id="20" name="Text Placeholder 11">
            <a:extLst>
              <a:ext uri="{FF2B5EF4-FFF2-40B4-BE49-F238E27FC236}">
                <a16:creationId xmlns="" xmlns:a16="http://schemas.microsoft.com/office/drawing/2014/main" id="{B6945004-3FBB-EB03-5646-97F9F63ABEAD}"/>
              </a:ext>
            </a:extLst>
          </p:cNvPr>
          <p:cNvSpPr>
            <a:spLocks noGrp="1"/>
          </p:cNvSpPr>
          <p:nvPr>
            <p:ph type="body" sz="quarter" idx="17" hasCustomPrompt="1"/>
          </p:nvPr>
        </p:nvSpPr>
        <p:spPr>
          <a:xfrm>
            <a:off x="6256364"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7" name="Picture Placeholder 7">
            <a:extLst>
              <a:ext uri="{FF2B5EF4-FFF2-40B4-BE49-F238E27FC236}">
                <a16:creationId xmlns="" xmlns:a16="http://schemas.microsoft.com/office/drawing/2014/main" id="{D16ABBBF-2339-2E06-7C84-AF01ECF613A3}"/>
              </a:ext>
            </a:extLst>
          </p:cNvPr>
          <p:cNvSpPr>
            <a:spLocks noGrp="1" noChangeAspect="1"/>
          </p:cNvSpPr>
          <p:nvPr>
            <p:ph type="pic" sz="quarter" idx="18"/>
          </p:nvPr>
        </p:nvSpPr>
        <p:spPr>
          <a:xfrm>
            <a:off x="9087852" y="1637435"/>
            <a:ext cx="2514600" cy="2514600"/>
          </a:xfrm>
          <a:solidFill>
            <a:srgbClr val="F5F0EB"/>
          </a:solidFill>
        </p:spPr>
        <p:txBody>
          <a:bodyPr/>
          <a:lstStyle/>
          <a:p>
            <a:r>
              <a:rPr lang="en-US"/>
              <a:t>Click icon to add picture</a:t>
            </a:r>
          </a:p>
        </p:txBody>
      </p:sp>
      <p:sp>
        <p:nvSpPr>
          <p:cNvPr id="9" name="Text Placeholder 11">
            <a:extLst>
              <a:ext uri="{FF2B5EF4-FFF2-40B4-BE49-F238E27FC236}">
                <a16:creationId xmlns="" xmlns:a16="http://schemas.microsoft.com/office/drawing/2014/main" id="{0799ED43-EE89-E750-7B23-AFCCA755762E}"/>
              </a:ext>
            </a:extLst>
          </p:cNvPr>
          <p:cNvSpPr>
            <a:spLocks noGrp="1"/>
          </p:cNvSpPr>
          <p:nvPr>
            <p:ph type="body" sz="quarter" idx="19" hasCustomPrompt="1"/>
          </p:nvPr>
        </p:nvSpPr>
        <p:spPr>
          <a:xfrm>
            <a:off x="9087851"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307628307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Speaker, 6">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43441017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060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76463" y="1775000"/>
            <a:ext cx="1552375" cy="1552375"/>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576463"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Text Placeholder 11">
            <a:extLst>
              <a:ext uri="{FF2B5EF4-FFF2-40B4-BE49-F238E27FC236}">
                <a16:creationId xmlns="" xmlns:a16="http://schemas.microsoft.com/office/drawing/2014/main" id="{F71FED85-DAF8-E75C-B88D-72336814AFD6}"/>
              </a:ext>
            </a:extLst>
          </p:cNvPr>
          <p:cNvSpPr>
            <a:spLocks noGrp="1"/>
          </p:cNvSpPr>
          <p:nvPr>
            <p:ph type="body" sz="quarter" idx="19" hasCustomPrompt="1"/>
          </p:nvPr>
        </p:nvSpPr>
        <p:spPr>
          <a:xfrm>
            <a:off x="576463" y="1254086"/>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(optional)</a:t>
            </a:r>
          </a:p>
        </p:txBody>
      </p:sp>
      <p:sp>
        <p:nvSpPr>
          <p:cNvPr id="26" name="Text Placeholder 11">
            <a:extLst>
              <a:ext uri="{FF2B5EF4-FFF2-40B4-BE49-F238E27FC236}">
                <a16:creationId xmlns="" xmlns:a16="http://schemas.microsoft.com/office/drawing/2014/main" id="{80D331FB-07CC-CBB0-1C97-15E6031B1502}"/>
              </a:ext>
            </a:extLst>
          </p:cNvPr>
          <p:cNvSpPr>
            <a:spLocks noGrp="1"/>
          </p:cNvSpPr>
          <p:nvPr>
            <p:ph type="body" sz="quarter" idx="20" hasCustomPrompt="1"/>
          </p:nvPr>
        </p:nvSpPr>
        <p:spPr>
          <a:xfrm>
            <a:off x="576463" y="4501783"/>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over logos (optional)</a:t>
            </a:r>
          </a:p>
        </p:txBody>
      </p:sp>
      <p:sp>
        <p:nvSpPr>
          <p:cNvPr id="31" name="Picture Placeholder 7">
            <a:extLst>
              <a:ext uri="{FF2B5EF4-FFF2-40B4-BE49-F238E27FC236}">
                <a16:creationId xmlns="" xmlns:a16="http://schemas.microsoft.com/office/drawing/2014/main" id="{3B6500AD-6C0E-2707-679D-0A899C4EA95D}"/>
              </a:ext>
            </a:extLst>
          </p:cNvPr>
          <p:cNvSpPr>
            <a:spLocks noGrp="1" noChangeAspect="1"/>
          </p:cNvSpPr>
          <p:nvPr>
            <p:ph type="pic" sz="quarter" idx="21"/>
          </p:nvPr>
        </p:nvSpPr>
        <p:spPr>
          <a:xfrm>
            <a:off x="2467064" y="1775000"/>
            <a:ext cx="1552375" cy="1552375"/>
          </a:xfrm>
          <a:solidFill>
            <a:srgbClr val="F5F0EB"/>
          </a:solidFill>
        </p:spPr>
        <p:txBody>
          <a:bodyPr/>
          <a:lstStyle/>
          <a:p>
            <a:r>
              <a:rPr lang="en-US"/>
              <a:t>Click icon to add picture</a:t>
            </a:r>
          </a:p>
        </p:txBody>
      </p:sp>
      <p:sp>
        <p:nvSpPr>
          <p:cNvPr id="32" name="Text Placeholder 11">
            <a:extLst>
              <a:ext uri="{FF2B5EF4-FFF2-40B4-BE49-F238E27FC236}">
                <a16:creationId xmlns="" xmlns:a16="http://schemas.microsoft.com/office/drawing/2014/main" id="{F4A0A85C-8282-CFF2-07DC-5B20BB9E9834}"/>
              </a:ext>
            </a:extLst>
          </p:cNvPr>
          <p:cNvSpPr>
            <a:spLocks noGrp="1"/>
          </p:cNvSpPr>
          <p:nvPr>
            <p:ph type="body" sz="quarter" idx="22" hasCustomPrompt="1"/>
          </p:nvPr>
        </p:nvSpPr>
        <p:spPr>
          <a:xfrm>
            <a:off x="2467064"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3" name="Picture Placeholder 7">
            <a:extLst>
              <a:ext uri="{FF2B5EF4-FFF2-40B4-BE49-F238E27FC236}">
                <a16:creationId xmlns="" xmlns:a16="http://schemas.microsoft.com/office/drawing/2014/main" id="{D078D3FA-853F-C115-1493-DF9FB1C6F215}"/>
              </a:ext>
            </a:extLst>
          </p:cNvPr>
          <p:cNvSpPr>
            <a:spLocks noGrp="1" noChangeAspect="1"/>
          </p:cNvSpPr>
          <p:nvPr>
            <p:ph type="pic" sz="quarter" idx="23"/>
          </p:nvPr>
        </p:nvSpPr>
        <p:spPr>
          <a:xfrm>
            <a:off x="4357665" y="1775000"/>
            <a:ext cx="1552375" cy="1552375"/>
          </a:xfrm>
          <a:solidFill>
            <a:srgbClr val="F5F0EB"/>
          </a:solidFill>
        </p:spPr>
        <p:txBody>
          <a:bodyPr/>
          <a:lstStyle/>
          <a:p>
            <a:r>
              <a:rPr lang="en-US"/>
              <a:t>Click icon to add picture</a:t>
            </a:r>
          </a:p>
        </p:txBody>
      </p:sp>
      <p:sp>
        <p:nvSpPr>
          <p:cNvPr id="34" name="Text Placeholder 11">
            <a:extLst>
              <a:ext uri="{FF2B5EF4-FFF2-40B4-BE49-F238E27FC236}">
                <a16:creationId xmlns="" xmlns:a16="http://schemas.microsoft.com/office/drawing/2014/main" id="{05A7CFBA-E0A6-8DD1-C303-4DD735628AC8}"/>
              </a:ext>
            </a:extLst>
          </p:cNvPr>
          <p:cNvSpPr>
            <a:spLocks noGrp="1"/>
          </p:cNvSpPr>
          <p:nvPr>
            <p:ph type="body" sz="quarter" idx="24" hasCustomPrompt="1"/>
          </p:nvPr>
        </p:nvSpPr>
        <p:spPr>
          <a:xfrm>
            <a:off x="4357665"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5" name="Picture Placeholder 7">
            <a:extLst>
              <a:ext uri="{FF2B5EF4-FFF2-40B4-BE49-F238E27FC236}">
                <a16:creationId xmlns="" xmlns:a16="http://schemas.microsoft.com/office/drawing/2014/main" id="{B6102AE7-F278-B5A9-F2C5-1FBF4197ECDB}"/>
              </a:ext>
            </a:extLst>
          </p:cNvPr>
          <p:cNvSpPr>
            <a:spLocks noGrp="1" noChangeAspect="1"/>
          </p:cNvSpPr>
          <p:nvPr>
            <p:ph type="pic" sz="quarter" idx="25"/>
          </p:nvPr>
        </p:nvSpPr>
        <p:spPr>
          <a:xfrm>
            <a:off x="6248266" y="1775000"/>
            <a:ext cx="1552375" cy="1552375"/>
          </a:xfrm>
          <a:solidFill>
            <a:srgbClr val="F5F0EB"/>
          </a:solidFill>
        </p:spPr>
        <p:txBody>
          <a:bodyPr/>
          <a:lstStyle/>
          <a:p>
            <a:r>
              <a:rPr lang="en-US"/>
              <a:t>Click icon to add picture</a:t>
            </a:r>
          </a:p>
        </p:txBody>
      </p:sp>
      <p:sp>
        <p:nvSpPr>
          <p:cNvPr id="36" name="Text Placeholder 11">
            <a:extLst>
              <a:ext uri="{FF2B5EF4-FFF2-40B4-BE49-F238E27FC236}">
                <a16:creationId xmlns="" xmlns:a16="http://schemas.microsoft.com/office/drawing/2014/main" id="{C2A82CB5-B9E0-2A6D-25BE-D13CD2814ADE}"/>
              </a:ext>
            </a:extLst>
          </p:cNvPr>
          <p:cNvSpPr>
            <a:spLocks noGrp="1"/>
          </p:cNvSpPr>
          <p:nvPr>
            <p:ph type="body" sz="quarter" idx="26" hasCustomPrompt="1"/>
          </p:nvPr>
        </p:nvSpPr>
        <p:spPr>
          <a:xfrm>
            <a:off x="62482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7" name="Picture Placeholder 7">
            <a:extLst>
              <a:ext uri="{FF2B5EF4-FFF2-40B4-BE49-F238E27FC236}">
                <a16:creationId xmlns="" xmlns:a16="http://schemas.microsoft.com/office/drawing/2014/main" id="{70B59503-4A68-E260-B103-EA49A509D2C1}"/>
              </a:ext>
            </a:extLst>
          </p:cNvPr>
          <p:cNvSpPr>
            <a:spLocks noGrp="1" noChangeAspect="1"/>
          </p:cNvSpPr>
          <p:nvPr>
            <p:ph type="pic" sz="quarter" idx="27"/>
          </p:nvPr>
        </p:nvSpPr>
        <p:spPr>
          <a:xfrm>
            <a:off x="8138867" y="1775000"/>
            <a:ext cx="1552375" cy="1552375"/>
          </a:xfrm>
          <a:solidFill>
            <a:srgbClr val="F5F0EB"/>
          </a:solidFill>
        </p:spPr>
        <p:txBody>
          <a:bodyPr/>
          <a:lstStyle/>
          <a:p>
            <a:r>
              <a:rPr lang="en-US"/>
              <a:t>Click icon to add picture</a:t>
            </a:r>
          </a:p>
        </p:txBody>
      </p:sp>
      <p:sp>
        <p:nvSpPr>
          <p:cNvPr id="38" name="Text Placeholder 11">
            <a:extLst>
              <a:ext uri="{FF2B5EF4-FFF2-40B4-BE49-F238E27FC236}">
                <a16:creationId xmlns="" xmlns:a16="http://schemas.microsoft.com/office/drawing/2014/main" id="{A0995BA9-2C1D-3A52-7C7F-BC37A2466C4A}"/>
              </a:ext>
            </a:extLst>
          </p:cNvPr>
          <p:cNvSpPr>
            <a:spLocks noGrp="1"/>
          </p:cNvSpPr>
          <p:nvPr>
            <p:ph type="body" sz="quarter" idx="28" hasCustomPrompt="1"/>
          </p:nvPr>
        </p:nvSpPr>
        <p:spPr>
          <a:xfrm>
            <a:off x="8138867"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9" name="Picture Placeholder 7">
            <a:extLst>
              <a:ext uri="{FF2B5EF4-FFF2-40B4-BE49-F238E27FC236}">
                <a16:creationId xmlns="" xmlns:a16="http://schemas.microsoft.com/office/drawing/2014/main" id="{FE049F1E-C38A-F65C-3614-91F97F14616A}"/>
              </a:ext>
            </a:extLst>
          </p:cNvPr>
          <p:cNvSpPr>
            <a:spLocks noGrp="1" noChangeAspect="1"/>
          </p:cNvSpPr>
          <p:nvPr>
            <p:ph type="pic" sz="quarter" idx="29"/>
          </p:nvPr>
        </p:nvSpPr>
        <p:spPr>
          <a:xfrm>
            <a:off x="10029466" y="1775000"/>
            <a:ext cx="1552375" cy="1552375"/>
          </a:xfrm>
          <a:solidFill>
            <a:srgbClr val="F5F0EB"/>
          </a:solidFill>
        </p:spPr>
        <p:txBody>
          <a:bodyPr/>
          <a:lstStyle/>
          <a:p>
            <a:r>
              <a:rPr lang="en-US"/>
              <a:t>Click icon to add picture</a:t>
            </a:r>
          </a:p>
        </p:txBody>
      </p:sp>
      <p:sp>
        <p:nvSpPr>
          <p:cNvPr id="40" name="Text Placeholder 11">
            <a:extLst>
              <a:ext uri="{FF2B5EF4-FFF2-40B4-BE49-F238E27FC236}">
                <a16:creationId xmlns="" xmlns:a16="http://schemas.microsoft.com/office/drawing/2014/main" id="{06C2ADEC-2DA0-0CA9-F153-77DFAA70DA1B}"/>
              </a:ext>
            </a:extLst>
          </p:cNvPr>
          <p:cNvSpPr>
            <a:spLocks noGrp="1"/>
          </p:cNvSpPr>
          <p:nvPr>
            <p:ph type="body" sz="quarter" idx="30" hasCustomPrompt="1"/>
          </p:nvPr>
        </p:nvSpPr>
        <p:spPr>
          <a:xfrm>
            <a:off x="100294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314311521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Speaker, 1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8558889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163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 xmlns:a16="http://schemas.microsoft.com/office/drawing/2014/main"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5150" y="1637435"/>
            <a:ext cx="987552" cy="987552"/>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1703515"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4358849" y="1637435"/>
            <a:ext cx="987552" cy="987552"/>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5495540"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9" name="Picture Placeholder 7">
            <a:extLst>
              <a:ext uri="{FF2B5EF4-FFF2-40B4-BE49-F238E27FC236}">
                <a16:creationId xmlns="" xmlns:a16="http://schemas.microsoft.com/office/drawing/2014/main" id="{E07B74AC-EE9A-25D5-4583-5F253A748507}"/>
              </a:ext>
            </a:extLst>
          </p:cNvPr>
          <p:cNvSpPr>
            <a:spLocks noGrp="1" noChangeAspect="1"/>
          </p:cNvSpPr>
          <p:nvPr>
            <p:ph type="pic" sz="quarter" idx="16"/>
          </p:nvPr>
        </p:nvSpPr>
        <p:spPr>
          <a:xfrm>
            <a:off x="565150" y="2888166"/>
            <a:ext cx="987552" cy="987552"/>
          </a:xfrm>
          <a:solidFill>
            <a:srgbClr val="F5F0EB"/>
          </a:solidFill>
        </p:spPr>
        <p:txBody>
          <a:bodyPr/>
          <a:lstStyle/>
          <a:p>
            <a:r>
              <a:rPr lang="en-US"/>
              <a:t>Click icon to add picture</a:t>
            </a:r>
          </a:p>
        </p:txBody>
      </p:sp>
      <p:sp>
        <p:nvSpPr>
          <p:cNvPr id="12" name="Text Placeholder 11">
            <a:extLst>
              <a:ext uri="{FF2B5EF4-FFF2-40B4-BE49-F238E27FC236}">
                <a16:creationId xmlns="" xmlns:a16="http://schemas.microsoft.com/office/drawing/2014/main" id="{35B64ED0-1747-14E8-8C38-312801E015E8}"/>
              </a:ext>
            </a:extLst>
          </p:cNvPr>
          <p:cNvSpPr>
            <a:spLocks noGrp="1"/>
          </p:cNvSpPr>
          <p:nvPr>
            <p:ph type="body" sz="quarter" idx="17" hasCustomPrompt="1"/>
          </p:nvPr>
        </p:nvSpPr>
        <p:spPr>
          <a:xfrm>
            <a:off x="1703515"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3" name="Picture Placeholder 7">
            <a:extLst>
              <a:ext uri="{FF2B5EF4-FFF2-40B4-BE49-F238E27FC236}">
                <a16:creationId xmlns="" xmlns:a16="http://schemas.microsoft.com/office/drawing/2014/main" id="{17D60C2A-77D9-52CA-F221-CE501A39CABC}"/>
              </a:ext>
            </a:extLst>
          </p:cNvPr>
          <p:cNvSpPr>
            <a:spLocks noGrp="1" noChangeAspect="1"/>
          </p:cNvSpPr>
          <p:nvPr>
            <p:ph type="pic" sz="quarter" idx="18"/>
          </p:nvPr>
        </p:nvSpPr>
        <p:spPr>
          <a:xfrm>
            <a:off x="4358849" y="2888166"/>
            <a:ext cx="987552" cy="987552"/>
          </a:xfrm>
          <a:solidFill>
            <a:srgbClr val="F5F0EB"/>
          </a:solidFill>
        </p:spPr>
        <p:txBody>
          <a:bodyPr/>
          <a:lstStyle/>
          <a:p>
            <a:r>
              <a:rPr lang="en-US"/>
              <a:t>Click icon to add picture</a:t>
            </a:r>
          </a:p>
        </p:txBody>
      </p:sp>
      <p:sp>
        <p:nvSpPr>
          <p:cNvPr id="14" name="Text Placeholder 11">
            <a:extLst>
              <a:ext uri="{FF2B5EF4-FFF2-40B4-BE49-F238E27FC236}">
                <a16:creationId xmlns="" xmlns:a16="http://schemas.microsoft.com/office/drawing/2014/main" id="{CB165B28-35C1-D225-4A64-E2A61301A4DD}"/>
              </a:ext>
            </a:extLst>
          </p:cNvPr>
          <p:cNvSpPr>
            <a:spLocks noGrp="1"/>
          </p:cNvSpPr>
          <p:nvPr>
            <p:ph type="body" sz="quarter" idx="19" hasCustomPrompt="1"/>
          </p:nvPr>
        </p:nvSpPr>
        <p:spPr>
          <a:xfrm>
            <a:off x="5495540"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5" name="Picture Placeholder 7">
            <a:extLst>
              <a:ext uri="{FF2B5EF4-FFF2-40B4-BE49-F238E27FC236}">
                <a16:creationId xmlns="" xmlns:a16="http://schemas.microsoft.com/office/drawing/2014/main" id="{E73A1BFE-276C-0927-9FF7-66318C2DBD7D}"/>
              </a:ext>
            </a:extLst>
          </p:cNvPr>
          <p:cNvSpPr>
            <a:spLocks noGrp="1" noChangeAspect="1"/>
          </p:cNvSpPr>
          <p:nvPr>
            <p:ph type="pic" sz="quarter" idx="20"/>
          </p:nvPr>
        </p:nvSpPr>
        <p:spPr>
          <a:xfrm>
            <a:off x="565150" y="4138897"/>
            <a:ext cx="987552" cy="987552"/>
          </a:xfrm>
          <a:solidFill>
            <a:srgbClr val="F5F0EB"/>
          </a:solidFill>
        </p:spPr>
        <p:txBody>
          <a:bodyPr/>
          <a:lstStyle/>
          <a:p>
            <a:r>
              <a:rPr lang="en-US"/>
              <a:t>Click icon to add picture</a:t>
            </a:r>
          </a:p>
        </p:txBody>
      </p:sp>
      <p:sp>
        <p:nvSpPr>
          <p:cNvPr id="16" name="Text Placeholder 11">
            <a:extLst>
              <a:ext uri="{FF2B5EF4-FFF2-40B4-BE49-F238E27FC236}">
                <a16:creationId xmlns="" xmlns:a16="http://schemas.microsoft.com/office/drawing/2014/main" id="{2529DBB2-3720-4AB8-3C81-7BBD12B176C4}"/>
              </a:ext>
            </a:extLst>
          </p:cNvPr>
          <p:cNvSpPr>
            <a:spLocks noGrp="1"/>
          </p:cNvSpPr>
          <p:nvPr>
            <p:ph type="body" sz="quarter" idx="21" hasCustomPrompt="1"/>
          </p:nvPr>
        </p:nvSpPr>
        <p:spPr>
          <a:xfrm>
            <a:off x="1703515"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7" name="Picture Placeholder 7">
            <a:extLst>
              <a:ext uri="{FF2B5EF4-FFF2-40B4-BE49-F238E27FC236}">
                <a16:creationId xmlns="" xmlns:a16="http://schemas.microsoft.com/office/drawing/2014/main" id="{D518239F-8303-6062-88F3-9C2B67E4E1A4}"/>
              </a:ext>
            </a:extLst>
          </p:cNvPr>
          <p:cNvSpPr>
            <a:spLocks noGrp="1" noChangeAspect="1"/>
          </p:cNvSpPr>
          <p:nvPr>
            <p:ph type="pic" sz="quarter" idx="22"/>
          </p:nvPr>
        </p:nvSpPr>
        <p:spPr>
          <a:xfrm>
            <a:off x="4358849" y="4138897"/>
            <a:ext cx="987552" cy="987552"/>
          </a:xfrm>
          <a:solidFill>
            <a:srgbClr val="F5F0EB"/>
          </a:solidFill>
        </p:spPr>
        <p:txBody>
          <a:bodyPr/>
          <a:lstStyle/>
          <a:p>
            <a:r>
              <a:rPr lang="en-US"/>
              <a:t>Click icon to add picture</a:t>
            </a:r>
          </a:p>
        </p:txBody>
      </p:sp>
      <p:sp>
        <p:nvSpPr>
          <p:cNvPr id="18" name="Text Placeholder 11">
            <a:extLst>
              <a:ext uri="{FF2B5EF4-FFF2-40B4-BE49-F238E27FC236}">
                <a16:creationId xmlns="" xmlns:a16="http://schemas.microsoft.com/office/drawing/2014/main" id="{4FA7EC9E-AD87-A0B5-8F3E-FED229E183FF}"/>
              </a:ext>
            </a:extLst>
          </p:cNvPr>
          <p:cNvSpPr>
            <a:spLocks noGrp="1"/>
          </p:cNvSpPr>
          <p:nvPr>
            <p:ph type="body" sz="quarter" idx="23" hasCustomPrompt="1"/>
          </p:nvPr>
        </p:nvSpPr>
        <p:spPr>
          <a:xfrm>
            <a:off x="5495540"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 xmlns:a16="http://schemas.microsoft.com/office/drawing/2014/main" id="{4E9CDB91-D9C5-B930-B1D8-D183D7EC2AEF}"/>
              </a:ext>
            </a:extLst>
          </p:cNvPr>
          <p:cNvSpPr>
            <a:spLocks noGrp="1" noChangeAspect="1"/>
          </p:cNvSpPr>
          <p:nvPr>
            <p:ph type="pic" sz="quarter" idx="24"/>
          </p:nvPr>
        </p:nvSpPr>
        <p:spPr>
          <a:xfrm>
            <a:off x="8142573" y="1637435"/>
            <a:ext cx="987552" cy="987552"/>
          </a:xfrm>
          <a:solidFill>
            <a:srgbClr val="F5F0EB"/>
          </a:solidFill>
        </p:spPr>
        <p:txBody>
          <a:bodyPr/>
          <a:lstStyle/>
          <a:p>
            <a:r>
              <a:rPr lang="en-US"/>
              <a:t>Click icon to add picture</a:t>
            </a:r>
          </a:p>
        </p:txBody>
      </p:sp>
      <p:sp>
        <p:nvSpPr>
          <p:cNvPr id="7" name="Text Placeholder 11">
            <a:extLst>
              <a:ext uri="{FF2B5EF4-FFF2-40B4-BE49-F238E27FC236}">
                <a16:creationId xmlns="" xmlns:a16="http://schemas.microsoft.com/office/drawing/2014/main" id="{311B5EAD-8B7F-6A93-83A3-23F72B428F6D}"/>
              </a:ext>
            </a:extLst>
          </p:cNvPr>
          <p:cNvSpPr>
            <a:spLocks noGrp="1"/>
          </p:cNvSpPr>
          <p:nvPr>
            <p:ph type="body" sz="quarter" idx="25" hasCustomPrompt="1"/>
          </p:nvPr>
        </p:nvSpPr>
        <p:spPr>
          <a:xfrm>
            <a:off x="9279264"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9" name="Picture Placeholder 7">
            <a:extLst>
              <a:ext uri="{FF2B5EF4-FFF2-40B4-BE49-F238E27FC236}">
                <a16:creationId xmlns="" xmlns:a16="http://schemas.microsoft.com/office/drawing/2014/main" id="{3C128D69-5F12-E113-1C1D-87FD3076CE28}"/>
              </a:ext>
            </a:extLst>
          </p:cNvPr>
          <p:cNvSpPr>
            <a:spLocks noGrp="1" noChangeAspect="1"/>
          </p:cNvSpPr>
          <p:nvPr>
            <p:ph type="pic" sz="quarter" idx="26"/>
          </p:nvPr>
        </p:nvSpPr>
        <p:spPr>
          <a:xfrm>
            <a:off x="8142573" y="2888166"/>
            <a:ext cx="987552" cy="987552"/>
          </a:xfrm>
          <a:solidFill>
            <a:srgbClr val="F5F0EB"/>
          </a:solidFill>
        </p:spPr>
        <p:txBody>
          <a:bodyPr/>
          <a:lstStyle/>
          <a:p>
            <a:r>
              <a:rPr lang="en-US"/>
              <a:t>Click icon to add picture</a:t>
            </a:r>
          </a:p>
        </p:txBody>
      </p:sp>
      <p:sp>
        <p:nvSpPr>
          <p:cNvPr id="20" name="Text Placeholder 11">
            <a:extLst>
              <a:ext uri="{FF2B5EF4-FFF2-40B4-BE49-F238E27FC236}">
                <a16:creationId xmlns="" xmlns:a16="http://schemas.microsoft.com/office/drawing/2014/main" id="{7F066EF6-1311-24CB-7809-237CF39D9372}"/>
              </a:ext>
            </a:extLst>
          </p:cNvPr>
          <p:cNvSpPr>
            <a:spLocks noGrp="1"/>
          </p:cNvSpPr>
          <p:nvPr>
            <p:ph type="body" sz="quarter" idx="27" hasCustomPrompt="1"/>
          </p:nvPr>
        </p:nvSpPr>
        <p:spPr>
          <a:xfrm>
            <a:off x="9279264"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1" name="Picture Placeholder 7">
            <a:extLst>
              <a:ext uri="{FF2B5EF4-FFF2-40B4-BE49-F238E27FC236}">
                <a16:creationId xmlns="" xmlns:a16="http://schemas.microsoft.com/office/drawing/2014/main" id="{125D1315-97FF-9A57-853E-248B543B2AF8}"/>
              </a:ext>
            </a:extLst>
          </p:cNvPr>
          <p:cNvSpPr>
            <a:spLocks noGrp="1" noChangeAspect="1"/>
          </p:cNvSpPr>
          <p:nvPr>
            <p:ph type="pic" sz="quarter" idx="28"/>
          </p:nvPr>
        </p:nvSpPr>
        <p:spPr>
          <a:xfrm>
            <a:off x="8142573" y="4138897"/>
            <a:ext cx="987552" cy="987552"/>
          </a:xfrm>
          <a:solidFill>
            <a:srgbClr val="F5F0EB"/>
          </a:solidFill>
        </p:spPr>
        <p:txBody>
          <a:bodyPr/>
          <a:lstStyle/>
          <a:p>
            <a:r>
              <a:rPr lang="en-US"/>
              <a:t>Click icon to add picture</a:t>
            </a:r>
          </a:p>
        </p:txBody>
      </p:sp>
      <p:sp>
        <p:nvSpPr>
          <p:cNvPr id="22" name="Text Placeholder 11">
            <a:extLst>
              <a:ext uri="{FF2B5EF4-FFF2-40B4-BE49-F238E27FC236}">
                <a16:creationId xmlns="" xmlns:a16="http://schemas.microsoft.com/office/drawing/2014/main" id="{68CC0581-D126-BDB7-1E9C-98F2C66DDE7E}"/>
              </a:ext>
            </a:extLst>
          </p:cNvPr>
          <p:cNvSpPr>
            <a:spLocks noGrp="1"/>
          </p:cNvSpPr>
          <p:nvPr>
            <p:ph type="body" sz="quarter" idx="29" hasCustomPrompt="1"/>
          </p:nvPr>
        </p:nvSpPr>
        <p:spPr>
          <a:xfrm>
            <a:off x="9279264"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3" name="Picture Placeholder 7">
            <a:extLst>
              <a:ext uri="{FF2B5EF4-FFF2-40B4-BE49-F238E27FC236}">
                <a16:creationId xmlns="" xmlns:a16="http://schemas.microsoft.com/office/drawing/2014/main" id="{7C60BF74-5B69-8111-2CFB-81EABD313A45}"/>
              </a:ext>
            </a:extLst>
          </p:cNvPr>
          <p:cNvSpPr>
            <a:spLocks noGrp="1" noChangeAspect="1"/>
          </p:cNvSpPr>
          <p:nvPr>
            <p:ph type="pic" sz="quarter" idx="30"/>
          </p:nvPr>
        </p:nvSpPr>
        <p:spPr>
          <a:xfrm>
            <a:off x="565150" y="5389629"/>
            <a:ext cx="987552" cy="987552"/>
          </a:xfrm>
          <a:solidFill>
            <a:srgbClr val="F5F0EB"/>
          </a:solidFill>
        </p:spPr>
        <p:txBody>
          <a:bodyPr/>
          <a:lstStyle/>
          <a:p>
            <a:r>
              <a:rPr lang="en-US"/>
              <a:t>Click icon to add picture</a:t>
            </a:r>
          </a:p>
        </p:txBody>
      </p:sp>
      <p:sp>
        <p:nvSpPr>
          <p:cNvPr id="24" name="Text Placeholder 11">
            <a:extLst>
              <a:ext uri="{FF2B5EF4-FFF2-40B4-BE49-F238E27FC236}">
                <a16:creationId xmlns="" xmlns:a16="http://schemas.microsoft.com/office/drawing/2014/main" id="{FB93A903-C399-3411-D3A5-7D8EA27E4781}"/>
              </a:ext>
            </a:extLst>
          </p:cNvPr>
          <p:cNvSpPr>
            <a:spLocks noGrp="1"/>
          </p:cNvSpPr>
          <p:nvPr>
            <p:ph type="body" sz="quarter" idx="31" hasCustomPrompt="1"/>
          </p:nvPr>
        </p:nvSpPr>
        <p:spPr>
          <a:xfrm>
            <a:off x="1703515"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Picture Placeholder 7">
            <a:extLst>
              <a:ext uri="{FF2B5EF4-FFF2-40B4-BE49-F238E27FC236}">
                <a16:creationId xmlns="" xmlns:a16="http://schemas.microsoft.com/office/drawing/2014/main" id="{2736E186-6C9A-1B23-F922-E7C60426EB6D}"/>
              </a:ext>
            </a:extLst>
          </p:cNvPr>
          <p:cNvSpPr>
            <a:spLocks noGrp="1" noChangeAspect="1"/>
          </p:cNvSpPr>
          <p:nvPr>
            <p:ph type="pic" sz="quarter" idx="32"/>
          </p:nvPr>
        </p:nvSpPr>
        <p:spPr>
          <a:xfrm>
            <a:off x="4358849" y="5389629"/>
            <a:ext cx="987552" cy="987552"/>
          </a:xfrm>
          <a:solidFill>
            <a:srgbClr val="F5F0EB"/>
          </a:solidFill>
        </p:spPr>
        <p:txBody>
          <a:bodyPr/>
          <a:lstStyle/>
          <a:p>
            <a:r>
              <a:rPr lang="en-US"/>
              <a:t>Click icon to add picture</a:t>
            </a:r>
          </a:p>
        </p:txBody>
      </p:sp>
      <p:sp>
        <p:nvSpPr>
          <p:cNvPr id="26" name="Text Placeholder 11">
            <a:extLst>
              <a:ext uri="{FF2B5EF4-FFF2-40B4-BE49-F238E27FC236}">
                <a16:creationId xmlns="" xmlns:a16="http://schemas.microsoft.com/office/drawing/2014/main" id="{D67FFBB4-8EBA-A591-9025-E103B80DA52D}"/>
              </a:ext>
            </a:extLst>
          </p:cNvPr>
          <p:cNvSpPr>
            <a:spLocks noGrp="1"/>
          </p:cNvSpPr>
          <p:nvPr>
            <p:ph type="body" sz="quarter" idx="33" hasCustomPrompt="1"/>
          </p:nvPr>
        </p:nvSpPr>
        <p:spPr>
          <a:xfrm>
            <a:off x="5495540"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7" name="Picture Placeholder 7">
            <a:extLst>
              <a:ext uri="{FF2B5EF4-FFF2-40B4-BE49-F238E27FC236}">
                <a16:creationId xmlns="" xmlns:a16="http://schemas.microsoft.com/office/drawing/2014/main" id="{315113AF-65B1-6860-94D3-6847ED73E65E}"/>
              </a:ext>
            </a:extLst>
          </p:cNvPr>
          <p:cNvSpPr>
            <a:spLocks noGrp="1" noChangeAspect="1"/>
          </p:cNvSpPr>
          <p:nvPr>
            <p:ph type="pic" sz="quarter" idx="34"/>
          </p:nvPr>
        </p:nvSpPr>
        <p:spPr>
          <a:xfrm>
            <a:off x="8142573" y="5389629"/>
            <a:ext cx="987552" cy="987552"/>
          </a:xfrm>
          <a:solidFill>
            <a:srgbClr val="F5F0EB"/>
          </a:solidFill>
        </p:spPr>
        <p:txBody>
          <a:bodyPr/>
          <a:lstStyle/>
          <a:p>
            <a:r>
              <a:rPr lang="en-US"/>
              <a:t>Click icon to add picture</a:t>
            </a:r>
          </a:p>
        </p:txBody>
      </p:sp>
      <p:sp>
        <p:nvSpPr>
          <p:cNvPr id="28" name="Text Placeholder 11">
            <a:extLst>
              <a:ext uri="{FF2B5EF4-FFF2-40B4-BE49-F238E27FC236}">
                <a16:creationId xmlns="" xmlns:a16="http://schemas.microsoft.com/office/drawing/2014/main" id="{D8D2915E-D44F-7A27-1EFE-AA964A273E35}"/>
              </a:ext>
            </a:extLst>
          </p:cNvPr>
          <p:cNvSpPr>
            <a:spLocks noGrp="1"/>
          </p:cNvSpPr>
          <p:nvPr>
            <p:ph type="body" sz="quarter" idx="35" hasCustomPrompt="1"/>
          </p:nvPr>
        </p:nvSpPr>
        <p:spPr>
          <a:xfrm>
            <a:off x="9279264"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445125405"/>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265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t>Closing</a:t>
            </a:r>
          </a:p>
          <a:p>
            <a:pPr algn="ctr"/>
            <a:r>
              <a:rPr lang="en-US" sz="13800"/>
              <a:t>layouts</a:t>
            </a:r>
          </a:p>
        </p:txBody>
      </p:sp>
    </p:spTree>
    <p:extLst>
      <p:ext uri="{BB962C8B-B14F-4D97-AF65-F5344CB8AC3E}">
        <p14:creationId xmlns:p14="http://schemas.microsoft.com/office/powerpoint/2010/main" val="530437540"/>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6_End Slide (Carbon)">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 xmlns:a16="http://schemas.microsoft.com/office/drawing/2014/main" id="{F0E82741-EECD-7D5E-DA50-894B61C9F926}"/>
              </a:ext>
            </a:extLst>
          </p:cNvPr>
          <p:cNvPicPr>
            <a:picLocks noChangeAspect="1"/>
          </p:cNvPicPr>
          <p:nvPr userDrawn="1"/>
        </p:nvPicPr>
        <p:blipFill>
          <a:blip>
            <a:extLst>
              <a:ext uri="{96DAC541-7B7A-43D3-8B79-37D633B846F1}">
                <asvg:svgBlip xmlns="" xmlns:asvg="http://schemas.microsoft.com/office/drawing/2016/SVG/main"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3679"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 xmlns:a16="http://schemas.microsoft.com/office/drawing/2014/main"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B6B4F07B-D6B3-E5C8-D832-E51E0E864BB7}"/>
              </a:ext>
            </a:extLst>
          </p:cNvPr>
          <p:cNvPicPr>
            <a:picLocks noChangeAspect="1"/>
          </p:cNvPicPr>
          <p:nvPr userDrawn="1"/>
        </p:nvPicPr>
        <p:blipFill>
          <a:blip>
            <a:extLst>
              <a:ext uri="{96DAC541-7B7A-43D3-8B79-37D633B846F1}">
                <asvg:svgBlip xmlns="" xmlns:asvg="http://schemas.microsoft.com/office/drawing/2016/SVG/main"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 xmlns:a16="http://schemas.microsoft.com/office/drawing/2014/main"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chemeClr val="bg1">
                    <a:lumMod val="65000"/>
                    <a:lumOff val="35000"/>
                  </a:schemeClr>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 xmlns:a16="http://schemas.microsoft.com/office/drawing/2014/main"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2" name="TextBox 1">
            <a:extLst>
              <a:ext uri="{FF2B5EF4-FFF2-40B4-BE49-F238E27FC236}">
                <a16:creationId xmlns="" xmlns:a16="http://schemas.microsoft.com/office/drawing/2014/main" id="{10E9B97E-B871-FBDE-4718-2615A1C20F6E}"/>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tx1"/>
                </a:solidFill>
              </a:rPr>
              <a:t>Copyright 2026, Strictly Confidential, All rights reserved</a:t>
            </a:r>
          </a:p>
        </p:txBody>
      </p:sp>
      <p:sp>
        <p:nvSpPr>
          <p:cNvPr id="3" name="TextBox 2">
            <a:extLst>
              <a:ext uri="{FF2B5EF4-FFF2-40B4-BE49-F238E27FC236}">
                <a16:creationId xmlns="" xmlns:a16="http://schemas.microsoft.com/office/drawing/2014/main"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tx1"/>
                </a:solidFill>
              </a:rPr>
              <a:t>Tenarai</a:t>
            </a:r>
            <a:endParaRPr lang="en-US" sz="1000" b="1">
              <a:solidFill>
                <a:schemeClr val="tx1"/>
              </a:solidFill>
            </a:endParaRPr>
          </a:p>
        </p:txBody>
      </p:sp>
      <p:sp>
        <p:nvSpPr>
          <p:cNvPr id="7" name="Text Placeholder 5">
            <a:extLst>
              <a:ext uri="{FF2B5EF4-FFF2-40B4-BE49-F238E27FC236}">
                <a16:creationId xmlns="" xmlns:a16="http://schemas.microsoft.com/office/drawing/2014/main" id="{999A7ADE-D49A-50BF-E2D0-38B4984B8E96}"/>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8E867E"/>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58427825"/>
      </p:ext>
    </p:extLst>
  </p:cSld>
  <p:clrMapOvr>
    <a:overrideClrMapping bg1="dk1" tx1="lt1" bg2="dk2" tx2="lt2" accent1="accent1" accent2="accent2" accent3="accent3" accent4="accent4" accent5="accent5" accent6="accent6" hlink="hlink" folHlink="folHlink"/>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7_End Slide (Carbon)">
    <p:bg>
      <p:bgPr>
        <a:solidFill>
          <a:schemeClr val="tx2"/>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 xmlns:a16="http://schemas.microsoft.com/office/drawing/2014/main" id="{792E8758-AC20-EA9F-2FD3-F5B9E92540F5}"/>
              </a:ext>
            </a:extLst>
          </p:cNvPr>
          <p:cNvPicPr>
            <a:picLocks noChangeAspect="1"/>
          </p:cNvPicPr>
          <p:nvPr userDrawn="1"/>
        </p:nvPicPr>
        <p:blipFill>
          <a:blip>
            <a:extLst>
              <a:ext uri="{96DAC541-7B7A-43D3-8B79-37D633B846F1}">
                <asvg:svgBlip xmlns="" xmlns:asvg="http://schemas.microsoft.com/office/drawing/2016/SVG/main"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4703"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 xmlns:a16="http://schemas.microsoft.com/office/drawing/2014/main"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B6B4F07B-D6B3-E5C8-D832-E51E0E864BB7}"/>
              </a:ext>
            </a:extLst>
          </p:cNvPr>
          <p:cNvPicPr>
            <a:picLocks noChangeAspect="1"/>
          </p:cNvPicPr>
          <p:nvPr userDrawn="1"/>
        </p:nvPicPr>
        <p:blipFill>
          <a:blip>
            <a:extLst>
              <a:ext uri="{96DAC541-7B7A-43D3-8B79-37D633B846F1}">
                <asvg:svgBlip xmlns="" xmlns:asvg="http://schemas.microsoft.com/office/drawing/2016/SVG/main"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 xmlns:a16="http://schemas.microsoft.com/office/drawing/2014/main"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BEB4AA"/>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 xmlns:a16="http://schemas.microsoft.com/office/drawing/2014/main"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3" name="TextBox 2">
            <a:extLst>
              <a:ext uri="{FF2B5EF4-FFF2-40B4-BE49-F238E27FC236}">
                <a16:creationId xmlns="" xmlns:a16="http://schemas.microsoft.com/office/drawing/2014/main"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bg1"/>
                </a:solidFill>
              </a:rPr>
              <a:t>Tenarai</a:t>
            </a:r>
            <a:endParaRPr lang="en-US" sz="1000" b="1">
              <a:solidFill>
                <a:schemeClr val="bg1"/>
              </a:solidFill>
            </a:endParaRPr>
          </a:p>
        </p:txBody>
      </p:sp>
      <p:sp>
        <p:nvSpPr>
          <p:cNvPr id="6" name="Text Placeholder 5">
            <a:extLst>
              <a:ext uri="{FF2B5EF4-FFF2-40B4-BE49-F238E27FC236}">
                <a16:creationId xmlns="" xmlns:a16="http://schemas.microsoft.com/office/drawing/2014/main"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47413D"/>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201907076"/>
      </p:ext>
    </p:extLst>
  </p:cSld>
  <p:clrMapOvr>
    <a:overrideClrMapping bg1="dk1" tx1="lt1" bg2="dk2" tx2="lt2" accent1="accent1" accent2="accent2" accent3="accent3" accent4="accent4" accent5="accent5" accent6="accent6" hlink="hlink" folHlink="folHlink"/>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8_End Slide (Carbon)">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 xmlns:a16="http://schemas.microsoft.com/office/drawing/2014/main" id="{792E8758-AC20-EA9F-2FD3-F5B9E92540F5}"/>
              </a:ext>
            </a:extLst>
          </p:cNvPr>
          <p:cNvPicPr>
            <a:picLocks noChangeAspect="1"/>
          </p:cNvPicPr>
          <p:nvPr userDrawn="1"/>
        </p:nvPicPr>
        <p:blipFill>
          <a:blip>
            <a:extLst>
              <a:ext uri="{96DAC541-7B7A-43D3-8B79-37D633B846F1}">
                <asvg:svgBlip xmlns="" xmlns:asvg="http://schemas.microsoft.com/office/drawing/2016/SVG/main"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5727"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 xmlns:a16="http://schemas.microsoft.com/office/drawing/2014/main"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B6B4F07B-D6B3-E5C8-D832-E51E0E864BB7}"/>
              </a:ext>
            </a:extLst>
          </p:cNvPr>
          <p:cNvPicPr>
            <a:picLocks noChangeAspect="1"/>
          </p:cNvPicPr>
          <p:nvPr userDrawn="1"/>
        </p:nvPicPr>
        <p:blipFill>
          <a:blip>
            <a:extLst>
              <a:ext uri="{96DAC541-7B7A-43D3-8B79-37D633B846F1}">
                <asvg:svgBlip xmlns="" xmlns:asvg="http://schemas.microsoft.com/office/drawing/2016/SVG/main"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 xmlns:a16="http://schemas.microsoft.com/office/drawing/2014/main"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BEB4AA"/>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 xmlns:a16="http://schemas.microsoft.com/office/drawing/2014/main"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3" name="TextBox 2">
            <a:extLst>
              <a:ext uri="{FF2B5EF4-FFF2-40B4-BE49-F238E27FC236}">
                <a16:creationId xmlns="" xmlns:a16="http://schemas.microsoft.com/office/drawing/2014/main"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bg1"/>
                </a:solidFill>
              </a:rPr>
              <a:t>Tenarai</a:t>
            </a:r>
            <a:endParaRPr lang="en-US" sz="1000" b="1">
              <a:solidFill>
                <a:schemeClr val="bg1"/>
              </a:solidFill>
            </a:endParaRPr>
          </a:p>
        </p:txBody>
      </p:sp>
      <p:sp>
        <p:nvSpPr>
          <p:cNvPr id="6" name="Text Placeholder 5">
            <a:extLst>
              <a:ext uri="{FF2B5EF4-FFF2-40B4-BE49-F238E27FC236}">
                <a16:creationId xmlns="" xmlns:a16="http://schemas.microsoft.com/office/drawing/2014/main"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chemeClr val="bg1"/>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3929069579"/>
      </p:ext>
    </p:extLst>
  </p:cSld>
  <p:clrMapOvr>
    <a:overrideClrMapping bg1="dk1" tx1="lt1" bg2="dk2" tx2="lt2" accent1="accent1" accent2="accent2" accent3="accent3" accent4="accent4" accent5="accent5" accent6="accent6" hlink="hlink" folHlink="folHlink"/>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End Slide (Tan)">
    <p:bg>
      <p:bgRef idx="1001">
        <a:schemeClr val="bg2"/>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675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4FF04D78-C0F6-15F1-60C3-69F4D9EA6D3E}"/>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 xmlns:a16="http://schemas.microsoft.com/office/drawing/2014/main" id="{CEBDEADF-0953-6CAE-7213-DECA8F5A09E3}"/>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7769515" y="5910834"/>
            <a:ext cx="4012910" cy="585216"/>
          </a:xfrm>
          <a:prstGeom prst="rect">
            <a:avLst/>
          </a:prstGeom>
        </p:spPr>
      </p:pic>
      <p:sp>
        <p:nvSpPr>
          <p:cNvPr id="2" name="Text Placeholder 11">
            <a:extLst>
              <a:ext uri="{FF2B5EF4-FFF2-40B4-BE49-F238E27FC236}">
                <a16:creationId xmlns="" xmlns:a16="http://schemas.microsoft.com/office/drawing/2014/main" id="{1449CD1B-818D-994A-063B-D4E7C53D002E}"/>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459494033"/>
      </p:ext>
    </p:extLst>
  </p:cSld>
  <p:clrMapOvr>
    <a:overrideClrMapping bg1="lt1" tx1="dk1" bg2="lt2" tx2="dk2" accent1="accent1" accent2="accent2" accent3="accent3" accent4="accent4" accent5="accent5" accent6="accent6" hlink="hlink" folHlink="folHlink"/>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End Slide (Carbon)">
    <p:bg>
      <p:bgPr>
        <a:solidFill>
          <a:schemeClr val="bg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777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4FF04D78-C0F6-15F1-60C3-69F4D9EA6D3E}"/>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 xmlns:a16="http://schemas.microsoft.com/office/drawing/2014/main" id="{CEBDEADF-0953-6CAE-7213-DECA8F5A09E3}"/>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7769515" y="5910834"/>
            <a:ext cx="4012909" cy="585216"/>
          </a:xfrm>
          <a:prstGeom prst="rect">
            <a:avLst/>
          </a:prstGeom>
        </p:spPr>
      </p:pic>
      <p:sp>
        <p:nvSpPr>
          <p:cNvPr id="2" name="Text Placeholder 11">
            <a:extLst>
              <a:ext uri="{FF2B5EF4-FFF2-40B4-BE49-F238E27FC236}">
                <a16:creationId xmlns="" xmlns:a16="http://schemas.microsoft.com/office/drawing/2014/main" id="{24200F27-F0C5-8CBC-B4DA-2772790B2C82}"/>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145878913"/>
      </p:ext>
    </p:extLst>
  </p:cSld>
  <p:clrMapOvr>
    <a:overrideClrMapping bg1="dk1" tx1="lt1" bg2="dk2" tx2="lt2" accent1="accent1" accent2="accent2" accent3="accent3" accent4="accent4" accent5="accent5" accent6="accent6" hlink="hlink" folHlink="folHlink"/>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879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 xmlns:a16="http://schemas.microsoft.com/office/drawing/2014/main"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565150" y="851377"/>
            <a:ext cx="11066462" cy="5155257"/>
          </a:xfrm>
          <a:prstGeom prst="rect">
            <a:avLst/>
          </a:prstGeom>
          <a:noFill/>
        </p:spPr>
        <p:txBody>
          <a:bodyPr wrap="square" lIns="0" tIns="0" rIns="0" bIns="0" rtlCol="0" anchor="ctr">
            <a:noAutofit/>
          </a:bodyPr>
          <a:lstStyle/>
          <a:p>
            <a:pPr algn="ctr"/>
            <a:r>
              <a:rPr lang="en-US" sz="3600"/>
              <a:t>If you see any </a:t>
            </a:r>
            <a:r>
              <a:rPr lang="en-US" sz="3600" b="1" i="1"/>
              <a:t>layouts after this one</a:t>
            </a:r>
            <a:r>
              <a:rPr lang="en-US" sz="3600" i="1"/>
              <a:t>,</a:t>
            </a:r>
            <a:r>
              <a:rPr lang="en-US" sz="3600"/>
              <a:t> do not use them. These layouts </a:t>
            </a:r>
            <a:r>
              <a:rPr lang="en-US" sz="3600" b="1" i="1"/>
              <a:t>are not </a:t>
            </a:r>
            <a:r>
              <a:rPr lang="en-US" sz="3600"/>
              <a:t>part of our template.</a:t>
            </a:r>
          </a:p>
          <a:p>
            <a:pPr algn="ctr"/>
            <a:r>
              <a:rPr lang="en-US" sz="13800" b="1" i="0"/>
              <a:t>Do not use</a:t>
            </a:r>
            <a:endParaRPr lang="en-US" sz="2000"/>
          </a:p>
          <a:p>
            <a:pPr algn="ctr"/>
            <a:r>
              <a:rPr lang="en-US" sz="2000"/>
              <a:t>Due to PowerPoint’s standard Copy/Paste functionality extra undesirable layouts can appear.</a:t>
            </a:r>
          </a:p>
          <a:p>
            <a:pPr algn="ctr">
              <a:spcBef>
                <a:spcPts val="600"/>
              </a:spcBef>
              <a:buClr>
                <a:srgbClr val="003755"/>
              </a:buClr>
            </a:pPr>
            <a:r>
              <a:rPr lang="en-US" sz="2000"/>
              <a:t>Also notice: Layouts after this might contain potential confidential information.</a:t>
            </a:r>
          </a:p>
        </p:txBody>
      </p:sp>
      <p:sp>
        <p:nvSpPr>
          <p:cNvPr id="2" name="Chevron 1">
            <a:extLst>
              <a:ext uri="{FF2B5EF4-FFF2-40B4-BE49-F238E27FC236}">
                <a16:creationId xmlns="" xmlns:a16="http://schemas.microsoft.com/office/drawing/2014/main" id="{10DC4FBB-A3AA-0EB1-1C90-CC7161DB18D5}"/>
              </a:ext>
            </a:extLst>
          </p:cNvPr>
          <p:cNvSpPr/>
          <p:nvPr userDrawn="1"/>
        </p:nvSpPr>
        <p:spPr>
          <a:xfrm rot="5400000">
            <a:off x="5785638" y="5593195"/>
            <a:ext cx="620724" cy="1014517"/>
          </a:xfrm>
          <a:prstGeom prst="chevron">
            <a:avLst>
              <a:gd name="adj" fmla="val 77451"/>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1"/>
              </a:solidFill>
            </a:endParaRPr>
          </a:p>
        </p:txBody>
      </p:sp>
    </p:spTree>
    <p:extLst>
      <p:ext uri="{BB962C8B-B14F-4D97-AF65-F5344CB8AC3E}">
        <p14:creationId xmlns:p14="http://schemas.microsoft.com/office/powerpoint/2010/main" val="3648743523"/>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21979998"/>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318355040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90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2409037093"/>
      </p:ext>
    </p:extLst>
  </p:cSld>
  <p:clrMapOvr>
    <a:overrideClrMapping bg1="lt1" tx1="dk1" bg2="lt2" tx2="dk2" accent1="accent1" accent2="accent2" accent3="accent3" accent4="accent4" accent5="accent5" accent6="accent6" hlink="hlink" folHlink="folHlink"/>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Title Slid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44964903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00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75000"/>
              <a:lumOff val="2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436376758"/>
      </p:ext>
    </p:extLst>
  </p:cSld>
  <p:clrMapOvr>
    <a:overrideClrMapping bg1="dk1" tx1="lt1" bg2="dk2" tx2="lt2" accent1="accent1" accent2="accent2" accent3="accent3" accent4="accent4" accent5="accent5" accent6="accent6" hlink="hlink" folHlink="folHlink"/>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1_Title Slide tan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4273405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10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139250"/>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 xmlns:a16="http://schemas.microsoft.com/office/drawing/2014/main" id="{B6EC5BDD-FA11-9E4A-077F-9E7A240FE274}"/>
              </a:ext>
            </a:extLst>
          </p:cNvPr>
          <p:cNvSpPr/>
          <p:nvPr userDrawn="1"/>
        </p:nvSpPr>
        <p:spPr>
          <a:xfrm>
            <a:off x="351131" y="6569272"/>
            <a:ext cx="2457724" cy="215444"/>
          </a:xfrm>
          <a:prstGeom prst="rect">
            <a:avLst/>
          </a:prstGeom>
        </p:spPr>
        <p:txBody>
          <a:bodyPr wrap="none">
            <a:spAutoFit/>
          </a:bodyPr>
          <a:lstStyle/>
          <a:p>
            <a:pPr defTabSz="914126">
              <a:defRPr/>
            </a:pPr>
            <a:r>
              <a:rPr lang="en-US" sz="800" dirty="0">
                <a:solidFill>
                  <a:srgbClr val="000000"/>
                </a:solidFill>
                <a:latin typeface="Aptos Display"/>
                <a:cs typeface="Arial" panose="020B0604020202020204" pitchFamily="34" charset="0"/>
              </a:rPr>
              <a:t>Copyright 2026, Strictly Confidential, All rights reserved</a:t>
            </a:r>
          </a:p>
        </p:txBody>
      </p:sp>
      <p:sp>
        <p:nvSpPr>
          <p:cNvPr id="6" name="Text Placeholder 5">
            <a:extLst>
              <a:ext uri="{FF2B5EF4-FFF2-40B4-BE49-F238E27FC236}">
                <a16:creationId xmlns="" xmlns:a16="http://schemas.microsoft.com/office/drawing/2014/main" id="{F3E166E2-167C-03A2-FB2E-A293D36B3F0D}"/>
              </a:ext>
            </a:extLst>
          </p:cNvPr>
          <p:cNvSpPr>
            <a:spLocks noGrp="1"/>
          </p:cNvSpPr>
          <p:nvPr>
            <p:ph type="body" sz="quarter" idx="11" hasCustomPrompt="1"/>
          </p:nvPr>
        </p:nvSpPr>
        <p:spPr>
          <a:xfrm>
            <a:off x="463550" y="4358333"/>
            <a:ext cx="4522786"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844913178"/>
      </p:ext>
    </p:extLst>
  </p:cSld>
  <p:clrMapOvr>
    <a:overrideClrMapping bg1="lt1" tx1="dk1" bg2="lt2" tx2="dk2" accent1="accent1" accent2="accent2" accent3="accent3" accent4="accent4" accent5="accent5" accent6="accent6" hlink="hlink" folHlink="folHlink"/>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2_Title Slide Carbon with sub">
    <p:bg>
      <p:bgPr>
        <a:solidFill>
          <a:schemeClr val="tx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7579559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21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 xmlns:a16="http://schemas.microsoft.com/office/drawing/2014/main"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alpha val="1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0" y="2137803"/>
            <a:ext cx="4522787" cy="2139250"/>
          </a:xfrm>
        </p:spPr>
        <p:txBody>
          <a:bodyPr vert="horz" anchor="t"/>
          <a:lstStyle>
            <a:lvl1pPr algn="l">
              <a:defRPr sz="4800">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date</a:t>
            </a:r>
            <a:br>
              <a:rPr lang="en-US" dirty="0"/>
            </a:br>
            <a:r>
              <a:rPr lang="en-US" dirty="0"/>
              <a:t>presenter</a:t>
            </a:r>
            <a:br>
              <a:rPr lang="en-US" dirty="0"/>
            </a:br>
            <a:r>
              <a:rPr lang="en-US" dirty="0"/>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 xmlns:a16="http://schemas.microsoft.com/office/drawing/2014/main" id="{B6EC5BDD-FA11-9E4A-077F-9E7A240FE274}"/>
              </a:ext>
            </a:extLst>
          </p:cNvPr>
          <p:cNvSpPr/>
          <p:nvPr userDrawn="1"/>
        </p:nvSpPr>
        <p:spPr>
          <a:xfrm>
            <a:off x="351131" y="6569272"/>
            <a:ext cx="2457724" cy="215444"/>
          </a:xfrm>
          <a:prstGeom prst="rect">
            <a:avLst/>
          </a:prstGeom>
        </p:spPr>
        <p:txBody>
          <a:bodyPr wrap="none">
            <a:spAutoFit/>
          </a:bodyPr>
          <a:lstStyle/>
          <a:p>
            <a:pPr defTabSz="914126">
              <a:defRPr/>
            </a:pPr>
            <a:r>
              <a:rPr lang="en-US" sz="800" dirty="0">
                <a:solidFill>
                  <a:srgbClr val="000000"/>
                </a:solidFill>
                <a:latin typeface="Aptos Display"/>
                <a:cs typeface="Arial" panose="020B0604020202020204" pitchFamily="34" charset="0"/>
              </a:rPr>
              <a:t>Copyright 2026, Strictly Confidential, All rights reserved</a:t>
            </a:r>
          </a:p>
        </p:txBody>
      </p:sp>
      <p:sp>
        <p:nvSpPr>
          <p:cNvPr id="6" name="Text Placeholder 5">
            <a:extLst>
              <a:ext uri="{FF2B5EF4-FFF2-40B4-BE49-F238E27FC236}">
                <a16:creationId xmlns="" xmlns:a16="http://schemas.microsoft.com/office/drawing/2014/main" id="{F3E166E2-167C-03A2-FB2E-A293D36B3F0D}"/>
              </a:ext>
            </a:extLst>
          </p:cNvPr>
          <p:cNvSpPr>
            <a:spLocks noGrp="1"/>
          </p:cNvSpPr>
          <p:nvPr>
            <p:ph type="body" sz="quarter" idx="11" hasCustomPrompt="1"/>
          </p:nvPr>
        </p:nvSpPr>
        <p:spPr>
          <a:xfrm>
            <a:off x="463550" y="4358333"/>
            <a:ext cx="4522787" cy="1067435"/>
          </a:xfrm>
        </p:spPr>
        <p:txBody>
          <a:bodyPr/>
          <a:lstStyle>
            <a:lvl1pPr>
              <a:defRPr sz="1800">
                <a:solidFill>
                  <a:schemeClr val="bg1"/>
                </a:solidFill>
              </a:defRPr>
            </a:lvl1pPr>
            <a:lvl2pPr>
              <a:buNone/>
              <a:defRPr/>
            </a:lvl2pPr>
          </a:lstStyle>
          <a:p>
            <a:pPr lvl="0"/>
            <a:r>
              <a:rPr lang="en-US" dirty="0"/>
              <a:t>Click to edit Subtitle text styles</a:t>
            </a:r>
          </a:p>
        </p:txBody>
      </p:sp>
    </p:spTree>
    <p:extLst>
      <p:ext uri="{BB962C8B-B14F-4D97-AF65-F5344CB8AC3E}">
        <p14:creationId xmlns:p14="http://schemas.microsoft.com/office/powerpoint/2010/main" val="1396411958"/>
      </p:ext>
    </p:extLst>
  </p:cSld>
  <p:clrMapOvr>
    <a:overrideClrMapping bg1="lt1" tx1="dk1" bg2="lt2" tx2="dk2" accent1="accent1" accent2="accent2" accent3="accent3" accent4="accent4" accent5="accent5" accent6="accent6" hlink="hlink" folHlink="folHlink"/>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2225906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31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 xmlns:a16="http://schemas.microsoft.com/office/drawing/2014/main"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Tree>
    <p:extLst>
      <p:ext uri="{BB962C8B-B14F-4D97-AF65-F5344CB8AC3E}">
        <p14:creationId xmlns:p14="http://schemas.microsoft.com/office/powerpoint/2010/main" val="1199896033"/>
      </p:ext>
    </p:extLst>
  </p:cSld>
  <p:clrMapOvr>
    <a:overrideClrMapping bg1="lt1" tx1="dk1" bg2="lt2" tx2="dk2" accent1="accent1" accent2="accent2" accent3="accent3" accent4="accent4" accent5="accent5" accent6="accent6" hlink="hlink" folHlink="folHlink"/>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0520871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41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 xmlns:a16="http://schemas.microsoft.com/office/drawing/2014/main"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487606196"/>
      </p:ext>
    </p:extLst>
  </p:cSld>
  <p:clrMapOvr>
    <a:overrideClrMapping bg1="dk1" tx1="lt1" bg2="dk2" tx2="lt2" accent1="accent1" accent2="accent2" accent3="accent3" accent4="accent4" accent5="accent5" accent6="accent6" hlink="hlink" folHlink="folHlink"/>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Slide Image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41860562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51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 xmlns:a16="http://schemas.microsoft.com/office/drawing/2014/main"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5" name="Text Placeholder 5">
            <a:extLst>
              <a:ext uri="{FF2B5EF4-FFF2-40B4-BE49-F238E27FC236}">
                <a16:creationId xmlns="" xmlns:a16="http://schemas.microsoft.com/office/drawing/2014/main" id="{4807174D-FDC5-E4A1-2632-800C1838B05D}"/>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522280710"/>
      </p:ext>
    </p:extLst>
  </p:cSld>
  <p:clrMapOvr>
    <a:overrideClrMapping bg1="lt1" tx1="dk1" bg2="lt2" tx2="dk2" accent1="accent1" accent2="accent2" accent3="accent3" accent4="accent4" accent5="accent5" accent6="accent6" hlink="hlink" folHlink="folHlink"/>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Title Slide Image (Carbon) with sub">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 xmlns:a16="http://schemas.microsoft.com/office/drawing/2014/main"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315160758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62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 xmlns:a16="http://schemas.microsoft.com/office/drawing/2014/main"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 xmlns:a16="http://schemas.microsoft.com/office/drawing/2014/main" id="{B96EE5D6-47A2-9236-B06C-AF27552BD94F}"/>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463551" y="6211044"/>
            <a:ext cx="1630243" cy="237744"/>
          </a:xfrm>
          <a:prstGeom prst="rect">
            <a:avLst/>
          </a:prstGeom>
        </p:spPr>
      </p:pic>
      <p:sp>
        <p:nvSpPr>
          <p:cNvPr id="4" name="Text Placeholder 5">
            <a:extLst>
              <a:ext uri="{FF2B5EF4-FFF2-40B4-BE49-F238E27FC236}">
                <a16:creationId xmlns="" xmlns:a16="http://schemas.microsoft.com/office/drawing/2014/main" id="{DFBA4D4C-B779-20CD-83F2-4B8BF48E5510}"/>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1758978719"/>
      </p:ext>
    </p:extLst>
  </p:cSld>
  <p:clrMapOvr>
    <a:overrideClrMapping bg1="dk1" tx1="lt1" bg2="dk2" tx2="lt2" accent1="accent1" accent2="accent2" accent3="accent3" accent4="accent4" accent5="accent5" accent6="accent6" hlink="hlink" folHlink="folHlink"/>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34029495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72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310146" y="1305349"/>
            <a:ext cx="5571718" cy="4247317"/>
          </a:xfrm>
          <a:prstGeom prst="rect">
            <a:avLst/>
          </a:prstGeom>
          <a:noFill/>
        </p:spPr>
        <p:txBody>
          <a:bodyPr wrap="none" lIns="0" tIns="0" rIns="0" bIns="0" rtlCol="0" anchor="ctr">
            <a:spAutoFit/>
          </a:bodyPr>
          <a:lstStyle/>
          <a:p>
            <a:pPr algn="ctr"/>
            <a:r>
              <a:rPr lang="en-US" sz="13800">
                <a:solidFill>
                  <a:srgbClr val="000000"/>
                </a:solidFill>
              </a:rPr>
              <a:t>Text </a:t>
            </a:r>
          </a:p>
          <a:p>
            <a:pPr algn="ctr"/>
            <a:r>
              <a:rPr lang="en-US" sz="13800">
                <a:solidFill>
                  <a:srgbClr val="000000"/>
                </a:solidFill>
              </a:rPr>
              <a:t>layouts</a:t>
            </a:r>
          </a:p>
        </p:txBody>
      </p:sp>
    </p:spTree>
    <p:extLst>
      <p:ext uri="{BB962C8B-B14F-4D97-AF65-F5344CB8AC3E}">
        <p14:creationId xmlns:p14="http://schemas.microsoft.com/office/powerpoint/2010/main" val="2007572986"/>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1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8654016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82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246729574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4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6546051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92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2715001564"/>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5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411442959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02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a:solidFill>
                  <a:schemeClr val="bg1"/>
                </a:solidFill>
              </a:defRPr>
            </a:lvl1pPr>
          </a:lstStyle>
          <a:p>
            <a:r>
              <a:rPr lang="en-US" dirty="0"/>
              <a:t>Click to edit Master title style</a:t>
            </a:r>
          </a:p>
        </p:txBody>
      </p:sp>
      <p:sp>
        <p:nvSpPr>
          <p:cNvPr id="3" name="Slide Number Placeholder 5">
            <a:extLst>
              <a:ext uri="{FF2B5EF4-FFF2-40B4-BE49-F238E27FC236}">
                <a16:creationId xmlns="" xmlns:a16="http://schemas.microsoft.com/office/drawing/2014/main" id="{CC8AF0B6-0637-CB51-5AF0-8CB1F1E91D71}"/>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 xmlns:a16="http://schemas.microsoft.com/office/drawing/2014/main" id="{56D23D15-E61C-2B0F-9932-CD8A555451CC}"/>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5" name="TextBox 4">
            <a:extLst>
              <a:ext uri="{FF2B5EF4-FFF2-40B4-BE49-F238E27FC236}">
                <a16:creationId xmlns="" xmlns:a16="http://schemas.microsoft.com/office/drawing/2014/main" id="{1F217B56-9CBB-6830-CE79-981D5D5BA8F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6" name="TextBox 5">
            <a:extLst>
              <a:ext uri="{FF2B5EF4-FFF2-40B4-BE49-F238E27FC236}">
                <a16:creationId xmlns="" xmlns:a16="http://schemas.microsoft.com/office/drawing/2014/main" id="{C812D442-5F38-93DE-FFA5-DD2464B12E3F}"/>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556762253"/>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5_Text, segment tit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0671794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13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 xmlns:a16="http://schemas.microsoft.com/office/drawing/2014/main"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674029667"/>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6_Text, segment titl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20874683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23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 xmlns:a16="http://schemas.microsoft.com/office/drawing/2014/main"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68767110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7_Text, segment 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136443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33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lvl1pPr>
              <a:defRPr baseline="0">
                <a:solidFill>
                  <a:schemeClr val="bg1"/>
                </a:solidFill>
              </a:defRPr>
            </a:lvl1pPr>
          </a:lstStyle>
          <a:p>
            <a:r>
              <a:rPr lang="en-US" dirty="0"/>
              <a:t>Click to edit Master title style</a:t>
            </a:r>
          </a:p>
        </p:txBody>
      </p:sp>
      <p:sp>
        <p:nvSpPr>
          <p:cNvPr id="4" name="Content Placeholder 3">
            <a:extLst>
              <a:ext uri="{FF2B5EF4-FFF2-40B4-BE49-F238E27FC236}">
                <a16:creationId xmlns="" xmlns:a16="http://schemas.microsoft.com/office/drawing/2014/main"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baseline="0">
                <a:solidFill>
                  <a:srgbClr val="DAD2CB"/>
                </a:solidFill>
                <a:latin typeface="+mn-lt"/>
              </a:defRPr>
            </a:lvl1pPr>
          </a:lstStyle>
          <a:p>
            <a:pPr lvl="0"/>
            <a:r>
              <a:rPr lang="en-US" dirty="0"/>
              <a:t>Segment Title</a:t>
            </a:r>
          </a:p>
        </p:txBody>
      </p:sp>
      <p:sp>
        <p:nvSpPr>
          <p:cNvPr id="3" name="Slide Number Placeholder 5">
            <a:extLst>
              <a:ext uri="{FF2B5EF4-FFF2-40B4-BE49-F238E27FC236}">
                <a16:creationId xmlns="" xmlns:a16="http://schemas.microsoft.com/office/drawing/2014/main" id="{7828F419-9D5C-E883-4CC0-CCBA4E68824B}"/>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5" name="Page# static">
            <a:extLst>
              <a:ext uri="{FF2B5EF4-FFF2-40B4-BE49-F238E27FC236}">
                <a16:creationId xmlns="" xmlns:a16="http://schemas.microsoft.com/office/drawing/2014/main" id="{33E709FB-3860-930F-75A5-DF2DB1EB704B}"/>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 xmlns:a16="http://schemas.microsoft.com/office/drawing/2014/main" id="{431FF450-A988-F9C4-8920-02798A20AF99}"/>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 xmlns:a16="http://schemas.microsoft.com/office/drawing/2014/main" id="{55F1D2FB-B878-4758-E599-AB15A50C4F89}"/>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2991162542"/>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6_Text, Subtitl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24004135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43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p:nvPr>
        </p:nvSpPr>
        <p:spPr>
          <a:xfrm>
            <a:off x="566420" y="1218883"/>
            <a:ext cx="11104563" cy="477837"/>
          </a:xfrm>
        </p:spPr>
        <p:txBody>
          <a:bodyPr/>
          <a:lstStyle>
            <a:lvl1pPr>
              <a:defRPr sz="18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1031401250"/>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7_Text, Subtitle Tan">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40374780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54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4222420473"/>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8_Text, Sub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55910389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64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baseline="0">
                <a:solidFill>
                  <a:schemeClr val="bg1"/>
                </a:solidFill>
              </a:defRPr>
            </a:lvl1pPr>
          </a:lstStyle>
          <a:p>
            <a:r>
              <a:rPr lang="en-US" dirty="0"/>
              <a:t>Click to edit Master title style</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DAD2CB"/>
                </a:solidFill>
              </a:defRPr>
            </a:lvl1pPr>
          </a:lstStyle>
          <a:p>
            <a:pPr lvl="0"/>
            <a:r>
              <a:rPr lang="en-US" dirty="0"/>
              <a:t>Click to edit Master text styles</a:t>
            </a:r>
          </a:p>
        </p:txBody>
      </p:sp>
      <p:sp>
        <p:nvSpPr>
          <p:cNvPr id="3" name="Slide Number Placeholder 5">
            <a:extLst>
              <a:ext uri="{FF2B5EF4-FFF2-40B4-BE49-F238E27FC236}">
                <a16:creationId xmlns="" xmlns:a16="http://schemas.microsoft.com/office/drawing/2014/main" id="{5C04FE88-5B63-D42D-FB0F-8DCAA2CC1B5F}"/>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 xmlns:a16="http://schemas.microsoft.com/office/drawing/2014/main" id="{0C3F33B2-F41C-7E62-B0F4-3A640446E682}"/>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 xmlns:a16="http://schemas.microsoft.com/office/drawing/2014/main" id="{1B27042B-4786-DA51-FE00-470E352278C5}"/>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 xmlns:a16="http://schemas.microsoft.com/office/drawing/2014/main" id="{32866130-ED2C-3529-A118-1BF6B828C553}"/>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4269683909"/>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7_Text, Subtitle 2 lin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85562369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74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607397208"/>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8_Text, Subtitle 2 line whit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8833222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84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989971649"/>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9_Text, Subtitle 2 line bal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96663711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95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baseline="0">
                <a:solidFill>
                  <a:schemeClr val="bg1"/>
                </a:solidFill>
              </a:defRPr>
            </a:lvl1pPr>
          </a:lstStyle>
          <a:p>
            <a:r>
              <a:rPr lang="en-US" dirty="0"/>
              <a:t>Click to edit Master title style 2 lines</a:t>
            </a:r>
          </a:p>
        </p:txBody>
      </p:sp>
      <p:sp>
        <p:nvSpPr>
          <p:cNvPr id="5" name="Text Placeholder 4">
            <a:extLst>
              <a:ext uri="{FF2B5EF4-FFF2-40B4-BE49-F238E27FC236}">
                <a16:creationId xmlns="" xmlns:a16="http://schemas.microsoft.com/office/drawing/2014/main"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BEB4AA"/>
                </a:solidFill>
              </a:defRPr>
            </a:lvl1pPr>
          </a:lstStyle>
          <a:p>
            <a:pPr lvl="0"/>
            <a:r>
              <a:rPr lang="en-US" dirty="0"/>
              <a:t>Click to edit Sub title text styles</a:t>
            </a:r>
          </a:p>
        </p:txBody>
      </p:sp>
      <p:sp>
        <p:nvSpPr>
          <p:cNvPr id="3" name="Slide Number Placeholder 5">
            <a:extLst>
              <a:ext uri="{FF2B5EF4-FFF2-40B4-BE49-F238E27FC236}">
                <a16:creationId xmlns="" xmlns:a16="http://schemas.microsoft.com/office/drawing/2014/main" id="{221AE987-34E9-A564-0E09-610171BEF8D0}"/>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 xmlns:a16="http://schemas.microsoft.com/office/drawing/2014/main" id="{F0A5C614-D4E6-0B1C-28F8-18F3C0215C0F}"/>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 xmlns:a16="http://schemas.microsoft.com/office/drawing/2014/main" id="{199D4CD5-5CA8-A6AE-C4DA-AC34CBB80A96}"/>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 xmlns:a16="http://schemas.microsoft.com/office/drawing/2014/main" id="{DB465DA4-4FF4-125F-8FD7-C47DE183D946}"/>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1721826898"/>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3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4924186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05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2776420478"/>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6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75311113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15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Slide Number Placeholder 5">
            <a:extLst>
              <a:ext uri="{FF2B5EF4-FFF2-40B4-BE49-F238E27FC236}">
                <a16:creationId xmlns="" xmlns:a16="http://schemas.microsoft.com/office/drawing/2014/main" id="{D8B7D274-6871-B216-3351-206532447276}"/>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3" name="Page# static">
            <a:extLst>
              <a:ext uri="{FF2B5EF4-FFF2-40B4-BE49-F238E27FC236}">
                <a16:creationId xmlns="" xmlns:a16="http://schemas.microsoft.com/office/drawing/2014/main" id="{D9C90822-4E17-2BF3-F599-CDBF42ACC741}"/>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4" name="TextBox 3">
            <a:extLst>
              <a:ext uri="{FF2B5EF4-FFF2-40B4-BE49-F238E27FC236}">
                <a16:creationId xmlns="" xmlns:a16="http://schemas.microsoft.com/office/drawing/2014/main" id="{C6B7901C-9B47-1346-B4DA-693BBAFF1CA7}"/>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5" name="TextBox 4">
            <a:extLst>
              <a:ext uri="{FF2B5EF4-FFF2-40B4-BE49-F238E27FC236}">
                <a16:creationId xmlns="" xmlns:a16="http://schemas.microsoft.com/office/drawing/2014/main" id="{9409BF9A-824C-C273-8FFE-DCDB8505A75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215628807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2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9026484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25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1605748601"/>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73771500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36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 xmlns:a16="http://schemas.microsoft.com/office/drawing/2014/main" id="{5DF034D4-F3BF-A3BC-2682-92693FE66700}"/>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5710636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Text, 1 colm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45914917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46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 xmlns:a16="http://schemas.microsoft.com/office/drawing/2014/main" id="{AF7CFF7C-DD05-FBD0-EC42-5B3B2623C61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808994887"/>
      </p:ext>
    </p:extLst>
  </p:cSld>
  <p:clrMapOvr>
    <a:overrideClrMapping bg1="dk1" tx1="lt1" bg2="dk2" tx2="lt2" accent1="accent1" accent2="accent2" accent3="accent3" accent4="accent4" accent5="accent5" accent6="accent6" hlink="hlink" folHlink="folHlink"/>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Text, 2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9506502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56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2039CF61-BC0B-0C5A-4B1F-29A1408D08E6}"/>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 xmlns:a16="http://schemas.microsoft.com/office/drawing/2014/main" id="{79E224EB-2584-4586-5CAE-B2DA13E47865}"/>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1476374897"/>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ext, 2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6006470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66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34BDFC45-26E7-B22B-E2E3-D1E25A860398}"/>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 xmlns:a16="http://schemas.microsoft.com/office/drawing/2014/main" id="{333DF1E7-E105-0A8E-CEAC-430E638AD763}"/>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3817145116"/>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ext, 3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874297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77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8151811" y="1617663"/>
            <a:ext cx="3479801" cy="3773487"/>
          </a:xfrm>
        </p:spPr>
        <p:txBody>
          <a:bodyPr/>
          <a:lstStyle>
            <a:lvl1pPr indent="0">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07D28B80-9D26-C148-BDC5-AAE69000AB65}"/>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608296106"/>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ext, 3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19810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87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8151811"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 xmlns:a16="http://schemas.microsoft.com/office/drawing/2014/main" id="{B0402912-59DF-6C93-730A-EB759B71CC4D}"/>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715266619"/>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Text, 4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407427441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97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 xmlns:a16="http://schemas.microsoft.com/office/drawing/2014/main"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 xmlns:a16="http://schemas.microsoft.com/office/drawing/2014/main" id="{114DB186-44E3-D211-630F-C6A35B18B5B6}"/>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50851367"/>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ext, 4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73716056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07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 xmlns:a16="http://schemas.microsoft.com/office/drawing/2014/main"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 xmlns:a16="http://schemas.microsoft.com/office/drawing/2014/main"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 xmlns:a16="http://schemas.microsoft.com/office/drawing/2014/main" id="{55FFEBE0-720A-1ACB-64EA-FFAABCF68577}"/>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47770894"/>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ext, 2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7022145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18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p:nvPr userDrawn="1"/>
        </p:nvSpPr>
        <p:spPr>
          <a:xfrm>
            <a:off x="463550"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 xmlns:a16="http://schemas.microsoft.com/office/drawing/2014/main" id="{B92D2E64-6BB9-928D-83F1-D878F96BBED4}"/>
              </a:ext>
            </a:extLst>
          </p:cNvPr>
          <p:cNvSpPr/>
          <p:nvPr userDrawn="1"/>
        </p:nvSpPr>
        <p:spPr>
          <a:xfrm>
            <a:off x="6148388"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8257739"/>
      </p:ext>
    </p:extLst>
  </p:cSld>
  <p:clrMapOvr>
    <a:overrideClrMapping bg1="lt1" tx1="dk1" bg2="lt2" tx2="dk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Text, 2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45119508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28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a:spLocks noGrp="1" noRot="1" noMove="1" noResize="1" noEditPoints="1" noAdjustHandles="1" noChangeArrowheads="1" noChangeShapeType="1"/>
          </p:cNvSpPr>
          <p:nvPr userDrawn="1"/>
        </p:nvSpPr>
        <p:spPr>
          <a:xfrm>
            <a:off x="463550"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 xmlns:a16="http://schemas.microsoft.com/office/drawing/2014/main" id="{B92D2E64-6BB9-928D-83F1-D878F96BBED4}"/>
              </a:ext>
            </a:extLst>
          </p:cNvPr>
          <p:cNvSpPr>
            <a:spLocks noGrp="1" noRot="1" noMove="1" noResize="1" noEditPoints="1" noAdjustHandles="1" noChangeArrowheads="1" noChangeShapeType="1"/>
          </p:cNvSpPr>
          <p:nvPr userDrawn="1"/>
        </p:nvSpPr>
        <p:spPr>
          <a:xfrm>
            <a:off x="6148388"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53931655"/>
      </p:ext>
    </p:extLst>
  </p:cSld>
  <p:clrMapOvr>
    <a:overrideClrMapping bg1="dk1" tx1="lt1" bg2="dk2" tx2="lt2" accent1="accent1" accent2="accent2" accent3="accent3" accent4="accent4" accent5="accent5" accent6="accent6" hlink="hlink" folHlink="folHlink"/>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Text, 3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393144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38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p:nvPr userDrawn="1"/>
        </p:nvSpPr>
        <p:spPr>
          <a:xfrm>
            <a:off x="463550" y="1617663"/>
            <a:ext cx="3681413"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 xmlns:a16="http://schemas.microsoft.com/office/drawing/2014/main" id="{B92D2E64-6BB9-928D-83F1-D878F96BBED4}"/>
              </a:ext>
            </a:extLst>
          </p:cNvPr>
          <p:cNvSpPr/>
          <p:nvPr userDrawn="1"/>
        </p:nvSpPr>
        <p:spPr>
          <a:xfrm>
            <a:off x="4253436"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68397"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4442950"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1525"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444305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3" name="Rectangle 2">
            <a:extLst>
              <a:ext uri="{FF2B5EF4-FFF2-40B4-BE49-F238E27FC236}">
                <a16:creationId xmlns="" xmlns:a16="http://schemas.microsoft.com/office/drawing/2014/main" id="{03B89EE7-E754-D1FA-1426-29223B3B4CC6}"/>
              </a:ext>
            </a:extLst>
          </p:cNvPr>
          <p:cNvSpPr/>
          <p:nvPr userDrawn="1"/>
        </p:nvSpPr>
        <p:spPr>
          <a:xfrm>
            <a:off x="8043659"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4" name="Picture Placeholder 13">
            <a:extLst>
              <a:ext uri="{FF2B5EF4-FFF2-40B4-BE49-F238E27FC236}">
                <a16:creationId xmlns="" xmlns:a16="http://schemas.microsoft.com/office/drawing/2014/main" id="{5AFC5DED-0840-16E5-8F18-4379BF12D5F2}"/>
              </a:ext>
            </a:extLst>
          </p:cNvPr>
          <p:cNvSpPr>
            <a:spLocks noGrp="1"/>
          </p:cNvSpPr>
          <p:nvPr>
            <p:ph type="pic" sz="quarter" idx="16" hasCustomPrompt="1"/>
          </p:nvPr>
        </p:nvSpPr>
        <p:spPr>
          <a:xfrm>
            <a:off x="8233173" y="1768475"/>
            <a:ext cx="649288" cy="646113"/>
          </a:xfrm>
        </p:spPr>
        <p:txBody>
          <a:bodyPr/>
          <a:lstStyle>
            <a:lvl1pPr>
              <a:defRPr sz="800"/>
            </a:lvl1pPr>
          </a:lstStyle>
          <a:p>
            <a:r>
              <a:rPr lang="en-US"/>
              <a:t>Icon</a:t>
            </a:r>
          </a:p>
        </p:txBody>
      </p:sp>
      <p:sp>
        <p:nvSpPr>
          <p:cNvPr id="5" name="Text Placeholder 2">
            <a:extLst>
              <a:ext uri="{FF2B5EF4-FFF2-40B4-BE49-F238E27FC236}">
                <a16:creationId xmlns="" xmlns:a16="http://schemas.microsoft.com/office/drawing/2014/main" id="{1D9C80B5-F2B1-5142-E9EE-47BC3FF2F2C1}"/>
              </a:ext>
            </a:extLst>
          </p:cNvPr>
          <p:cNvSpPr>
            <a:spLocks noGrp="1"/>
          </p:cNvSpPr>
          <p:nvPr>
            <p:ph type="body" idx="17"/>
          </p:nvPr>
        </p:nvSpPr>
        <p:spPr>
          <a:xfrm>
            <a:off x="8233282"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272168082"/>
      </p:ext>
    </p:extLst>
  </p:cSld>
  <p:clrMapOvr>
    <a:overrideClrMapping bg1="lt1" tx1="dk1" bg2="lt2" tx2="dk2" accent1="accent1" accent2="accent2" accent3="accent3" accent4="accent4" accent5="accent5" accent6="accent6" hlink="hlink" folHlink="folHlink"/>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ext, 3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818433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48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a:spLocks noGrp="1" noRot="1" noMove="1" noResize="1" noEditPoints="1" noAdjustHandles="1" noChangeArrowheads="1" noChangeShapeType="1"/>
          </p:cNvSpPr>
          <p:nvPr userDrawn="1"/>
        </p:nvSpPr>
        <p:spPr>
          <a:xfrm>
            <a:off x="463550" y="1617663"/>
            <a:ext cx="3681413"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 xmlns:a16="http://schemas.microsoft.com/office/drawing/2014/main" id="{B92D2E64-6BB9-928D-83F1-D878F96BBED4}"/>
              </a:ext>
            </a:extLst>
          </p:cNvPr>
          <p:cNvSpPr>
            <a:spLocks noGrp="1" noRot="1" noMove="1" noResize="1" noEditPoints="1" noAdjustHandles="1" noChangeArrowheads="1" noChangeShapeType="1"/>
          </p:cNvSpPr>
          <p:nvPr userDrawn="1"/>
        </p:nvSpPr>
        <p:spPr>
          <a:xfrm>
            <a:off x="4253436"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Rectangle 2">
            <a:extLst>
              <a:ext uri="{FF2B5EF4-FFF2-40B4-BE49-F238E27FC236}">
                <a16:creationId xmlns="" xmlns:a16="http://schemas.microsoft.com/office/drawing/2014/main" id="{03B89EE7-E754-D1FA-1426-29223B3B4CC6}"/>
              </a:ext>
            </a:extLst>
          </p:cNvPr>
          <p:cNvSpPr>
            <a:spLocks noGrp="1" noRot="1" noMove="1" noResize="1" noEditPoints="1" noAdjustHandles="1" noChangeArrowheads="1" noChangeShapeType="1"/>
          </p:cNvSpPr>
          <p:nvPr userDrawn="1"/>
        </p:nvSpPr>
        <p:spPr>
          <a:xfrm>
            <a:off x="8043659"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5" name="Picture Placeholder 13">
            <a:extLst>
              <a:ext uri="{FF2B5EF4-FFF2-40B4-BE49-F238E27FC236}">
                <a16:creationId xmlns="" xmlns:a16="http://schemas.microsoft.com/office/drawing/2014/main" id="{754D2A9F-A973-3F3C-9274-4715E5274C14}"/>
              </a:ext>
            </a:extLst>
          </p:cNvPr>
          <p:cNvSpPr>
            <a:spLocks noGrp="1"/>
          </p:cNvSpPr>
          <p:nvPr>
            <p:ph type="pic" sz="quarter" idx="14" hasCustomPrompt="1"/>
          </p:nvPr>
        </p:nvSpPr>
        <p:spPr>
          <a:xfrm>
            <a:off x="4446587"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 xmlns:a16="http://schemas.microsoft.com/office/drawing/2014/main" id="{B5442419-EE56-AC34-88CB-69C70F0FABCB}"/>
              </a:ext>
            </a:extLst>
          </p:cNvPr>
          <p:cNvSpPr>
            <a:spLocks noGrp="1"/>
          </p:cNvSpPr>
          <p:nvPr>
            <p:ph type="body" idx="15"/>
          </p:nvPr>
        </p:nvSpPr>
        <p:spPr>
          <a:xfrm>
            <a:off x="4446696"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4" name="Picture Placeholder 13">
            <a:extLst>
              <a:ext uri="{FF2B5EF4-FFF2-40B4-BE49-F238E27FC236}">
                <a16:creationId xmlns="" xmlns:a16="http://schemas.microsoft.com/office/drawing/2014/main" id="{5AFC5DED-0840-16E5-8F18-4379BF12D5F2}"/>
              </a:ext>
            </a:extLst>
          </p:cNvPr>
          <p:cNvSpPr>
            <a:spLocks noGrp="1"/>
          </p:cNvSpPr>
          <p:nvPr>
            <p:ph type="pic" sz="quarter" idx="16" hasCustomPrompt="1"/>
          </p:nvPr>
        </p:nvSpPr>
        <p:spPr>
          <a:xfrm>
            <a:off x="8236810" y="1768475"/>
            <a:ext cx="649288" cy="646113"/>
          </a:xfrm>
        </p:spPr>
        <p:txBody>
          <a:bodyPr/>
          <a:lstStyle>
            <a:lvl1pPr>
              <a:defRPr sz="800"/>
            </a:lvl1pPr>
          </a:lstStyle>
          <a:p>
            <a:r>
              <a:rPr lang="en-US"/>
              <a:t>Icon</a:t>
            </a:r>
          </a:p>
        </p:txBody>
      </p:sp>
      <p:sp>
        <p:nvSpPr>
          <p:cNvPr id="5" name="Text Placeholder 2">
            <a:extLst>
              <a:ext uri="{FF2B5EF4-FFF2-40B4-BE49-F238E27FC236}">
                <a16:creationId xmlns="" xmlns:a16="http://schemas.microsoft.com/office/drawing/2014/main" id="{1D9C80B5-F2B1-5142-E9EE-47BC3FF2F2C1}"/>
              </a:ext>
            </a:extLst>
          </p:cNvPr>
          <p:cNvSpPr>
            <a:spLocks noGrp="1"/>
          </p:cNvSpPr>
          <p:nvPr>
            <p:ph type="body" idx="17"/>
          </p:nvPr>
        </p:nvSpPr>
        <p:spPr>
          <a:xfrm>
            <a:off x="823691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93845289"/>
      </p:ext>
    </p:extLst>
  </p:cSld>
  <p:clrMapOvr>
    <a:overrideClrMapping bg1="dk1" tx1="lt1" bg2="dk2" tx2="lt2" accent1="accent1" accent2="accent2" accent3="accent3" accent4="accent4" accent5="accent5" accent6="accent6" hlink="hlink" folHlink="folHlink"/>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Text, 4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3210731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58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p:nvPr userDrawn="1"/>
        </p:nvSpPr>
        <p:spPr>
          <a:xfrm>
            <a:off x="463550"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5044"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8172"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 xmlns:a16="http://schemas.microsoft.com/office/drawing/2014/main" id="{6B57E3F4-9F43-3E4F-CF14-23C7A7BC11D4}"/>
              </a:ext>
            </a:extLst>
          </p:cNvPr>
          <p:cNvSpPr/>
          <p:nvPr userDrawn="1"/>
        </p:nvSpPr>
        <p:spPr>
          <a:xfrm>
            <a:off x="3311452"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Picture Placeholder 13">
            <a:extLst>
              <a:ext uri="{FF2B5EF4-FFF2-40B4-BE49-F238E27FC236}">
                <a16:creationId xmlns="" xmlns:a16="http://schemas.microsoft.com/office/drawing/2014/main" id="{22728A29-21C1-FE17-D872-29F33FF55B6B}"/>
              </a:ext>
            </a:extLst>
          </p:cNvPr>
          <p:cNvSpPr>
            <a:spLocks noGrp="1"/>
          </p:cNvSpPr>
          <p:nvPr>
            <p:ph type="pic" sz="quarter" idx="14" hasCustomPrompt="1"/>
          </p:nvPr>
        </p:nvSpPr>
        <p:spPr>
          <a:xfrm>
            <a:off x="3522946" y="1768475"/>
            <a:ext cx="649288" cy="646113"/>
          </a:xfrm>
        </p:spPr>
        <p:txBody>
          <a:bodyPr/>
          <a:lstStyle>
            <a:lvl1pPr>
              <a:defRPr sz="800"/>
            </a:lvl1pPr>
          </a:lstStyle>
          <a:p>
            <a:r>
              <a:rPr lang="en-US"/>
              <a:t>Icon</a:t>
            </a:r>
          </a:p>
        </p:txBody>
      </p:sp>
      <p:sp>
        <p:nvSpPr>
          <p:cNvPr id="13" name="Text Placeholder 2">
            <a:extLst>
              <a:ext uri="{FF2B5EF4-FFF2-40B4-BE49-F238E27FC236}">
                <a16:creationId xmlns="" xmlns:a16="http://schemas.microsoft.com/office/drawing/2014/main" id="{F8ED409C-9BB0-C0DE-2DC1-0D8C059AB7DE}"/>
              </a:ext>
            </a:extLst>
          </p:cNvPr>
          <p:cNvSpPr>
            <a:spLocks noGrp="1"/>
          </p:cNvSpPr>
          <p:nvPr>
            <p:ph type="body" idx="15"/>
          </p:nvPr>
        </p:nvSpPr>
        <p:spPr>
          <a:xfrm>
            <a:off x="3516074"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 xmlns:a16="http://schemas.microsoft.com/office/drawing/2014/main" id="{D9C6F735-C3A7-934E-F16F-4C50B49CC156}"/>
              </a:ext>
            </a:extLst>
          </p:cNvPr>
          <p:cNvSpPr/>
          <p:nvPr userDrawn="1"/>
        </p:nvSpPr>
        <p:spPr>
          <a:xfrm>
            <a:off x="6159949"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Picture Placeholder 13">
            <a:extLst>
              <a:ext uri="{FF2B5EF4-FFF2-40B4-BE49-F238E27FC236}">
                <a16:creationId xmlns="" xmlns:a16="http://schemas.microsoft.com/office/drawing/2014/main" id="{F6DF4CC7-B693-843D-35B9-07755D443698}"/>
              </a:ext>
            </a:extLst>
          </p:cNvPr>
          <p:cNvSpPr>
            <a:spLocks noGrp="1"/>
          </p:cNvSpPr>
          <p:nvPr>
            <p:ph type="pic" sz="quarter" idx="16" hasCustomPrompt="1"/>
          </p:nvPr>
        </p:nvSpPr>
        <p:spPr>
          <a:xfrm>
            <a:off x="6371443" y="1768475"/>
            <a:ext cx="649288" cy="646113"/>
          </a:xfrm>
        </p:spPr>
        <p:txBody>
          <a:bodyPr/>
          <a:lstStyle>
            <a:lvl1pPr>
              <a:defRPr sz="800"/>
            </a:lvl1pPr>
          </a:lstStyle>
          <a:p>
            <a:r>
              <a:rPr lang="en-US"/>
              <a:t>Icon</a:t>
            </a:r>
          </a:p>
        </p:txBody>
      </p:sp>
      <p:sp>
        <p:nvSpPr>
          <p:cNvPr id="20" name="Text Placeholder 2">
            <a:extLst>
              <a:ext uri="{FF2B5EF4-FFF2-40B4-BE49-F238E27FC236}">
                <a16:creationId xmlns="" xmlns:a16="http://schemas.microsoft.com/office/drawing/2014/main" id="{DA02A4FC-804F-D905-C80A-508F4B13855C}"/>
              </a:ext>
            </a:extLst>
          </p:cNvPr>
          <p:cNvSpPr>
            <a:spLocks noGrp="1"/>
          </p:cNvSpPr>
          <p:nvPr>
            <p:ph type="body" idx="17"/>
          </p:nvPr>
        </p:nvSpPr>
        <p:spPr>
          <a:xfrm>
            <a:off x="6364571"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 xmlns:a16="http://schemas.microsoft.com/office/drawing/2014/main" id="{D3073047-8DDC-8072-C8AA-70E1791CFDFC}"/>
              </a:ext>
            </a:extLst>
          </p:cNvPr>
          <p:cNvSpPr/>
          <p:nvPr userDrawn="1"/>
        </p:nvSpPr>
        <p:spPr>
          <a:xfrm>
            <a:off x="9001466"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2" name="Picture Placeholder 13">
            <a:extLst>
              <a:ext uri="{FF2B5EF4-FFF2-40B4-BE49-F238E27FC236}">
                <a16:creationId xmlns="" xmlns:a16="http://schemas.microsoft.com/office/drawing/2014/main" id="{E7725F3D-5680-EE14-2B2D-2F8650B78913}"/>
              </a:ext>
            </a:extLst>
          </p:cNvPr>
          <p:cNvSpPr>
            <a:spLocks noGrp="1"/>
          </p:cNvSpPr>
          <p:nvPr>
            <p:ph type="pic" sz="quarter" idx="18" hasCustomPrompt="1"/>
          </p:nvPr>
        </p:nvSpPr>
        <p:spPr>
          <a:xfrm>
            <a:off x="9212960" y="1768475"/>
            <a:ext cx="649288" cy="646113"/>
          </a:xfrm>
        </p:spPr>
        <p:txBody>
          <a:bodyPr/>
          <a:lstStyle>
            <a:lvl1pPr>
              <a:defRPr sz="800"/>
            </a:lvl1pPr>
          </a:lstStyle>
          <a:p>
            <a:r>
              <a:rPr lang="en-US"/>
              <a:t>Icon</a:t>
            </a:r>
          </a:p>
        </p:txBody>
      </p:sp>
      <p:sp>
        <p:nvSpPr>
          <p:cNvPr id="23" name="Text Placeholder 2">
            <a:extLst>
              <a:ext uri="{FF2B5EF4-FFF2-40B4-BE49-F238E27FC236}">
                <a16:creationId xmlns="" xmlns:a16="http://schemas.microsoft.com/office/drawing/2014/main" id="{47911148-2128-D9C7-8E63-A4AABC6503AB}"/>
              </a:ext>
            </a:extLst>
          </p:cNvPr>
          <p:cNvSpPr>
            <a:spLocks noGrp="1"/>
          </p:cNvSpPr>
          <p:nvPr>
            <p:ph type="body" idx="19"/>
          </p:nvPr>
        </p:nvSpPr>
        <p:spPr>
          <a:xfrm>
            <a:off x="9206088"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04561728"/>
      </p:ext>
    </p:extLst>
  </p:cSld>
  <p:clrMapOvr>
    <a:overrideClrMapping bg1="lt1" tx1="dk1" bg2="lt2" tx2="dk2" accent1="accent1" accent2="accent2" accent3="accent3" accent4="accent4" accent5="accent5" accent6="accent6" hlink="hlink" folHlink="folHlink"/>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ext, 4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1307401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69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 xmlns:a16="http://schemas.microsoft.com/office/drawing/2014/main" id="{998F902B-8E6B-8695-067B-58AAF47545FB}"/>
              </a:ext>
            </a:extLst>
          </p:cNvPr>
          <p:cNvSpPr>
            <a:spLocks noGrp="1" noRot="1" noMove="1" noResize="1" noEditPoints="1" noAdjustHandles="1" noChangeArrowheads="1" noChangeShapeType="1"/>
          </p:cNvSpPr>
          <p:nvPr userDrawn="1"/>
        </p:nvSpPr>
        <p:spPr>
          <a:xfrm>
            <a:off x="463550"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 xmlns:a16="http://schemas.microsoft.com/office/drawing/2014/main"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6" name="Text Placeholder 2">
            <a:extLst>
              <a:ext uri="{FF2B5EF4-FFF2-40B4-BE49-F238E27FC236}">
                <a16:creationId xmlns="" xmlns:a16="http://schemas.microsoft.com/office/drawing/2014/main" id="{3FBE1A82-59ED-A9FC-9A02-F3B54EF611E8}"/>
              </a:ext>
            </a:extLst>
          </p:cNvPr>
          <p:cNvSpPr>
            <a:spLocks noGrp="1"/>
          </p:cNvSpPr>
          <p:nvPr>
            <p:ph type="body" idx="1"/>
          </p:nvPr>
        </p:nvSpPr>
        <p:spPr>
          <a:xfrm>
            <a:off x="665162"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 xmlns:a16="http://schemas.microsoft.com/office/drawing/2014/main" id="{6B57E3F4-9F43-3E4F-CF14-23C7A7BC11D4}"/>
              </a:ext>
            </a:extLst>
          </p:cNvPr>
          <p:cNvSpPr>
            <a:spLocks noGrp="1" noRot="1" noMove="1" noResize="1" noEditPoints="1" noAdjustHandles="1" noChangeArrowheads="1" noChangeShapeType="1"/>
          </p:cNvSpPr>
          <p:nvPr userDrawn="1"/>
        </p:nvSpPr>
        <p:spPr>
          <a:xfrm>
            <a:off x="3311452"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Picture Placeholder 13">
            <a:extLst>
              <a:ext uri="{FF2B5EF4-FFF2-40B4-BE49-F238E27FC236}">
                <a16:creationId xmlns="" xmlns:a16="http://schemas.microsoft.com/office/drawing/2014/main" id="{22728A29-21C1-FE17-D872-29F33FF55B6B}"/>
              </a:ext>
            </a:extLst>
          </p:cNvPr>
          <p:cNvSpPr>
            <a:spLocks noGrp="1"/>
          </p:cNvSpPr>
          <p:nvPr>
            <p:ph type="pic" sz="quarter" idx="14" hasCustomPrompt="1"/>
          </p:nvPr>
        </p:nvSpPr>
        <p:spPr>
          <a:xfrm>
            <a:off x="3519936" y="1768475"/>
            <a:ext cx="649288" cy="646113"/>
          </a:xfrm>
        </p:spPr>
        <p:txBody>
          <a:bodyPr/>
          <a:lstStyle>
            <a:lvl1pPr>
              <a:defRPr sz="800"/>
            </a:lvl1pPr>
          </a:lstStyle>
          <a:p>
            <a:r>
              <a:rPr lang="en-US"/>
              <a:t>Icon</a:t>
            </a:r>
          </a:p>
        </p:txBody>
      </p:sp>
      <p:sp>
        <p:nvSpPr>
          <p:cNvPr id="13" name="Text Placeholder 2">
            <a:extLst>
              <a:ext uri="{FF2B5EF4-FFF2-40B4-BE49-F238E27FC236}">
                <a16:creationId xmlns="" xmlns:a16="http://schemas.microsoft.com/office/drawing/2014/main" id="{F8ED409C-9BB0-C0DE-2DC1-0D8C059AB7DE}"/>
              </a:ext>
            </a:extLst>
          </p:cNvPr>
          <p:cNvSpPr>
            <a:spLocks noGrp="1"/>
          </p:cNvSpPr>
          <p:nvPr>
            <p:ph type="body" idx="15"/>
          </p:nvPr>
        </p:nvSpPr>
        <p:spPr>
          <a:xfrm>
            <a:off x="3513064"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 xmlns:a16="http://schemas.microsoft.com/office/drawing/2014/main" id="{D9C6F735-C3A7-934E-F16F-4C50B49CC156}"/>
              </a:ext>
            </a:extLst>
          </p:cNvPr>
          <p:cNvSpPr>
            <a:spLocks noGrp="1" noRot="1" noMove="1" noResize="1" noEditPoints="1" noAdjustHandles="1" noChangeArrowheads="1" noChangeShapeType="1"/>
          </p:cNvSpPr>
          <p:nvPr userDrawn="1"/>
        </p:nvSpPr>
        <p:spPr>
          <a:xfrm>
            <a:off x="6159949"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Picture Placeholder 13">
            <a:extLst>
              <a:ext uri="{FF2B5EF4-FFF2-40B4-BE49-F238E27FC236}">
                <a16:creationId xmlns="" xmlns:a16="http://schemas.microsoft.com/office/drawing/2014/main" id="{F6DF4CC7-B693-843D-35B9-07755D443698}"/>
              </a:ext>
            </a:extLst>
          </p:cNvPr>
          <p:cNvSpPr>
            <a:spLocks noGrp="1"/>
          </p:cNvSpPr>
          <p:nvPr>
            <p:ph type="pic" sz="quarter" idx="16" hasCustomPrompt="1"/>
          </p:nvPr>
        </p:nvSpPr>
        <p:spPr>
          <a:xfrm>
            <a:off x="6368433" y="1768475"/>
            <a:ext cx="649288" cy="646113"/>
          </a:xfrm>
        </p:spPr>
        <p:txBody>
          <a:bodyPr/>
          <a:lstStyle>
            <a:lvl1pPr>
              <a:defRPr sz="800"/>
            </a:lvl1pPr>
          </a:lstStyle>
          <a:p>
            <a:r>
              <a:rPr lang="en-US"/>
              <a:t>Icon</a:t>
            </a:r>
          </a:p>
        </p:txBody>
      </p:sp>
      <p:sp>
        <p:nvSpPr>
          <p:cNvPr id="20" name="Text Placeholder 2">
            <a:extLst>
              <a:ext uri="{FF2B5EF4-FFF2-40B4-BE49-F238E27FC236}">
                <a16:creationId xmlns="" xmlns:a16="http://schemas.microsoft.com/office/drawing/2014/main" id="{DA02A4FC-804F-D905-C80A-508F4B13855C}"/>
              </a:ext>
            </a:extLst>
          </p:cNvPr>
          <p:cNvSpPr>
            <a:spLocks noGrp="1"/>
          </p:cNvSpPr>
          <p:nvPr>
            <p:ph type="body" idx="17"/>
          </p:nvPr>
        </p:nvSpPr>
        <p:spPr>
          <a:xfrm>
            <a:off x="6361561"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 xmlns:a16="http://schemas.microsoft.com/office/drawing/2014/main" id="{D3073047-8DDC-8072-C8AA-70E1791CFDFC}"/>
              </a:ext>
            </a:extLst>
          </p:cNvPr>
          <p:cNvSpPr>
            <a:spLocks noGrp="1" noRot="1" noMove="1" noResize="1" noEditPoints="1" noAdjustHandles="1" noChangeArrowheads="1" noChangeShapeType="1"/>
          </p:cNvSpPr>
          <p:nvPr userDrawn="1"/>
        </p:nvSpPr>
        <p:spPr>
          <a:xfrm>
            <a:off x="9001466"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2" name="Picture Placeholder 13">
            <a:extLst>
              <a:ext uri="{FF2B5EF4-FFF2-40B4-BE49-F238E27FC236}">
                <a16:creationId xmlns="" xmlns:a16="http://schemas.microsoft.com/office/drawing/2014/main" id="{E7725F3D-5680-EE14-2B2D-2F8650B78913}"/>
              </a:ext>
            </a:extLst>
          </p:cNvPr>
          <p:cNvSpPr>
            <a:spLocks noGrp="1"/>
          </p:cNvSpPr>
          <p:nvPr>
            <p:ph type="pic" sz="quarter" idx="18" hasCustomPrompt="1"/>
          </p:nvPr>
        </p:nvSpPr>
        <p:spPr>
          <a:xfrm>
            <a:off x="9209950" y="1768475"/>
            <a:ext cx="649288" cy="646113"/>
          </a:xfrm>
        </p:spPr>
        <p:txBody>
          <a:bodyPr/>
          <a:lstStyle>
            <a:lvl1pPr>
              <a:defRPr sz="800"/>
            </a:lvl1pPr>
          </a:lstStyle>
          <a:p>
            <a:r>
              <a:rPr lang="en-US"/>
              <a:t>Icon</a:t>
            </a:r>
          </a:p>
        </p:txBody>
      </p:sp>
      <p:sp>
        <p:nvSpPr>
          <p:cNvPr id="23" name="Text Placeholder 2">
            <a:extLst>
              <a:ext uri="{FF2B5EF4-FFF2-40B4-BE49-F238E27FC236}">
                <a16:creationId xmlns="" xmlns:a16="http://schemas.microsoft.com/office/drawing/2014/main" id="{47911148-2128-D9C7-8E63-A4AABC6503AB}"/>
              </a:ext>
            </a:extLst>
          </p:cNvPr>
          <p:cNvSpPr>
            <a:spLocks noGrp="1"/>
          </p:cNvSpPr>
          <p:nvPr>
            <p:ph type="body" idx="19"/>
          </p:nvPr>
        </p:nvSpPr>
        <p:spPr>
          <a:xfrm>
            <a:off x="9203078"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29942715"/>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 xmlns:a16="http://schemas.microsoft.com/office/drawing/2014/main" id="{71717D90-43C9-C972-4D0A-8F8DB9E4B985}"/>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326396353"/>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Title Only (Carb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 xmlns:a16="http://schemas.microsoft.com/office/drawing/2014/main" id="{5B85D50D-E1D8-C209-D561-71978631B8F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0472691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 Placeholder 6">
            <a:extLst>
              <a:ext uri="{FF2B5EF4-FFF2-40B4-BE49-F238E27FC236}">
                <a16:creationId xmlns="" xmlns:a16="http://schemas.microsoft.com/office/drawing/2014/main" id="{8AB8394B-8C24-A652-FDAD-A12D9786C379}"/>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02115820"/>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Blank (Carbon)">
    <p:bg>
      <p:bgPr>
        <a:solidFill>
          <a:schemeClr val="bg1"/>
        </a:solidFill>
        <a:effectLst/>
      </p:bgPr>
    </p:bg>
    <p:spTree>
      <p:nvGrpSpPr>
        <p:cNvPr id="1" name=""/>
        <p:cNvGrpSpPr/>
        <p:nvPr/>
      </p:nvGrpSpPr>
      <p:grpSpPr>
        <a:xfrm>
          <a:off x="0" y="0"/>
          <a:ext cx="0" cy="0"/>
          <a:chOff x="0" y="0"/>
          <a:chExt cx="0" cy="0"/>
        </a:xfrm>
      </p:grpSpPr>
      <p:sp>
        <p:nvSpPr>
          <p:cNvPr id="2" name="Text Placeholder 6">
            <a:extLst>
              <a:ext uri="{FF2B5EF4-FFF2-40B4-BE49-F238E27FC236}">
                <a16:creationId xmlns="" xmlns:a16="http://schemas.microsoft.com/office/drawing/2014/main" id="{D9A041E9-D37B-F094-0DEB-67D1437229D7}"/>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26084975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18658860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79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solidFill>
                  <a:srgbClr val="000000"/>
                </a:solidFill>
              </a:rPr>
              <a:t>Data</a:t>
            </a:r>
          </a:p>
          <a:p>
            <a:pPr algn="ctr"/>
            <a:r>
              <a:rPr lang="en-US" sz="13800">
                <a:solidFill>
                  <a:srgbClr val="000000"/>
                </a:solidFill>
              </a:rPr>
              <a:t>layouts</a:t>
            </a:r>
          </a:p>
        </p:txBody>
      </p:sp>
    </p:spTree>
    <p:extLst>
      <p:ext uri="{BB962C8B-B14F-4D97-AF65-F5344CB8AC3E}">
        <p14:creationId xmlns:p14="http://schemas.microsoft.com/office/powerpoint/2010/main" val="1868601778"/>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Data 1">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26984567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89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37C2CDB7-C805-4574-12AD-751C92140439}"/>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ext Placeholder 6">
            <a:extLst>
              <a:ext uri="{FF2B5EF4-FFF2-40B4-BE49-F238E27FC236}">
                <a16:creationId xmlns="" xmlns:a16="http://schemas.microsoft.com/office/drawing/2014/main" id="{D4167920-63DE-54BB-E65F-1733269DFA65}"/>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825738098"/>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Data 1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4505495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99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6DE963B-81EE-2860-268D-B3A54072AD04}"/>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2" name="Text Placeholder 6">
            <a:extLst>
              <a:ext uri="{FF2B5EF4-FFF2-40B4-BE49-F238E27FC236}">
                <a16:creationId xmlns="" xmlns:a16="http://schemas.microsoft.com/office/drawing/2014/main" id="{A936678D-9654-7C99-C080-9E3A2B10C629}"/>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16866649"/>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Data 2">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27912736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10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 xmlns:a16="http://schemas.microsoft.com/office/drawing/2014/main"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 xmlns:a16="http://schemas.microsoft.com/office/drawing/2014/main" id="{41FFC367-0203-EC0E-10DF-B81D77491CB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288492857"/>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Data 2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6507106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20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 xmlns:a16="http://schemas.microsoft.com/office/drawing/2014/main"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 xmlns:a16="http://schemas.microsoft.com/office/drawing/2014/main"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 xmlns:a16="http://schemas.microsoft.com/office/drawing/2014/main" id="{BA9A9E04-9AC1-B2EA-811C-A2EBF8AC04EE}"/>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335597385"/>
      </p:ext>
    </p:extLst>
  </p:cSld>
  <p:clrMapOvr>
    <a:overrideClrMapping bg1="dk1" tx1="lt1" bg2="dk2" tx2="lt2" accent1="accent1" accent2="accent2" accent3="accent3" accent4="accent4" accent5="accent5" accent6="accent6" hlink="hlink" folHlink="folHlink"/>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Data, full">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 xmlns:a16="http://schemas.microsoft.com/office/drawing/2014/main"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 xmlns:a16="http://schemas.microsoft.com/office/drawing/2014/main"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425428598"/>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Data, full (Carb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 xmlns:a16="http://schemas.microsoft.com/office/drawing/2014/main"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 xmlns:a16="http://schemas.microsoft.com/office/drawing/2014/main"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191196068"/>
      </p:ext>
    </p:extLst>
  </p:cSld>
  <p:clrMapOvr>
    <a:overrideClrMapping bg1="dk1" tx1="lt1" bg2="dk2" tx2="lt2" accent1="accent1" accent2="accent2" accent3="accent3" accent4="accent4" accent5="accent5" accent6="accent6" hlink="hlink" folHlink="folHlink"/>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7045877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30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433400" y="1305349"/>
            <a:ext cx="11325216" cy="4247317"/>
          </a:xfrm>
          <a:prstGeom prst="rect">
            <a:avLst/>
          </a:prstGeom>
          <a:noFill/>
        </p:spPr>
        <p:txBody>
          <a:bodyPr wrap="none" lIns="0" tIns="0" rIns="0" bIns="0" rtlCol="0" anchor="ctr">
            <a:spAutoFit/>
          </a:bodyPr>
          <a:lstStyle/>
          <a:p>
            <a:pPr algn="ctr"/>
            <a:r>
              <a:rPr lang="en-US" sz="13800">
                <a:solidFill>
                  <a:srgbClr val="000000"/>
                </a:solidFill>
              </a:rPr>
              <a:t>Section divider</a:t>
            </a:r>
          </a:p>
          <a:p>
            <a:pPr algn="ctr"/>
            <a:r>
              <a:rPr lang="en-US" sz="13800">
                <a:solidFill>
                  <a:srgbClr val="000000"/>
                </a:solidFill>
              </a:rPr>
              <a:t>layouts</a:t>
            </a:r>
          </a:p>
        </p:txBody>
      </p:sp>
    </p:spTree>
    <p:extLst>
      <p:ext uri="{BB962C8B-B14F-4D97-AF65-F5344CB8AC3E}">
        <p14:creationId xmlns:p14="http://schemas.microsoft.com/office/powerpoint/2010/main" val="317858611"/>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Divider 1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93764051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40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27050"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030584707"/>
      </p:ext>
    </p:extLst>
  </p:cSld>
  <p:clrMapOvr>
    <a:overrideClrMapping bg1="lt1" tx1="dk1" bg2="lt2" tx2="dk2" accent1="accent1" accent2="accent2" accent3="accent3" accent4="accent4" accent5="accent5" accent6="accent6" hlink="hlink" folHlink="folHlink"/>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Divider 2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45867624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51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tx1"/>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84780283"/>
      </p:ext>
    </p:extLst>
  </p:cSld>
  <p:clrMapOvr>
    <a:overrideClrMapping bg1="lt1" tx1="dk1" bg2="lt2" tx2="dk2" accent1="accent1" accent2="accent2" accent3="accent3" accent4="accent4" accent5="accent5" accent6="accent6" hlink="hlink" folHlink="folHlink"/>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ivider 1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5449044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61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445421116"/>
      </p:ext>
    </p:extLst>
  </p:cSld>
  <p:clrMapOvr>
    <a:overrideClrMapping bg1="dk1" tx1="lt1" bg2="dk2" tx2="lt2" accent1="accent1" accent2="accent2" accent3="accent3" accent4="accent4" accent5="accent5" accent6="accent6" hlink="hlink" folHlink="folHlink"/>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Divider 2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9723370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71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966480769"/>
      </p:ext>
    </p:extLst>
  </p:cSld>
  <p:clrMapOvr>
    <a:overrideClrMapping bg1="dk1" tx1="lt1" bg2="dk2" tx2="lt2" accent1="accent1" accent2="accent2" accent3="accent3" accent4="accent4" accent5="accent5" accent6="accent6" hlink="hlink" folHlink="folHlink"/>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Divider 3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39942180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81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13068390"/>
      </p:ext>
    </p:extLst>
  </p:cSld>
  <p:clrMapOvr>
    <a:overrideClrMapping bg1="dk1" tx1="lt1" bg2="dk2" tx2="lt2" accent1="accent1" accent2="accent2" accent3="accent3" accent4="accent4" accent5="accent5" accent6="accent6" hlink="hlink" folHlink="folHlink"/>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Divider 1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45402771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92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473199204"/>
      </p:ext>
    </p:extLst>
  </p:cSld>
  <p:clrMapOvr>
    <a:overrideClrMapping bg1="dk1" tx1="lt1" bg2="dk2" tx2="lt2" accent1="accent1" accent2="accent2" accent3="accent3" accent4="accent4" accent5="accent5" accent6="accent6" hlink="hlink" folHlink="folHlink"/>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Divider 2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60608033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02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573496620"/>
      </p:ext>
    </p:extLst>
  </p:cSld>
  <p:clrMapOvr>
    <a:overrideClrMapping bg1="dk1" tx1="lt1" bg2="dk2" tx2="lt2" accent1="accent1" accent2="accent2" accent3="accent3" accent4="accent4" accent5="accent5" accent6="accent6" hlink="hlink" folHlink="folHlink"/>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Divider 3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 xmlns:a16="http://schemas.microsoft.com/office/drawing/2014/main"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2849229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12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 xmlns:a16="http://schemas.microsoft.com/office/drawing/2014/main"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025901173"/>
      </p:ext>
    </p:extLst>
  </p:cSld>
  <p:clrMapOvr>
    <a:overrideClrMapping bg1="dk1" tx1="lt1" bg2="dk2" tx2="lt2" accent1="accent1" accent2="accent2" accent3="accent3" accent4="accent4" accent5="accent5" accent6="accent6" hlink="hlink" folHlink="folHlink"/>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4168798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22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2232864" y="1305349"/>
            <a:ext cx="7726282" cy="4247317"/>
          </a:xfrm>
          <a:prstGeom prst="rect">
            <a:avLst/>
          </a:prstGeom>
          <a:noFill/>
        </p:spPr>
        <p:txBody>
          <a:bodyPr wrap="none" lIns="0" tIns="0" rIns="0" bIns="0" rtlCol="0" anchor="ctr">
            <a:spAutoFit/>
          </a:bodyPr>
          <a:lstStyle/>
          <a:p>
            <a:pPr algn="ctr"/>
            <a:r>
              <a:rPr lang="en-US" sz="13800">
                <a:solidFill>
                  <a:srgbClr val="000000"/>
                </a:solidFill>
              </a:rPr>
              <a:t>Large text </a:t>
            </a:r>
          </a:p>
          <a:p>
            <a:pPr algn="ctr"/>
            <a:r>
              <a:rPr lang="en-US" sz="13800">
                <a:solidFill>
                  <a:srgbClr val="000000"/>
                </a:solidFill>
              </a:rPr>
              <a:t>layouts</a:t>
            </a:r>
          </a:p>
        </p:txBody>
      </p:sp>
    </p:spTree>
    <p:extLst>
      <p:ext uri="{BB962C8B-B14F-4D97-AF65-F5344CB8AC3E}">
        <p14:creationId xmlns:p14="http://schemas.microsoft.com/office/powerpoint/2010/main" val="99086907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58332353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33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2101737479"/>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Large Text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409860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43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1939919774"/>
      </p:ext>
    </p:extLst>
  </p:cSld>
  <p:clrMapOvr>
    <a:overrideClrMapping bg1="lt1" tx1="dk1" bg2="lt2" tx2="dk2" accent1="accent1" accent2="accent2" accent3="accent3" accent4="accent4" accent5="accent5" accent6="accent6" hlink="hlink" folHlink="folHlink"/>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Large Text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61986468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53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1516569473"/>
      </p:ext>
    </p:extLst>
  </p:cSld>
  <p:clrMapOvr>
    <a:overrideClrMapping bg1="dk1" tx1="lt1" bg2="dk2" tx2="lt2" accent1="accent1" accent2="accent2" accent3="accent3" accent4="accent4" accent5="accent5" accent6="accent6" hlink="hlink" folHlink="folHlink"/>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Large Text, patter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5113001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63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703D0EC0-800C-017B-115C-E6C2A79F739E}"/>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0" y="0"/>
            <a:ext cx="12192000" cy="6858000"/>
          </a:xfrm>
          <a:prstGeom prst="rect">
            <a:avLst/>
          </a:prstGeom>
        </p:spPr>
      </p:pic>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9" name="Page# static">
            <a:extLst>
              <a:ext uri="{FF2B5EF4-FFF2-40B4-BE49-F238E27FC236}">
                <a16:creationId xmlns="" xmlns:a16="http://schemas.microsoft.com/office/drawing/2014/main" id="{961FCCAC-9A14-EABD-E6FC-0250DF9CC614}"/>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3" name="TextBox 2">
            <a:extLst>
              <a:ext uri="{FF2B5EF4-FFF2-40B4-BE49-F238E27FC236}">
                <a16:creationId xmlns="" xmlns:a16="http://schemas.microsoft.com/office/drawing/2014/main" id="{C5A28A1E-C0C1-68F9-2CC0-E47E8E939C27}"/>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722347694"/>
      </p:ext>
    </p:extLst>
  </p:cSld>
  <p:clrMapOvr>
    <a:overrideClrMapping bg1="lt1" tx1="dk1" bg2="lt2" tx2="dk2" accent1="accent1" accent2="accent2" accent3="accent3" accent4="accent4" accent5="accent5" accent6="accent6" hlink="hlink" folHlink="folHlink"/>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Large Text, pattern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407726262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74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4" name="Graphic 3">
            <a:extLst>
              <a:ext uri="{FF2B5EF4-FFF2-40B4-BE49-F238E27FC236}">
                <a16:creationId xmlns="" xmlns:a16="http://schemas.microsoft.com/office/drawing/2014/main" id="{0EAE06A4-0CF9-D5F6-2C1C-A4EA49DA410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0" y="0"/>
            <a:ext cx="12192000" cy="6858000"/>
          </a:xfrm>
          <a:prstGeom prst="rect">
            <a:avLst/>
          </a:prstGeom>
        </p:spPr>
      </p:pic>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12" name="Page# static">
            <a:extLst>
              <a:ext uri="{FF2B5EF4-FFF2-40B4-BE49-F238E27FC236}">
                <a16:creationId xmlns="" xmlns:a16="http://schemas.microsoft.com/office/drawing/2014/main" id="{CFD9CA61-A5D4-A8B1-D137-7AE49157FD8B}"/>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3" name="TextBox 2">
            <a:extLst>
              <a:ext uri="{FF2B5EF4-FFF2-40B4-BE49-F238E27FC236}">
                <a16:creationId xmlns="" xmlns:a16="http://schemas.microsoft.com/office/drawing/2014/main" id="{D2A8C3E6-DD95-5B46-D797-E225A8A1F31E}"/>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Tree>
    <p:extLst>
      <p:ext uri="{BB962C8B-B14F-4D97-AF65-F5344CB8AC3E}">
        <p14:creationId xmlns:p14="http://schemas.microsoft.com/office/powerpoint/2010/main" val="408292974"/>
      </p:ext>
    </p:extLst>
  </p:cSld>
  <p:clrMapOvr>
    <a:overrideClrMapping bg1="dk1" tx1="lt1" bg2="dk2" tx2="lt2" accent1="accent1" accent2="accent2" accent3="accent3" accent4="accent4" accent5="accent5" accent6="accent6" hlink="hlink" folHlink="folHlink"/>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Quote Large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0173603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84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solidFill>
                <a:srgbClr val="000000"/>
              </a:solidFill>
            </a:endParaRPr>
          </a:p>
        </p:txBody>
      </p:sp>
      <p:sp>
        <p:nvSpPr>
          <p:cNvPr id="13" name="Graphic 6">
            <a:extLst>
              <a:ext uri="{FF2B5EF4-FFF2-40B4-BE49-F238E27FC236}">
                <a16:creationId xmlns="" xmlns:a16="http://schemas.microsoft.com/office/drawing/2014/main"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solidFill>
                <a:srgbClr val="000000"/>
              </a:solidFill>
            </a:endParaRPr>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812478625"/>
      </p:ext>
    </p:extLst>
  </p:cSld>
  <p:clrMapOvr>
    <a:overrideClrMapping bg1="lt1" tx1="dk1" bg2="lt2" tx2="dk2" accent1="accent1" accent2="accent2" accent3="accent3" accent4="accent4" accent5="accent5" accent6="accent6" hlink="hlink" folHlink="folHlink"/>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Quote Large (Carbon)">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6192085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94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solidFill>
                <a:srgbClr val="FFFFFF"/>
              </a:solidFill>
            </a:endParaRPr>
          </a:p>
        </p:txBody>
      </p:sp>
      <p:sp>
        <p:nvSpPr>
          <p:cNvPr id="13" name="Graphic 6">
            <a:extLst>
              <a:ext uri="{FF2B5EF4-FFF2-40B4-BE49-F238E27FC236}">
                <a16:creationId xmlns="" xmlns:a16="http://schemas.microsoft.com/office/drawing/2014/main"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solidFill>
                <a:srgbClr val="FFFFFF"/>
              </a:solidFill>
            </a:endParaRPr>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1868610825"/>
      </p:ext>
    </p:extLst>
  </p:cSld>
  <p:clrMapOvr>
    <a:overrideClrMapping bg1="dk1" tx1="lt1" bg2="dk2" tx2="lt2" accent1="accent1" accent2="accent2" accent3="accent3" accent4="accent4" accent5="accent5" accent6="accent6" hlink="hlink" folHlink="folHlink"/>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Quote Small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6440497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04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solidFill>
                <a:srgbClr val="FFFFFF"/>
              </a:solidFill>
            </a:endParaRPr>
          </a:p>
        </p:txBody>
      </p:sp>
      <p:sp>
        <p:nvSpPr>
          <p:cNvPr id="5" name="Graphic 6">
            <a:extLst>
              <a:ext uri="{FF2B5EF4-FFF2-40B4-BE49-F238E27FC236}">
                <a16:creationId xmlns="" xmlns:a16="http://schemas.microsoft.com/office/drawing/2014/main"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solidFill>
                <a:srgbClr val="FFFFFF"/>
              </a:solidFill>
            </a:endParaRPr>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278801549"/>
      </p:ext>
    </p:extLst>
  </p:cSld>
  <p:clrMapOvr>
    <a:overrideClrMapping bg1="dk1" tx1="lt1" bg2="dk2" tx2="lt2" accent1="accent1" accent2="accent2" accent3="accent3" accent4="accent4" accent5="accent5" accent6="accent6" hlink="hlink" folHlink="folHlink"/>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Quote Small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0960572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14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 xmlns:a16="http://schemas.microsoft.com/office/drawing/2014/main"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solidFill>
                <a:srgbClr val="000000"/>
              </a:solidFill>
            </a:endParaRPr>
          </a:p>
        </p:txBody>
      </p:sp>
      <p:sp>
        <p:nvSpPr>
          <p:cNvPr id="5" name="Graphic 6">
            <a:extLst>
              <a:ext uri="{FF2B5EF4-FFF2-40B4-BE49-F238E27FC236}">
                <a16:creationId xmlns="" xmlns:a16="http://schemas.microsoft.com/office/drawing/2014/main"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solidFill>
                <a:srgbClr val="000000"/>
              </a:solidFill>
            </a:endParaRPr>
          </a:p>
        </p:txBody>
      </p:sp>
      <p:sp>
        <p:nvSpPr>
          <p:cNvPr id="2" name="Title 1">
            <a:extLst>
              <a:ext uri="{FF2B5EF4-FFF2-40B4-BE49-F238E27FC236}">
                <a16:creationId xmlns="" xmlns:a16="http://schemas.microsoft.com/office/drawing/2014/main"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 xmlns:a16="http://schemas.microsoft.com/office/drawing/2014/main"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4055401298"/>
      </p:ext>
    </p:extLst>
  </p:cSld>
  <p:clrMapOvr>
    <a:overrideClrMapping bg1="lt1" tx1="dk1" bg2="lt2" tx2="dk2" accent1="accent1" accent2="accent2" accent3="accent3" accent4="accent4" accent5="accent5" accent6="accent6" hlink="hlink" folHlink="folHlink"/>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82106486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25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1437038" y="1305349"/>
            <a:ext cx="9317936" cy="4247317"/>
          </a:xfrm>
          <a:prstGeom prst="rect">
            <a:avLst/>
          </a:prstGeom>
          <a:noFill/>
        </p:spPr>
        <p:txBody>
          <a:bodyPr wrap="none" lIns="0" tIns="0" rIns="0" bIns="0" rtlCol="0" anchor="ctr">
            <a:spAutoFit/>
          </a:bodyPr>
          <a:lstStyle/>
          <a:p>
            <a:pPr algn="ctr"/>
            <a:r>
              <a:rPr lang="en-US" sz="13800">
                <a:solidFill>
                  <a:srgbClr val="000000"/>
                </a:solidFill>
              </a:rPr>
              <a:t>Text + Image</a:t>
            </a:r>
          </a:p>
          <a:p>
            <a:pPr algn="ctr"/>
            <a:r>
              <a:rPr lang="en-US" sz="13800">
                <a:solidFill>
                  <a:srgbClr val="000000"/>
                </a:solidFill>
              </a:rPr>
              <a:t>layouts</a:t>
            </a:r>
          </a:p>
        </p:txBody>
      </p:sp>
    </p:spTree>
    <p:extLst>
      <p:ext uri="{BB962C8B-B14F-4D97-AF65-F5344CB8AC3E}">
        <p14:creationId xmlns:p14="http://schemas.microsoft.com/office/powerpoint/2010/main" val="1289946805"/>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Title Only + Image (white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20406977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35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D4560061-E12B-343E-74A9-8D141BE850FC}"/>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50000"/>
              <a:lumOff val="50000"/>
            </a:schemeClr>
          </a:solidFill>
        </p:spPr>
        <p:txBody>
          <a:bodyPr wrap="square">
            <a:noAutofit/>
          </a:bodyPr>
          <a:lstStyle/>
          <a:p>
            <a:r>
              <a:rPr lang="en-US"/>
              <a:t>Click icon to add picture</a:t>
            </a:r>
          </a:p>
        </p:txBody>
      </p:sp>
      <p:sp>
        <p:nvSpPr>
          <p:cNvPr id="5" name="Title 4">
            <a:extLst>
              <a:ext uri="{FF2B5EF4-FFF2-40B4-BE49-F238E27FC236}">
                <a16:creationId xmlns="" xmlns:a16="http://schemas.microsoft.com/office/drawing/2014/main"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 xmlns:a16="http://schemas.microsoft.com/office/drawing/2014/main" id="{9EA11B80-ED54-BA49-69A0-DA418072FEF3}"/>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1423848775"/>
      </p:ext>
    </p:extLst>
  </p:cSld>
  <p:clrMapOvr>
    <a:overrideClrMapping bg1="lt1" tx1="dk1" bg2="lt2" tx2="dk2" accent1="accent1" accent2="accent2" accent3="accent3" accent4="accent4" accent5="accent5" accent6="accent6" hlink="hlink" folHlink="folHlink"/>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Title Only + Image (dark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38332014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45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27A1CDB2-CCE0-BB20-550A-00A6A2BF7F12}"/>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5" name="Title 4">
            <a:extLst>
              <a:ext uri="{FF2B5EF4-FFF2-40B4-BE49-F238E27FC236}">
                <a16:creationId xmlns="" xmlns:a16="http://schemas.microsoft.com/office/drawing/2014/main"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 xmlns:a16="http://schemas.microsoft.com/office/drawing/2014/main" id="{773BFFBA-BDD4-3A19-5F77-2115BCF77AE5}"/>
              </a:ext>
            </a:extLst>
          </p:cNvPr>
          <p:cNvSpPr>
            <a:spLocks noGrp="1"/>
          </p:cNvSpPr>
          <p:nvPr>
            <p:ph type="sldNum" sz="quarter" idx="15"/>
          </p:nvPr>
        </p:nvSpPr>
        <p:spPr>
          <a:noFill/>
        </p:spPr>
        <p:txBody>
          <a:bodyPr/>
          <a:lstStyle>
            <a:lvl1pPr>
              <a:defRPr>
                <a:solidFill>
                  <a:schemeClr val="bg1"/>
                </a:solidFill>
              </a:defRPr>
            </a:lvl1pPr>
          </a:lstStyle>
          <a:p>
            <a:fld id="{48F63A3B-78C7-47BE-AE5E-E10140E04643}" type="slidenum">
              <a:rPr lang="en-US" smtClean="0">
                <a:solidFill>
                  <a:srgbClr val="000000"/>
                </a:solidFill>
              </a:rPr>
              <a:pPr/>
              <a:t>‹#›</a:t>
            </a:fld>
            <a:endParaRPr lang="en-US">
              <a:solidFill>
                <a:srgbClr val="000000"/>
              </a:solidFill>
            </a:endParaRPr>
          </a:p>
        </p:txBody>
      </p:sp>
    </p:spTree>
    <p:extLst>
      <p:ext uri="{BB962C8B-B14F-4D97-AF65-F5344CB8AC3E}">
        <p14:creationId xmlns:p14="http://schemas.microsoft.com/office/powerpoint/2010/main" val="3037260919"/>
      </p:ext>
    </p:extLst>
  </p:cSld>
  <p:clrMapOvr>
    <a:overrideClrMapping bg1="dk1" tx1="lt1" bg2="dk2" tx2="lt2" accent1="accent1" accent2="accent2" accent3="accent3" accent4="accent4" accent5="accent5" accent6="accent6" hlink="hlink" folHlink="folHlink"/>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Text + Image, overlay white">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231249982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55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203AE294-C7C7-AF77-7408-9188832D4394}"/>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2" name="Title 1">
            <a:extLst>
              <a:ext uri="{FF2B5EF4-FFF2-40B4-BE49-F238E27FC236}">
                <a16:creationId xmlns="" xmlns:a16="http://schemas.microsoft.com/office/drawing/2014/main" id="{2A8160C1-257C-7AAE-C491-296AF113DC78}"/>
              </a:ext>
            </a:extLst>
          </p:cNvPr>
          <p:cNvSpPr>
            <a:spLocks noGrp="1"/>
          </p:cNvSpPr>
          <p:nvPr>
            <p:ph type="title"/>
          </p:nvPr>
        </p:nvSpPr>
        <p:spPr>
          <a:xfrm>
            <a:off x="565150" y="460374"/>
            <a:ext cx="3479800" cy="2212975"/>
          </a:xfrm>
        </p:spPr>
        <p:txBody>
          <a:bodyPr vert="horz"/>
          <a:lstStyle>
            <a:lvl1pPr>
              <a:defRPr>
                <a:solidFill>
                  <a:schemeClr val="bg1"/>
                </a:solidFill>
              </a:defRPr>
            </a:lvl1pPr>
          </a:lstStyle>
          <a:p>
            <a:r>
              <a:rPr lang="en-US"/>
              <a:t>Click to edit Master title style</a:t>
            </a:r>
          </a:p>
        </p:txBody>
      </p:sp>
      <p:sp>
        <p:nvSpPr>
          <p:cNvPr id="13" name="Text Placeholder 12">
            <a:extLst>
              <a:ext uri="{FF2B5EF4-FFF2-40B4-BE49-F238E27FC236}">
                <a16:creationId xmlns="" xmlns:a16="http://schemas.microsoft.com/office/drawing/2014/main"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tx1">
              <a:alpha val="65000"/>
            </a:schemeClr>
          </a:solidFill>
        </p:spPr>
        <p:txBody>
          <a:bodyPr wrap="square" lIns="914400" tIns="402336" rIns="1371600">
            <a:noAutofit/>
          </a:bodyPr>
          <a:lstStyle>
            <a:lvl1pPr>
              <a:defRPr sz="18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 xmlns:a16="http://schemas.microsoft.com/office/drawing/2014/main" id="{CA7C3122-E6F9-FD8C-5516-A3734BC187BE}"/>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2206523961"/>
      </p:ext>
    </p:extLst>
  </p:cSld>
  <p:clrMapOvr>
    <a:overrideClrMapping bg1="dk1" tx1="lt1" bg2="dk2" tx2="lt2" accent1="accent1" accent2="accent2" accent3="accent3" accent4="accent4" accent5="accent5" accent6="accent6" hlink="hlink" folHlink="folHlink"/>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Text + Image, overlay dark">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19263180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66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 xmlns:a16="http://schemas.microsoft.com/office/drawing/2014/main" id="{185C2D0C-55B8-E2AC-5B89-356BBDF1C98D}"/>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bg1">
              <a:lumMod val="50000"/>
              <a:lumOff val="50000"/>
            </a:schemeClr>
          </a:solidFill>
        </p:spPr>
        <p:txBody>
          <a:bodyPr wrap="square">
            <a:noAutofit/>
          </a:bodyPr>
          <a:lstStyle/>
          <a:p>
            <a:r>
              <a:rPr lang="en-US"/>
              <a:t>Click icon to add picture</a:t>
            </a:r>
          </a:p>
        </p:txBody>
      </p:sp>
      <p:sp>
        <p:nvSpPr>
          <p:cNvPr id="2" name="Title 1">
            <a:extLst>
              <a:ext uri="{FF2B5EF4-FFF2-40B4-BE49-F238E27FC236}">
                <a16:creationId xmlns="" xmlns:a16="http://schemas.microsoft.com/office/drawing/2014/main" id="{2A8160C1-257C-7AAE-C491-296AF113DC78}"/>
              </a:ext>
            </a:extLst>
          </p:cNvPr>
          <p:cNvSpPr>
            <a:spLocks noGrp="1"/>
          </p:cNvSpPr>
          <p:nvPr>
            <p:ph type="title"/>
          </p:nvPr>
        </p:nvSpPr>
        <p:spPr>
          <a:xfrm>
            <a:off x="565150" y="460374"/>
            <a:ext cx="3479800" cy="2212975"/>
          </a:xfrm>
        </p:spPr>
        <p:txBody>
          <a:bodyPr vert="horz"/>
          <a:lstStyle/>
          <a:p>
            <a:r>
              <a:rPr lang="en-US"/>
              <a:t>Click to edit Master title style</a:t>
            </a:r>
          </a:p>
        </p:txBody>
      </p:sp>
      <p:sp>
        <p:nvSpPr>
          <p:cNvPr id="13" name="Text Placeholder 12">
            <a:extLst>
              <a:ext uri="{FF2B5EF4-FFF2-40B4-BE49-F238E27FC236}">
                <a16:creationId xmlns="" xmlns:a16="http://schemas.microsoft.com/office/drawing/2014/main"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bg1">
              <a:alpha val="30000"/>
            </a:schemeClr>
          </a:solidFill>
        </p:spPr>
        <p:txBody>
          <a:bodyPr wrap="square" lIns="914400" tIns="402336" rIns="1371600">
            <a:noAutofit/>
          </a:bodyPr>
          <a:lstStyle>
            <a:lvl1pPr>
              <a:defRPr sz="1800"/>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 xmlns:a16="http://schemas.microsoft.com/office/drawing/2014/main" id="{34A4401C-3313-2C03-438B-0B7C7043CEB2}"/>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1521226675"/>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Text + Image, 33% lef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13069747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76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0"/>
            <a:ext cx="7845425" cy="6858000"/>
          </a:xfrm>
          <a:solidFill>
            <a:schemeClr val="bg1">
              <a:lumMod val="95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10" name="Text Placeholder 9">
            <a:extLst>
              <a:ext uri="{FF2B5EF4-FFF2-40B4-BE49-F238E27FC236}">
                <a16:creationId xmlns="" xmlns:a16="http://schemas.microsoft.com/office/drawing/2014/main" id="{88403ECA-F93D-BE4E-2FD5-BD8E047A9F00}"/>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7" name="Slide Number Placeholder 6">
            <a:extLst>
              <a:ext uri="{FF2B5EF4-FFF2-40B4-BE49-F238E27FC236}">
                <a16:creationId xmlns="" xmlns:a16="http://schemas.microsoft.com/office/drawing/2014/main" id="{1B7C2440-A050-99BC-6EE3-70279BE5C5F5}"/>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4123124671"/>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Text + Image, 33% Lef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403986272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86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0"/>
            <a:ext cx="7845425" cy="6858000"/>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 xmlns:a16="http://schemas.microsoft.com/office/drawing/2014/main" id="{388A1134-0987-22DD-8DD0-0A995B637E4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9" name="Slide Number Placeholder 8">
            <a:extLst>
              <a:ext uri="{FF2B5EF4-FFF2-40B4-BE49-F238E27FC236}">
                <a16:creationId xmlns="" xmlns:a16="http://schemas.microsoft.com/office/drawing/2014/main" id="{1E8D5F67-F09B-F6C0-93DE-F3E9F433FD94}"/>
              </a:ext>
            </a:extLst>
          </p:cNvPr>
          <p:cNvSpPr>
            <a:spLocks noGrp="1"/>
          </p:cNvSpPr>
          <p:nvPr>
            <p:ph type="sldNum" sz="quarter" idx="15"/>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2799683860"/>
      </p:ext>
    </p:extLst>
  </p:cSld>
  <p:clrMapOvr>
    <a:overrideClrMapping bg1="dk1" tx1="lt1" bg2="dk2" tx2="lt2" accent1="accent1" accent2="accent2" accent3="accent3" accent4="accent4" accent5="accent5" accent6="accent6" hlink="hlink" folHlink="folHlink"/>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Text + Image, inse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74969102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96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260350"/>
            <a:ext cx="7516368" cy="6035675"/>
          </a:xfrm>
          <a:solidFill>
            <a:schemeClr val="bg1">
              <a:lumMod val="95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37250338"/>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Text + Image, inse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6245650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07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4346575" y="260350"/>
            <a:ext cx="7516368" cy="6035675"/>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 xmlns:a16="http://schemas.microsoft.com/office/drawing/2014/main"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 xmlns:a16="http://schemas.microsoft.com/office/drawing/2014/main" id="{C8533EED-4FDE-C8A5-79CA-8C8A0202D10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796937857"/>
      </p:ext>
    </p:extLst>
  </p:cSld>
  <p:clrMapOvr>
    <a:overrideClrMapping bg1="dk1" tx1="lt1" bg2="dk2" tx2="lt2" accent1="accent1" accent2="accent2" accent3="accent3" accent4="accent4" accent5="accent5" accent6="accent6" hlink="hlink" folHlink="folHlink"/>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Text + Image, 2">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01996392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17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539496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 xmlns:a16="http://schemas.microsoft.com/office/drawing/2014/main" id="{F3162975-62F4-436D-4FC6-1EF79CDD4AC2}"/>
              </a:ext>
            </a:extLst>
          </p:cNvPr>
          <p:cNvSpPr>
            <a:spLocks noGrp="1"/>
          </p:cNvSpPr>
          <p:nvPr>
            <p:ph type="pic" sz="quarter" idx="14"/>
          </p:nvPr>
        </p:nvSpPr>
        <p:spPr>
          <a:xfrm>
            <a:off x="6248400" y="1481052"/>
            <a:ext cx="5394960"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56911038"/>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Text + Image, 2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546793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27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539496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 xmlns:a16="http://schemas.microsoft.com/office/drawing/2014/main" id="{F3162975-62F4-436D-4FC6-1EF79CDD4AC2}"/>
              </a:ext>
            </a:extLst>
          </p:cNvPr>
          <p:cNvSpPr>
            <a:spLocks noGrp="1"/>
          </p:cNvSpPr>
          <p:nvPr>
            <p:ph type="pic" sz="quarter" idx="14"/>
          </p:nvPr>
        </p:nvSpPr>
        <p:spPr>
          <a:xfrm>
            <a:off x="6248400" y="1481052"/>
            <a:ext cx="5394960"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133383088"/>
      </p:ext>
    </p:extLst>
  </p:cSld>
  <p:clrMapOvr>
    <a:overrideClrMapping bg1="dk1" tx1="lt1" bg2="dk2" tx2="lt2" accent1="accent1" accent2="accent2" accent3="accent3" accent4="accent4" accent5="accent5" accent6="accent6" hlink="hlink" folHlink="folHlink"/>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Text + Image, 3">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57728713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37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347980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4355373" y="1481052"/>
            <a:ext cx="3479800"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8145596" y="1481052"/>
            <a:ext cx="3479800"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99920229"/>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Text + Image, 3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9871044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48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347980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4355373" y="1481052"/>
            <a:ext cx="3479800"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8145596" y="1481052"/>
            <a:ext cx="3479800"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30336317"/>
      </p:ext>
    </p:extLst>
  </p:cSld>
  <p:clrMapOvr>
    <a:overrideClrMapping bg1="dk1" tx1="lt1" bg2="dk2" tx2="lt2" accent1="accent1" accent2="accent2" accent3="accent3" accent4="accent4" accent5="accent5" accent6="accent6" hlink="hlink" folHlink="folHlink"/>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Text + Image, 4">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0335989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58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2542032"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3406627" y="1481052"/>
            <a:ext cx="2542032"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6248104" y="1481052"/>
            <a:ext cx="2542032"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 xmlns:a16="http://schemas.microsoft.com/office/drawing/2014/main" id="{F46AC7D4-BC15-6A84-4467-242C1C4BAFE1}"/>
              </a:ext>
            </a:extLst>
          </p:cNvPr>
          <p:cNvSpPr>
            <a:spLocks noGrp="1"/>
          </p:cNvSpPr>
          <p:nvPr>
            <p:ph type="pic" sz="quarter" idx="18"/>
          </p:nvPr>
        </p:nvSpPr>
        <p:spPr>
          <a:xfrm>
            <a:off x="9089580" y="1481052"/>
            <a:ext cx="2542032"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55891793"/>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Text + Image, 4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 xmlns:a16="http://schemas.microsoft.com/office/drawing/2014/main"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5074786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68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 xmlns:a16="http://schemas.microsoft.com/office/drawing/2014/main" id="{65A0BD3C-982A-53AE-710F-83E577BFB7DE}"/>
              </a:ext>
            </a:extLst>
          </p:cNvPr>
          <p:cNvSpPr>
            <a:spLocks noGrp="1"/>
          </p:cNvSpPr>
          <p:nvPr>
            <p:ph type="pic" sz="quarter" idx="12"/>
          </p:nvPr>
        </p:nvSpPr>
        <p:spPr>
          <a:xfrm>
            <a:off x="565150" y="1481052"/>
            <a:ext cx="2542032"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 xmlns:a16="http://schemas.microsoft.com/office/drawing/2014/main"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 xmlns:a16="http://schemas.microsoft.com/office/drawing/2014/main"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 xmlns:a16="http://schemas.microsoft.com/office/drawing/2014/main" id="{C426DFC7-77AC-5D09-1D2D-DF1BDDB507BC}"/>
              </a:ext>
            </a:extLst>
          </p:cNvPr>
          <p:cNvSpPr>
            <a:spLocks noGrp="1"/>
          </p:cNvSpPr>
          <p:nvPr>
            <p:ph type="pic" sz="quarter" idx="14"/>
          </p:nvPr>
        </p:nvSpPr>
        <p:spPr>
          <a:xfrm>
            <a:off x="3406627" y="1481052"/>
            <a:ext cx="2542032"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 xmlns:a16="http://schemas.microsoft.com/office/drawing/2014/main"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 xmlns:a16="http://schemas.microsoft.com/office/drawing/2014/main" id="{F0E6370C-4B6C-16C6-400E-ADA71B718584}"/>
              </a:ext>
            </a:extLst>
          </p:cNvPr>
          <p:cNvSpPr>
            <a:spLocks noGrp="1"/>
          </p:cNvSpPr>
          <p:nvPr>
            <p:ph type="pic" sz="quarter" idx="16"/>
          </p:nvPr>
        </p:nvSpPr>
        <p:spPr>
          <a:xfrm>
            <a:off x="6248104" y="1481052"/>
            <a:ext cx="2542032"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 xmlns:a16="http://schemas.microsoft.com/office/drawing/2014/main"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 xmlns:a16="http://schemas.microsoft.com/office/drawing/2014/main" id="{F46AC7D4-BC15-6A84-4467-242C1C4BAFE1}"/>
              </a:ext>
            </a:extLst>
          </p:cNvPr>
          <p:cNvSpPr>
            <a:spLocks noGrp="1"/>
          </p:cNvSpPr>
          <p:nvPr>
            <p:ph type="pic" sz="quarter" idx="18"/>
          </p:nvPr>
        </p:nvSpPr>
        <p:spPr>
          <a:xfrm>
            <a:off x="9089580" y="1481052"/>
            <a:ext cx="2542032"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 xmlns:a16="http://schemas.microsoft.com/office/drawing/2014/main"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88871333"/>
      </p:ext>
    </p:extLst>
  </p:cSld>
  <p:clrMapOvr>
    <a:overrideClrMapping bg1="dk1" tx1="lt1" bg2="dk2" tx2="lt2" accent1="accent1" accent2="accent2" accent3="accent3" accent4="accent4" accent5="accent5" accent6="accent6" hlink="hlink" folHlink="folHlink"/>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3750861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78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solidFill>
                  <a:srgbClr val="000000"/>
                </a:solidFill>
              </a:rPr>
              <a:t>Case</a:t>
            </a:r>
          </a:p>
          <a:p>
            <a:pPr algn="ctr"/>
            <a:r>
              <a:rPr lang="en-US" sz="13800">
                <a:solidFill>
                  <a:srgbClr val="000000"/>
                </a:solidFill>
              </a:rPr>
              <a:t>layouts</a:t>
            </a:r>
          </a:p>
        </p:txBody>
      </p:sp>
    </p:spTree>
    <p:extLst>
      <p:ext uri="{BB962C8B-B14F-4D97-AF65-F5344CB8AC3E}">
        <p14:creationId xmlns:p14="http://schemas.microsoft.com/office/powerpoint/2010/main" val="46553107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6_Cas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985640" y="1"/>
            <a:ext cx="7246467"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46" name="Rectangle 45">
            <a:extLst>
              <a:ext uri="{FF2B5EF4-FFF2-40B4-BE49-F238E27FC236}">
                <a16:creationId xmlns="" xmlns:a16="http://schemas.microsoft.com/office/drawing/2014/main" id="{EDF65D57-7405-B1F1-189F-3EA07B19BDD8}"/>
              </a:ext>
            </a:extLst>
          </p:cNvPr>
          <p:cNvSpPr/>
          <p:nvPr userDrawn="1"/>
        </p:nvSpPr>
        <p:spPr>
          <a:xfrm>
            <a:off x="5525393" y="5300630"/>
            <a:ext cx="6316085" cy="1124607"/>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353997667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8916"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 xmlns:a16="http://schemas.microsoft.com/office/drawing/2014/main" id="{7DB752B6-A013-4EB6-8E20-8EA33B1FE962}"/>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407613272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8917"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6" name="Text Placeholder 11">
            <a:extLst>
              <a:ext uri="{FF2B5EF4-FFF2-40B4-BE49-F238E27FC236}">
                <a16:creationId xmlns="" xmlns:a16="http://schemas.microsoft.com/office/drawing/2014/main"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 xmlns:a16="http://schemas.microsoft.com/office/drawing/2014/main" id="{D738CE7C-9AC6-FCC5-F504-B9842892C1D3}"/>
              </a:ext>
            </a:extLst>
          </p:cNvPr>
          <p:cNvSpPr>
            <a:spLocks noGrp="1"/>
          </p:cNvSpPr>
          <p:nvPr>
            <p:ph type="body" sz="quarter" idx="22" hasCustomPrompt="1"/>
          </p:nvPr>
        </p:nvSpPr>
        <p:spPr>
          <a:xfrm>
            <a:off x="5525393" y="897678"/>
            <a:ext cx="1992072"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 xmlns:a16="http://schemas.microsoft.com/office/drawing/2014/main"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 xmlns:a16="http://schemas.microsoft.com/office/drawing/2014/main"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 xmlns:a16="http://schemas.microsoft.com/office/drawing/2014/main" id="{87E1CC24-D75A-C013-9495-53F0C22A2596}"/>
              </a:ext>
            </a:extLst>
          </p:cNvPr>
          <p:cNvSpPr>
            <a:spLocks noGrp="1"/>
          </p:cNvSpPr>
          <p:nvPr>
            <p:ph type="body" sz="quarter" idx="24" hasCustomPrompt="1"/>
          </p:nvPr>
        </p:nvSpPr>
        <p:spPr>
          <a:xfrm>
            <a:off x="5525393" y="2646243"/>
            <a:ext cx="195236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 xmlns:a16="http://schemas.microsoft.com/office/drawing/2014/main"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 xmlns:a16="http://schemas.microsoft.com/office/drawing/2014/main"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 xmlns:a16="http://schemas.microsoft.com/office/drawing/2014/main"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 xmlns:a16="http://schemas.microsoft.com/office/drawing/2014/main" id="{E7B7D991-8F48-A2FE-48B9-5DE04A8FC96C}"/>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930839048"/>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7_Case">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985640" y="1"/>
            <a:ext cx="7246467"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 xmlns:a16="http://schemas.microsoft.com/office/drawing/2014/main" id="{ACF7983F-BA5F-CFFA-A0A8-08DDC8806E6C}"/>
              </a:ext>
            </a:extLst>
          </p:cNvPr>
          <p:cNvSpPr/>
          <p:nvPr userDrawn="1"/>
        </p:nvSpPr>
        <p:spPr>
          <a:xfrm>
            <a:off x="5525393" y="5300630"/>
            <a:ext cx="6316085" cy="1124607"/>
          </a:xfrm>
          <a:prstGeom prst="rect">
            <a:avLst/>
          </a:prstGeom>
          <a:solidFill>
            <a:srgbClr val="DAD2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33150028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9940"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 xmlns:a16="http://schemas.microsoft.com/office/drawing/2014/main"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6820632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9941"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6" name="Text Placeholder 11">
            <a:extLst>
              <a:ext uri="{FF2B5EF4-FFF2-40B4-BE49-F238E27FC236}">
                <a16:creationId xmlns="" xmlns:a16="http://schemas.microsoft.com/office/drawing/2014/main"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baseline="0">
                <a:solidFill>
                  <a:srgbClr val="8E867E"/>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 xmlns:a16="http://schemas.microsoft.com/office/drawing/2014/main" id="{D738CE7C-9AC6-FCC5-F504-B9842892C1D3}"/>
              </a:ext>
            </a:extLst>
          </p:cNvPr>
          <p:cNvSpPr>
            <a:spLocks noGrp="1"/>
          </p:cNvSpPr>
          <p:nvPr>
            <p:ph type="body" sz="quarter" idx="22" hasCustomPrompt="1"/>
          </p:nvPr>
        </p:nvSpPr>
        <p:spPr>
          <a:xfrm>
            <a:off x="5525393" y="897678"/>
            <a:ext cx="1881247" cy="168321"/>
          </a:xfrm>
        </p:spPr>
        <p:txBody>
          <a:bodyPr/>
          <a:lstStyle>
            <a:lvl1pPr marL="182880" indent="-182880">
              <a:lnSpc>
                <a:spcPct val="100000"/>
              </a:lnSpc>
              <a:spcBef>
                <a:spcPts val="0"/>
              </a:spcBef>
              <a:buFont typeface="Arial" panose="020B0604020202020204" pitchFamily="34" charset="0"/>
              <a:buNone/>
              <a:defRPr sz="1100" b="1" kern="1200" cap="all" spc="200" baseline="0">
                <a:solidFill>
                  <a:srgbClr val="8E867E"/>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IN" dirty="0"/>
              <a:t>THE CHALLENGE</a:t>
            </a:r>
            <a:endParaRPr lang="en-US" dirty="0"/>
          </a:p>
        </p:txBody>
      </p:sp>
      <p:cxnSp>
        <p:nvCxnSpPr>
          <p:cNvPr id="32" name="Straight Connector 31">
            <a:extLst>
              <a:ext uri="{FF2B5EF4-FFF2-40B4-BE49-F238E27FC236}">
                <a16:creationId xmlns="" xmlns:a16="http://schemas.microsoft.com/office/drawing/2014/main"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 xmlns:a16="http://schemas.microsoft.com/office/drawing/2014/main"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 xmlns:a16="http://schemas.microsoft.com/office/drawing/2014/main" id="{87E1CC24-D75A-C013-9495-53F0C22A2596}"/>
              </a:ext>
            </a:extLst>
          </p:cNvPr>
          <p:cNvSpPr>
            <a:spLocks noGrp="1"/>
          </p:cNvSpPr>
          <p:nvPr>
            <p:ph type="body" sz="quarter" idx="24" hasCustomPrompt="1"/>
          </p:nvPr>
        </p:nvSpPr>
        <p:spPr>
          <a:xfrm>
            <a:off x="5525393" y="2646243"/>
            <a:ext cx="1527769"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 xmlns:a16="http://schemas.microsoft.com/office/drawing/2014/main"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 xmlns:a16="http://schemas.microsoft.com/office/drawing/2014/main"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 </a:t>
            </a:r>
            <a:endParaRPr lang="en-US" dirty="0"/>
          </a:p>
        </p:txBody>
      </p:sp>
      <p:cxnSp>
        <p:nvCxnSpPr>
          <p:cNvPr id="40" name="Straight Connector 39">
            <a:extLst>
              <a:ext uri="{FF2B5EF4-FFF2-40B4-BE49-F238E27FC236}">
                <a16:creationId xmlns="" xmlns:a16="http://schemas.microsoft.com/office/drawing/2014/main"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 xmlns:a16="http://schemas.microsoft.com/office/drawing/2014/main" id="{132D2CBB-6B5E-C0DC-5A56-451205979AAE}"/>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2072111206"/>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8_Case">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985640" y="1"/>
            <a:ext cx="7246467" cy="6857999"/>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Rectangle 18">
            <a:extLst>
              <a:ext uri="{FF2B5EF4-FFF2-40B4-BE49-F238E27FC236}">
                <a16:creationId xmlns="" xmlns:a16="http://schemas.microsoft.com/office/drawing/2014/main" id="{EBFAB308-4AAB-3B8F-BC70-3145A0D359C1}"/>
              </a:ext>
            </a:extLst>
          </p:cNvPr>
          <p:cNvSpPr/>
          <p:nvPr userDrawn="1"/>
        </p:nvSpPr>
        <p:spPr>
          <a:xfrm>
            <a:off x="5525393" y="5300630"/>
            <a:ext cx="6316085" cy="1124607"/>
          </a:xfrm>
          <a:prstGeom prst="rect">
            <a:avLst/>
          </a:prstGeom>
          <a:solidFill>
            <a:srgbClr val="1616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22429785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0964"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49" y="460375"/>
            <a:ext cx="4109385" cy="1124586"/>
          </a:xfrm>
        </p:spPr>
        <p:txBody>
          <a:bodyPr vert="horz"/>
          <a:lstStyle>
            <a:lvl1pPr>
              <a:defRPr b="0">
                <a:solidFill>
                  <a:schemeClr val="bg1"/>
                </a:solidFill>
              </a:defRPr>
            </a:lvl1pPr>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solidFill>
                  <a:schemeClr val="bg1"/>
                </a:solidFill>
              </a:defRPr>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lumMod val="50000"/>
                  </a:schemeClr>
                </a:solidFill>
              </a:defRPr>
            </a:lvl1pPr>
          </a:lstStyle>
          <a:p>
            <a:fld id="{48F63A3B-78C7-47BE-AE5E-E10140E04643}" type="slidenum">
              <a:rPr lang="en-US" smtClean="0">
                <a:solidFill>
                  <a:srgbClr val="FFFFFF">
                    <a:lumMod val="50000"/>
                  </a:srgbClr>
                </a:solidFill>
              </a:rPr>
              <a:pPr/>
              <a:t>‹#›</a:t>
            </a:fld>
            <a:endParaRPr lang="en-US">
              <a:solidFill>
                <a:srgbClr val="FFFFFF">
                  <a:lumMod val="50000"/>
                </a:srgbClr>
              </a:solidFill>
            </a:endParaRPr>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lumMod val="50000"/>
                  </a:srgbClr>
                </a:solidFill>
              </a:rPr>
              <a:pPr algn="r"/>
              <a:t>‹#›</a:t>
            </a:fld>
            <a:endParaRPr lang="en-US" sz="1000">
              <a:solidFill>
                <a:srgbClr val="FFFFFF">
                  <a:lumMod val="50000"/>
                </a:srgbClr>
              </a:solidFill>
            </a:endParaRPr>
          </a:p>
        </p:txBody>
      </p:sp>
      <p:sp>
        <p:nvSpPr>
          <p:cNvPr id="6" name="TextBox 5">
            <a:extLst>
              <a:ext uri="{FF2B5EF4-FFF2-40B4-BE49-F238E27FC236}">
                <a16:creationId xmlns="" xmlns:a16="http://schemas.microsoft.com/office/drawing/2014/main"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FFFFFF">
                    <a:lumMod val="50000"/>
                  </a:srgbClr>
                </a:solidFill>
              </a:rPr>
              <a:t>Copyright 2026, Strictly Confidential, All rights reserved</a:t>
            </a:r>
          </a:p>
        </p:txBody>
      </p:sp>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chemeClr val="tx2"/>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91778956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0965"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lumMod val="50000"/>
                  </a:srgbClr>
                </a:solidFill>
              </a:rPr>
              <a:pPr algn="r"/>
              <a:t>‹#›</a:t>
            </a:fld>
            <a:endParaRPr lang="en-US" sz="1000">
              <a:solidFill>
                <a:srgbClr val="FFFFFF">
                  <a:lumMod val="50000"/>
                </a:srgbClr>
              </a:solidFill>
            </a:endParaRPr>
          </a:p>
        </p:txBody>
      </p:sp>
      <p:sp>
        <p:nvSpPr>
          <p:cNvPr id="14" name="TextBox 13">
            <a:extLst>
              <a:ext uri="{FF2B5EF4-FFF2-40B4-BE49-F238E27FC236}">
                <a16:creationId xmlns="" xmlns:a16="http://schemas.microsoft.com/office/drawing/2014/main"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lumMod val="50000"/>
                  </a:srgbClr>
                </a:solidFill>
              </a:rPr>
              <a:t>Copyright 2026, Strictly Confidential, All rights reserved</a:t>
            </a:r>
          </a:p>
        </p:txBody>
      </p:sp>
      <p:sp>
        <p:nvSpPr>
          <p:cNvPr id="26" name="Text Placeholder 11">
            <a:extLst>
              <a:ext uri="{FF2B5EF4-FFF2-40B4-BE49-F238E27FC236}">
                <a16:creationId xmlns="" xmlns:a16="http://schemas.microsoft.com/office/drawing/2014/main"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solidFill>
                  <a:schemeClr val="bg1">
                    <a:lumMod val="75000"/>
                  </a:schemeClr>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 xmlns:a16="http://schemas.microsoft.com/office/drawing/2014/main" id="{D738CE7C-9AC6-FCC5-F504-B9842892C1D3}"/>
              </a:ext>
            </a:extLst>
          </p:cNvPr>
          <p:cNvSpPr>
            <a:spLocks noGrp="1"/>
          </p:cNvSpPr>
          <p:nvPr>
            <p:ph type="body" sz="quarter" idx="22" hasCustomPrompt="1"/>
          </p:nvPr>
        </p:nvSpPr>
        <p:spPr>
          <a:xfrm>
            <a:off x="5525393" y="897678"/>
            <a:ext cx="1992072" cy="215019"/>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 xmlns:a16="http://schemas.microsoft.com/office/drawing/2014/main"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 xmlns:a16="http://schemas.microsoft.com/office/drawing/2014/main"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 xmlns:a16="http://schemas.microsoft.com/office/drawing/2014/main" id="{87E1CC24-D75A-C013-9495-53F0C22A2596}"/>
              </a:ext>
            </a:extLst>
          </p:cNvPr>
          <p:cNvSpPr>
            <a:spLocks noGrp="1"/>
          </p:cNvSpPr>
          <p:nvPr>
            <p:ph type="body" sz="quarter" idx="24" hasCustomPrompt="1"/>
          </p:nvPr>
        </p:nvSpPr>
        <p:spPr>
          <a:xfrm>
            <a:off x="5525393" y="2646243"/>
            <a:ext cx="224192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 xmlns:a16="http://schemas.microsoft.com/office/drawing/2014/main"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 xmlns:a16="http://schemas.microsoft.com/office/drawing/2014/main"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050">
                <a:solidFill>
                  <a:schemeClr val="bg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 xmlns:a16="http://schemas.microsoft.com/office/drawing/2014/main" id="{CD84A50B-F2B1-C6BE-E6EE-6BEF58E99BCB}"/>
              </a:ext>
            </a:extLst>
          </p:cNvPr>
          <p:cNvCxnSpPr>
            <a:cxnSpLocks/>
          </p:cNvCxnSpPr>
          <p:nvPr userDrawn="1"/>
        </p:nvCxnSpPr>
        <p:spPr>
          <a:xfrm>
            <a:off x="5525393" y="5300630"/>
            <a:ext cx="0" cy="1124607"/>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 xmlns:a16="http://schemas.microsoft.com/office/drawing/2014/main" id="{09D0CC24-D7A4-EBC9-ED92-E511AB8246E9}"/>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lumMod val="50000"/>
                  </a:srgbClr>
                </a:solidFill>
              </a:rPr>
              <a:t>Tenarai</a:t>
            </a:r>
          </a:p>
        </p:txBody>
      </p:sp>
    </p:spTree>
    <p:extLst>
      <p:ext uri="{BB962C8B-B14F-4D97-AF65-F5344CB8AC3E}">
        <p14:creationId xmlns:p14="http://schemas.microsoft.com/office/powerpoint/2010/main" val="114956110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1_Case">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D59692DF-901F-96E4-737C-0C9F729D125A}"/>
              </a:ext>
            </a:extLst>
          </p:cNvPr>
          <p:cNvSpPr/>
          <p:nvPr/>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96728310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1988"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358668" cy="2329125"/>
          </a:xfrm>
        </p:spPr>
        <p:txBody>
          <a:bodyPr vert="horz"/>
          <a:lstStyle/>
          <a:p>
            <a:r>
              <a:rPr lang="en-US" dirty="0"/>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49" y="3067291"/>
            <a:ext cx="3358668" cy="3228733"/>
          </a:xfrm>
        </p:spPr>
        <p:txBody>
          <a:bodyPr/>
          <a:lstStyle>
            <a:lvl1pPr>
              <a:spcBef>
                <a:spcPts val="1200"/>
              </a:spcBef>
              <a:defRPr sz="1600" b="1"/>
            </a:lvl1pPr>
            <a:lvl2pPr marL="0" indent="0">
              <a:spcBef>
                <a:spcPts val="1200"/>
              </a:spcBef>
              <a:buNone/>
              <a:defRPr>
                <a:solidFill>
                  <a:srgbClr val="5E5751"/>
                </a:solidFill>
              </a:defRPr>
            </a:lvl2pPr>
          </a:lstStyle>
          <a:p>
            <a:pPr lvl="0"/>
            <a:r>
              <a:rPr lang="en-US" dirty="0"/>
              <a:t>Click to edit Master text styles</a:t>
            </a:r>
          </a:p>
          <a:p>
            <a:pPr lvl="1"/>
            <a:r>
              <a:rPr lang="en-US" dirty="0"/>
              <a:t>Second level</a:t>
            </a:r>
          </a:p>
        </p:txBody>
      </p:sp>
      <p:sp>
        <p:nvSpPr>
          <p:cNvPr id="4" name="Slide Number Placeholder 5">
            <a:extLst>
              <a:ext uri="{FF2B5EF4-FFF2-40B4-BE49-F238E27FC236}">
                <a16:creationId xmlns="" xmlns:a16="http://schemas.microsoft.com/office/drawing/2014/main"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 xmlns:a16="http://schemas.microsoft.com/office/drawing/2014/main"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 xmlns:a16="http://schemas.microsoft.com/office/drawing/2014/main"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cxnSp>
        <p:nvCxnSpPr>
          <p:cNvPr id="11" name="Straight Connector 10">
            <a:extLst>
              <a:ext uri="{FF2B5EF4-FFF2-40B4-BE49-F238E27FC236}">
                <a16:creationId xmlns="" xmlns:a16="http://schemas.microsoft.com/office/drawing/2014/main" id="{0E9F2B9A-52E4-5369-DE70-8BFDBBCC0D18}"/>
              </a:ext>
            </a:extLst>
          </p:cNvPr>
          <p:cNvCxnSpPr>
            <a:cxnSpLocks/>
          </p:cNvCxnSpPr>
          <p:nvPr/>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3" name="Picture 12">
            <a:extLst>
              <a:ext uri="{FF2B5EF4-FFF2-40B4-BE49-F238E27FC236}">
                <a16:creationId xmlns="" xmlns:a16="http://schemas.microsoft.com/office/drawing/2014/main" id="{C0E0F2B1-911D-23F5-0F11-045F8FF1FA0E}"/>
              </a:ext>
            </a:extLst>
          </p:cNvPr>
          <p:cNvPicPr>
            <a:picLocks noChangeAspect="1"/>
          </p:cNvPicPr>
          <p:nvPr/>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23" name="Straight Connector 22">
            <a:extLst>
              <a:ext uri="{FF2B5EF4-FFF2-40B4-BE49-F238E27FC236}">
                <a16:creationId xmlns="" xmlns:a16="http://schemas.microsoft.com/office/drawing/2014/main" id="{E1DC7703-A219-49E7-FEA0-BEFC89E1F97D}"/>
              </a:ext>
            </a:extLst>
          </p:cNvPr>
          <p:cNvCxnSpPr>
            <a:cxnSpLocks/>
          </p:cNvCxnSpPr>
          <p:nvPr/>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 xmlns:a16="http://schemas.microsoft.com/office/drawing/2014/main" id="{00FD386C-28AE-B74F-02DC-04E3555D6840}"/>
              </a:ext>
            </a:extLst>
          </p:cNvPr>
          <p:cNvCxnSpPr>
            <a:cxnSpLocks/>
          </p:cNvCxnSpPr>
          <p:nvPr/>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36" name="Picture 35">
            <a:extLst>
              <a:ext uri="{FF2B5EF4-FFF2-40B4-BE49-F238E27FC236}">
                <a16:creationId xmlns="" xmlns:a16="http://schemas.microsoft.com/office/drawing/2014/main" id="{326B9CEE-3F61-9895-D003-98F8E1D78142}"/>
              </a:ext>
            </a:extLst>
          </p:cNvPr>
          <p:cNvPicPr>
            <a:picLocks noChangeAspect="1"/>
          </p:cNvPicPr>
          <p:nvPr/>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65" name="Picture 64">
            <a:extLst>
              <a:ext uri="{FF2B5EF4-FFF2-40B4-BE49-F238E27FC236}">
                <a16:creationId xmlns="" xmlns:a16="http://schemas.microsoft.com/office/drawing/2014/main" id="{9BA95AFC-6701-9FCC-EF2C-3DFAAF6DE781}"/>
              </a:ext>
            </a:extLst>
          </p:cNvPr>
          <p:cNvPicPr>
            <a:picLocks noChangeAspect="1"/>
          </p:cNvPicPr>
          <p:nvPr/>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
        <p:nvSpPr>
          <p:cNvPr id="15" name="Text Placeholder 13">
            <a:extLst>
              <a:ext uri="{FF2B5EF4-FFF2-40B4-BE49-F238E27FC236}">
                <a16:creationId xmlns="" xmlns:a16="http://schemas.microsoft.com/office/drawing/2014/main" id="{391FDC00-B1D7-9C33-205E-89C2DDA560F1}"/>
              </a:ext>
            </a:extLst>
          </p:cNvPr>
          <p:cNvSpPr>
            <a:spLocks noGrp="1"/>
          </p:cNvSpPr>
          <p:nvPr>
            <p:ph type="body" sz="quarter" idx="15"/>
          </p:nvPr>
        </p:nvSpPr>
        <p:spPr>
          <a:xfrm>
            <a:off x="5050831" y="647287"/>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16" name="Text Placeholder 13">
            <a:extLst>
              <a:ext uri="{FF2B5EF4-FFF2-40B4-BE49-F238E27FC236}">
                <a16:creationId xmlns="" xmlns:a16="http://schemas.microsoft.com/office/drawing/2014/main" id="{CA3606B1-576E-7889-44A2-AC25BD122E54}"/>
              </a:ext>
            </a:extLst>
          </p:cNvPr>
          <p:cNvSpPr>
            <a:spLocks noGrp="1"/>
          </p:cNvSpPr>
          <p:nvPr>
            <p:ph type="body" sz="quarter" idx="16"/>
          </p:nvPr>
        </p:nvSpPr>
        <p:spPr>
          <a:xfrm>
            <a:off x="5050831" y="2481629"/>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22" name="Text Placeholder 13">
            <a:extLst>
              <a:ext uri="{FF2B5EF4-FFF2-40B4-BE49-F238E27FC236}">
                <a16:creationId xmlns="" xmlns:a16="http://schemas.microsoft.com/office/drawing/2014/main" id="{DEDA8E94-A7BA-2A7C-EA6E-8F98BCFEB728}"/>
              </a:ext>
            </a:extLst>
          </p:cNvPr>
          <p:cNvSpPr>
            <a:spLocks noGrp="1"/>
          </p:cNvSpPr>
          <p:nvPr>
            <p:ph type="body" sz="quarter" idx="18" hasCustomPrompt="1"/>
          </p:nvPr>
        </p:nvSpPr>
        <p:spPr>
          <a:xfrm>
            <a:off x="5050831" y="4698550"/>
            <a:ext cx="1235667"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lgn="l">
              <a:buNone/>
              <a:defRPr kumimoji="0" lang="en-US" b="1" spc="0" normalizeH="0" baseline="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algn="l">
              <a:defRPr/>
            </a:pPr>
            <a:r>
              <a:rPr lang="en-US" sz="1400" dirty="0">
                <a:solidFill>
                  <a:srgbClr val="47413D"/>
                </a:solidFill>
                <a:latin typeface="+mn-lt"/>
              </a:rPr>
              <a:t>Impact</a:t>
            </a:r>
            <a:endParaRPr lang="en-IN" sz="1400" dirty="0">
              <a:solidFill>
                <a:srgbClr val="47413D"/>
              </a:solidFill>
              <a:latin typeface="+mn-lt"/>
            </a:endParaRPr>
          </a:p>
        </p:txBody>
      </p:sp>
      <p:sp>
        <p:nvSpPr>
          <p:cNvPr id="25" name="Text Placeholder 24">
            <a:extLst>
              <a:ext uri="{FF2B5EF4-FFF2-40B4-BE49-F238E27FC236}">
                <a16:creationId xmlns="" xmlns:a16="http://schemas.microsoft.com/office/drawing/2014/main" id="{3069DD77-514E-A4EF-9422-DD760605E2A7}"/>
              </a:ext>
            </a:extLst>
          </p:cNvPr>
          <p:cNvSpPr>
            <a:spLocks noGrp="1"/>
          </p:cNvSpPr>
          <p:nvPr>
            <p:ph type="body" sz="quarter" idx="19"/>
          </p:nvPr>
        </p:nvSpPr>
        <p:spPr>
          <a:xfrm>
            <a:off x="5050831" y="1036357"/>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27" name="Text Placeholder 24">
            <a:extLst>
              <a:ext uri="{FF2B5EF4-FFF2-40B4-BE49-F238E27FC236}">
                <a16:creationId xmlns="" xmlns:a16="http://schemas.microsoft.com/office/drawing/2014/main" id="{B19AFB08-B154-3AE2-9763-B7A80F0CD723}"/>
              </a:ext>
            </a:extLst>
          </p:cNvPr>
          <p:cNvSpPr>
            <a:spLocks noGrp="1"/>
          </p:cNvSpPr>
          <p:nvPr>
            <p:ph type="body" sz="quarter" idx="20"/>
          </p:nvPr>
        </p:nvSpPr>
        <p:spPr>
          <a:xfrm>
            <a:off x="5050831" y="2870699"/>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8" name="Rectangle 7">
            <a:extLst>
              <a:ext uri="{FF2B5EF4-FFF2-40B4-BE49-F238E27FC236}">
                <a16:creationId xmlns="" xmlns:a16="http://schemas.microsoft.com/office/drawing/2014/main" id="{1580CECB-9733-8E17-F7D6-AEBC84C01F54}"/>
              </a:ext>
            </a:extLst>
          </p:cNvPr>
          <p:cNvSpPr/>
          <p:nvPr userDrawn="1"/>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aphicFrame>
        <p:nvGraphicFramePr>
          <p:cNvPr id="9" name="think-cell data - do not delete" hidden="1">
            <a:extLst>
              <a:ext uri="{FF2B5EF4-FFF2-40B4-BE49-F238E27FC236}">
                <a16:creationId xmlns="" xmlns:a16="http://schemas.microsoft.com/office/drawing/2014/main"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21073819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1989" name="think-cell Slide" r:id="rId10" imgW="7772400" imgH="10058400" progId="TCLayout.ActiveDocument.1">
                  <p:embed/>
                </p:oleObj>
              </mc:Choice>
              <mc:Fallback>
                <p:oleObj name="think-cell Slide" r:id="rId10"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 xmlns:a16="http://schemas.microsoft.com/office/drawing/2014/main"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14" name="TextBox 13">
            <a:extLst>
              <a:ext uri="{FF2B5EF4-FFF2-40B4-BE49-F238E27FC236}">
                <a16:creationId xmlns="" xmlns:a16="http://schemas.microsoft.com/office/drawing/2014/main"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cxnSp>
        <p:nvCxnSpPr>
          <p:cNvPr id="17" name="Straight Connector 16">
            <a:extLst>
              <a:ext uri="{FF2B5EF4-FFF2-40B4-BE49-F238E27FC236}">
                <a16:creationId xmlns="" xmlns:a16="http://schemas.microsoft.com/office/drawing/2014/main" id="{7DED35B3-FE32-22B2-FE4B-F71536D0475E}"/>
              </a:ext>
            </a:extLst>
          </p:cNvPr>
          <p:cNvCxnSpPr>
            <a:cxnSpLocks/>
          </p:cNvCxnSpPr>
          <p:nvPr userDrawn="1"/>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 xmlns:a16="http://schemas.microsoft.com/office/drawing/2014/main" id="{BF19F648-E713-19E4-8E80-E336B132E799}"/>
              </a:ext>
            </a:extLst>
          </p:cNvPr>
          <p:cNvPicPr>
            <a:picLocks noChangeAspect="1"/>
          </p:cNvPicPr>
          <p:nvPr userDrawn="1"/>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19" name="Straight Connector 18">
            <a:extLst>
              <a:ext uri="{FF2B5EF4-FFF2-40B4-BE49-F238E27FC236}">
                <a16:creationId xmlns="" xmlns:a16="http://schemas.microsoft.com/office/drawing/2014/main" id="{AE27C355-0CBF-1E79-F265-A00BA34BBCBF}"/>
              </a:ext>
            </a:extLst>
          </p:cNvPr>
          <p:cNvCxnSpPr>
            <a:cxnSpLocks/>
          </p:cNvCxnSpPr>
          <p:nvPr userDrawn="1"/>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 xmlns:a16="http://schemas.microsoft.com/office/drawing/2014/main" id="{56B8D5F7-A361-8AD4-52B8-082036B1721F}"/>
              </a:ext>
            </a:extLst>
          </p:cNvPr>
          <p:cNvCxnSpPr>
            <a:cxnSpLocks/>
          </p:cNvCxnSpPr>
          <p:nvPr userDrawn="1"/>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 xmlns:a16="http://schemas.microsoft.com/office/drawing/2014/main" id="{D9214AAD-F1D4-D149-48E4-A4CA0897E294}"/>
              </a:ext>
            </a:extLst>
          </p:cNvPr>
          <p:cNvPicPr>
            <a:picLocks noChangeAspect="1"/>
          </p:cNvPicPr>
          <p:nvPr userDrawn="1"/>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24" name="Picture 23">
            <a:extLst>
              <a:ext uri="{FF2B5EF4-FFF2-40B4-BE49-F238E27FC236}">
                <a16:creationId xmlns="" xmlns:a16="http://schemas.microsoft.com/office/drawing/2014/main" id="{97757A16-D1D2-AF1B-D2D6-6B02D3A65248}"/>
              </a:ext>
            </a:extLst>
          </p:cNvPr>
          <p:cNvPicPr>
            <a:picLocks noChangeAspect="1"/>
          </p:cNvPicPr>
          <p:nvPr userDrawn="1"/>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Tree>
    <p:extLst>
      <p:ext uri="{BB962C8B-B14F-4D97-AF65-F5344CB8AC3E}">
        <p14:creationId xmlns:p14="http://schemas.microsoft.com/office/powerpoint/2010/main" val="4223079547"/>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2_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25457857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30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474616600"/>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740252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40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0" name="Picture Placeholder 9">
            <a:extLst>
              <a:ext uri="{FF2B5EF4-FFF2-40B4-BE49-F238E27FC236}">
                <a16:creationId xmlns="" xmlns:a16="http://schemas.microsoft.com/office/drawing/2014/main" id="{4D7F28B9-3CD7-58BB-E8E5-1B72C75CB7B0}"/>
              </a:ext>
            </a:extLst>
          </p:cNvPr>
          <p:cNvSpPr>
            <a:spLocks noGrp="1"/>
          </p:cNvSpPr>
          <p:nvPr>
            <p:ph type="pic" sz="quarter" idx="12"/>
          </p:nvPr>
        </p:nvSpPr>
        <p:spPr>
          <a:xfrm>
            <a:off x="4267200" y="-1"/>
            <a:ext cx="7927848" cy="6857999"/>
          </a:xfrm>
          <a:solidFill>
            <a:srgbClr val="DAD2CB"/>
          </a:solidFill>
        </p:spPr>
        <p:txBody>
          <a:bodyPr/>
          <a:lstStyle/>
          <a:p>
            <a:r>
              <a:rPr lang="en-US"/>
              <a:t>Click icon to add picture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591070875"/>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Cas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07996809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50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3" name="Picture Placeholder 9">
            <a:extLst>
              <a:ext uri="{FF2B5EF4-FFF2-40B4-BE49-F238E27FC236}">
                <a16:creationId xmlns="" xmlns:a16="http://schemas.microsoft.com/office/drawing/2014/main" id="{5C6055F8-9989-D9E2-3C90-326C85A7A212}"/>
              </a:ext>
            </a:extLst>
          </p:cNvPr>
          <p:cNvSpPr>
            <a:spLocks noGrp="1"/>
          </p:cNvSpPr>
          <p:nvPr>
            <p:ph type="pic" sz="quarter" idx="12"/>
          </p:nvPr>
        </p:nvSpPr>
        <p:spPr>
          <a:xfrm>
            <a:off x="4267200" y="-1"/>
            <a:ext cx="7927848" cy="6857999"/>
          </a:xfrm>
          <a:solidFill>
            <a:srgbClr val="2F2C29"/>
          </a:solidFill>
        </p:spPr>
        <p:txBody>
          <a:bodyPr/>
          <a:lstStyle/>
          <a:p>
            <a:r>
              <a:rPr lang="en-US"/>
              <a:t>Click icon to add picture</a:t>
            </a:r>
          </a:p>
        </p:txBody>
      </p:sp>
    </p:spTree>
    <p:extLst>
      <p:ext uri="{BB962C8B-B14F-4D97-AF65-F5344CB8AC3E}">
        <p14:creationId xmlns:p14="http://schemas.microsoft.com/office/powerpoint/2010/main" val="808329495"/>
      </p:ext>
    </p:extLst>
  </p:cSld>
  <p:clrMapOvr>
    <a:overrideClrMapping bg1="dk1" tx1="lt1" bg2="dk2" tx2="lt2" accent1="accent1" accent2="accent2" accent3="accent3" accent4="accent4" accent5="accent5" accent6="accent6" hlink="hlink" folHlink="folHlink"/>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Case, mobile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2113273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60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 xmlns:a16="http://schemas.microsoft.com/office/drawing/2014/main"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 xmlns:a16="http://schemas.microsoft.com/office/drawing/2014/main"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 xmlns:a16="http://schemas.microsoft.com/office/drawing/2014/main"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 xmlns:a16="http://schemas.microsoft.com/office/drawing/2014/main"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 xmlns:a16="http://schemas.microsoft.com/office/drawing/2014/main"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1784746153"/>
      </p:ext>
    </p:extLst>
  </p:cSld>
  <p:clrMapOvr>
    <a:overrideClrMapping bg1="lt1" tx1="dk1" bg2="lt2" tx2="dk2" accent1="accent1" accent2="accent2" accent3="accent3" accent4="accent4" accent5="accent5" accent6="accent6" hlink="hlink" folHlink="folHlink"/>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ase, mobil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0903947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70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 xmlns:a16="http://schemas.microsoft.com/office/drawing/2014/main"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 xmlns:a16="http://schemas.microsoft.com/office/drawing/2014/main"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 xmlns:a16="http://schemas.microsoft.com/office/drawing/2014/main"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 xmlns:a16="http://schemas.microsoft.com/office/drawing/2014/main"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 xmlns:a16="http://schemas.microsoft.com/office/drawing/2014/main"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2493304497"/>
      </p:ext>
    </p:extLst>
  </p:cSld>
  <p:clrMapOvr>
    <a:overrideClrMapping bg1="dk1" tx1="lt1" bg2="dk2" tx2="lt2" accent1="accent1" accent2="accent2" accent3="accent3" accent4="accent4" accent5="accent5" accent6="accent6" hlink="hlink" folHlink="folHlink"/>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ase, laptop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62292197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81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 xmlns:a16="http://schemas.microsoft.com/office/drawing/2014/main"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2842190896"/>
      </p:ext>
    </p:extLst>
  </p:cSld>
  <p:clrMapOvr>
    <a:overrideClrMapping bg1="lt1" tx1="dk1" bg2="lt2" tx2="dk2" accent1="accent1" accent2="accent2" accent3="accent3" accent4="accent4" accent5="accent5" accent6="accent6" hlink="hlink" folHlink="folHlink"/>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laptop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7405784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91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 xmlns:a16="http://schemas.microsoft.com/office/drawing/2014/main"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 xmlns:a16="http://schemas.microsoft.com/office/drawing/2014/main"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28778206"/>
      </p:ext>
    </p:extLst>
  </p:cSld>
  <p:clrMapOvr>
    <a:overrideClrMapping bg1="dk1" tx1="lt1" bg2="dk2" tx2="lt2" accent1="accent1" accent2="accent2" accent3="accent3" accent4="accent4" accent5="accent5" accent6="accent6" hlink="hlink" folHlink="folHlink"/>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ocial Media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334524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01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 xmlns:a16="http://schemas.microsoft.com/office/drawing/2014/main" id="{25E49CCA-F737-5786-8174-B0564AEC1647}"/>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2989882" y="1768475"/>
            <a:ext cx="2956893" cy="3721606"/>
          </a:xfrm>
          <a:prstGeom prst="rect">
            <a:avLst/>
          </a:prstGeom>
        </p:spPr>
      </p:pic>
      <p:pic>
        <p:nvPicPr>
          <p:cNvPr id="8" name="Graphic 7">
            <a:extLst>
              <a:ext uri="{FF2B5EF4-FFF2-40B4-BE49-F238E27FC236}">
                <a16:creationId xmlns="" xmlns:a16="http://schemas.microsoft.com/office/drawing/2014/main" id="{226AC344-E1CE-70B2-B97E-30637E49AB07}"/>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6249613" y="1768475"/>
            <a:ext cx="2956893" cy="3721606"/>
          </a:xfrm>
          <a:prstGeom prst="rect">
            <a:avLst/>
          </a:prstGeom>
        </p:spPr>
      </p:pic>
      <p:pic>
        <p:nvPicPr>
          <p:cNvPr id="9" name="Graphic 8">
            <a:extLst>
              <a:ext uri="{FF2B5EF4-FFF2-40B4-BE49-F238E27FC236}">
                <a16:creationId xmlns="" xmlns:a16="http://schemas.microsoft.com/office/drawing/2014/main" id="{FCEB8D3E-A5C6-310F-74E2-78E550DF1E71}"/>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269850" y="1768475"/>
            <a:ext cx="2956893" cy="3721606"/>
          </a:xfrm>
          <a:prstGeom prst="rect">
            <a:avLst/>
          </a:prstGeom>
        </p:spPr>
      </p:pic>
      <p:pic>
        <p:nvPicPr>
          <p:cNvPr id="10" name="Graphic 9">
            <a:extLst>
              <a:ext uri="{FF2B5EF4-FFF2-40B4-BE49-F238E27FC236}">
                <a16:creationId xmlns="" xmlns:a16="http://schemas.microsoft.com/office/drawing/2014/main" id="{47F66854-B8B3-FA25-DFD9-036CBFA383D7}"/>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9509344" y="1768475"/>
            <a:ext cx="2956893" cy="3721606"/>
          </a:xfrm>
          <a:prstGeom prst="rect">
            <a:avLst/>
          </a:prstGeom>
        </p:spPr>
      </p:pic>
      <p:sp>
        <p:nvSpPr>
          <p:cNvPr id="13" name="Picture Placeholder 12">
            <a:extLst>
              <a:ext uri="{FF2B5EF4-FFF2-40B4-BE49-F238E27FC236}">
                <a16:creationId xmlns="" xmlns:a16="http://schemas.microsoft.com/office/drawing/2014/main"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 xmlns:a16="http://schemas.microsoft.com/office/drawing/2014/main"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 xmlns:a16="http://schemas.microsoft.com/office/drawing/2014/main"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 xmlns:a16="http://schemas.microsoft.com/office/drawing/2014/main"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1029430402"/>
      </p:ext>
    </p:extLst>
  </p:cSld>
  <p:clrMapOvr>
    <a:overrideClrMapping bg1="lt1" tx1="dk1" bg2="lt2" tx2="dk2" accent1="accent1" accent2="accent2" accent3="accent3" accent4="accent4" accent5="accent5" accent6="accent6" hlink="hlink" folHlink="folHlink"/>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ocial Media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 xmlns:a16="http://schemas.microsoft.com/office/drawing/2014/main"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5083130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11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 xmlns:a16="http://schemas.microsoft.com/office/drawing/2014/main"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 xmlns:a16="http://schemas.microsoft.com/office/drawing/2014/main" id="{25E49CCA-F737-5786-8174-B0564AEC164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2989882" y="1768474"/>
            <a:ext cx="2956893" cy="3721608"/>
          </a:xfrm>
          <a:prstGeom prst="rect">
            <a:avLst/>
          </a:prstGeom>
        </p:spPr>
      </p:pic>
      <p:pic>
        <p:nvPicPr>
          <p:cNvPr id="8" name="Graphic 7">
            <a:extLst>
              <a:ext uri="{FF2B5EF4-FFF2-40B4-BE49-F238E27FC236}">
                <a16:creationId xmlns="" xmlns:a16="http://schemas.microsoft.com/office/drawing/2014/main" id="{226AC344-E1CE-70B2-B97E-30637E49AB0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6249613" y="1768474"/>
            <a:ext cx="2956893" cy="3721608"/>
          </a:xfrm>
          <a:prstGeom prst="rect">
            <a:avLst/>
          </a:prstGeom>
        </p:spPr>
      </p:pic>
      <p:pic>
        <p:nvPicPr>
          <p:cNvPr id="9" name="Graphic 8">
            <a:extLst>
              <a:ext uri="{FF2B5EF4-FFF2-40B4-BE49-F238E27FC236}">
                <a16:creationId xmlns="" xmlns:a16="http://schemas.microsoft.com/office/drawing/2014/main" id="{FCEB8D3E-A5C6-310F-74E2-78E550DF1E71}"/>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269850" y="1768474"/>
            <a:ext cx="2956893" cy="3721608"/>
          </a:xfrm>
          <a:prstGeom prst="rect">
            <a:avLst/>
          </a:prstGeom>
        </p:spPr>
      </p:pic>
      <p:pic>
        <p:nvPicPr>
          <p:cNvPr id="10" name="Graphic 9">
            <a:extLst>
              <a:ext uri="{FF2B5EF4-FFF2-40B4-BE49-F238E27FC236}">
                <a16:creationId xmlns="" xmlns:a16="http://schemas.microsoft.com/office/drawing/2014/main" id="{47F66854-B8B3-FA25-DFD9-036CBFA383D7}"/>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9509344" y="1768474"/>
            <a:ext cx="2956893" cy="3721608"/>
          </a:xfrm>
          <a:prstGeom prst="rect">
            <a:avLst/>
          </a:prstGeom>
        </p:spPr>
      </p:pic>
      <p:sp>
        <p:nvSpPr>
          <p:cNvPr id="13" name="Picture Placeholder 12">
            <a:extLst>
              <a:ext uri="{FF2B5EF4-FFF2-40B4-BE49-F238E27FC236}">
                <a16:creationId xmlns="" xmlns:a16="http://schemas.microsoft.com/office/drawing/2014/main"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 xmlns:a16="http://schemas.microsoft.com/office/drawing/2014/main"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 xmlns:a16="http://schemas.microsoft.com/office/drawing/2014/main"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 xmlns:a16="http://schemas.microsoft.com/office/drawing/2014/main"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445686510"/>
      </p:ext>
    </p:extLst>
  </p:cSld>
  <p:clrMapOvr>
    <a:overrideClrMapping bg1="dk1" tx1="lt1" bg2="dk2" tx2="lt2" accent1="accent1" accent2="accent2" accent3="accent3" accent4="accent4" accent5="accent5" accent6="accent6" hlink="hlink" folHlink="folHlink"/>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55089615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22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solidFill>
                  <a:srgbClr val="000000"/>
                </a:solidFill>
              </a:rPr>
              <a:t>Agenda</a:t>
            </a:r>
          </a:p>
          <a:p>
            <a:pPr algn="ctr"/>
            <a:r>
              <a:rPr lang="en-US" sz="13800">
                <a:solidFill>
                  <a:srgbClr val="000000"/>
                </a:solidFill>
              </a:rPr>
              <a:t>layouts</a:t>
            </a:r>
          </a:p>
        </p:txBody>
      </p:sp>
    </p:spTree>
    <p:extLst>
      <p:ext uri="{BB962C8B-B14F-4D97-AF65-F5344CB8AC3E}">
        <p14:creationId xmlns:p14="http://schemas.microsoft.com/office/powerpoint/2010/main" val="591938669"/>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21890325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32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 xmlns:a16="http://schemas.microsoft.com/office/drawing/2014/main"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 xmlns:a16="http://schemas.microsoft.com/office/drawing/2014/main"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 xmlns:a16="http://schemas.microsoft.com/office/drawing/2014/main"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5E5751"/>
                </a:solidFill>
                <a:latin typeface="+mn-lt"/>
              </a:defRPr>
            </a:lvl3pPr>
            <a:lvl4pPr marL="2514600" indent="-628650">
              <a:spcBef>
                <a:spcPts val="0"/>
              </a:spcBef>
              <a:spcAft>
                <a:spcPts val="600"/>
              </a:spcAft>
              <a:buNone/>
              <a:tabLst/>
              <a:defRPr sz="1600">
                <a:solidFill>
                  <a:srgbClr val="5E5751"/>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4266721279"/>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Agenda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30273486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42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 xmlns:a16="http://schemas.microsoft.com/office/drawing/2014/main"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 xmlns:a16="http://schemas.microsoft.com/office/drawing/2014/main"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 xmlns:a16="http://schemas.microsoft.com/office/drawing/2014/main"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BEB4AA"/>
                </a:solidFill>
                <a:latin typeface="+mn-lt"/>
              </a:defRPr>
            </a:lvl3pPr>
            <a:lvl4pPr marL="2514600" indent="-628650">
              <a:spcBef>
                <a:spcPts val="0"/>
              </a:spcBef>
              <a:spcAft>
                <a:spcPts val="600"/>
              </a:spcAft>
              <a:buNone/>
              <a:tabLst/>
              <a:defRPr sz="1600">
                <a:solidFill>
                  <a:srgbClr val="BEB4AA"/>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590701100"/>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Agenda, tab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81937865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52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 xmlns:a16="http://schemas.microsoft.com/office/drawing/2014/main"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1343137585"/>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Agenda, table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382144336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63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 xmlns:a16="http://schemas.microsoft.com/office/drawing/2014/main"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715954589"/>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3029620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73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2569560" y="1305349"/>
            <a:ext cx="7052893" cy="4247317"/>
          </a:xfrm>
          <a:prstGeom prst="rect">
            <a:avLst/>
          </a:prstGeom>
          <a:noFill/>
        </p:spPr>
        <p:txBody>
          <a:bodyPr wrap="none" lIns="0" tIns="0" rIns="0" bIns="0" rtlCol="0" anchor="ctr">
            <a:spAutoFit/>
          </a:bodyPr>
          <a:lstStyle/>
          <a:p>
            <a:pPr algn="ctr"/>
            <a:r>
              <a:rPr lang="en-US" sz="13800">
                <a:solidFill>
                  <a:srgbClr val="000000"/>
                </a:solidFill>
              </a:rPr>
              <a:t>Speakers</a:t>
            </a:r>
          </a:p>
          <a:p>
            <a:pPr algn="ctr"/>
            <a:r>
              <a:rPr lang="en-US" sz="13800">
                <a:solidFill>
                  <a:srgbClr val="000000"/>
                </a:solidFill>
              </a:rPr>
              <a:t>layouts</a:t>
            </a:r>
          </a:p>
        </p:txBody>
      </p:sp>
    </p:spTree>
    <p:extLst>
      <p:ext uri="{BB962C8B-B14F-4D97-AF65-F5344CB8AC3E}">
        <p14:creationId xmlns:p14="http://schemas.microsoft.com/office/powerpoint/2010/main" val="27654430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Speaker, 1">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03728889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83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76254" y="1637435"/>
            <a:ext cx="2527309" cy="2553565"/>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3405188" y="1637434"/>
            <a:ext cx="2554626" cy="2553566"/>
          </a:xfrm>
        </p:spPr>
        <p:txBody>
          <a:bodyPr/>
          <a:lstStyle>
            <a:lvl1pPr>
              <a:spcBef>
                <a:spcPts val="0"/>
              </a:spcBef>
              <a:defRPr sz="2400" b="0"/>
            </a:lvl1pPr>
            <a:lvl2pPr marL="0" indent="0">
              <a:spcBef>
                <a:spcPts val="1200"/>
              </a:spcBef>
              <a:buNone/>
              <a:defRPr sz="2400">
                <a:solidFill>
                  <a:srgbClr val="5E5751"/>
                </a:solidFill>
              </a:defRPr>
            </a:lvl2pPr>
          </a:lstStyle>
          <a:p>
            <a:pPr lvl="0"/>
            <a:r>
              <a:rPr lang="en-US" err="1"/>
              <a:t>Firstname</a:t>
            </a:r>
            <a:r>
              <a:rPr lang="en-US"/>
              <a:t> Lastname</a:t>
            </a:r>
          </a:p>
          <a:p>
            <a:pPr lvl="1"/>
            <a:r>
              <a:rPr lang="en-US"/>
              <a:t>Job title</a:t>
            </a:r>
          </a:p>
        </p:txBody>
      </p:sp>
      <p:sp>
        <p:nvSpPr>
          <p:cNvPr id="13" name="Text Placeholder 9">
            <a:extLst>
              <a:ext uri="{FF2B5EF4-FFF2-40B4-BE49-F238E27FC236}">
                <a16:creationId xmlns="" xmlns:a16="http://schemas.microsoft.com/office/drawing/2014/main" id="{00076557-BFE9-5F8B-B4A1-ED0C0029638E}"/>
              </a:ext>
            </a:extLst>
          </p:cNvPr>
          <p:cNvSpPr>
            <a:spLocks noGrp="1"/>
          </p:cNvSpPr>
          <p:nvPr>
            <p:ph type="body" sz="quarter" idx="12" hasCustomPrompt="1"/>
          </p:nvPr>
        </p:nvSpPr>
        <p:spPr>
          <a:xfrm>
            <a:off x="6248400" y="1637435"/>
            <a:ext cx="3776663" cy="2553565"/>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2459879857"/>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Speaker, 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43676579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93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4817" y="1637435"/>
            <a:ext cx="1564021" cy="1564021"/>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2428504" y="1637434"/>
            <a:ext cx="3517940"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6263986" y="1637435"/>
            <a:ext cx="1563976" cy="1563976"/>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8129589" y="1637434"/>
            <a:ext cx="3516024"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9" name="Text Placeholder 9">
            <a:extLst>
              <a:ext uri="{FF2B5EF4-FFF2-40B4-BE49-F238E27FC236}">
                <a16:creationId xmlns="" xmlns:a16="http://schemas.microsoft.com/office/drawing/2014/main" id="{43A263B2-272B-44F1-9D39-AEA893A1C856}"/>
              </a:ext>
            </a:extLst>
          </p:cNvPr>
          <p:cNvSpPr>
            <a:spLocks noGrp="1"/>
          </p:cNvSpPr>
          <p:nvPr>
            <p:ph type="body" sz="quarter" idx="12" hasCustomPrompt="1"/>
          </p:nvPr>
        </p:nvSpPr>
        <p:spPr>
          <a:xfrm>
            <a:off x="2428504" y="2974975"/>
            <a:ext cx="3517940"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
        <p:nvSpPr>
          <p:cNvPr id="12" name="Text Placeholder 9">
            <a:extLst>
              <a:ext uri="{FF2B5EF4-FFF2-40B4-BE49-F238E27FC236}">
                <a16:creationId xmlns="" xmlns:a16="http://schemas.microsoft.com/office/drawing/2014/main" id="{061D7D79-B6DD-C3D3-D30D-2056D760FFAA}"/>
              </a:ext>
            </a:extLst>
          </p:cNvPr>
          <p:cNvSpPr>
            <a:spLocks noGrp="1"/>
          </p:cNvSpPr>
          <p:nvPr>
            <p:ph type="body" sz="quarter" idx="16" hasCustomPrompt="1"/>
          </p:nvPr>
        </p:nvSpPr>
        <p:spPr>
          <a:xfrm>
            <a:off x="8122427" y="2974975"/>
            <a:ext cx="3517939"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2524254148"/>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Speaker, 3">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3552956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04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56514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4349799" y="1637435"/>
            <a:ext cx="2511552" cy="2511552"/>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434979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 xmlns:a16="http://schemas.microsoft.com/office/drawing/2014/main" id="{7EBD53F4-AA15-026E-C06F-BFCDCD680F32}"/>
              </a:ext>
            </a:extLst>
          </p:cNvPr>
          <p:cNvSpPr>
            <a:spLocks noGrp="1" noChangeAspect="1"/>
          </p:cNvSpPr>
          <p:nvPr>
            <p:ph type="pic" sz="quarter" idx="16"/>
          </p:nvPr>
        </p:nvSpPr>
        <p:spPr>
          <a:xfrm>
            <a:off x="8143458" y="1637434"/>
            <a:ext cx="2511551" cy="2511551"/>
          </a:xfrm>
          <a:solidFill>
            <a:srgbClr val="F5F0EB"/>
          </a:solidFill>
        </p:spPr>
        <p:txBody>
          <a:bodyPr/>
          <a:lstStyle/>
          <a:p>
            <a:r>
              <a:rPr lang="en-US"/>
              <a:t>Click icon to add picture</a:t>
            </a:r>
          </a:p>
        </p:txBody>
      </p:sp>
      <p:sp>
        <p:nvSpPr>
          <p:cNvPr id="20" name="Text Placeholder 11">
            <a:extLst>
              <a:ext uri="{FF2B5EF4-FFF2-40B4-BE49-F238E27FC236}">
                <a16:creationId xmlns="" xmlns:a16="http://schemas.microsoft.com/office/drawing/2014/main" id="{B6945004-3FBB-EB03-5646-97F9F63ABEAD}"/>
              </a:ext>
            </a:extLst>
          </p:cNvPr>
          <p:cNvSpPr>
            <a:spLocks noGrp="1"/>
          </p:cNvSpPr>
          <p:nvPr>
            <p:ph type="body" sz="quarter" idx="17" hasCustomPrompt="1"/>
          </p:nvPr>
        </p:nvSpPr>
        <p:spPr>
          <a:xfrm>
            <a:off x="814345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145786142"/>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Speaker, 4">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6303326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14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565149"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3412998" y="1637435"/>
            <a:ext cx="2514600" cy="2514600"/>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3412998"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 xmlns:a16="http://schemas.microsoft.com/office/drawing/2014/main" id="{7EBD53F4-AA15-026E-C06F-BFCDCD680F32}"/>
              </a:ext>
            </a:extLst>
          </p:cNvPr>
          <p:cNvSpPr>
            <a:spLocks noGrp="1" noChangeAspect="1"/>
          </p:cNvSpPr>
          <p:nvPr>
            <p:ph type="pic" sz="quarter" idx="16"/>
          </p:nvPr>
        </p:nvSpPr>
        <p:spPr>
          <a:xfrm>
            <a:off x="6256365" y="1637435"/>
            <a:ext cx="2514600" cy="2514600"/>
          </a:xfrm>
          <a:solidFill>
            <a:srgbClr val="F5F0EB"/>
          </a:solidFill>
        </p:spPr>
        <p:txBody>
          <a:bodyPr/>
          <a:lstStyle/>
          <a:p>
            <a:r>
              <a:rPr lang="en-US"/>
              <a:t>Click icon to add picture</a:t>
            </a:r>
          </a:p>
        </p:txBody>
      </p:sp>
      <p:sp>
        <p:nvSpPr>
          <p:cNvPr id="20" name="Text Placeholder 11">
            <a:extLst>
              <a:ext uri="{FF2B5EF4-FFF2-40B4-BE49-F238E27FC236}">
                <a16:creationId xmlns="" xmlns:a16="http://schemas.microsoft.com/office/drawing/2014/main" id="{B6945004-3FBB-EB03-5646-97F9F63ABEAD}"/>
              </a:ext>
            </a:extLst>
          </p:cNvPr>
          <p:cNvSpPr>
            <a:spLocks noGrp="1"/>
          </p:cNvSpPr>
          <p:nvPr>
            <p:ph type="body" sz="quarter" idx="17" hasCustomPrompt="1"/>
          </p:nvPr>
        </p:nvSpPr>
        <p:spPr>
          <a:xfrm>
            <a:off x="6256364"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7" name="Picture Placeholder 7">
            <a:extLst>
              <a:ext uri="{FF2B5EF4-FFF2-40B4-BE49-F238E27FC236}">
                <a16:creationId xmlns="" xmlns:a16="http://schemas.microsoft.com/office/drawing/2014/main" id="{D16ABBBF-2339-2E06-7C84-AF01ECF613A3}"/>
              </a:ext>
            </a:extLst>
          </p:cNvPr>
          <p:cNvSpPr>
            <a:spLocks noGrp="1" noChangeAspect="1"/>
          </p:cNvSpPr>
          <p:nvPr>
            <p:ph type="pic" sz="quarter" idx="18"/>
          </p:nvPr>
        </p:nvSpPr>
        <p:spPr>
          <a:xfrm>
            <a:off x="9087852" y="1637435"/>
            <a:ext cx="2514600" cy="2514600"/>
          </a:xfrm>
          <a:solidFill>
            <a:srgbClr val="F5F0EB"/>
          </a:solidFill>
        </p:spPr>
        <p:txBody>
          <a:bodyPr/>
          <a:lstStyle/>
          <a:p>
            <a:r>
              <a:rPr lang="en-US"/>
              <a:t>Click icon to add picture</a:t>
            </a:r>
          </a:p>
        </p:txBody>
      </p:sp>
      <p:sp>
        <p:nvSpPr>
          <p:cNvPr id="9" name="Text Placeholder 11">
            <a:extLst>
              <a:ext uri="{FF2B5EF4-FFF2-40B4-BE49-F238E27FC236}">
                <a16:creationId xmlns="" xmlns:a16="http://schemas.microsoft.com/office/drawing/2014/main" id="{0799ED43-EE89-E750-7B23-AFCCA755762E}"/>
              </a:ext>
            </a:extLst>
          </p:cNvPr>
          <p:cNvSpPr>
            <a:spLocks noGrp="1"/>
          </p:cNvSpPr>
          <p:nvPr>
            <p:ph type="body" sz="quarter" idx="19" hasCustomPrompt="1"/>
          </p:nvPr>
        </p:nvSpPr>
        <p:spPr>
          <a:xfrm>
            <a:off x="9087851"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2786960867"/>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Speaker, 6">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10031900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24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76463" y="1775000"/>
            <a:ext cx="1552375" cy="1552375"/>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576463"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Text Placeholder 11">
            <a:extLst>
              <a:ext uri="{FF2B5EF4-FFF2-40B4-BE49-F238E27FC236}">
                <a16:creationId xmlns="" xmlns:a16="http://schemas.microsoft.com/office/drawing/2014/main" id="{F71FED85-DAF8-E75C-B88D-72336814AFD6}"/>
              </a:ext>
            </a:extLst>
          </p:cNvPr>
          <p:cNvSpPr>
            <a:spLocks noGrp="1"/>
          </p:cNvSpPr>
          <p:nvPr>
            <p:ph type="body" sz="quarter" idx="19" hasCustomPrompt="1"/>
          </p:nvPr>
        </p:nvSpPr>
        <p:spPr>
          <a:xfrm>
            <a:off x="576463" y="1254086"/>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(optional)</a:t>
            </a:r>
          </a:p>
        </p:txBody>
      </p:sp>
      <p:sp>
        <p:nvSpPr>
          <p:cNvPr id="26" name="Text Placeholder 11">
            <a:extLst>
              <a:ext uri="{FF2B5EF4-FFF2-40B4-BE49-F238E27FC236}">
                <a16:creationId xmlns="" xmlns:a16="http://schemas.microsoft.com/office/drawing/2014/main" id="{80D331FB-07CC-CBB0-1C97-15E6031B1502}"/>
              </a:ext>
            </a:extLst>
          </p:cNvPr>
          <p:cNvSpPr>
            <a:spLocks noGrp="1"/>
          </p:cNvSpPr>
          <p:nvPr>
            <p:ph type="body" sz="quarter" idx="20" hasCustomPrompt="1"/>
          </p:nvPr>
        </p:nvSpPr>
        <p:spPr>
          <a:xfrm>
            <a:off x="576463" y="4501783"/>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over logos (optional)</a:t>
            </a:r>
          </a:p>
        </p:txBody>
      </p:sp>
      <p:sp>
        <p:nvSpPr>
          <p:cNvPr id="31" name="Picture Placeholder 7">
            <a:extLst>
              <a:ext uri="{FF2B5EF4-FFF2-40B4-BE49-F238E27FC236}">
                <a16:creationId xmlns="" xmlns:a16="http://schemas.microsoft.com/office/drawing/2014/main" id="{3B6500AD-6C0E-2707-679D-0A899C4EA95D}"/>
              </a:ext>
            </a:extLst>
          </p:cNvPr>
          <p:cNvSpPr>
            <a:spLocks noGrp="1" noChangeAspect="1"/>
          </p:cNvSpPr>
          <p:nvPr>
            <p:ph type="pic" sz="quarter" idx="21"/>
          </p:nvPr>
        </p:nvSpPr>
        <p:spPr>
          <a:xfrm>
            <a:off x="2467064" y="1775000"/>
            <a:ext cx="1552375" cy="1552375"/>
          </a:xfrm>
          <a:solidFill>
            <a:srgbClr val="F5F0EB"/>
          </a:solidFill>
        </p:spPr>
        <p:txBody>
          <a:bodyPr/>
          <a:lstStyle/>
          <a:p>
            <a:r>
              <a:rPr lang="en-US"/>
              <a:t>Click icon to add picture</a:t>
            </a:r>
          </a:p>
        </p:txBody>
      </p:sp>
      <p:sp>
        <p:nvSpPr>
          <p:cNvPr id="32" name="Text Placeholder 11">
            <a:extLst>
              <a:ext uri="{FF2B5EF4-FFF2-40B4-BE49-F238E27FC236}">
                <a16:creationId xmlns="" xmlns:a16="http://schemas.microsoft.com/office/drawing/2014/main" id="{F4A0A85C-8282-CFF2-07DC-5B20BB9E9834}"/>
              </a:ext>
            </a:extLst>
          </p:cNvPr>
          <p:cNvSpPr>
            <a:spLocks noGrp="1"/>
          </p:cNvSpPr>
          <p:nvPr>
            <p:ph type="body" sz="quarter" idx="22" hasCustomPrompt="1"/>
          </p:nvPr>
        </p:nvSpPr>
        <p:spPr>
          <a:xfrm>
            <a:off x="2467064"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3" name="Picture Placeholder 7">
            <a:extLst>
              <a:ext uri="{FF2B5EF4-FFF2-40B4-BE49-F238E27FC236}">
                <a16:creationId xmlns="" xmlns:a16="http://schemas.microsoft.com/office/drawing/2014/main" id="{D078D3FA-853F-C115-1493-DF9FB1C6F215}"/>
              </a:ext>
            </a:extLst>
          </p:cNvPr>
          <p:cNvSpPr>
            <a:spLocks noGrp="1" noChangeAspect="1"/>
          </p:cNvSpPr>
          <p:nvPr>
            <p:ph type="pic" sz="quarter" idx="23"/>
          </p:nvPr>
        </p:nvSpPr>
        <p:spPr>
          <a:xfrm>
            <a:off x="4357665" y="1775000"/>
            <a:ext cx="1552375" cy="1552375"/>
          </a:xfrm>
          <a:solidFill>
            <a:srgbClr val="F5F0EB"/>
          </a:solidFill>
        </p:spPr>
        <p:txBody>
          <a:bodyPr/>
          <a:lstStyle/>
          <a:p>
            <a:r>
              <a:rPr lang="en-US"/>
              <a:t>Click icon to add picture</a:t>
            </a:r>
          </a:p>
        </p:txBody>
      </p:sp>
      <p:sp>
        <p:nvSpPr>
          <p:cNvPr id="34" name="Text Placeholder 11">
            <a:extLst>
              <a:ext uri="{FF2B5EF4-FFF2-40B4-BE49-F238E27FC236}">
                <a16:creationId xmlns="" xmlns:a16="http://schemas.microsoft.com/office/drawing/2014/main" id="{05A7CFBA-E0A6-8DD1-C303-4DD735628AC8}"/>
              </a:ext>
            </a:extLst>
          </p:cNvPr>
          <p:cNvSpPr>
            <a:spLocks noGrp="1"/>
          </p:cNvSpPr>
          <p:nvPr>
            <p:ph type="body" sz="quarter" idx="24" hasCustomPrompt="1"/>
          </p:nvPr>
        </p:nvSpPr>
        <p:spPr>
          <a:xfrm>
            <a:off x="4357665"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5" name="Picture Placeholder 7">
            <a:extLst>
              <a:ext uri="{FF2B5EF4-FFF2-40B4-BE49-F238E27FC236}">
                <a16:creationId xmlns="" xmlns:a16="http://schemas.microsoft.com/office/drawing/2014/main" id="{B6102AE7-F278-B5A9-F2C5-1FBF4197ECDB}"/>
              </a:ext>
            </a:extLst>
          </p:cNvPr>
          <p:cNvSpPr>
            <a:spLocks noGrp="1" noChangeAspect="1"/>
          </p:cNvSpPr>
          <p:nvPr>
            <p:ph type="pic" sz="quarter" idx="25"/>
          </p:nvPr>
        </p:nvSpPr>
        <p:spPr>
          <a:xfrm>
            <a:off x="6248266" y="1775000"/>
            <a:ext cx="1552375" cy="1552375"/>
          </a:xfrm>
          <a:solidFill>
            <a:srgbClr val="F5F0EB"/>
          </a:solidFill>
        </p:spPr>
        <p:txBody>
          <a:bodyPr/>
          <a:lstStyle/>
          <a:p>
            <a:r>
              <a:rPr lang="en-US"/>
              <a:t>Click icon to add picture</a:t>
            </a:r>
          </a:p>
        </p:txBody>
      </p:sp>
      <p:sp>
        <p:nvSpPr>
          <p:cNvPr id="36" name="Text Placeholder 11">
            <a:extLst>
              <a:ext uri="{FF2B5EF4-FFF2-40B4-BE49-F238E27FC236}">
                <a16:creationId xmlns="" xmlns:a16="http://schemas.microsoft.com/office/drawing/2014/main" id="{C2A82CB5-B9E0-2A6D-25BE-D13CD2814ADE}"/>
              </a:ext>
            </a:extLst>
          </p:cNvPr>
          <p:cNvSpPr>
            <a:spLocks noGrp="1"/>
          </p:cNvSpPr>
          <p:nvPr>
            <p:ph type="body" sz="quarter" idx="26" hasCustomPrompt="1"/>
          </p:nvPr>
        </p:nvSpPr>
        <p:spPr>
          <a:xfrm>
            <a:off x="62482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7" name="Picture Placeholder 7">
            <a:extLst>
              <a:ext uri="{FF2B5EF4-FFF2-40B4-BE49-F238E27FC236}">
                <a16:creationId xmlns="" xmlns:a16="http://schemas.microsoft.com/office/drawing/2014/main" id="{70B59503-4A68-E260-B103-EA49A509D2C1}"/>
              </a:ext>
            </a:extLst>
          </p:cNvPr>
          <p:cNvSpPr>
            <a:spLocks noGrp="1" noChangeAspect="1"/>
          </p:cNvSpPr>
          <p:nvPr>
            <p:ph type="pic" sz="quarter" idx="27"/>
          </p:nvPr>
        </p:nvSpPr>
        <p:spPr>
          <a:xfrm>
            <a:off x="8138867" y="1775000"/>
            <a:ext cx="1552375" cy="1552375"/>
          </a:xfrm>
          <a:solidFill>
            <a:srgbClr val="F5F0EB"/>
          </a:solidFill>
        </p:spPr>
        <p:txBody>
          <a:bodyPr/>
          <a:lstStyle/>
          <a:p>
            <a:r>
              <a:rPr lang="en-US"/>
              <a:t>Click icon to add picture</a:t>
            </a:r>
          </a:p>
        </p:txBody>
      </p:sp>
      <p:sp>
        <p:nvSpPr>
          <p:cNvPr id="38" name="Text Placeholder 11">
            <a:extLst>
              <a:ext uri="{FF2B5EF4-FFF2-40B4-BE49-F238E27FC236}">
                <a16:creationId xmlns="" xmlns:a16="http://schemas.microsoft.com/office/drawing/2014/main" id="{A0995BA9-2C1D-3A52-7C7F-BC37A2466C4A}"/>
              </a:ext>
            </a:extLst>
          </p:cNvPr>
          <p:cNvSpPr>
            <a:spLocks noGrp="1"/>
          </p:cNvSpPr>
          <p:nvPr>
            <p:ph type="body" sz="quarter" idx="28" hasCustomPrompt="1"/>
          </p:nvPr>
        </p:nvSpPr>
        <p:spPr>
          <a:xfrm>
            <a:off x="8138867"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9" name="Picture Placeholder 7">
            <a:extLst>
              <a:ext uri="{FF2B5EF4-FFF2-40B4-BE49-F238E27FC236}">
                <a16:creationId xmlns="" xmlns:a16="http://schemas.microsoft.com/office/drawing/2014/main" id="{FE049F1E-C38A-F65C-3614-91F97F14616A}"/>
              </a:ext>
            </a:extLst>
          </p:cNvPr>
          <p:cNvSpPr>
            <a:spLocks noGrp="1" noChangeAspect="1"/>
          </p:cNvSpPr>
          <p:nvPr>
            <p:ph type="pic" sz="quarter" idx="29"/>
          </p:nvPr>
        </p:nvSpPr>
        <p:spPr>
          <a:xfrm>
            <a:off x="10029466" y="1775000"/>
            <a:ext cx="1552375" cy="1552375"/>
          </a:xfrm>
          <a:solidFill>
            <a:srgbClr val="F5F0EB"/>
          </a:solidFill>
        </p:spPr>
        <p:txBody>
          <a:bodyPr/>
          <a:lstStyle/>
          <a:p>
            <a:r>
              <a:rPr lang="en-US"/>
              <a:t>Click icon to add picture</a:t>
            </a:r>
          </a:p>
        </p:txBody>
      </p:sp>
      <p:sp>
        <p:nvSpPr>
          <p:cNvPr id="40" name="Text Placeholder 11">
            <a:extLst>
              <a:ext uri="{FF2B5EF4-FFF2-40B4-BE49-F238E27FC236}">
                <a16:creationId xmlns="" xmlns:a16="http://schemas.microsoft.com/office/drawing/2014/main" id="{06C2ADEC-2DA0-0CA9-F153-77DFAA70DA1B}"/>
              </a:ext>
            </a:extLst>
          </p:cNvPr>
          <p:cNvSpPr>
            <a:spLocks noGrp="1"/>
          </p:cNvSpPr>
          <p:nvPr>
            <p:ph type="body" sz="quarter" idx="30" hasCustomPrompt="1"/>
          </p:nvPr>
        </p:nvSpPr>
        <p:spPr>
          <a:xfrm>
            <a:off x="100294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207823552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Speaker, 1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 xmlns:a16="http://schemas.microsoft.com/office/drawing/2014/main"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902009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34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 xmlns:a16="http://schemas.microsoft.com/office/drawing/2014/main"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 xmlns:a16="http://schemas.microsoft.com/office/drawing/2014/main" id="{78DA0B82-0A52-1781-14DF-468963F89BEE}"/>
              </a:ext>
            </a:extLst>
          </p:cNvPr>
          <p:cNvSpPr>
            <a:spLocks noGrp="1" noChangeAspect="1"/>
          </p:cNvSpPr>
          <p:nvPr>
            <p:ph type="pic" sz="quarter" idx="11"/>
          </p:nvPr>
        </p:nvSpPr>
        <p:spPr>
          <a:xfrm>
            <a:off x="565150" y="1637435"/>
            <a:ext cx="987552" cy="987552"/>
          </a:xfrm>
          <a:solidFill>
            <a:srgbClr val="F5F0EB"/>
          </a:solidFill>
        </p:spPr>
        <p:txBody>
          <a:bodyPr/>
          <a:lstStyle/>
          <a:p>
            <a:r>
              <a:rPr lang="en-US"/>
              <a:t>Click icon to add picture</a:t>
            </a:r>
          </a:p>
        </p:txBody>
      </p:sp>
      <p:sp>
        <p:nvSpPr>
          <p:cNvPr id="11" name="Text Placeholder 11">
            <a:extLst>
              <a:ext uri="{FF2B5EF4-FFF2-40B4-BE49-F238E27FC236}">
                <a16:creationId xmlns="" xmlns:a16="http://schemas.microsoft.com/office/drawing/2014/main" id="{5776214A-FA55-3F63-DFBB-0DC850AEAD86}"/>
              </a:ext>
            </a:extLst>
          </p:cNvPr>
          <p:cNvSpPr>
            <a:spLocks noGrp="1"/>
          </p:cNvSpPr>
          <p:nvPr>
            <p:ph type="body" sz="quarter" idx="13" hasCustomPrompt="1"/>
          </p:nvPr>
        </p:nvSpPr>
        <p:spPr>
          <a:xfrm>
            <a:off x="1703515"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 xmlns:a16="http://schemas.microsoft.com/office/drawing/2014/main" id="{5C63439D-4D82-6FC2-C60B-B16FE6C01A3A}"/>
              </a:ext>
            </a:extLst>
          </p:cNvPr>
          <p:cNvSpPr>
            <a:spLocks noGrp="1" noChangeAspect="1"/>
          </p:cNvSpPr>
          <p:nvPr>
            <p:ph type="pic" sz="quarter" idx="14"/>
          </p:nvPr>
        </p:nvSpPr>
        <p:spPr>
          <a:xfrm>
            <a:off x="4358849" y="1637435"/>
            <a:ext cx="987552" cy="987552"/>
          </a:xfrm>
          <a:solidFill>
            <a:srgbClr val="F5F0EB"/>
          </a:solidFill>
        </p:spPr>
        <p:txBody>
          <a:bodyPr/>
          <a:lstStyle/>
          <a:p>
            <a:r>
              <a:rPr lang="en-US"/>
              <a:t>Click icon to add picture</a:t>
            </a:r>
          </a:p>
        </p:txBody>
      </p:sp>
      <p:sp>
        <p:nvSpPr>
          <p:cNvPr id="5" name="Text Placeholder 11">
            <a:extLst>
              <a:ext uri="{FF2B5EF4-FFF2-40B4-BE49-F238E27FC236}">
                <a16:creationId xmlns="" xmlns:a16="http://schemas.microsoft.com/office/drawing/2014/main" id="{6AD321CB-1F7A-D001-14D9-8179640E93B5}"/>
              </a:ext>
            </a:extLst>
          </p:cNvPr>
          <p:cNvSpPr>
            <a:spLocks noGrp="1"/>
          </p:cNvSpPr>
          <p:nvPr>
            <p:ph type="body" sz="quarter" idx="15" hasCustomPrompt="1"/>
          </p:nvPr>
        </p:nvSpPr>
        <p:spPr>
          <a:xfrm>
            <a:off x="5495540"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9" name="Picture Placeholder 7">
            <a:extLst>
              <a:ext uri="{FF2B5EF4-FFF2-40B4-BE49-F238E27FC236}">
                <a16:creationId xmlns="" xmlns:a16="http://schemas.microsoft.com/office/drawing/2014/main" id="{E07B74AC-EE9A-25D5-4583-5F253A748507}"/>
              </a:ext>
            </a:extLst>
          </p:cNvPr>
          <p:cNvSpPr>
            <a:spLocks noGrp="1" noChangeAspect="1"/>
          </p:cNvSpPr>
          <p:nvPr>
            <p:ph type="pic" sz="quarter" idx="16"/>
          </p:nvPr>
        </p:nvSpPr>
        <p:spPr>
          <a:xfrm>
            <a:off x="565150" y="2888166"/>
            <a:ext cx="987552" cy="987552"/>
          </a:xfrm>
          <a:solidFill>
            <a:srgbClr val="F5F0EB"/>
          </a:solidFill>
        </p:spPr>
        <p:txBody>
          <a:bodyPr/>
          <a:lstStyle/>
          <a:p>
            <a:r>
              <a:rPr lang="en-US"/>
              <a:t>Click icon to add picture</a:t>
            </a:r>
          </a:p>
        </p:txBody>
      </p:sp>
      <p:sp>
        <p:nvSpPr>
          <p:cNvPr id="12" name="Text Placeholder 11">
            <a:extLst>
              <a:ext uri="{FF2B5EF4-FFF2-40B4-BE49-F238E27FC236}">
                <a16:creationId xmlns="" xmlns:a16="http://schemas.microsoft.com/office/drawing/2014/main" id="{35B64ED0-1747-14E8-8C38-312801E015E8}"/>
              </a:ext>
            </a:extLst>
          </p:cNvPr>
          <p:cNvSpPr>
            <a:spLocks noGrp="1"/>
          </p:cNvSpPr>
          <p:nvPr>
            <p:ph type="body" sz="quarter" idx="17" hasCustomPrompt="1"/>
          </p:nvPr>
        </p:nvSpPr>
        <p:spPr>
          <a:xfrm>
            <a:off x="1703515"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3" name="Picture Placeholder 7">
            <a:extLst>
              <a:ext uri="{FF2B5EF4-FFF2-40B4-BE49-F238E27FC236}">
                <a16:creationId xmlns="" xmlns:a16="http://schemas.microsoft.com/office/drawing/2014/main" id="{17D60C2A-77D9-52CA-F221-CE501A39CABC}"/>
              </a:ext>
            </a:extLst>
          </p:cNvPr>
          <p:cNvSpPr>
            <a:spLocks noGrp="1" noChangeAspect="1"/>
          </p:cNvSpPr>
          <p:nvPr>
            <p:ph type="pic" sz="quarter" idx="18"/>
          </p:nvPr>
        </p:nvSpPr>
        <p:spPr>
          <a:xfrm>
            <a:off x="4358849" y="2888166"/>
            <a:ext cx="987552" cy="987552"/>
          </a:xfrm>
          <a:solidFill>
            <a:srgbClr val="F5F0EB"/>
          </a:solidFill>
        </p:spPr>
        <p:txBody>
          <a:bodyPr/>
          <a:lstStyle/>
          <a:p>
            <a:r>
              <a:rPr lang="en-US"/>
              <a:t>Click icon to add picture</a:t>
            </a:r>
          </a:p>
        </p:txBody>
      </p:sp>
      <p:sp>
        <p:nvSpPr>
          <p:cNvPr id="14" name="Text Placeholder 11">
            <a:extLst>
              <a:ext uri="{FF2B5EF4-FFF2-40B4-BE49-F238E27FC236}">
                <a16:creationId xmlns="" xmlns:a16="http://schemas.microsoft.com/office/drawing/2014/main" id="{CB165B28-35C1-D225-4A64-E2A61301A4DD}"/>
              </a:ext>
            </a:extLst>
          </p:cNvPr>
          <p:cNvSpPr>
            <a:spLocks noGrp="1"/>
          </p:cNvSpPr>
          <p:nvPr>
            <p:ph type="body" sz="quarter" idx="19" hasCustomPrompt="1"/>
          </p:nvPr>
        </p:nvSpPr>
        <p:spPr>
          <a:xfrm>
            <a:off x="5495540"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5" name="Picture Placeholder 7">
            <a:extLst>
              <a:ext uri="{FF2B5EF4-FFF2-40B4-BE49-F238E27FC236}">
                <a16:creationId xmlns="" xmlns:a16="http://schemas.microsoft.com/office/drawing/2014/main" id="{E73A1BFE-276C-0927-9FF7-66318C2DBD7D}"/>
              </a:ext>
            </a:extLst>
          </p:cNvPr>
          <p:cNvSpPr>
            <a:spLocks noGrp="1" noChangeAspect="1"/>
          </p:cNvSpPr>
          <p:nvPr>
            <p:ph type="pic" sz="quarter" idx="20"/>
          </p:nvPr>
        </p:nvSpPr>
        <p:spPr>
          <a:xfrm>
            <a:off x="565150" y="4138897"/>
            <a:ext cx="987552" cy="987552"/>
          </a:xfrm>
          <a:solidFill>
            <a:srgbClr val="F5F0EB"/>
          </a:solidFill>
        </p:spPr>
        <p:txBody>
          <a:bodyPr/>
          <a:lstStyle/>
          <a:p>
            <a:r>
              <a:rPr lang="en-US"/>
              <a:t>Click icon to add picture</a:t>
            </a:r>
          </a:p>
        </p:txBody>
      </p:sp>
      <p:sp>
        <p:nvSpPr>
          <p:cNvPr id="16" name="Text Placeholder 11">
            <a:extLst>
              <a:ext uri="{FF2B5EF4-FFF2-40B4-BE49-F238E27FC236}">
                <a16:creationId xmlns="" xmlns:a16="http://schemas.microsoft.com/office/drawing/2014/main" id="{2529DBB2-3720-4AB8-3C81-7BBD12B176C4}"/>
              </a:ext>
            </a:extLst>
          </p:cNvPr>
          <p:cNvSpPr>
            <a:spLocks noGrp="1"/>
          </p:cNvSpPr>
          <p:nvPr>
            <p:ph type="body" sz="quarter" idx="21" hasCustomPrompt="1"/>
          </p:nvPr>
        </p:nvSpPr>
        <p:spPr>
          <a:xfrm>
            <a:off x="1703515"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7" name="Picture Placeholder 7">
            <a:extLst>
              <a:ext uri="{FF2B5EF4-FFF2-40B4-BE49-F238E27FC236}">
                <a16:creationId xmlns="" xmlns:a16="http://schemas.microsoft.com/office/drawing/2014/main" id="{D518239F-8303-6062-88F3-9C2B67E4E1A4}"/>
              </a:ext>
            </a:extLst>
          </p:cNvPr>
          <p:cNvSpPr>
            <a:spLocks noGrp="1" noChangeAspect="1"/>
          </p:cNvSpPr>
          <p:nvPr>
            <p:ph type="pic" sz="quarter" idx="22"/>
          </p:nvPr>
        </p:nvSpPr>
        <p:spPr>
          <a:xfrm>
            <a:off x="4358849" y="4138897"/>
            <a:ext cx="987552" cy="987552"/>
          </a:xfrm>
          <a:solidFill>
            <a:srgbClr val="F5F0EB"/>
          </a:solidFill>
        </p:spPr>
        <p:txBody>
          <a:bodyPr/>
          <a:lstStyle/>
          <a:p>
            <a:r>
              <a:rPr lang="en-US"/>
              <a:t>Click icon to add picture</a:t>
            </a:r>
          </a:p>
        </p:txBody>
      </p:sp>
      <p:sp>
        <p:nvSpPr>
          <p:cNvPr id="18" name="Text Placeholder 11">
            <a:extLst>
              <a:ext uri="{FF2B5EF4-FFF2-40B4-BE49-F238E27FC236}">
                <a16:creationId xmlns="" xmlns:a16="http://schemas.microsoft.com/office/drawing/2014/main" id="{4FA7EC9E-AD87-A0B5-8F3E-FED229E183FF}"/>
              </a:ext>
            </a:extLst>
          </p:cNvPr>
          <p:cNvSpPr>
            <a:spLocks noGrp="1"/>
          </p:cNvSpPr>
          <p:nvPr>
            <p:ph type="body" sz="quarter" idx="23" hasCustomPrompt="1"/>
          </p:nvPr>
        </p:nvSpPr>
        <p:spPr>
          <a:xfrm>
            <a:off x="5495540"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 xmlns:a16="http://schemas.microsoft.com/office/drawing/2014/main" id="{4E9CDB91-D9C5-B930-B1D8-D183D7EC2AEF}"/>
              </a:ext>
            </a:extLst>
          </p:cNvPr>
          <p:cNvSpPr>
            <a:spLocks noGrp="1" noChangeAspect="1"/>
          </p:cNvSpPr>
          <p:nvPr>
            <p:ph type="pic" sz="quarter" idx="24"/>
          </p:nvPr>
        </p:nvSpPr>
        <p:spPr>
          <a:xfrm>
            <a:off x="8142573" y="1637435"/>
            <a:ext cx="987552" cy="987552"/>
          </a:xfrm>
          <a:solidFill>
            <a:srgbClr val="F5F0EB"/>
          </a:solidFill>
        </p:spPr>
        <p:txBody>
          <a:bodyPr/>
          <a:lstStyle/>
          <a:p>
            <a:r>
              <a:rPr lang="en-US"/>
              <a:t>Click icon to add picture</a:t>
            </a:r>
          </a:p>
        </p:txBody>
      </p:sp>
      <p:sp>
        <p:nvSpPr>
          <p:cNvPr id="7" name="Text Placeholder 11">
            <a:extLst>
              <a:ext uri="{FF2B5EF4-FFF2-40B4-BE49-F238E27FC236}">
                <a16:creationId xmlns="" xmlns:a16="http://schemas.microsoft.com/office/drawing/2014/main" id="{311B5EAD-8B7F-6A93-83A3-23F72B428F6D}"/>
              </a:ext>
            </a:extLst>
          </p:cNvPr>
          <p:cNvSpPr>
            <a:spLocks noGrp="1"/>
          </p:cNvSpPr>
          <p:nvPr>
            <p:ph type="body" sz="quarter" idx="25" hasCustomPrompt="1"/>
          </p:nvPr>
        </p:nvSpPr>
        <p:spPr>
          <a:xfrm>
            <a:off x="9279264"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9" name="Picture Placeholder 7">
            <a:extLst>
              <a:ext uri="{FF2B5EF4-FFF2-40B4-BE49-F238E27FC236}">
                <a16:creationId xmlns="" xmlns:a16="http://schemas.microsoft.com/office/drawing/2014/main" id="{3C128D69-5F12-E113-1C1D-87FD3076CE28}"/>
              </a:ext>
            </a:extLst>
          </p:cNvPr>
          <p:cNvSpPr>
            <a:spLocks noGrp="1" noChangeAspect="1"/>
          </p:cNvSpPr>
          <p:nvPr>
            <p:ph type="pic" sz="quarter" idx="26"/>
          </p:nvPr>
        </p:nvSpPr>
        <p:spPr>
          <a:xfrm>
            <a:off x="8142573" y="2888166"/>
            <a:ext cx="987552" cy="987552"/>
          </a:xfrm>
          <a:solidFill>
            <a:srgbClr val="F5F0EB"/>
          </a:solidFill>
        </p:spPr>
        <p:txBody>
          <a:bodyPr/>
          <a:lstStyle/>
          <a:p>
            <a:r>
              <a:rPr lang="en-US"/>
              <a:t>Click icon to add picture</a:t>
            </a:r>
          </a:p>
        </p:txBody>
      </p:sp>
      <p:sp>
        <p:nvSpPr>
          <p:cNvPr id="20" name="Text Placeholder 11">
            <a:extLst>
              <a:ext uri="{FF2B5EF4-FFF2-40B4-BE49-F238E27FC236}">
                <a16:creationId xmlns="" xmlns:a16="http://schemas.microsoft.com/office/drawing/2014/main" id="{7F066EF6-1311-24CB-7809-237CF39D9372}"/>
              </a:ext>
            </a:extLst>
          </p:cNvPr>
          <p:cNvSpPr>
            <a:spLocks noGrp="1"/>
          </p:cNvSpPr>
          <p:nvPr>
            <p:ph type="body" sz="quarter" idx="27" hasCustomPrompt="1"/>
          </p:nvPr>
        </p:nvSpPr>
        <p:spPr>
          <a:xfrm>
            <a:off x="9279264"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1" name="Picture Placeholder 7">
            <a:extLst>
              <a:ext uri="{FF2B5EF4-FFF2-40B4-BE49-F238E27FC236}">
                <a16:creationId xmlns="" xmlns:a16="http://schemas.microsoft.com/office/drawing/2014/main" id="{125D1315-97FF-9A57-853E-248B543B2AF8}"/>
              </a:ext>
            </a:extLst>
          </p:cNvPr>
          <p:cNvSpPr>
            <a:spLocks noGrp="1" noChangeAspect="1"/>
          </p:cNvSpPr>
          <p:nvPr>
            <p:ph type="pic" sz="quarter" idx="28"/>
          </p:nvPr>
        </p:nvSpPr>
        <p:spPr>
          <a:xfrm>
            <a:off x="8142573" y="4138897"/>
            <a:ext cx="987552" cy="987552"/>
          </a:xfrm>
          <a:solidFill>
            <a:srgbClr val="F5F0EB"/>
          </a:solidFill>
        </p:spPr>
        <p:txBody>
          <a:bodyPr/>
          <a:lstStyle/>
          <a:p>
            <a:r>
              <a:rPr lang="en-US"/>
              <a:t>Click icon to add picture</a:t>
            </a:r>
          </a:p>
        </p:txBody>
      </p:sp>
      <p:sp>
        <p:nvSpPr>
          <p:cNvPr id="22" name="Text Placeholder 11">
            <a:extLst>
              <a:ext uri="{FF2B5EF4-FFF2-40B4-BE49-F238E27FC236}">
                <a16:creationId xmlns="" xmlns:a16="http://schemas.microsoft.com/office/drawing/2014/main" id="{68CC0581-D126-BDB7-1E9C-98F2C66DDE7E}"/>
              </a:ext>
            </a:extLst>
          </p:cNvPr>
          <p:cNvSpPr>
            <a:spLocks noGrp="1"/>
          </p:cNvSpPr>
          <p:nvPr>
            <p:ph type="body" sz="quarter" idx="29" hasCustomPrompt="1"/>
          </p:nvPr>
        </p:nvSpPr>
        <p:spPr>
          <a:xfrm>
            <a:off x="9279264"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3" name="Picture Placeholder 7">
            <a:extLst>
              <a:ext uri="{FF2B5EF4-FFF2-40B4-BE49-F238E27FC236}">
                <a16:creationId xmlns="" xmlns:a16="http://schemas.microsoft.com/office/drawing/2014/main" id="{7C60BF74-5B69-8111-2CFB-81EABD313A45}"/>
              </a:ext>
            </a:extLst>
          </p:cNvPr>
          <p:cNvSpPr>
            <a:spLocks noGrp="1" noChangeAspect="1"/>
          </p:cNvSpPr>
          <p:nvPr>
            <p:ph type="pic" sz="quarter" idx="30"/>
          </p:nvPr>
        </p:nvSpPr>
        <p:spPr>
          <a:xfrm>
            <a:off x="565150" y="5389629"/>
            <a:ext cx="987552" cy="987552"/>
          </a:xfrm>
          <a:solidFill>
            <a:srgbClr val="F5F0EB"/>
          </a:solidFill>
        </p:spPr>
        <p:txBody>
          <a:bodyPr/>
          <a:lstStyle/>
          <a:p>
            <a:r>
              <a:rPr lang="en-US"/>
              <a:t>Click icon to add picture</a:t>
            </a:r>
          </a:p>
        </p:txBody>
      </p:sp>
      <p:sp>
        <p:nvSpPr>
          <p:cNvPr id="24" name="Text Placeholder 11">
            <a:extLst>
              <a:ext uri="{FF2B5EF4-FFF2-40B4-BE49-F238E27FC236}">
                <a16:creationId xmlns="" xmlns:a16="http://schemas.microsoft.com/office/drawing/2014/main" id="{FB93A903-C399-3411-D3A5-7D8EA27E4781}"/>
              </a:ext>
            </a:extLst>
          </p:cNvPr>
          <p:cNvSpPr>
            <a:spLocks noGrp="1"/>
          </p:cNvSpPr>
          <p:nvPr>
            <p:ph type="body" sz="quarter" idx="31" hasCustomPrompt="1"/>
          </p:nvPr>
        </p:nvSpPr>
        <p:spPr>
          <a:xfrm>
            <a:off x="1703515"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Picture Placeholder 7">
            <a:extLst>
              <a:ext uri="{FF2B5EF4-FFF2-40B4-BE49-F238E27FC236}">
                <a16:creationId xmlns="" xmlns:a16="http://schemas.microsoft.com/office/drawing/2014/main" id="{2736E186-6C9A-1B23-F922-E7C60426EB6D}"/>
              </a:ext>
            </a:extLst>
          </p:cNvPr>
          <p:cNvSpPr>
            <a:spLocks noGrp="1" noChangeAspect="1"/>
          </p:cNvSpPr>
          <p:nvPr>
            <p:ph type="pic" sz="quarter" idx="32"/>
          </p:nvPr>
        </p:nvSpPr>
        <p:spPr>
          <a:xfrm>
            <a:off x="4358849" y="5389629"/>
            <a:ext cx="987552" cy="987552"/>
          </a:xfrm>
          <a:solidFill>
            <a:srgbClr val="F5F0EB"/>
          </a:solidFill>
        </p:spPr>
        <p:txBody>
          <a:bodyPr/>
          <a:lstStyle/>
          <a:p>
            <a:r>
              <a:rPr lang="en-US"/>
              <a:t>Click icon to add picture</a:t>
            </a:r>
          </a:p>
        </p:txBody>
      </p:sp>
      <p:sp>
        <p:nvSpPr>
          <p:cNvPr id="26" name="Text Placeholder 11">
            <a:extLst>
              <a:ext uri="{FF2B5EF4-FFF2-40B4-BE49-F238E27FC236}">
                <a16:creationId xmlns="" xmlns:a16="http://schemas.microsoft.com/office/drawing/2014/main" id="{D67FFBB4-8EBA-A591-9025-E103B80DA52D}"/>
              </a:ext>
            </a:extLst>
          </p:cNvPr>
          <p:cNvSpPr>
            <a:spLocks noGrp="1"/>
          </p:cNvSpPr>
          <p:nvPr>
            <p:ph type="body" sz="quarter" idx="33" hasCustomPrompt="1"/>
          </p:nvPr>
        </p:nvSpPr>
        <p:spPr>
          <a:xfrm>
            <a:off x="5495540"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7" name="Picture Placeholder 7">
            <a:extLst>
              <a:ext uri="{FF2B5EF4-FFF2-40B4-BE49-F238E27FC236}">
                <a16:creationId xmlns="" xmlns:a16="http://schemas.microsoft.com/office/drawing/2014/main" id="{315113AF-65B1-6860-94D3-6847ED73E65E}"/>
              </a:ext>
            </a:extLst>
          </p:cNvPr>
          <p:cNvSpPr>
            <a:spLocks noGrp="1" noChangeAspect="1"/>
          </p:cNvSpPr>
          <p:nvPr>
            <p:ph type="pic" sz="quarter" idx="34"/>
          </p:nvPr>
        </p:nvSpPr>
        <p:spPr>
          <a:xfrm>
            <a:off x="8142573" y="5389629"/>
            <a:ext cx="987552" cy="987552"/>
          </a:xfrm>
          <a:solidFill>
            <a:srgbClr val="F5F0EB"/>
          </a:solidFill>
        </p:spPr>
        <p:txBody>
          <a:bodyPr/>
          <a:lstStyle/>
          <a:p>
            <a:r>
              <a:rPr lang="en-US"/>
              <a:t>Click icon to add picture</a:t>
            </a:r>
          </a:p>
        </p:txBody>
      </p:sp>
      <p:sp>
        <p:nvSpPr>
          <p:cNvPr id="28" name="Text Placeholder 11">
            <a:extLst>
              <a:ext uri="{FF2B5EF4-FFF2-40B4-BE49-F238E27FC236}">
                <a16:creationId xmlns="" xmlns:a16="http://schemas.microsoft.com/office/drawing/2014/main" id="{D8D2915E-D44F-7A27-1EFE-AA964A273E35}"/>
              </a:ext>
            </a:extLst>
          </p:cNvPr>
          <p:cNvSpPr>
            <a:spLocks noGrp="1"/>
          </p:cNvSpPr>
          <p:nvPr>
            <p:ph type="body" sz="quarter" idx="35" hasCustomPrompt="1"/>
          </p:nvPr>
        </p:nvSpPr>
        <p:spPr>
          <a:xfrm>
            <a:off x="9279264"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4181779623"/>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1425352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45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solidFill>
                  <a:srgbClr val="000000"/>
                </a:solidFill>
              </a:rPr>
              <a:t>Closing</a:t>
            </a:r>
          </a:p>
          <a:p>
            <a:pPr algn="ctr"/>
            <a:r>
              <a:rPr lang="en-US" sz="13800">
                <a:solidFill>
                  <a:srgbClr val="000000"/>
                </a:solidFill>
              </a:rPr>
              <a:t>layouts</a:t>
            </a:r>
          </a:p>
        </p:txBody>
      </p:sp>
    </p:spTree>
    <p:extLst>
      <p:ext uri="{BB962C8B-B14F-4D97-AF65-F5344CB8AC3E}">
        <p14:creationId xmlns:p14="http://schemas.microsoft.com/office/powerpoint/2010/main" val="1933230681"/>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6_End Slide (Carbon)">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 xmlns:a16="http://schemas.microsoft.com/office/drawing/2014/main" id="{F0E82741-EECD-7D5E-DA50-894B61C9F926}"/>
              </a:ext>
            </a:extLst>
          </p:cNvPr>
          <p:cNvPicPr>
            <a:picLocks noChangeAspect="1"/>
          </p:cNvPicPr>
          <p:nvPr userDrawn="1"/>
        </p:nvPicPr>
        <p:blipFill>
          <a:blip>
            <a:extLst>
              <a:ext uri="{96DAC541-7B7A-43D3-8B79-37D633B846F1}">
                <asvg:svgBlip xmlns="" xmlns:asvg="http://schemas.microsoft.com/office/drawing/2016/SVG/main"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342190216"/>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5531"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B6B4F07B-D6B3-E5C8-D832-E51E0E864BB7}"/>
              </a:ext>
            </a:extLst>
          </p:cNvPr>
          <p:cNvPicPr>
            <a:picLocks noChangeAspect="1"/>
          </p:cNvPicPr>
          <p:nvPr userDrawn="1"/>
        </p:nvPicPr>
        <p:blipFill>
          <a:blip>
            <a:extLst>
              <a:ext uri="{96DAC541-7B7A-43D3-8B79-37D633B846F1}">
                <asvg:svgBlip xmlns="" xmlns:asvg="http://schemas.microsoft.com/office/drawing/2016/SVG/main"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 xmlns:a16="http://schemas.microsoft.com/office/drawing/2014/main"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000000">
                    <a:lumMod val="65000"/>
                    <a:lumOff val="35000"/>
                  </a:srgbClr>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 xmlns:a16="http://schemas.microsoft.com/office/drawing/2014/main"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2" name="TextBox 1">
            <a:extLst>
              <a:ext uri="{FF2B5EF4-FFF2-40B4-BE49-F238E27FC236}">
                <a16:creationId xmlns="" xmlns:a16="http://schemas.microsoft.com/office/drawing/2014/main" id="{10E9B97E-B871-FBDE-4718-2615A1C20F6E}"/>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FFFFFF"/>
                </a:solidFill>
              </a:rPr>
              <a:t>Copyright 2026, Strictly Confidential, All rights reserved</a:t>
            </a:r>
          </a:p>
        </p:txBody>
      </p:sp>
      <p:sp>
        <p:nvSpPr>
          <p:cNvPr id="3" name="TextBox 2">
            <a:extLst>
              <a:ext uri="{FF2B5EF4-FFF2-40B4-BE49-F238E27FC236}">
                <a16:creationId xmlns="" xmlns:a16="http://schemas.microsoft.com/office/drawing/2014/main"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FFFFFF"/>
                </a:solidFill>
              </a:rPr>
              <a:t>Tenarai</a:t>
            </a:r>
            <a:endParaRPr lang="en-US" sz="1000" b="1">
              <a:solidFill>
                <a:srgbClr val="FFFFFF"/>
              </a:solidFill>
            </a:endParaRPr>
          </a:p>
        </p:txBody>
      </p:sp>
      <p:sp>
        <p:nvSpPr>
          <p:cNvPr id="7" name="Text Placeholder 5">
            <a:extLst>
              <a:ext uri="{FF2B5EF4-FFF2-40B4-BE49-F238E27FC236}">
                <a16:creationId xmlns="" xmlns:a16="http://schemas.microsoft.com/office/drawing/2014/main" id="{999A7ADE-D49A-50BF-E2D0-38B4984B8E96}"/>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8E867E"/>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13277682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7_End Slide (Carbon)">
    <p:bg>
      <p:bgPr>
        <a:solidFill>
          <a:schemeClr val="tx2"/>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 xmlns:a16="http://schemas.microsoft.com/office/drawing/2014/main" id="{792E8758-AC20-EA9F-2FD3-F5B9E92540F5}"/>
              </a:ext>
            </a:extLst>
          </p:cNvPr>
          <p:cNvPicPr>
            <a:picLocks noChangeAspect="1"/>
          </p:cNvPicPr>
          <p:nvPr userDrawn="1"/>
        </p:nvPicPr>
        <p:blipFill>
          <a:blip>
            <a:extLst>
              <a:ext uri="{96DAC541-7B7A-43D3-8B79-37D633B846F1}">
                <asvg:svgBlip xmlns="" xmlns:asvg="http://schemas.microsoft.com/office/drawing/2016/SVG/main"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1855751468"/>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6555"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B6B4F07B-D6B3-E5C8-D832-E51E0E864BB7}"/>
              </a:ext>
            </a:extLst>
          </p:cNvPr>
          <p:cNvPicPr>
            <a:picLocks noChangeAspect="1"/>
          </p:cNvPicPr>
          <p:nvPr userDrawn="1"/>
        </p:nvPicPr>
        <p:blipFill>
          <a:blip>
            <a:extLst>
              <a:ext uri="{96DAC541-7B7A-43D3-8B79-37D633B846F1}">
                <asvg:svgBlip xmlns="" xmlns:asvg="http://schemas.microsoft.com/office/drawing/2016/SVG/main"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 xmlns:a16="http://schemas.microsoft.com/office/drawing/2014/main"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BEB4AA"/>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 xmlns:a16="http://schemas.microsoft.com/office/drawing/2014/main"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3" name="TextBox 2">
            <a:extLst>
              <a:ext uri="{FF2B5EF4-FFF2-40B4-BE49-F238E27FC236}">
                <a16:creationId xmlns="" xmlns:a16="http://schemas.microsoft.com/office/drawing/2014/main"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000000"/>
                </a:solidFill>
              </a:rPr>
              <a:t>Tenarai</a:t>
            </a:r>
            <a:endParaRPr lang="en-US" sz="1000" b="1">
              <a:solidFill>
                <a:srgbClr val="000000"/>
              </a:solidFill>
            </a:endParaRPr>
          </a:p>
        </p:txBody>
      </p:sp>
      <p:sp>
        <p:nvSpPr>
          <p:cNvPr id="6" name="Text Placeholder 5">
            <a:extLst>
              <a:ext uri="{FF2B5EF4-FFF2-40B4-BE49-F238E27FC236}">
                <a16:creationId xmlns="" xmlns:a16="http://schemas.microsoft.com/office/drawing/2014/main"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47413D"/>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810136954"/>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8_End Slide (Carbon)">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 xmlns:a16="http://schemas.microsoft.com/office/drawing/2014/main" id="{792E8758-AC20-EA9F-2FD3-F5B9E92540F5}"/>
              </a:ext>
            </a:extLst>
          </p:cNvPr>
          <p:cNvPicPr>
            <a:picLocks noChangeAspect="1"/>
          </p:cNvPicPr>
          <p:nvPr userDrawn="1"/>
        </p:nvPicPr>
        <p:blipFill>
          <a:blip>
            <a:extLst>
              <a:ext uri="{96DAC541-7B7A-43D3-8B79-37D633B846F1}">
                <asvg:svgBlip xmlns="" xmlns:asvg="http://schemas.microsoft.com/office/drawing/2016/SVG/main"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366624365"/>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7579"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 xmlns:a16="http://schemas.microsoft.com/office/drawing/2014/main" id="{B6B4F07B-D6B3-E5C8-D832-E51E0E864BB7}"/>
              </a:ext>
            </a:extLst>
          </p:cNvPr>
          <p:cNvPicPr>
            <a:picLocks noChangeAspect="1"/>
          </p:cNvPicPr>
          <p:nvPr userDrawn="1"/>
        </p:nvPicPr>
        <p:blipFill>
          <a:blip>
            <a:extLst>
              <a:ext uri="{96DAC541-7B7A-43D3-8B79-37D633B846F1}">
                <asvg:svgBlip xmlns="" xmlns:asvg="http://schemas.microsoft.com/office/drawing/2016/SVG/main"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 xmlns:a16="http://schemas.microsoft.com/office/drawing/2014/main"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BEB4AA"/>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 xmlns:a16="http://schemas.microsoft.com/office/drawing/2014/main"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3" name="TextBox 2">
            <a:extLst>
              <a:ext uri="{FF2B5EF4-FFF2-40B4-BE49-F238E27FC236}">
                <a16:creationId xmlns="" xmlns:a16="http://schemas.microsoft.com/office/drawing/2014/main"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000000"/>
                </a:solidFill>
              </a:rPr>
              <a:t>Tenarai</a:t>
            </a:r>
            <a:endParaRPr lang="en-US" sz="1000" b="1">
              <a:solidFill>
                <a:srgbClr val="000000"/>
              </a:solidFill>
            </a:endParaRPr>
          </a:p>
        </p:txBody>
      </p:sp>
      <p:sp>
        <p:nvSpPr>
          <p:cNvPr id="6" name="Text Placeholder 5">
            <a:extLst>
              <a:ext uri="{FF2B5EF4-FFF2-40B4-BE49-F238E27FC236}">
                <a16:creationId xmlns="" xmlns:a16="http://schemas.microsoft.com/office/drawing/2014/main"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chemeClr val="bg1"/>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126235597"/>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End Slide (Tan)">
    <p:bg>
      <p:bgRef idx="1001">
        <a:schemeClr val="bg2"/>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14921417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86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 xmlns:a16="http://schemas.microsoft.com/office/drawing/2014/main" id="{CEBDEADF-0953-6CAE-7213-DECA8F5A09E3}"/>
              </a:ext>
            </a:extLst>
          </p:cNvPr>
          <p:cNvPicPr>
            <a:picLocks noChangeAspect="1"/>
          </p:cNvPicPr>
          <p:nvPr userDrawn="1"/>
        </p:nvPicPr>
        <p:blipFill>
          <a:blip>
            <a:extLst>
              <a:ext uri="{96DAC541-7B7A-43D3-8B79-37D633B846F1}">
                <asvg:svgBlip xmlns="" xmlns:asvg="http://schemas.microsoft.com/office/drawing/2016/SVG/main" r:embed="rId6"/>
              </a:ext>
            </a:extLst>
          </a:blip>
          <a:stretch>
            <a:fillRect/>
          </a:stretch>
        </p:blipFill>
        <p:spPr>
          <a:xfrm>
            <a:off x="7769515" y="5910834"/>
            <a:ext cx="4012910" cy="585216"/>
          </a:xfrm>
          <a:prstGeom prst="rect">
            <a:avLst/>
          </a:prstGeom>
        </p:spPr>
      </p:pic>
      <p:sp>
        <p:nvSpPr>
          <p:cNvPr id="2" name="Text Placeholder 11">
            <a:extLst>
              <a:ext uri="{FF2B5EF4-FFF2-40B4-BE49-F238E27FC236}">
                <a16:creationId xmlns="" xmlns:a16="http://schemas.microsoft.com/office/drawing/2014/main" id="{1449CD1B-818D-994A-063B-D4E7C53D002E}"/>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943036629"/>
      </p:ext>
    </p:extLst>
  </p:cSld>
  <p:clrMapOvr>
    <a:overrideClrMapping bg1="lt1" tx1="dk1" bg2="lt2" tx2="dk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End Slide (Carbon)">
    <p:bg>
      <p:bgPr>
        <a:solidFill>
          <a:schemeClr val="bg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2930656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96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 xmlns:a16="http://schemas.microsoft.com/office/drawing/2014/main" id="{CEBDEADF-0953-6CAE-7213-DECA8F5A09E3}"/>
              </a:ext>
            </a:extLst>
          </p:cNvPr>
          <p:cNvPicPr>
            <a:picLocks noChangeAspect="1"/>
          </p:cNvPicPr>
          <p:nvPr userDrawn="1"/>
        </p:nvPicPr>
        <p:blipFill>
          <a:blip>
            <a:extLst>
              <a:ext uri="{96DAC541-7B7A-43D3-8B79-37D633B846F1}">
                <asvg:svgBlip xmlns="" xmlns:asvg="http://schemas.microsoft.com/office/drawing/2016/SVG/main" r:embed="rId6"/>
              </a:ext>
            </a:extLst>
          </a:blip>
          <a:srcRect/>
          <a:stretch/>
        </p:blipFill>
        <p:spPr>
          <a:xfrm>
            <a:off x="7769515" y="5910834"/>
            <a:ext cx="4012909" cy="585216"/>
          </a:xfrm>
          <a:prstGeom prst="rect">
            <a:avLst/>
          </a:prstGeom>
        </p:spPr>
      </p:pic>
      <p:sp>
        <p:nvSpPr>
          <p:cNvPr id="2" name="Text Placeholder 11">
            <a:extLst>
              <a:ext uri="{FF2B5EF4-FFF2-40B4-BE49-F238E27FC236}">
                <a16:creationId xmlns="" xmlns:a16="http://schemas.microsoft.com/office/drawing/2014/main" id="{24200F27-F0C5-8CBC-B4DA-2772790B2C82}"/>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627362940"/>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 xmlns:a16="http://schemas.microsoft.com/office/drawing/2014/main"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2414319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406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 xmlns:a16="http://schemas.microsoft.com/office/drawing/2014/main" id="{D6BCA833-CBCB-6C45-6BD3-189CA926FFA0}"/>
              </a:ext>
            </a:extLst>
          </p:cNvPr>
          <p:cNvSpPr txBox="1"/>
          <p:nvPr userDrawn="1"/>
        </p:nvSpPr>
        <p:spPr>
          <a:xfrm>
            <a:off x="565150" y="851377"/>
            <a:ext cx="11066462" cy="5155257"/>
          </a:xfrm>
          <a:prstGeom prst="rect">
            <a:avLst/>
          </a:prstGeom>
          <a:noFill/>
        </p:spPr>
        <p:txBody>
          <a:bodyPr wrap="square" lIns="0" tIns="0" rIns="0" bIns="0" rtlCol="0" anchor="ctr">
            <a:noAutofit/>
          </a:bodyPr>
          <a:lstStyle/>
          <a:p>
            <a:pPr algn="ctr"/>
            <a:r>
              <a:rPr lang="en-US" sz="3600">
                <a:solidFill>
                  <a:srgbClr val="000000"/>
                </a:solidFill>
              </a:rPr>
              <a:t>If you see any </a:t>
            </a:r>
            <a:r>
              <a:rPr lang="en-US" sz="3600" b="1" i="1">
                <a:solidFill>
                  <a:srgbClr val="000000"/>
                </a:solidFill>
              </a:rPr>
              <a:t>layouts after this one</a:t>
            </a:r>
            <a:r>
              <a:rPr lang="en-US" sz="3600" i="1">
                <a:solidFill>
                  <a:srgbClr val="000000"/>
                </a:solidFill>
              </a:rPr>
              <a:t>,</a:t>
            </a:r>
            <a:r>
              <a:rPr lang="en-US" sz="3600">
                <a:solidFill>
                  <a:srgbClr val="000000"/>
                </a:solidFill>
              </a:rPr>
              <a:t> do not use them. These layouts </a:t>
            </a:r>
            <a:r>
              <a:rPr lang="en-US" sz="3600" b="1" i="1">
                <a:solidFill>
                  <a:srgbClr val="000000"/>
                </a:solidFill>
              </a:rPr>
              <a:t>are not </a:t>
            </a:r>
            <a:r>
              <a:rPr lang="en-US" sz="3600">
                <a:solidFill>
                  <a:srgbClr val="000000"/>
                </a:solidFill>
              </a:rPr>
              <a:t>part of our template.</a:t>
            </a:r>
          </a:p>
          <a:p>
            <a:pPr algn="ctr"/>
            <a:r>
              <a:rPr lang="en-US" sz="13800" b="1">
                <a:solidFill>
                  <a:srgbClr val="000000"/>
                </a:solidFill>
              </a:rPr>
              <a:t>Do not use</a:t>
            </a:r>
            <a:endParaRPr lang="en-US" sz="2000">
              <a:solidFill>
                <a:srgbClr val="000000"/>
              </a:solidFill>
            </a:endParaRPr>
          </a:p>
          <a:p>
            <a:pPr algn="ctr"/>
            <a:r>
              <a:rPr lang="en-US" sz="2000">
                <a:solidFill>
                  <a:srgbClr val="000000"/>
                </a:solidFill>
              </a:rPr>
              <a:t>Due to PowerPoint’s standard Copy/Paste functionality extra undesirable layouts can appear.</a:t>
            </a:r>
          </a:p>
          <a:p>
            <a:pPr algn="ctr">
              <a:spcBef>
                <a:spcPts val="600"/>
              </a:spcBef>
              <a:buClr>
                <a:srgbClr val="003755"/>
              </a:buClr>
            </a:pPr>
            <a:r>
              <a:rPr lang="en-US" sz="2000">
                <a:solidFill>
                  <a:srgbClr val="000000"/>
                </a:solidFill>
              </a:rPr>
              <a:t>Also notice: Layouts after this might contain potential confidential information.</a:t>
            </a:r>
          </a:p>
        </p:txBody>
      </p:sp>
      <p:sp>
        <p:nvSpPr>
          <p:cNvPr id="2" name="Chevron 1">
            <a:extLst>
              <a:ext uri="{FF2B5EF4-FFF2-40B4-BE49-F238E27FC236}">
                <a16:creationId xmlns="" xmlns:a16="http://schemas.microsoft.com/office/drawing/2014/main" id="{10DC4FBB-A3AA-0EB1-1C90-CC7161DB18D5}"/>
              </a:ext>
            </a:extLst>
          </p:cNvPr>
          <p:cNvSpPr/>
          <p:nvPr userDrawn="1"/>
        </p:nvSpPr>
        <p:spPr>
          <a:xfrm rot="5400000">
            <a:off x="5785638" y="5593195"/>
            <a:ext cx="620724" cy="1014517"/>
          </a:xfrm>
          <a:prstGeom prst="chevron">
            <a:avLst>
              <a:gd name="adj" fmla="val 77451"/>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solidFill>
                <a:srgbClr val="000000"/>
              </a:solidFill>
            </a:endParaRPr>
          </a:p>
        </p:txBody>
      </p:sp>
    </p:spTree>
    <p:extLst>
      <p:ext uri="{BB962C8B-B14F-4D97-AF65-F5344CB8AC3E}">
        <p14:creationId xmlns:p14="http://schemas.microsoft.com/office/powerpoint/2010/main" val="328098989"/>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 xmlns:a16="http://schemas.microsoft.com/office/drawing/2014/main"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3535852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type="blank">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xmlns="" id="{C4DC091D-E20B-43AF-85A6-D06B098A5765}"/>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14.07.2026</a:t>
            </a:fld>
            <a:endParaRPr lang="ru-RU">
              <a:solidFill>
                <a:srgbClr val="000000"/>
              </a:solidFill>
            </a:endParaRPr>
          </a:p>
        </p:txBody>
      </p:sp>
      <p:sp>
        <p:nvSpPr>
          <p:cNvPr id="3" name="Нижний колонтитул 2">
            <a:extLst>
              <a:ext uri="{FF2B5EF4-FFF2-40B4-BE49-F238E27FC236}">
                <a16:creationId xmlns:a16="http://schemas.microsoft.com/office/drawing/2014/main" xmlns="" id="{7256F216-F3C5-4473-B251-72A6A8FB0A56}"/>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4" name="Номер слайда 3">
            <a:extLst>
              <a:ext uri="{FF2B5EF4-FFF2-40B4-BE49-F238E27FC236}">
                <a16:creationId xmlns:a16="http://schemas.microsoft.com/office/drawing/2014/main" xmlns="" id="{0510FE17-D12B-4940-A9BA-F5142885EE84}"/>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1458587628"/>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type="obj">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xmlns="" id="{BD785E31-5EE4-4031-8DAA-64044DE0836F}"/>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xmlns="" id="{EAAB51F7-AD05-4812-9AEE-F0A7A18CE345}"/>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xmlns="" id="{CE39D8A6-338D-4A25-B834-B4A942E94EFE}"/>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14.07.2026</a:t>
            </a:fld>
            <a:endParaRPr lang="ru-RU">
              <a:solidFill>
                <a:srgbClr val="000000"/>
              </a:solidFill>
            </a:endParaRPr>
          </a:p>
        </p:txBody>
      </p:sp>
      <p:sp>
        <p:nvSpPr>
          <p:cNvPr id="5" name="Нижний колонтитул 4">
            <a:extLst>
              <a:ext uri="{FF2B5EF4-FFF2-40B4-BE49-F238E27FC236}">
                <a16:creationId xmlns:a16="http://schemas.microsoft.com/office/drawing/2014/main" xmlns="" id="{CC93547E-E0C5-4326-ADC3-C43A6781B1A5}"/>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6" name="Номер слайда 5">
            <a:extLst>
              <a:ext uri="{FF2B5EF4-FFF2-40B4-BE49-F238E27FC236}">
                <a16:creationId xmlns:a16="http://schemas.microsoft.com/office/drawing/2014/main" xmlns="" id="{C267DB44-D3F4-429C-AB2C-E561CB263BD7}"/>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3346919047"/>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type="title">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xmlns="" id="{570CF9D4-6142-441F-9CC7-B111E5F3C8F7}"/>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xmlns="" id="{A8BD84C9-C47B-4688-9E12-08B97B78CB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xmlns="" id="{83306C19-EDB8-45AC-A06D-1C6E7A4688A4}"/>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14.07.2026</a:t>
            </a:fld>
            <a:endParaRPr lang="ru-RU">
              <a:solidFill>
                <a:srgbClr val="000000"/>
              </a:solidFill>
            </a:endParaRPr>
          </a:p>
        </p:txBody>
      </p:sp>
      <p:sp>
        <p:nvSpPr>
          <p:cNvPr id="5" name="Нижний колонтитул 4">
            <a:extLst>
              <a:ext uri="{FF2B5EF4-FFF2-40B4-BE49-F238E27FC236}">
                <a16:creationId xmlns:a16="http://schemas.microsoft.com/office/drawing/2014/main" xmlns="" id="{19420566-273E-44F3-9CE4-498C94861A3E}"/>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6" name="Номер слайда 5">
            <a:extLst>
              <a:ext uri="{FF2B5EF4-FFF2-40B4-BE49-F238E27FC236}">
                <a16:creationId xmlns:a16="http://schemas.microsoft.com/office/drawing/2014/main" xmlns="" id="{B96D2815-D915-46BB-8E74-27731C3228F5}"/>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833501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58.xml"/><Relationship Id="rId117" Type="http://schemas.openxmlformats.org/officeDocument/2006/relationships/slideLayout" Target="../slideLayouts/slideLayout149.xml"/><Relationship Id="rId21" Type="http://schemas.openxmlformats.org/officeDocument/2006/relationships/slideLayout" Target="../slideLayouts/slideLayout53.xml"/><Relationship Id="rId42" Type="http://schemas.openxmlformats.org/officeDocument/2006/relationships/slideLayout" Target="../slideLayouts/slideLayout74.xml"/><Relationship Id="rId47" Type="http://schemas.openxmlformats.org/officeDocument/2006/relationships/slideLayout" Target="../slideLayouts/slideLayout79.xml"/><Relationship Id="rId63" Type="http://schemas.openxmlformats.org/officeDocument/2006/relationships/slideLayout" Target="../slideLayouts/slideLayout95.xml"/><Relationship Id="rId68" Type="http://schemas.openxmlformats.org/officeDocument/2006/relationships/slideLayout" Target="../slideLayouts/slideLayout100.xml"/><Relationship Id="rId84" Type="http://schemas.openxmlformats.org/officeDocument/2006/relationships/slideLayout" Target="../slideLayouts/slideLayout116.xml"/><Relationship Id="rId89" Type="http://schemas.openxmlformats.org/officeDocument/2006/relationships/slideLayout" Target="../slideLayouts/slideLayout121.xml"/><Relationship Id="rId112" Type="http://schemas.openxmlformats.org/officeDocument/2006/relationships/slideLayout" Target="../slideLayouts/slideLayout144.xml"/><Relationship Id="rId16" Type="http://schemas.openxmlformats.org/officeDocument/2006/relationships/slideLayout" Target="../slideLayouts/slideLayout48.xml"/><Relationship Id="rId107" Type="http://schemas.openxmlformats.org/officeDocument/2006/relationships/slideLayout" Target="../slideLayouts/slideLayout139.xml"/><Relationship Id="rId11" Type="http://schemas.openxmlformats.org/officeDocument/2006/relationships/slideLayout" Target="../slideLayouts/slideLayout43.xml"/><Relationship Id="rId32" Type="http://schemas.openxmlformats.org/officeDocument/2006/relationships/slideLayout" Target="../slideLayouts/slideLayout64.xml"/><Relationship Id="rId37" Type="http://schemas.openxmlformats.org/officeDocument/2006/relationships/slideLayout" Target="../slideLayouts/slideLayout69.xml"/><Relationship Id="rId53" Type="http://schemas.openxmlformats.org/officeDocument/2006/relationships/slideLayout" Target="../slideLayouts/slideLayout85.xml"/><Relationship Id="rId58" Type="http://schemas.openxmlformats.org/officeDocument/2006/relationships/slideLayout" Target="../slideLayouts/slideLayout90.xml"/><Relationship Id="rId74" Type="http://schemas.openxmlformats.org/officeDocument/2006/relationships/slideLayout" Target="../slideLayouts/slideLayout106.xml"/><Relationship Id="rId79" Type="http://schemas.openxmlformats.org/officeDocument/2006/relationships/slideLayout" Target="../slideLayouts/slideLayout111.xml"/><Relationship Id="rId102" Type="http://schemas.openxmlformats.org/officeDocument/2006/relationships/slideLayout" Target="../slideLayouts/slideLayout134.xml"/><Relationship Id="rId5" Type="http://schemas.openxmlformats.org/officeDocument/2006/relationships/slideLayout" Target="../slideLayouts/slideLayout37.xml"/><Relationship Id="rId61" Type="http://schemas.openxmlformats.org/officeDocument/2006/relationships/slideLayout" Target="../slideLayouts/slideLayout93.xml"/><Relationship Id="rId82" Type="http://schemas.openxmlformats.org/officeDocument/2006/relationships/slideLayout" Target="../slideLayouts/slideLayout114.xml"/><Relationship Id="rId90" Type="http://schemas.openxmlformats.org/officeDocument/2006/relationships/slideLayout" Target="../slideLayouts/slideLayout122.xml"/><Relationship Id="rId95" Type="http://schemas.openxmlformats.org/officeDocument/2006/relationships/slideLayout" Target="../slideLayouts/slideLayout127.xml"/><Relationship Id="rId19" Type="http://schemas.openxmlformats.org/officeDocument/2006/relationships/slideLayout" Target="../slideLayouts/slideLayout51.xml"/><Relationship Id="rId14" Type="http://schemas.openxmlformats.org/officeDocument/2006/relationships/slideLayout" Target="../slideLayouts/slideLayout46.xml"/><Relationship Id="rId22" Type="http://schemas.openxmlformats.org/officeDocument/2006/relationships/slideLayout" Target="../slideLayouts/slideLayout54.xml"/><Relationship Id="rId27" Type="http://schemas.openxmlformats.org/officeDocument/2006/relationships/slideLayout" Target="../slideLayouts/slideLayout59.xml"/><Relationship Id="rId30" Type="http://schemas.openxmlformats.org/officeDocument/2006/relationships/slideLayout" Target="../slideLayouts/slideLayout62.xml"/><Relationship Id="rId35" Type="http://schemas.openxmlformats.org/officeDocument/2006/relationships/slideLayout" Target="../slideLayouts/slideLayout67.xml"/><Relationship Id="rId43" Type="http://schemas.openxmlformats.org/officeDocument/2006/relationships/slideLayout" Target="../slideLayouts/slideLayout75.xml"/><Relationship Id="rId48" Type="http://schemas.openxmlformats.org/officeDocument/2006/relationships/slideLayout" Target="../slideLayouts/slideLayout80.xml"/><Relationship Id="rId56" Type="http://schemas.openxmlformats.org/officeDocument/2006/relationships/slideLayout" Target="../slideLayouts/slideLayout88.xml"/><Relationship Id="rId64" Type="http://schemas.openxmlformats.org/officeDocument/2006/relationships/slideLayout" Target="../slideLayouts/slideLayout96.xml"/><Relationship Id="rId69" Type="http://schemas.openxmlformats.org/officeDocument/2006/relationships/slideLayout" Target="../slideLayouts/slideLayout101.xml"/><Relationship Id="rId77" Type="http://schemas.openxmlformats.org/officeDocument/2006/relationships/slideLayout" Target="../slideLayouts/slideLayout109.xml"/><Relationship Id="rId100" Type="http://schemas.openxmlformats.org/officeDocument/2006/relationships/slideLayout" Target="../slideLayouts/slideLayout132.xml"/><Relationship Id="rId105" Type="http://schemas.openxmlformats.org/officeDocument/2006/relationships/slideLayout" Target="../slideLayouts/slideLayout137.xml"/><Relationship Id="rId113" Type="http://schemas.openxmlformats.org/officeDocument/2006/relationships/slideLayout" Target="../slideLayouts/slideLayout145.xml"/><Relationship Id="rId118" Type="http://schemas.openxmlformats.org/officeDocument/2006/relationships/theme" Target="../theme/theme2.xml"/><Relationship Id="rId8" Type="http://schemas.openxmlformats.org/officeDocument/2006/relationships/slideLayout" Target="../slideLayouts/slideLayout40.xml"/><Relationship Id="rId51" Type="http://schemas.openxmlformats.org/officeDocument/2006/relationships/slideLayout" Target="../slideLayouts/slideLayout83.xml"/><Relationship Id="rId72" Type="http://schemas.openxmlformats.org/officeDocument/2006/relationships/slideLayout" Target="../slideLayouts/slideLayout104.xml"/><Relationship Id="rId80" Type="http://schemas.openxmlformats.org/officeDocument/2006/relationships/slideLayout" Target="../slideLayouts/slideLayout112.xml"/><Relationship Id="rId85" Type="http://schemas.openxmlformats.org/officeDocument/2006/relationships/slideLayout" Target="../slideLayouts/slideLayout117.xml"/><Relationship Id="rId93" Type="http://schemas.openxmlformats.org/officeDocument/2006/relationships/slideLayout" Target="../slideLayouts/slideLayout125.xml"/><Relationship Id="rId98" Type="http://schemas.openxmlformats.org/officeDocument/2006/relationships/slideLayout" Target="../slideLayouts/slideLayout130.xml"/><Relationship Id="rId121" Type="http://schemas.openxmlformats.org/officeDocument/2006/relationships/oleObject" Target="../embeddings/oleObject1.bin"/><Relationship Id="rId3" Type="http://schemas.openxmlformats.org/officeDocument/2006/relationships/slideLayout" Target="../slideLayouts/slideLayout35.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5" Type="http://schemas.openxmlformats.org/officeDocument/2006/relationships/slideLayout" Target="../slideLayouts/slideLayout57.xml"/><Relationship Id="rId33" Type="http://schemas.openxmlformats.org/officeDocument/2006/relationships/slideLayout" Target="../slideLayouts/slideLayout65.xml"/><Relationship Id="rId38" Type="http://schemas.openxmlformats.org/officeDocument/2006/relationships/slideLayout" Target="../slideLayouts/slideLayout70.xml"/><Relationship Id="rId46" Type="http://schemas.openxmlformats.org/officeDocument/2006/relationships/slideLayout" Target="../slideLayouts/slideLayout78.xml"/><Relationship Id="rId59" Type="http://schemas.openxmlformats.org/officeDocument/2006/relationships/slideLayout" Target="../slideLayouts/slideLayout91.xml"/><Relationship Id="rId67" Type="http://schemas.openxmlformats.org/officeDocument/2006/relationships/slideLayout" Target="../slideLayouts/slideLayout99.xml"/><Relationship Id="rId103" Type="http://schemas.openxmlformats.org/officeDocument/2006/relationships/slideLayout" Target="../slideLayouts/slideLayout135.xml"/><Relationship Id="rId108" Type="http://schemas.openxmlformats.org/officeDocument/2006/relationships/slideLayout" Target="../slideLayouts/slideLayout140.xml"/><Relationship Id="rId116" Type="http://schemas.openxmlformats.org/officeDocument/2006/relationships/slideLayout" Target="../slideLayouts/slideLayout148.xml"/><Relationship Id="rId20" Type="http://schemas.openxmlformats.org/officeDocument/2006/relationships/slideLayout" Target="../slideLayouts/slideLayout52.xml"/><Relationship Id="rId41" Type="http://schemas.openxmlformats.org/officeDocument/2006/relationships/slideLayout" Target="../slideLayouts/slideLayout73.xml"/><Relationship Id="rId54" Type="http://schemas.openxmlformats.org/officeDocument/2006/relationships/slideLayout" Target="../slideLayouts/slideLayout86.xml"/><Relationship Id="rId62" Type="http://schemas.openxmlformats.org/officeDocument/2006/relationships/slideLayout" Target="../slideLayouts/slideLayout94.xml"/><Relationship Id="rId70" Type="http://schemas.openxmlformats.org/officeDocument/2006/relationships/slideLayout" Target="../slideLayouts/slideLayout102.xml"/><Relationship Id="rId75" Type="http://schemas.openxmlformats.org/officeDocument/2006/relationships/slideLayout" Target="../slideLayouts/slideLayout107.xml"/><Relationship Id="rId83" Type="http://schemas.openxmlformats.org/officeDocument/2006/relationships/slideLayout" Target="../slideLayouts/slideLayout115.xml"/><Relationship Id="rId88" Type="http://schemas.openxmlformats.org/officeDocument/2006/relationships/slideLayout" Target="../slideLayouts/slideLayout120.xml"/><Relationship Id="rId91" Type="http://schemas.openxmlformats.org/officeDocument/2006/relationships/slideLayout" Target="../slideLayouts/slideLayout123.xml"/><Relationship Id="rId96" Type="http://schemas.openxmlformats.org/officeDocument/2006/relationships/slideLayout" Target="../slideLayouts/slideLayout128.xml"/><Relationship Id="rId111" Type="http://schemas.openxmlformats.org/officeDocument/2006/relationships/slideLayout" Target="../slideLayouts/slideLayout143.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28" Type="http://schemas.openxmlformats.org/officeDocument/2006/relationships/slideLayout" Target="../slideLayouts/slideLayout60.xml"/><Relationship Id="rId36" Type="http://schemas.openxmlformats.org/officeDocument/2006/relationships/slideLayout" Target="../slideLayouts/slideLayout68.xml"/><Relationship Id="rId49" Type="http://schemas.openxmlformats.org/officeDocument/2006/relationships/slideLayout" Target="../slideLayouts/slideLayout81.xml"/><Relationship Id="rId57" Type="http://schemas.openxmlformats.org/officeDocument/2006/relationships/slideLayout" Target="../slideLayouts/slideLayout89.xml"/><Relationship Id="rId106" Type="http://schemas.openxmlformats.org/officeDocument/2006/relationships/slideLayout" Target="../slideLayouts/slideLayout138.xml"/><Relationship Id="rId114" Type="http://schemas.openxmlformats.org/officeDocument/2006/relationships/slideLayout" Target="../slideLayouts/slideLayout146.xml"/><Relationship Id="rId119" Type="http://schemas.openxmlformats.org/officeDocument/2006/relationships/vmlDrawing" Target="../drawings/vmlDrawing1.vml"/><Relationship Id="rId10" Type="http://schemas.openxmlformats.org/officeDocument/2006/relationships/slideLayout" Target="../slideLayouts/slideLayout42.xml"/><Relationship Id="rId31" Type="http://schemas.openxmlformats.org/officeDocument/2006/relationships/slideLayout" Target="../slideLayouts/slideLayout63.xml"/><Relationship Id="rId44" Type="http://schemas.openxmlformats.org/officeDocument/2006/relationships/slideLayout" Target="../slideLayouts/slideLayout76.xml"/><Relationship Id="rId52" Type="http://schemas.openxmlformats.org/officeDocument/2006/relationships/slideLayout" Target="../slideLayouts/slideLayout84.xml"/><Relationship Id="rId60" Type="http://schemas.openxmlformats.org/officeDocument/2006/relationships/slideLayout" Target="../slideLayouts/slideLayout92.xml"/><Relationship Id="rId65" Type="http://schemas.openxmlformats.org/officeDocument/2006/relationships/slideLayout" Target="../slideLayouts/slideLayout97.xml"/><Relationship Id="rId73" Type="http://schemas.openxmlformats.org/officeDocument/2006/relationships/slideLayout" Target="../slideLayouts/slideLayout105.xml"/><Relationship Id="rId78" Type="http://schemas.openxmlformats.org/officeDocument/2006/relationships/slideLayout" Target="../slideLayouts/slideLayout110.xml"/><Relationship Id="rId81" Type="http://schemas.openxmlformats.org/officeDocument/2006/relationships/slideLayout" Target="../slideLayouts/slideLayout113.xml"/><Relationship Id="rId86" Type="http://schemas.openxmlformats.org/officeDocument/2006/relationships/slideLayout" Target="../slideLayouts/slideLayout118.xml"/><Relationship Id="rId94" Type="http://schemas.openxmlformats.org/officeDocument/2006/relationships/slideLayout" Target="../slideLayouts/slideLayout126.xml"/><Relationship Id="rId99" Type="http://schemas.openxmlformats.org/officeDocument/2006/relationships/slideLayout" Target="../slideLayouts/slideLayout131.xml"/><Relationship Id="rId101" Type="http://schemas.openxmlformats.org/officeDocument/2006/relationships/slideLayout" Target="../slideLayouts/slideLayout133.xml"/><Relationship Id="rId122" Type="http://schemas.openxmlformats.org/officeDocument/2006/relationships/image" Target="../media/image14.emf"/><Relationship Id="rId4" Type="http://schemas.openxmlformats.org/officeDocument/2006/relationships/slideLayout" Target="../slideLayouts/slideLayout36.xml"/><Relationship Id="rId9" Type="http://schemas.openxmlformats.org/officeDocument/2006/relationships/slideLayout" Target="../slideLayouts/slideLayout41.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9" Type="http://schemas.openxmlformats.org/officeDocument/2006/relationships/slideLayout" Target="../slideLayouts/slideLayout71.xml"/><Relationship Id="rId109" Type="http://schemas.openxmlformats.org/officeDocument/2006/relationships/slideLayout" Target="../slideLayouts/slideLayout141.xml"/><Relationship Id="rId34" Type="http://schemas.openxmlformats.org/officeDocument/2006/relationships/slideLayout" Target="../slideLayouts/slideLayout66.xml"/><Relationship Id="rId50" Type="http://schemas.openxmlformats.org/officeDocument/2006/relationships/slideLayout" Target="../slideLayouts/slideLayout82.xml"/><Relationship Id="rId55" Type="http://schemas.openxmlformats.org/officeDocument/2006/relationships/slideLayout" Target="../slideLayouts/slideLayout87.xml"/><Relationship Id="rId76" Type="http://schemas.openxmlformats.org/officeDocument/2006/relationships/slideLayout" Target="../slideLayouts/slideLayout108.xml"/><Relationship Id="rId97" Type="http://schemas.openxmlformats.org/officeDocument/2006/relationships/slideLayout" Target="../slideLayouts/slideLayout129.xml"/><Relationship Id="rId104" Type="http://schemas.openxmlformats.org/officeDocument/2006/relationships/slideLayout" Target="../slideLayouts/slideLayout136.xml"/><Relationship Id="rId120" Type="http://schemas.openxmlformats.org/officeDocument/2006/relationships/tags" Target="../tags/tag2.xml"/><Relationship Id="rId7" Type="http://schemas.openxmlformats.org/officeDocument/2006/relationships/slideLayout" Target="../slideLayouts/slideLayout39.xml"/><Relationship Id="rId71" Type="http://schemas.openxmlformats.org/officeDocument/2006/relationships/slideLayout" Target="../slideLayouts/slideLayout103.xml"/><Relationship Id="rId92" Type="http://schemas.openxmlformats.org/officeDocument/2006/relationships/slideLayout" Target="../slideLayouts/slideLayout124.xml"/><Relationship Id="rId2" Type="http://schemas.openxmlformats.org/officeDocument/2006/relationships/slideLayout" Target="../slideLayouts/slideLayout34.xml"/><Relationship Id="rId29" Type="http://schemas.openxmlformats.org/officeDocument/2006/relationships/slideLayout" Target="../slideLayouts/slideLayout61.xml"/><Relationship Id="rId24" Type="http://schemas.openxmlformats.org/officeDocument/2006/relationships/slideLayout" Target="../slideLayouts/slideLayout56.xml"/><Relationship Id="rId40" Type="http://schemas.openxmlformats.org/officeDocument/2006/relationships/slideLayout" Target="../slideLayouts/slideLayout72.xml"/><Relationship Id="rId45" Type="http://schemas.openxmlformats.org/officeDocument/2006/relationships/slideLayout" Target="../slideLayouts/slideLayout77.xml"/><Relationship Id="rId66" Type="http://schemas.openxmlformats.org/officeDocument/2006/relationships/slideLayout" Target="../slideLayouts/slideLayout98.xml"/><Relationship Id="rId87" Type="http://schemas.openxmlformats.org/officeDocument/2006/relationships/slideLayout" Target="../slideLayouts/slideLayout119.xml"/><Relationship Id="rId110" Type="http://schemas.openxmlformats.org/officeDocument/2006/relationships/slideLayout" Target="../slideLayouts/slideLayout142.xml"/><Relationship Id="rId115" Type="http://schemas.openxmlformats.org/officeDocument/2006/relationships/slideLayout" Target="../slideLayouts/slideLayout147.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175.xml"/><Relationship Id="rId117" Type="http://schemas.openxmlformats.org/officeDocument/2006/relationships/slideLayout" Target="../slideLayouts/slideLayout266.xml"/><Relationship Id="rId21" Type="http://schemas.openxmlformats.org/officeDocument/2006/relationships/slideLayout" Target="../slideLayouts/slideLayout170.xml"/><Relationship Id="rId42" Type="http://schemas.openxmlformats.org/officeDocument/2006/relationships/slideLayout" Target="../slideLayouts/slideLayout191.xml"/><Relationship Id="rId47" Type="http://schemas.openxmlformats.org/officeDocument/2006/relationships/slideLayout" Target="../slideLayouts/slideLayout196.xml"/><Relationship Id="rId63" Type="http://schemas.openxmlformats.org/officeDocument/2006/relationships/slideLayout" Target="../slideLayouts/slideLayout212.xml"/><Relationship Id="rId68" Type="http://schemas.openxmlformats.org/officeDocument/2006/relationships/slideLayout" Target="../slideLayouts/slideLayout217.xml"/><Relationship Id="rId84" Type="http://schemas.openxmlformats.org/officeDocument/2006/relationships/slideLayout" Target="../slideLayouts/slideLayout233.xml"/><Relationship Id="rId89" Type="http://schemas.openxmlformats.org/officeDocument/2006/relationships/slideLayout" Target="../slideLayouts/slideLayout238.xml"/><Relationship Id="rId112" Type="http://schemas.openxmlformats.org/officeDocument/2006/relationships/slideLayout" Target="../slideLayouts/slideLayout261.xml"/><Relationship Id="rId16" Type="http://schemas.openxmlformats.org/officeDocument/2006/relationships/slideLayout" Target="../slideLayouts/slideLayout165.xml"/><Relationship Id="rId107" Type="http://schemas.openxmlformats.org/officeDocument/2006/relationships/slideLayout" Target="../slideLayouts/slideLayout256.xml"/><Relationship Id="rId11" Type="http://schemas.openxmlformats.org/officeDocument/2006/relationships/slideLayout" Target="../slideLayouts/slideLayout160.xml"/><Relationship Id="rId32" Type="http://schemas.openxmlformats.org/officeDocument/2006/relationships/slideLayout" Target="../slideLayouts/slideLayout181.xml"/><Relationship Id="rId37" Type="http://schemas.openxmlformats.org/officeDocument/2006/relationships/slideLayout" Target="../slideLayouts/slideLayout186.xml"/><Relationship Id="rId53" Type="http://schemas.openxmlformats.org/officeDocument/2006/relationships/slideLayout" Target="../slideLayouts/slideLayout202.xml"/><Relationship Id="rId58" Type="http://schemas.openxmlformats.org/officeDocument/2006/relationships/slideLayout" Target="../slideLayouts/slideLayout207.xml"/><Relationship Id="rId74" Type="http://schemas.openxmlformats.org/officeDocument/2006/relationships/slideLayout" Target="../slideLayouts/slideLayout223.xml"/><Relationship Id="rId79" Type="http://schemas.openxmlformats.org/officeDocument/2006/relationships/slideLayout" Target="../slideLayouts/slideLayout228.xml"/><Relationship Id="rId102" Type="http://schemas.openxmlformats.org/officeDocument/2006/relationships/slideLayout" Target="../slideLayouts/slideLayout251.xml"/><Relationship Id="rId123" Type="http://schemas.openxmlformats.org/officeDocument/2006/relationships/tags" Target="../tags/tag117.xml"/><Relationship Id="rId5" Type="http://schemas.openxmlformats.org/officeDocument/2006/relationships/slideLayout" Target="../slideLayouts/slideLayout154.xml"/><Relationship Id="rId61" Type="http://schemas.openxmlformats.org/officeDocument/2006/relationships/slideLayout" Target="../slideLayouts/slideLayout210.xml"/><Relationship Id="rId82" Type="http://schemas.openxmlformats.org/officeDocument/2006/relationships/slideLayout" Target="../slideLayouts/slideLayout231.xml"/><Relationship Id="rId90" Type="http://schemas.openxmlformats.org/officeDocument/2006/relationships/slideLayout" Target="../slideLayouts/slideLayout239.xml"/><Relationship Id="rId95" Type="http://schemas.openxmlformats.org/officeDocument/2006/relationships/slideLayout" Target="../slideLayouts/slideLayout244.xml"/><Relationship Id="rId19" Type="http://schemas.openxmlformats.org/officeDocument/2006/relationships/slideLayout" Target="../slideLayouts/slideLayout168.xml"/><Relationship Id="rId14" Type="http://schemas.openxmlformats.org/officeDocument/2006/relationships/slideLayout" Target="../slideLayouts/slideLayout163.xml"/><Relationship Id="rId22" Type="http://schemas.openxmlformats.org/officeDocument/2006/relationships/slideLayout" Target="../slideLayouts/slideLayout171.xml"/><Relationship Id="rId27" Type="http://schemas.openxmlformats.org/officeDocument/2006/relationships/slideLayout" Target="../slideLayouts/slideLayout176.xml"/><Relationship Id="rId30" Type="http://schemas.openxmlformats.org/officeDocument/2006/relationships/slideLayout" Target="../slideLayouts/slideLayout179.xml"/><Relationship Id="rId35" Type="http://schemas.openxmlformats.org/officeDocument/2006/relationships/slideLayout" Target="../slideLayouts/slideLayout184.xml"/><Relationship Id="rId43" Type="http://schemas.openxmlformats.org/officeDocument/2006/relationships/slideLayout" Target="../slideLayouts/slideLayout192.xml"/><Relationship Id="rId48" Type="http://schemas.openxmlformats.org/officeDocument/2006/relationships/slideLayout" Target="../slideLayouts/slideLayout197.xml"/><Relationship Id="rId56" Type="http://schemas.openxmlformats.org/officeDocument/2006/relationships/slideLayout" Target="../slideLayouts/slideLayout205.xml"/><Relationship Id="rId64" Type="http://schemas.openxmlformats.org/officeDocument/2006/relationships/slideLayout" Target="../slideLayouts/slideLayout213.xml"/><Relationship Id="rId69" Type="http://schemas.openxmlformats.org/officeDocument/2006/relationships/slideLayout" Target="../slideLayouts/slideLayout218.xml"/><Relationship Id="rId77" Type="http://schemas.openxmlformats.org/officeDocument/2006/relationships/slideLayout" Target="../slideLayouts/slideLayout226.xml"/><Relationship Id="rId100" Type="http://schemas.openxmlformats.org/officeDocument/2006/relationships/slideLayout" Target="../slideLayouts/slideLayout249.xml"/><Relationship Id="rId105" Type="http://schemas.openxmlformats.org/officeDocument/2006/relationships/slideLayout" Target="../slideLayouts/slideLayout254.xml"/><Relationship Id="rId113" Type="http://schemas.openxmlformats.org/officeDocument/2006/relationships/slideLayout" Target="../slideLayouts/slideLayout262.xml"/><Relationship Id="rId118" Type="http://schemas.openxmlformats.org/officeDocument/2006/relationships/slideLayout" Target="../slideLayouts/slideLayout267.xml"/><Relationship Id="rId8" Type="http://schemas.openxmlformats.org/officeDocument/2006/relationships/slideLayout" Target="../slideLayouts/slideLayout157.xml"/><Relationship Id="rId51" Type="http://schemas.openxmlformats.org/officeDocument/2006/relationships/slideLayout" Target="../slideLayouts/slideLayout200.xml"/><Relationship Id="rId72" Type="http://schemas.openxmlformats.org/officeDocument/2006/relationships/slideLayout" Target="../slideLayouts/slideLayout221.xml"/><Relationship Id="rId80" Type="http://schemas.openxmlformats.org/officeDocument/2006/relationships/slideLayout" Target="../slideLayouts/slideLayout229.xml"/><Relationship Id="rId85" Type="http://schemas.openxmlformats.org/officeDocument/2006/relationships/slideLayout" Target="../slideLayouts/slideLayout234.xml"/><Relationship Id="rId93" Type="http://schemas.openxmlformats.org/officeDocument/2006/relationships/slideLayout" Target="../slideLayouts/slideLayout242.xml"/><Relationship Id="rId98" Type="http://schemas.openxmlformats.org/officeDocument/2006/relationships/slideLayout" Target="../slideLayouts/slideLayout247.xml"/><Relationship Id="rId121" Type="http://schemas.openxmlformats.org/officeDocument/2006/relationships/theme" Target="../theme/theme3.xml"/><Relationship Id="rId3" Type="http://schemas.openxmlformats.org/officeDocument/2006/relationships/slideLayout" Target="../slideLayouts/slideLayout152.xml"/><Relationship Id="rId12" Type="http://schemas.openxmlformats.org/officeDocument/2006/relationships/slideLayout" Target="../slideLayouts/slideLayout161.xml"/><Relationship Id="rId17" Type="http://schemas.openxmlformats.org/officeDocument/2006/relationships/slideLayout" Target="../slideLayouts/slideLayout166.xml"/><Relationship Id="rId25" Type="http://schemas.openxmlformats.org/officeDocument/2006/relationships/slideLayout" Target="../slideLayouts/slideLayout174.xml"/><Relationship Id="rId33" Type="http://schemas.openxmlformats.org/officeDocument/2006/relationships/slideLayout" Target="../slideLayouts/slideLayout182.xml"/><Relationship Id="rId38" Type="http://schemas.openxmlformats.org/officeDocument/2006/relationships/slideLayout" Target="../slideLayouts/slideLayout187.xml"/><Relationship Id="rId46" Type="http://schemas.openxmlformats.org/officeDocument/2006/relationships/slideLayout" Target="../slideLayouts/slideLayout195.xml"/><Relationship Id="rId59" Type="http://schemas.openxmlformats.org/officeDocument/2006/relationships/slideLayout" Target="../slideLayouts/slideLayout208.xml"/><Relationship Id="rId67" Type="http://schemas.openxmlformats.org/officeDocument/2006/relationships/slideLayout" Target="../slideLayouts/slideLayout216.xml"/><Relationship Id="rId103" Type="http://schemas.openxmlformats.org/officeDocument/2006/relationships/slideLayout" Target="../slideLayouts/slideLayout252.xml"/><Relationship Id="rId108" Type="http://schemas.openxmlformats.org/officeDocument/2006/relationships/slideLayout" Target="../slideLayouts/slideLayout257.xml"/><Relationship Id="rId116" Type="http://schemas.openxmlformats.org/officeDocument/2006/relationships/slideLayout" Target="../slideLayouts/slideLayout265.xml"/><Relationship Id="rId124" Type="http://schemas.openxmlformats.org/officeDocument/2006/relationships/oleObject" Target="../embeddings/oleObject116.bin"/><Relationship Id="rId20" Type="http://schemas.openxmlformats.org/officeDocument/2006/relationships/slideLayout" Target="../slideLayouts/slideLayout169.xml"/><Relationship Id="rId41" Type="http://schemas.openxmlformats.org/officeDocument/2006/relationships/slideLayout" Target="../slideLayouts/slideLayout190.xml"/><Relationship Id="rId54" Type="http://schemas.openxmlformats.org/officeDocument/2006/relationships/slideLayout" Target="../slideLayouts/slideLayout203.xml"/><Relationship Id="rId62" Type="http://schemas.openxmlformats.org/officeDocument/2006/relationships/slideLayout" Target="../slideLayouts/slideLayout211.xml"/><Relationship Id="rId70" Type="http://schemas.openxmlformats.org/officeDocument/2006/relationships/slideLayout" Target="../slideLayouts/slideLayout219.xml"/><Relationship Id="rId75" Type="http://schemas.openxmlformats.org/officeDocument/2006/relationships/slideLayout" Target="../slideLayouts/slideLayout224.xml"/><Relationship Id="rId83" Type="http://schemas.openxmlformats.org/officeDocument/2006/relationships/slideLayout" Target="../slideLayouts/slideLayout232.xml"/><Relationship Id="rId88" Type="http://schemas.openxmlformats.org/officeDocument/2006/relationships/slideLayout" Target="../slideLayouts/slideLayout237.xml"/><Relationship Id="rId91" Type="http://schemas.openxmlformats.org/officeDocument/2006/relationships/slideLayout" Target="../slideLayouts/slideLayout240.xml"/><Relationship Id="rId96" Type="http://schemas.openxmlformats.org/officeDocument/2006/relationships/slideLayout" Target="../slideLayouts/slideLayout245.xml"/><Relationship Id="rId111" Type="http://schemas.openxmlformats.org/officeDocument/2006/relationships/slideLayout" Target="../slideLayouts/slideLayout260.xml"/><Relationship Id="rId1" Type="http://schemas.openxmlformats.org/officeDocument/2006/relationships/slideLayout" Target="../slideLayouts/slideLayout150.xml"/><Relationship Id="rId6" Type="http://schemas.openxmlformats.org/officeDocument/2006/relationships/slideLayout" Target="../slideLayouts/slideLayout155.xml"/><Relationship Id="rId15" Type="http://schemas.openxmlformats.org/officeDocument/2006/relationships/slideLayout" Target="../slideLayouts/slideLayout164.xml"/><Relationship Id="rId23" Type="http://schemas.openxmlformats.org/officeDocument/2006/relationships/slideLayout" Target="../slideLayouts/slideLayout172.xml"/><Relationship Id="rId28" Type="http://schemas.openxmlformats.org/officeDocument/2006/relationships/slideLayout" Target="../slideLayouts/slideLayout177.xml"/><Relationship Id="rId36" Type="http://schemas.openxmlformats.org/officeDocument/2006/relationships/slideLayout" Target="../slideLayouts/slideLayout185.xml"/><Relationship Id="rId49" Type="http://schemas.openxmlformats.org/officeDocument/2006/relationships/slideLayout" Target="../slideLayouts/slideLayout198.xml"/><Relationship Id="rId57" Type="http://schemas.openxmlformats.org/officeDocument/2006/relationships/slideLayout" Target="../slideLayouts/slideLayout206.xml"/><Relationship Id="rId106" Type="http://schemas.openxmlformats.org/officeDocument/2006/relationships/slideLayout" Target="../slideLayouts/slideLayout255.xml"/><Relationship Id="rId114" Type="http://schemas.openxmlformats.org/officeDocument/2006/relationships/slideLayout" Target="../slideLayouts/slideLayout263.xml"/><Relationship Id="rId119" Type="http://schemas.openxmlformats.org/officeDocument/2006/relationships/slideLayout" Target="../slideLayouts/slideLayout268.xml"/><Relationship Id="rId10" Type="http://schemas.openxmlformats.org/officeDocument/2006/relationships/slideLayout" Target="../slideLayouts/slideLayout159.xml"/><Relationship Id="rId31" Type="http://schemas.openxmlformats.org/officeDocument/2006/relationships/slideLayout" Target="../slideLayouts/slideLayout180.xml"/><Relationship Id="rId44" Type="http://schemas.openxmlformats.org/officeDocument/2006/relationships/slideLayout" Target="../slideLayouts/slideLayout193.xml"/><Relationship Id="rId52" Type="http://schemas.openxmlformats.org/officeDocument/2006/relationships/slideLayout" Target="../slideLayouts/slideLayout201.xml"/><Relationship Id="rId60" Type="http://schemas.openxmlformats.org/officeDocument/2006/relationships/slideLayout" Target="../slideLayouts/slideLayout209.xml"/><Relationship Id="rId65" Type="http://schemas.openxmlformats.org/officeDocument/2006/relationships/slideLayout" Target="../slideLayouts/slideLayout214.xml"/><Relationship Id="rId73" Type="http://schemas.openxmlformats.org/officeDocument/2006/relationships/slideLayout" Target="../slideLayouts/slideLayout222.xml"/><Relationship Id="rId78" Type="http://schemas.openxmlformats.org/officeDocument/2006/relationships/slideLayout" Target="../slideLayouts/slideLayout227.xml"/><Relationship Id="rId81" Type="http://schemas.openxmlformats.org/officeDocument/2006/relationships/slideLayout" Target="../slideLayouts/slideLayout230.xml"/><Relationship Id="rId86" Type="http://schemas.openxmlformats.org/officeDocument/2006/relationships/slideLayout" Target="../slideLayouts/slideLayout235.xml"/><Relationship Id="rId94" Type="http://schemas.openxmlformats.org/officeDocument/2006/relationships/slideLayout" Target="../slideLayouts/slideLayout243.xml"/><Relationship Id="rId99" Type="http://schemas.openxmlformats.org/officeDocument/2006/relationships/slideLayout" Target="../slideLayouts/slideLayout248.xml"/><Relationship Id="rId101" Type="http://schemas.openxmlformats.org/officeDocument/2006/relationships/slideLayout" Target="../slideLayouts/slideLayout250.xml"/><Relationship Id="rId122" Type="http://schemas.openxmlformats.org/officeDocument/2006/relationships/vmlDrawing" Target="../drawings/vmlDrawing112.vml"/><Relationship Id="rId4" Type="http://schemas.openxmlformats.org/officeDocument/2006/relationships/slideLayout" Target="../slideLayouts/slideLayout153.xml"/><Relationship Id="rId9" Type="http://schemas.openxmlformats.org/officeDocument/2006/relationships/slideLayout" Target="../slideLayouts/slideLayout158.xml"/><Relationship Id="rId13" Type="http://schemas.openxmlformats.org/officeDocument/2006/relationships/slideLayout" Target="../slideLayouts/slideLayout162.xml"/><Relationship Id="rId18" Type="http://schemas.openxmlformats.org/officeDocument/2006/relationships/slideLayout" Target="../slideLayouts/slideLayout167.xml"/><Relationship Id="rId39" Type="http://schemas.openxmlformats.org/officeDocument/2006/relationships/slideLayout" Target="../slideLayouts/slideLayout188.xml"/><Relationship Id="rId109" Type="http://schemas.openxmlformats.org/officeDocument/2006/relationships/slideLayout" Target="../slideLayouts/slideLayout258.xml"/><Relationship Id="rId34" Type="http://schemas.openxmlformats.org/officeDocument/2006/relationships/slideLayout" Target="../slideLayouts/slideLayout183.xml"/><Relationship Id="rId50" Type="http://schemas.openxmlformats.org/officeDocument/2006/relationships/slideLayout" Target="../slideLayouts/slideLayout199.xml"/><Relationship Id="rId55" Type="http://schemas.openxmlformats.org/officeDocument/2006/relationships/slideLayout" Target="../slideLayouts/slideLayout204.xml"/><Relationship Id="rId76" Type="http://schemas.openxmlformats.org/officeDocument/2006/relationships/slideLayout" Target="../slideLayouts/slideLayout225.xml"/><Relationship Id="rId97" Type="http://schemas.openxmlformats.org/officeDocument/2006/relationships/slideLayout" Target="../slideLayouts/slideLayout246.xml"/><Relationship Id="rId104" Type="http://schemas.openxmlformats.org/officeDocument/2006/relationships/slideLayout" Target="../slideLayouts/slideLayout253.xml"/><Relationship Id="rId120" Type="http://schemas.openxmlformats.org/officeDocument/2006/relationships/slideLayout" Target="../slideLayouts/slideLayout269.xml"/><Relationship Id="rId125" Type="http://schemas.openxmlformats.org/officeDocument/2006/relationships/image" Target="../media/image14.emf"/><Relationship Id="rId7" Type="http://schemas.openxmlformats.org/officeDocument/2006/relationships/slideLayout" Target="../slideLayouts/slideLayout156.xml"/><Relationship Id="rId71" Type="http://schemas.openxmlformats.org/officeDocument/2006/relationships/slideLayout" Target="../slideLayouts/slideLayout220.xml"/><Relationship Id="rId92" Type="http://schemas.openxmlformats.org/officeDocument/2006/relationships/slideLayout" Target="../slideLayouts/slideLayout241.xml"/><Relationship Id="rId2" Type="http://schemas.openxmlformats.org/officeDocument/2006/relationships/slideLayout" Target="../slideLayouts/slideLayout151.xml"/><Relationship Id="rId29" Type="http://schemas.openxmlformats.org/officeDocument/2006/relationships/slideLayout" Target="../slideLayouts/slideLayout178.xml"/><Relationship Id="rId24" Type="http://schemas.openxmlformats.org/officeDocument/2006/relationships/slideLayout" Target="../slideLayouts/slideLayout173.xml"/><Relationship Id="rId40" Type="http://schemas.openxmlformats.org/officeDocument/2006/relationships/slideLayout" Target="../slideLayouts/slideLayout189.xml"/><Relationship Id="rId45" Type="http://schemas.openxmlformats.org/officeDocument/2006/relationships/slideLayout" Target="../slideLayouts/slideLayout194.xml"/><Relationship Id="rId66" Type="http://schemas.openxmlformats.org/officeDocument/2006/relationships/slideLayout" Target="../slideLayouts/slideLayout215.xml"/><Relationship Id="rId87" Type="http://schemas.openxmlformats.org/officeDocument/2006/relationships/slideLayout" Target="../slideLayouts/slideLayout236.xml"/><Relationship Id="rId110" Type="http://schemas.openxmlformats.org/officeDocument/2006/relationships/slideLayout" Target="../slideLayouts/slideLayout259.xml"/><Relationship Id="rId115" Type="http://schemas.openxmlformats.org/officeDocument/2006/relationships/slideLayout" Target="../slideLayouts/slideLayout26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38962" y="245863"/>
            <a:ext cx="9050409" cy="315704"/>
          </a:xfrm>
          <a:prstGeom prst="rect">
            <a:avLst/>
          </a:prstGeom>
        </p:spPr>
        <p:txBody>
          <a:bodyPr vert="horz" wrap="square" lIns="0" tIns="0" rIns="0" bIns="0" rtlCol="0" anchor="b">
            <a:noAutofit/>
          </a:bodyPr>
          <a:lstStyle/>
          <a:p>
            <a:r>
              <a:rPr lang="en-US" dirty="0"/>
              <a:t>SECTION HEADING</a:t>
            </a:r>
          </a:p>
        </p:txBody>
      </p:sp>
      <p:sp>
        <p:nvSpPr>
          <p:cNvPr id="3" name="Text Placeholder 2"/>
          <p:cNvSpPr>
            <a:spLocks noGrp="1"/>
          </p:cNvSpPr>
          <p:nvPr>
            <p:ph type="body" idx="1"/>
          </p:nvPr>
        </p:nvSpPr>
        <p:spPr>
          <a:xfrm>
            <a:off x="456927" y="1066801"/>
            <a:ext cx="11296110" cy="5059365"/>
          </a:xfrm>
          <a:prstGeom prst="rect">
            <a:avLst/>
          </a:prstGeom>
        </p:spPr>
        <p:txBody>
          <a:bodyPr vert="horz" lIns="91440" tIns="45720" rIns="91440" bIns="45720" rtlCol="0">
            <a:normAutofit/>
          </a:bodyPr>
          <a:lstStyle/>
          <a:p>
            <a:pPr lvl="0"/>
            <a:r>
              <a:rPr lang="x-none" dirty="0"/>
              <a:t>Click to edit Master text styles</a:t>
            </a:r>
          </a:p>
          <a:p>
            <a:pPr lvl="1"/>
            <a:r>
              <a:rPr lang="x-none" dirty="0"/>
              <a:t>Second level</a:t>
            </a:r>
          </a:p>
          <a:p>
            <a:pPr lvl="2"/>
            <a:r>
              <a:rPr lang="x-none" dirty="0"/>
              <a:t>Third level</a:t>
            </a:r>
          </a:p>
          <a:p>
            <a:pPr lvl="3"/>
            <a:r>
              <a:rPr lang="x-none" dirty="0"/>
              <a:t>Fourth level</a:t>
            </a:r>
          </a:p>
          <a:p>
            <a:pPr lvl="4"/>
            <a:r>
              <a:rPr lang="x-none" dirty="0"/>
              <a:t>Fifth level</a:t>
            </a:r>
            <a:endParaRPr lang="en-US" dirty="0"/>
          </a:p>
        </p:txBody>
      </p:sp>
      <p:sp>
        <p:nvSpPr>
          <p:cNvPr id="9" name="TextBox 8">
            <a:extLst>
              <a:ext uri="{FF2B5EF4-FFF2-40B4-BE49-F238E27FC236}">
                <a16:creationId xmlns="" xmlns:a16="http://schemas.microsoft.com/office/drawing/2014/main" id="{3230B90F-242E-4EDF-94F3-70B9791F7EF3}"/>
              </a:ext>
            </a:extLst>
          </p:cNvPr>
          <p:cNvSpPr txBox="1"/>
          <p:nvPr userDrawn="1"/>
        </p:nvSpPr>
        <p:spPr>
          <a:xfrm>
            <a:off x="11470597" y="6601381"/>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lumMod val="50000"/>
                  </a:schemeClr>
                </a:solidFill>
                <a:latin typeface="+mj-lt"/>
                <a:cs typeface="Avenir Roman"/>
              </a:rPr>
              <a:pPr algn="r"/>
              <a:t>‹#›</a:t>
            </a:fld>
            <a:endParaRPr kumimoji="0" lang="en-US" sz="1000" u="none" strike="noStrike" kern="1200" cap="none" spc="0" normalizeH="0" baseline="0" noProof="0" dirty="0">
              <a:ln>
                <a:noFill/>
              </a:ln>
              <a:solidFill>
                <a:schemeClr val="bg1">
                  <a:lumMod val="50000"/>
                </a:schemeClr>
              </a:solidFill>
              <a:effectLst/>
              <a:uLnTx/>
              <a:uFillTx/>
              <a:latin typeface="+mj-lt"/>
              <a:cs typeface="Avenir Roman"/>
            </a:endParaRPr>
          </a:p>
        </p:txBody>
      </p:sp>
      <p:sp>
        <p:nvSpPr>
          <p:cNvPr id="13" name="Rectangle 12">
            <a:extLst>
              <a:ext uri="{FF2B5EF4-FFF2-40B4-BE49-F238E27FC236}">
                <a16:creationId xmlns="" xmlns:a16="http://schemas.microsoft.com/office/drawing/2014/main" id="{8F56F0B2-4CBF-477D-95D0-F4A877A249B7}"/>
              </a:ext>
            </a:extLst>
          </p:cNvPr>
          <p:cNvSpPr/>
          <p:nvPr userDrawn="1"/>
        </p:nvSpPr>
        <p:spPr>
          <a:xfrm>
            <a:off x="351223" y="6569272"/>
            <a:ext cx="2999539" cy="230832"/>
          </a:xfrm>
          <a:prstGeom prst="rect">
            <a:avLst/>
          </a:prstGeom>
        </p:spPr>
        <p:txBody>
          <a:bodyPr wrap="none">
            <a:spAutoFit/>
          </a:bodyPr>
          <a:lstStyle/>
          <a:p>
            <a:r>
              <a:rPr lang="en-US" sz="900" b="0" dirty="0">
                <a:solidFill>
                  <a:schemeClr val="bg1">
                    <a:lumMod val="50000"/>
                  </a:schemeClr>
                </a:solidFill>
                <a:latin typeface="+mj-lt"/>
                <a:cs typeface="Avenir Roman"/>
              </a:rPr>
              <a:t>Copyright © 2026 Infogain Corporation. All Rights Reserved.</a:t>
            </a:r>
          </a:p>
        </p:txBody>
      </p:sp>
      <p:pic>
        <p:nvPicPr>
          <p:cNvPr id="8" name="Picture 7"/>
          <p:cNvPicPr>
            <a:picLocks noChangeAspect="1"/>
          </p:cNvPicPr>
          <p:nvPr userDrawn="1"/>
        </p:nvPicPr>
        <p:blipFill>
          <a:blip r:embed="rId34"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3937550629"/>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 id="2147483688" r:id="rId20"/>
    <p:sldLayoutId id="2147483689" r:id="rId21"/>
    <p:sldLayoutId id="2147483690" r:id="rId22"/>
    <p:sldLayoutId id="2147483691" r:id="rId23"/>
    <p:sldLayoutId id="2147483692" r:id="rId24"/>
    <p:sldLayoutId id="2147483693" r:id="rId25"/>
    <p:sldLayoutId id="2147483694" r:id="rId26"/>
    <p:sldLayoutId id="2147483695" r:id="rId27"/>
    <p:sldLayoutId id="2147483696" r:id="rId28"/>
    <p:sldLayoutId id="2147483697" r:id="rId29"/>
    <p:sldLayoutId id="2147483698" r:id="rId30"/>
    <p:sldLayoutId id="2147483699" r:id="rId31"/>
    <p:sldLayoutId id="2147483703" r:id="rId32"/>
  </p:sldLayoutIdLst>
  <p:txStyles>
    <p:titleStyle>
      <a:lvl1pPr algn="l" defTabSz="457200" rtl="0" eaLnBrk="1" latinLnBrk="0" hangingPunct="1">
        <a:spcBef>
          <a:spcPct val="0"/>
        </a:spcBef>
        <a:buNone/>
        <a:defRPr sz="1600" kern="1200" cap="all" spc="0" baseline="0">
          <a:solidFill>
            <a:schemeClr val="bg2"/>
          </a:solidFill>
          <a:latin typeface="+mj-lt"/>
          <a:ea typeface="+mj-ea"/>
          <a:cs typeface="+mj-cs"/>
        </a:defRPr>
      </a:lvl1pPr>
    </p:titleStyle>
    <p:bodyStyle>
      <a:lvl1pPr marL="342900" indent="-342900" algn="l" defTabSz="457200" rtl="0" eaLnBrk="1" latinLnBrk="0" hangingPunct="1">
        <a:spcBef>
          <a:spcPts val="1600"/>
        </a:spcBef>
        <a:buClr>
          <a:schemeClr val="bg2"/>
        </a:buClr>
        <a:buFontTx/>
        <a:buChar char="◌"/>
        <a:defRPr sz="1800" kern="1200">
          <a:solidFill>
            <a:schemeClr val="tx1"/>
          </a:solidFill>
          <a:latin typeface="+mn-lt"/>
          <a:ea typeface="+mn-ea"/>
          <a:cs typeface="+mn-cs"/>
        </a:defRPr>
      </a:lvl1pPr>
      <a:lvl2pPr marL="742950" indent="-285750" algn="l" defTabSz="457200" rtl="0" eaLnBrk="1" latinLnBrk="0" hangingPunct="1">
        <a:spcBef>
          <a:spcPts val="800"/>
        </a:spcBef>
        <a:buClr>
          <a:schemeClr val="bg2"/>
        </a:buClr>
        <a:buFontTx/>
        <a:buChar char="◌"/>
        <a:defRPr sz="1600" kern="1200">
          <a:solidFill>
            <a:schemeClr val="tx1"/>
          </a:solidFill>
          <a:latin typeface="+mn-lt"/>
          <a:ea typeface="+mn-ea"/>
          <a:cs typeface="+mn-cs"/>
        </a:defRPr>
      </a:lvl2pPr>
      <a:lvl3pPr marL="1143000" indent="-228600" algn="l" defTabSz="457200" rtl="0" eaLnBrk="1" latinLnBrk="0" hangingPunct="1">
        <a:spcBef>
          <a:spcPts val="600"/>
        </a:spcBef>
        <a:buClr>
          <a:schemeClr val="bg2"/>
        </a:buClr>
        <a:buFontTx/>
        <a:buChar char="◌"/>
        <a:defRPr sz="1400" kern="1200">
          <a:solidFill>
            <a:schemeClr val="tx1"/>
          </a:solidFill>
          <a:latin typeface="+mn-lt"/>
          <a:ea typeface="+mn-ea"/>
          <a:cs typeface="+mn-cs"/>
        </a:defRPr>
      </a:lvl3pPr>
      <a:lvl4pPr marL="1600200" indent="-228600" algn="l" defTabSz="457200" rtl="0" eaLnBrk="1" latinLnBrk="0" hangingPunct="1">
        <a:spcBef>
          <a:spcPts val="400"/>
        </a:spcBef>
        <a:buClr>
          <a:schemeClr val="bg2"/>
        </a:buClr>
        <a:buFontTx/>
        <a:buChar char="◌"/>
        <a:defRPr sz="1200" kern="1200">
          <a:solidFill>
            <a:schemeClr val="tx1"/>
          </a:solidFill>
          <a:latin typeface="+mn-lt"/>
          <a:ea typeface="+mn-ea"/>
          <a:cs typeface="+mn-cs"/>
        </a:defRPr>
      </a:lvl4pPr>
      <a:lvl5pPr marL="2057400" indent="-228600" algn="l" defTabSz="457200" rtl="0" eaLnBrk="1" latinLnBrk="0" hangingPunct="1">
        <a:spcBef>
          <a:spcPts val="400"/>
        </a:spcBef>
        <a:buClr>
          <a:schemeClr val="bg2"/>
        </a:buClr>
        <a:buFontTx/>
        <a:buChar char="◌"/>
        <a:defRPr sz="12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 xmlns:p15="http://schemas.microsoft.com/office/powerpoint/2012/main">
        <p15:guide id="1" orient="horz" pos="672">
          <p15:clr>
            <a:srgbClr val="F26B43"/>
          </p15:clr>
        </p15:guide>
        <p15:guide id="2" pos="275">
          <p15:clr>
            <a:srgbClr val="F26B43"/>
          </p15:clr>
        </p15:guide>
        <p15:guide id="3" pos="7403">
          <p15:clr>
            <a:srgbClr val="F26B43"/>
          </p15:clr>
        </p15:guide>
        <p15:guide id="4" orient="horz" pos="3864">
          <p15:clr>
            <a:srgbClr val="F26B43"/>
          </p15:clr>
        </p15:guide>
        <p15:guide id="5" orient="horz" pos="888">
          <p15:clr>
            <a:srgbClr val="F26B43"/>
          </p15:clr>
        </p15:guide>
        <p15:guide id="6" pos="254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DC79CD5-1EA1-EEAF-4FD1-E9B0B275A370}"/>
              </a:ext>
            </a:extLst>
          </p:cNvPr>
          <p:cNvGraphicFramePr>
            <a:graphicFrameLocks noChangeAspect="1"/>
          </p:cNvGraphicFramePr>
          <p:nvPr userDrawn="1">
            <p:custDataLst>
              <p:tags r:id="rId120"/>
            </p:custDataLst>
            <p:extLst>
              <p:ext uri="{D42A27DB-BD31-4B8C-83A1-F6EECF244321}">
                <p14:modId xmlns:p14="http://schemas.microsoft.com/office/powerpoint/2010/main" val="360570811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159" name="think-cell Slide" r:id="rId121" imgW="7772400" imgH="10058400" progId="TCLayout.ActiveDocument.1">
                  <p:embed/>
                </p:oleObj>
              </mc:Choice>
              <mc:Fallback>
                <p:oleObj name="think-cell Slide" r:id="rId121" imgW="7772400" imgH="10058400" progId="TCLayout.ActiveDocument.1">
                  <p:embed/>
                  <p:pic>
                    <p:nvPicPr>
                      <p:cNvPr id="8" name="think-cell data - do not delete" hidden="1">
                        <a:extLst>
                          <a:ext uri="{FF2B5EF4-FFF2-40B4-BE49-F238E27FC236}">
                            <a16:creationId xmlns="" xmlns:a16="http://schemas.microsoft.com/office/drawing/2014/main" id="{8DC79CD5-1EA1-EEAF-4FD1-E9B0B275A370}"/>
                          </a:ext>
                        </a:extLst>
                      </p:cNvPr>
                      <p:cNvPicPr/>
                      <p:nvPr/>
                    </p:nvPicPr>
                    <p:blipFill>
                      <a:blip r:embed="rId122"/>
                      <a:stretch>
                        <a:fillRect/>
                      </a:stretch>
                    </p:blipFill>
                    <p:spPr>
                      <a:xfrm>
                        <a:off x="1588" y="1588"/>
                        <a:ext cx="1227" cy="1588"/>
                      </a:xfrm>
                      <a:prstGeom prst="rect">
                        <a:avLst/>
                      </a:prstGeom>
                    </p:spPr>
                  </p:pic>
                </p:oleObj>
              </mc:Fallback>
            </mc:AlternateContent>
          </a:graphicData>
        </a:graphic>
      </p:graphicFrame>
      <p:sp>
        <p:nvSpPr>
          <p:cNvPr id="6" name="Slide Number Placeholder 5"/>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4" name="Page# static">
            <a:extLst>
              <a:ext uri="{FF2B5EF4-FFF2-40B4-BE49-F238E27FC236}">
                <a16:creationId xmlns="" xmlns:a16="http://schemas.microsoft.com/office/drawing/2014/main" id="{FD550928-01C5-D4F3-E973-6F240B67225A}"/>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 name="Title Placeholder 1"/>
          <p:cNvSpPr>
            <a:spLocks noGrp="1"/>
          </p:cNvSpPr>
          <p:nvPr>
            <p:ph type="title"/>
          </p:nvPr>
        </p:nvSpPr>
        <p:spPr>
          <a:xfrm>
            <a:off x="565149" y="460375"/>
            <a:ext cx="11066463" cy="73152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565149" y="1617663"/>
            <a:ext cx="11066464" cy="37734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Box 6">
            <a:extLst>
              <a:ext uri="{FF2B5EF4-FFF2-40B4-BE49-F238E27FC236}">
                <a16:creationId xmlns="" xmlns:a16="http://schemas.microsoft.com/office/drawing/2014/main" id="{C3F896F8-33A6-2AF9-F20C-2B04802E31F1}"/>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
        <p:nvSpPr>
          <p:cNvPr id="11" name="TextBox 10">
            <a:extLst>
              <a:ext uri="{FF2B5EF4-FFF2-40B4-BE49-F238E27FC236}">
                <a16:creationId xmlns="" xmlns:a16="http://schemas.microsoft.com/office/drawing/2014/main" id="{BB6F12C9-9305-1B46-3B2C-1383963166E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Tree>
    <p:extLst>
      <p:ext uri="{BB962C8B-B14F-4D97-AF65-F5344CB8AC3E}">
        <p14:creationId xmlns:p14="http://schemas.microsoft.com/office/powerpoint/2010/main" val="2566521523"/>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 id="2147483724" r:id="rId19"/>
    <p:sldLayoutId id="2147483725" r:id="rId20"/>
    <p:sldLayoutId id="2147483726" r:id="rId21"/>
    <p:sldLayoutId id="2147483727" r:id="rId22"/>
    <p:sldLayoutId id="2147483728" r:id="rId23"/>
    <p:sldLayoutId id="2147483729" r:id="rId24"/>
    <p:sldLayoutId id="2147483730" r:id="rId25"/>
    <p:sldLayoutId id="2147483731" r:id="rId26"/>
    <p:sldLayoutId id="2147483732" r:id="rId27"/>
    <p:sldLayoutId id="2147483733" r:id="rId28"/>
    <p:sldLayoutId id="2147483734" r:id="rId29"/>
    <p:sldLayoutId id="2147483735" r:id="rId30"/>
    <p:sldLayoutId id="2147483736" r:id="rId31"/>
    <p:sldLayoutId id="2147483737" r:id="rId32"/>
    <p:sldLayoutId id="2147483738" r:id="rId33"/>
    <p:sldLayoutId id="2147483739" r:id="rId34"/>
    <p:sldLayoutId id="2147483740" r:id="rId35"/>
    <p:sldLayoutId id="2147483741" r:id="rId36"/>
    <p:sldLayoutId id="2147483742" r:id="rId37"/>
    <p:sldLayoutId id="2147483743" r:id="rId38"/>
    <p:sldLayoutId id="2147483744" r:id="rId39"/>
    <p:sldLayoutId id="2147483745" r:id="rId40"/>
    <p:sldLayoutId id="2147483746" r:id="rId41"/>
    <p:sldLayoutId id="2147483747" r:id="rId42"/>
    <p:sldLayoutId id="2147483748" r:id="rId43"/>
    <p:sldLayoutId id="2147483749" r:id="rId44"/>
    <p:sldLayoutId id="2147483750" r:id="rId45"/>
    <p:sldLayoutId id="2147483751" r:id="rId46"/>
    <p:sldLayoutId id="2147483752" r:id="rId47"/>
    <p:sldLayoutId id="2147483753" r:id="rId48"/>
    <p:sldLayoutId id="2147483754" r:id="rId49"/>
    <p:sldLayoutId id="2147483755" r:id="rId50"/>
    <p:sldLayoutId id="2147483756" r:id="rId51"/>
    <p:sldLayoutId id="2147483757" r:id="rId52"/>
    <p:sldLayoutId id="2147483758" r:id="rId53"/>
    <p:sldLayoutId id="2147483759" r:id="rId54"/>
    <p:sldLayoutId id="2147483760" r:id="rId55"/>
    <p:sldLayoutId id="2147483761" r:id="rId56"/>
    <p:sldLayoutId id="2147483762" r:id="rId57"/>
    <p:sldLayoutId id="2147483763" r:id="rId58"/>
    <p:sldLayoutId id="2147483764" r:id="rId59"/>
    <p:sldLayoutId id="2147483765" r:id="rId60"/>
    <p:sldLayoutId id="2147483766" r:id="rId61"/>
    <p:sldLayoutId id="2147483767" r:id="rId62"/>
    <p:sldLayoutId id="2147483768" r:id="rId63"/>
    <p:sldLayoutId id="2147483769" r:id="rId64"/>
    <p:sldLayoutId id="2147483770" r:id="rId65"/>
    <p:sldLayoutId id="2147483771" r:id="rId66"/>
    <p:sldLayoutId id="2147483772" r:id="rId67"/>
    <p:sldLayoutId id="2147483773" r:id="rId68"/>
    <p:sldLayoutId id="2147483774" r:id="rId69"/>
    <p:sldLayoutId id="2147483775" r:id="rId70"/>
    <p:sldLayoutId id="2147483776" r:id="rId71"/>
    <p:sldLayoutId id="2147483777" r:id="rId72"/>
    <p:sldLayoutId id="2147483778" r:id="rId73"/>
    <p:sldLayoutId id="2147483779" r:id="rId74"/>
    <p:sldLayoutId id="2147483780" r:id="rId75"/>
    <p:sldLayoutId id="2147483781" r:id="rId76"/>
    <p:sldLayoutId id="2147483782" r:id="rId77"/>
    <p:sldLayoutId id="2147483783" r:id="rId78"/>
    <p:sldLayoutId id="2147483784" r:id="rId79"/>
    <p:sldLayoutId id="2147483785" r:id="rId80"/>
    <p:sldLayoutId id="2147483786" r:id="rId81"/>
    <p:sldLayoutId id="2147483787" r:id="rId82"/>
    <p:sldLayoutId id="2147483788" r:id="rId83"/>
    <p:sldLayoutId id="2147483789" r:id="rId84"/>
    <p:sldLayoutId id="2147483790" r:id="rId85"/>
    <p:sldLayoutId id="2147483791" r:id="rId86"/>
    <p:sldLayoutId id="2147483792" r:id="rId87"/>
    <p:sldLayoutId id="2147483793" r:id="rId88"/>
    <p:sldLayoutId id="2147483794" r:id="rId89"/>
    <p:sldLayoutId id="2147483795" r:id="rId90"/>
    <p:sldLayoutId id="2147483796" r:id="rId91"/>
    <p:sldLayoutId id="2147483797" r:id="rId92"/>
    <p:sldLayoutId id="2147483798" r:id="rId93"/>
    <p:sldLayoutId id="2147483799" r:id="rId94"/>
    <p:sldLayoutId id="2147483800" r:id="rId95"/>
    <p:sldLayoutId id="2147483801" r:id="rId96"/>
    <p:sldLayoutId id="2147483802" r:id="rId97"/>
    <p:sldLayoutId id="2147483803" r:id="rId98"/>
    <p:sldLayoutId id="2147483804" r:id="rId99"/>
    <p:sldLayoutId id="2147483805" r:id="rId100"/>
    <p:sldLayoutId id="2147483806" r:id="rId101"/>
    <p:sldLayoutId id="2147483807" r:id="rId102"/>
    <p:sldLayoutId id="2147483808" r:id="rId103"/>
    <p:sldLayoutId id="2147483809" r:id="rId104"/>
    <p:sldLayoutId id="2147483810" r:id="rId105"/>
    <p:sldLayoutId id="2147483811" r:id="rId106"/>
    <p:sldLayoutId id="2147483812" r:id="rId107"/>
    <p:sldLayoutId id="2147483813" r:id="rId108"/>
    <p:sldLayoutId id="2147483814" r:id="rId109"/>
    <p:sldLayoutId id="2147483815" r:id="rId110"/>
    <p:sldLayoutId id="2147483816" r:id="rId111"/>
    <p:sldLayoutId id="2147483817" r:id="rId112"/>
    <p:sldLayoutId id="2147483818" r:id="rId113"/>
    <p:sldLayoutId id="2147483819" r:id="rId114"/>
    <p:sldLayoutId id="2147483820" r:id="rId115"/>
    <p:sldLayoutId id="2147483821" r:id="rId116"/>
    <p:sldLayoutId id="2147483822" r:id="rId117"/>
  </p:sldLayoutIdLst>
  <p:hf hd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200"/>
        </a:spcBef>
        <a:buFontTx/>
        <a:buNone/>
        <a:defRPr sz="1400" kern="1200">
          <a:solidFill>
            <a:schemeClr val="tx1"/>
          </a:solidFill>
          <a:latin typeface="+mn-lt"/>
          <a:ea typeface="+mn-ea"/>
          <a:cs typeface="+mn-cs"/>
        </a:defRPr>
      </a:lvl1pPr>
      <a:lvl2pPr marL="228600" indent="-228600" algn="l" defTabSz="914400" rtl="0" eaLnBrk="1" latinLnBrk="0" hangingPunct="1">
        <a:lnSpc>
          <a:spcPct val="110000"/>
        </a:lnSpc>
        <a:spcBef>
          <a:spcPts val="600"/>
        </a:spcBef>
        <a:buFont typeface="Arial" panose="020B0604020202020204" pitchFamily="34" charset="0"/>
        <a:buChar char="•"/>
        <a:tabLst/>
        <a:defRPr sz="1400" kern="1200">
          <a:solidFill>
            <a:schemeClr val="tx1"/>
          </a:solidFill>
          <a:latin typeface="+mn-lt"/>
          <a:ea typeface="+mn-ea"/>
          <a:cs typeface="+mn-cs"/>
        </a:defRPr>
      </a:lvl2pPr>
      <a:lvl3pPr marL="4572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3pPr>
      <a:lvl4pPr marL="6858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4pPr>
      <a:lvl5pPr marL="9144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 xmlns:p15="http://schemas.microsoft.com/office/powerpoint/2012/main">
        <p15:guide id="1" pos="3841">
          <p15:clr>
            <a:srgbClr val="5ACBF0"/>
          </p15:clr>
        </p15:guide>
        <p15:guide id="2" pos="3936">
          <p15:clr>
            <a:srgbClr val="F26B43"/>
          </p15:clr>
        </p15:guide>
        <p15:guide id="3" pos="3746">
          <p15:clr>
            <a:srgbClr val="F26B43"/>
          </p15:clr>
        </p15:guide>
        <p15:guide id="4" pos="3810">
          <p15:clr>
            <a:srgbClr val="FBAE40"/>
          </p15:clr>
        </p15:guide>
        <p15:guide id="5" pos="3873">
          <p15:clr>
            <a:srgbClr val="FBAE40"/>
          </p15:clr>
        </p15:guide>
        <p15:guide id="6" pos="3236">
          <p15:clr>
            <a:srgbClr val="5ACBF0"/>
          </p15:clr>
        </p15:guide>
        <p15:guide id="7" pos="3331">
          <p15:clr>
            <a:srgbClr val="F26B43"/>
          </p15:clr>
        </p15:guide>
        <p15:guide id="8" pos="3141">
          <p15:clr>
            <a:srgbClr val="F26B43"/>
          </p15:clr>
        </p15:guide>
        <p15:guide id="9" pos="3204">
          <p15:clr>
            <a:srgbClr val="FBAE40"/>
          </p15:clr>
        </p15:guide>
        <p15:guide id="10" pos="3267">
          <p15:clr>
            <a:srgbClr val="FBAE40"/>
          </p15:clr>
        </p15:guide>
        <p15:guide id="11" pos="2643">
          <p15:clr>
            <a:srgbClr val="5ACBF0"/>
          </p15:clr>
        </p15:guide>
        <p15:guide id="12" pos="2738">
          <p15:clr>
            <a:srgbClr val="F26B43"/>
          </p15:clr>
        </p15:guide>
        <p15:guide id="13" pos="2548">
          <p15:clr>
            <a:srgbClr val="F26B43"/>
          </p15:clr>
        </p15:guide>
        <p15:guide id="14" pos="2611">
          <p15:clr>
            <a:srgbClr val="FBAE40"/>
          </p15:clr>
        </p15:guide>
        <p15:guide id="15" pos="2674">
          <p15:clr>
            <a:srgbClr val="FBAE40"/>
          </p15:clr>
        </p15:guide>
        <p15:guide id="16" pos="2050">
          <p15:clr>
            <a:srgbClr val="5ACBF0"/>
          </p15:clr>
        </p15:guide>
        <p15:guide id="17" pos="2145">
          <p15:clr>
            <a:srgbClr val="F26B43"/>
          </p15:clr>
        </p15:guide>
        <p15:guide id="18" pos="1955">
          <p15:clr>
            <a:srgbClr val="F26B43"/>
          </p15:clr>
        </p15:guide>
        <p15:guide id="19" pos="2018">
          <p15:clr>
            <a:srgbClr val="FBAE40"/>
          </p15:clr>
        </p15:guide>
        <p15:guide id="20" pos="2081">
          <p15:clr>
            <a:srgbClr val="FBAE40"/>
          </p15:clr>
        </p15:guide>
        <p15:guide id="21" pos="1436">
          <p15:clr>
            <a:srgbClr val="5ACBF0"/>
          </p15:clr>
        </p15:guide>
        <p15:guide id="22" pos="1531">
          <p15:clr>
            <a:srgbClr val="F26B43"/>
          </p15:clr>
        </p15:guide>
        <p15:guide id="23" pos="1341">
          <p15:clr>
            <a:srgbClr val="F26B43"/>
          </p15:clr>
        </p15:guide>
        <p15:guide id="24" pos="1404">
          <p15:clr>
            <a:srgbClr val="FBAE40"/>
          </p15:clr>
        </p15:guide>
        <p15:guide id="25" pos="1467">
          <p15:clr>
            <a:srgbClr val="FBAE40"/>
          </p15:clr>
        </p15:guide>
        <p15:guide id="26" pos="860">
          <p15:clr>
            <a:srgbClr val="5ACBF0"/>
          </p15:clr>
        </p15:guide>
        <p15:guide id="27" pos="955">
          <p15:clr>
            <a:srgbClr val="F26B43"/>
          </p15:clr>
        </p15:guide>
        <p15:guide id="28" pos="765">
          <p15:clr>
            <a:srgbClr val="F26B43"/>
          </p15:clr>
        </p15:guide>
        <p15:guide id="29" pos="828">
          <p15:clr>
            <a:srgbClr val="FBAE40"/>
          </p15:clr>
        </p15:guide>
        <p15:guide id="30" pos="891">
          <p15:clr>
            <a:srgbClr val="FBAE40"/>
          </p15:clr>
        </p15:guide>
        <p15:guide id="31" pos="4433">
          <p15:clr>
            <a:srgbClr val="5ACBF0"/>
          </p15:clr>
        </p15:guide>
        <p15:guide id="32" pos="4528">
          <p15:clr>
            <a:srgbClr val="F26B43"/>
          </p15:clr>
        </p15:guide>
        <p15:guide id="33" pos="4338">
          <p15:clr>
            <a:srgbClr val="F26B43"/>
          </p15:clr>
        </p15:guide>
        <p15:guide id="34" pos="4401">
          <p15:clr>
            <a:srgbClr val="FBAE40"/>
          </p15:clr>
        </p15:guide>
        <p15:guide id="35" pos="4465">
          <p15:clr>
            <a:srgbClr val="FBAE40"/>
          </p15:clr>
        </p15:guide>
        <p15:guide id="36" pos="5026">
          <p15:clr>
            <a:srgbClr val="5ACBF0"/>
          </p15:clr>
        </p15:guide>
        <p15:guide id="37" pos="5121">
          <p15:clr>
            <a:srgbClr val="F26B43"/>
          </p15:clr>
        </p15:guide>
        <p15:guide id="38" pos="4931">
          <p15:clr>
            <a:srgbClr val="F26B43"/>
          </p15:clr>
        </p15:guide>
        <p15:guide id="39" pos="4994">
          <p15:clr>
            <a:srgbClr val="FBAE40"/>
          </p15:clr>
        </p15:guide>
        <p15:guide id="40" pos="5057">
          <p15:clr>
            <a:srgbClr val="FBAE40"/>
          </p15:clr>
        </p15:guide>
        <p15:guide id="41" pos="5631">
          <p15:clr>
            <a:srgbClr val="5ACBF0"/>
          </p15:clr>
        </p15:guide>
        <p15:guide id="42" pos="5726">
          <p15:clr>
            <a:srgbClr val="F26B43"/>
          </p15:clr>
        </p15:guide>
        <p15:guide id="43" pos="5536">
          <p15:clr>
            <a:srgbClr val="F26B43"/>
          </p15:clr>
        </p15:guide>
        <p15:guide id="44" pos="5600">
          <p15:clr>
            <a:srgbClr val="FBAE40"/>
          </p15:clr>
        </p15:guide>
        <p15:guide id="45" pos="5663">
          <p15:clr>
            <a:srgbClr val="FBAE40"/>
          </p15:clr>
        </p15:guide>
        <p15:guide id="46" pos="6220">
          <p15:clr>
            <a:srgbClr val="5ACBF0"/>
          </p15:clr>
        </p15:guide>
        <p15:guide id="47" pos="6315">
          <p15:clr>
            <a:srgbClr val="F26B43"/>
          </p15:clr>
        </p15:guide>
        <p15:guide id="48" pos="6125">
          <p15:clr>
            <a:srgbClr val="F26B43"/>
          </p15:clr>
        </p15:guide>
        <p15:guide id="49" pos="6188">
          <p15:clr>
            <a:srgbClr val="FBAE40"/>
          </p15:clr>
        </p15:guide>
        <p15:guide id="50" pos="6252">
          <p15:clr>
            <a:srgbClr val="FBAE40"/>
          </p15:clr>
        </p15:guide>
        <p15:guide id="51" pos="6817">
          <p15:clr>
            <a:srgbClr val="5ACBF0"/>
          </p15:clr>
        </p15:guide>
        <p15:guide id="52" pos="6912">
          <p15:clr>
            <a:srgbClr val="F26B43"/>
          </p15:clr>
        </p15:guide>
        <p15:guide id="53" pos="6722">
          <p15:clr>
            <a:srgbClr val="F26B43"/>
          </p15:clr>
        </p15:guide>
        <p15:guide id="54" pos="6786">
          <p15:clr>
            <a:srgbClr val="FBAE40"/>
          </p15:clr>
        </p15:guide>
        <p15:guide id="55" pos="6849">
          <p15:clr>
            <a:srgbClr val="FBAE40"/>
          </p15:clr>
        </p15:guide>
        <p15:guide id="56" orient="horz" pos="1019">
          <p15:clr>
            <a:srgbClr val="5ACBF0"/>
          </p15:clr>
        </p15:guide>
        <p15:guide id="57" orient="horz" pos="924">
          <p15:clr>
            <a:srgbClr val="F26B43"/>
          </p15:clr>
        </p15:guide>
        <p15:guide id="58" orient="horz" pos="1114">
          <p15:clr>
            <a:srgbClr val="F26B43"/>
          </p15:clr>
        </p15:guide>
        <p15:guide id="59" orient="horz" pos="1051">
          <p15:clr>
            <a:srgbClr val="FBAE40"/>
          </p15:clr>
        </p15:guide>
        <p15:guide id="60" orient="horz" pos="987">
          <p15:clr>
            <a:srgbClr val="FBAE40"/>
          </p15:clr>
        </p15:guide>
        <p15:guide id="61" orient="horz" pos="1779">
          <p15:clr>
            <a:srgbClr val="5ACBF0"/>
          </p15:clr>
        </p15:guide>
        <p15:guide id="62" orient="horz" pos="1684">
          <p15:clr>
            <a:srgbClr val="F26B43"/>
          </p15:clr>
        </p15:guide>
        <p15:guide id="63" orient="horz" pos="1874">
          <p15:clr>
            <a:srgbClr val="F26B43"/>
          </p15:clr>
        </p15:guide>
        <p15:guide id="64" orient="horz" pos="1811">
          <p15:clr>
            <a:srgbClr val="FBAE40"/>
          </p15:clr>
        </p15:guide>
        <p15:guide id="65" orient="horz" pos="1748">
          <p15:clr>
            <a:srgbClr val="FBAE40"/>
          </p15:clr>
        </p15:guide>
        <p15:guide id="66" orient="horz" pos="2540">
          <p15:clr>
            <a:srgbClr val="5ACBF0"/>
          </p15:clr>
        </p15:guide>
        <p15:guide id="67" orient="horz" pos="2445">
          <p15:clr>
            <a:srgbClr val="F26B43"/>
          </p15:clr>
        </p15:guide>
        <p15:guide id="68" orient="horz" pos="2640">
          <p15:clr>
            <a:srgbClr val="F26B43"/>
          </p15:clr>
        </p15:guide>
        <p15:guide id="69" orient="horz" pos="2572">
          <p15:clr>
            <a:srgbClr val="FBAE40"/>
          </p15:clr>
        </p15:guide>
        <p15:guide id="70" orient="horz" pos="2508">
          <p15:clr>
            <a:srgbClr val="FBAE40"/>
          </p15:clr>
        </p15:guide>
        <p15:guide id="71" orient="horz" pos="3301">
          <p15:clr>
            <a:srgbClr val="5ACBF0"/>
          </p15:clr>
        </p15:guide>
        <p15:guide id="72" orient="horz" pos="3206">
          <p15:clr>
            <a:srgbClr val="F26B43"/>
          </p15:clr>
        </p15:guide>
        <p15:guide id="73" orient="horz" pos="3396">
          <p15:clr>
            <a:srgbClr val="F26B43"/>
          </p15:clr>
        </p15:guide>
        <p15:guide id="74" orient="horz" pos="3332">
          <p15:clr>
            <a:srgbClr val="FBAE40"/>
          </p15:clr>
        </p15:guide>
        <p15:guide id="75" orient="horz" pos="3269">
          <p15:clr>
            <a:srgbClr val="FBAE40"/>
          </p15:clr>
        </p15:guide>
        <p15:guide id="76" orient="horz" pos="3966">
          <p15:clr>
            <a:srgbClr val="F26B43"/>
          </p15:clr>
        </p15:guide>
        <p15:guide id="77" orient="horz" pos="4156">
          <p15:clr>
            <a:srgbClr val="F26B43"/>
          </p15:clr>
        </p15:guide>
        <p15:guide id="78" orient="horz" pos="290">
          <p15:clr>
            <a:srgbClr val="F26B43"/>
          </p15:clr>
        </p15:guide>
        <p15:guide id="79" pos="261">
          <p15:clr>
            <a:srgbClr val="5ACBF0"/>
          </p15:clr>
        </p15:guide>
        <p15:guide id="80" pos="356">
          <p15:clr>
            <a:srgbClr val="F26B43"/>
          </p15:clr>
        </p15:guide>
        <p15:guide id="81" pos="292">
          <p15:clr>
            <a:srgbClr val="FBAE40"/>
          </p15:clr>
        </p15:guide>
        <p15:guide id="82" pos="7422">
          <p15:clr>
            <a:srgbClr val="5ACBF0"/>
          </p15:clr>
        </p15:guide>
        <p15:guide id="83" pos="7327">
          <p15:clr>
            <a:srgbClr val="F26B43"/>
          </p15:clr>
        </p15:guide>
        <p15:guide id="84" pos="7390">
          <p15:clr>
            <a:srgbClr val="FBAE40"/>
          </p15:clr>
        </p15:guide>
        <p15:guide id="85" orient="horz" pos="258">
          <p15:clr>
            <a:srgbClr val="5ACBF0"/>
          </p15:clr>
        </p15:guide>
        <p15:guide id="86" orient="horz" pos="228">
          <p15:clr>
            <a:srgbClr val="F26B43"/>
          </p15:clr>
        </p15:guide>
        <p15:guide id="87" orient="horz" pos="4028">
          <p15:clr>
            <a:srgbClr val="F26B43"/>
          </p15:clr>
        </p15:guide>
        <p15:guide id="88" orient="horz" pos="4092">
          <p15:clr>
            <a:srgbClr val="F26B43"/>
          </p15:clr>
        </p15:guide>
        <p15:guide id="89" orient="horz" pos="4062">
          <p15:clr>
            <a:srgbClr val="5ACBF0"/>
          </p15:clr>
        </p15:guide>
        <p15:guide id="90" orient="horz" pos="352">
          <p15:clr>
            <a:srgbClr val="F26B43"/>
          </p15:clr>
        </p15:guide>
        <p15:guide id="91" orient="horz" pos="16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 xmlns:a16="http://schemas.microsoft.com/office/drawing/2014/main" id="{8DC79CD5-1EA1-EEAF-4FD1-E9B0B275A370}"/>
              </a:ext>
            </a:extLst>
          </p:cNvPr>
          <p:cNvGraphicFramePr>
            <a:graphicFrameLocks noChangeAspect="1"/>
          </p:cNvGraphicFramePr>
          <p:nvPr userDrawn="1">
            <p:custDataLst>
              <p:tags r:id="rId123"/>
            </p:custDataLst>
            <p:extLst>
              <p:ext uri="{D42A27DB-BD31-4B8C-83A1-F6EECF244321}">
                <p14:modId xmlns:p14="http://schemas.microsoft.com/office/powerpoint/2010/main" val="62341311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8011" name="think-cell Slide" r:id="rId124" imgW="7772400" imgH="10058400" progId="TCLayout.ActiveDocument.1">
                  <p:embed/>
                </p:oleObj>
              </mc:Choice>
              <mc:Fallback>
                <p:oleObj name="think-cell Slide" r:id="rId124" imgW="7772400" imgH="10058400" progId="TCLayout.ActiveDocument.1">
                  <p:embed/>
                  <p:pic>
                    <p:nvPicPr>
                      <p:cNvPr id="0" name=""/>
                      <p:cNvPicPr/>
                      <p:nvPr/>
                    </p:nvPicPr>
                    <p:blipFill>
                      <a:blip r:embed="rId125"/>
                      <a:stretch>
                        <a:fillRect/>
                      </a:stretch>
                    </p:blipFill>
                    <p:spPr>
                      <a:xfrm>
                        <a:off x="1588" y="1588"/>
                        <a:ext cx="1227" cy="1588"/>
                      </a:xfrm>
                      <a:prstGeom prst="rect">
                        <a:avLst/>
                      </a:prstGeom>
                    </p:spPr>
                  </p:pic>
                </p:oleObj>
              </mc:Fallback>
            </mc:AlternateContent>
          </a:graphicData>
        </a:graphic>
      </p:graphicFrame>
      <p:sp>
        <p:nvSpPr>
          <p:cNvPr id="6" name="Slide Number Placeholder 5"/>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4" name="Page# static">
            <a:extLst>
              <a:ext uri="{FF2B5EF4-FFF2-40B4-BE49-F238E27FC236}">
                <a16:creationId xmlns="" xmlns:a16="http://schemas.microsoft.com/office/drawing/2014/main" id="{FD550928-01C5-D4F3-E973-6F240B67225A}"/>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 name="Title Placeholder 1"/>
          <p:cNvSpPr>
            <a:spLocks noGrp="1"/>
          </p:cNvSpPr>
          <p:nvPr>
            <p:ph type="title"/>
          </p:nvPr>
        </p:nvSpPr>
        <p:spPr>
          <a:xfrm>
            <a:off x="565149" y="460375"/>
            <a:ext cx="11066463" cy="73152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565149" y="1617663"/>
            <a:ext cx="11066464" cy="37734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Box 6">
            <a:extLst>
              <a:ext uri="{FF2B5EF4-FFF2-40B4-BE49-F238E27FC236}">
                <a16:creationId xmlns="" xmlns:a16="http://schemas.microsoft.com/office/drawing/2014/main" id="{C3F896F8-33A6-2AF9-F20C-2B04802E31F1}"/>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
        <p:nvSpPr>
          <p:cNvPr id="11" name="TextBox 10">
            <a:extLst>
              <a:ext uri="{FF2B5EF4-FFF2-40B4-BE49-F238E27FC236}">
                <a16:creationId xmlns="" xmlns:a16="http://schemas.microsoft.com/office/drawing/2014/main" id="{BB6F12C9-9305-1B46-3B2C-1383963166E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Tree>
    <p:extLst>
      <p:ext uri="{BB962C8B-B14F-4D97-AF65-F5344CB8AC3E}">
        <p14:creationId xmlns:p14="http://schemas.microsoft.com/office/powerpoint/2010/main" val="3381888689"/>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41" r:id="rId15"/>
    <p:sldLayoutId id="2147483842" r:id="rId16"/>
    <p:sldLayoutId id="2147483843" r:id="rId17"/>
    <p:sldLayoutId id="2147483844" r:id="rId18"/>
    <p:sldLayoutId id="2147483845" r:id="rId19"/>
    <p:sldLayoutId id="2147483846" r:id="rId20"/>
    <p:sldLayoutId id="2147483847" r:id="rId21"/>
    <p:sldLayoutId id="2147483848" r:id="rId22"/>
    <p:sldLayoutId id="2147483849" r:id="rId23"/>
    <p:sldLayoutId id="2147483850" r:id="rId24"/>
    <p:sldLayoutId id="2147483851" r:id="rId25"/>
    <p:sldLayoutId id="2147483852" r:id="rId26"/>
    <p:sldLayoutId id="2147483853" r:id="rId27"/>
    <p:sldLayoutId id="2147483854" r:id="rId28"/>
    <p:sldLayoutId id="2147483855" r:id="rId29"/>
    <p:sldLayoutId id="2147483856" r:id="rId30"/>
    <p:sldLayoutId id="2147483857" r:id="rId31"/>
    <p:sldLayoutId id="2147483858" r:id="rId32"/>
    <p:sldLayoutId id="2147483859" r:id="rId33"/>
    <p:sldLayoutId id="2147483860" r:id="rId34"/>
    <p:sldLayoutId id="2147483861" r:id="rId35"/>
    <p:sldLayoutId id="2147483862" r:id="rId36"/>
    <p:sldLayoutId id="2147483863" r:id="rId37"/>
    <p:sldLayoutId id="2147483864" r:id="rId38"/>
    <p:sldLayoutId id="2147483865" r:id="rId39"/>
    <p:sldLayoutId id="2147483866" r:id="rId40"/>
    <p:sldLayoutId id="2147483867" r:id="rId41"/>
    <p:sldLayoutId id="2147483868" r:id="rId42"/>
    <p:sldLayoutId id="2147483869" r:id="rId43"/>
    <p:sldLayoutId id="2147483870" r:id="rId44"/>
    <p:sldLayoutId id="2147483871" r:id="rId45"/>
    <p:sldLayoutId id="2147483872" r:id="rId46"/>
    <p:sldLayoutId id="2147483873" r:id="rId47"/>
    <p:sldLayoutId id="2147483874" r:id="rId48"/>
    <p:sldLayoutId id="2147483875" r:id="rId49"/>
    <p:sldLayoutId id="2147483876" r:id="rId50"/>
    <p:sldLayoutId id="2147483877" r:id="rId51"/>
    <p:sldLayoutId id="2147483878" r:id="rId52"/>
    <p:sldLayoutId id="2147483879" r:id="rId53"/>
    <p:sldLayoutId id="2147483880" r:id="rId54"/>
    <p:sldLayoutId id="2147483881" r:id="rId55"/>
    <p:sldLayoutId id="2147483882" r:id="rId56"/>
    <p:sldLayoutId id="2147483883" r:id="rId57"/>
    <p:sldLayoutId id="2147483884" r:id="rId58"/>
    <p:sldLayoutId id="2147483885" r:id="rId59"/>
    <p:sldLayoutId id="2147483886" r:id="rId60"/>
    <p:sldLayoutId id="2147483887" r:id="rId61"/>
    <p:sldLayoutId id="2147483888" r:id="rId62"/>
    <p:sldLayoutId id="2147483889" r:id="rId63"/>
    <p:sldLayoutId id="2147483890" r:id="rId64"/>
    <p:sldLayoutId id="2147483891" r:id="rId65"/>
    <p:sldLayoutId id="2147483892" r:id="rId66"/>
    <p:sldLayoutId id="2147483893" r:id="rId67"/>
    <p:sldLayoutId id="2147483894" r:id="rId68"/>
    <p:sldLayoutId id="2147483895" r:id="rId69"/>
    <p:sldLayoutId id="2147483896" r:id="rId70"/>
    <p:sldLayoutId id="2147483897" r:id="rId71"/>
    <p:sldLayoutId id="2147483898" r:id="rId72"/>
    <p:sldLayoutId id="2147483899" r:id="rId73"/>
    <p:sldLayoutId id="2147483900" r:id="rId74"/>
    <p:sldLayoutId id="2147483901" r:id="rId75"/>
    <p:sldLayoutId id="2147483902" r:id="rId76"/>
    <p:sldLayoutId id="2147483903" r:id="rId77"/>
    <p:sldLayoutId id="2147483904" r:id="rId78"/>
    <p:sldLayoutId id="2147483905" r:id="rId79"/>
    <p:sldLayoutId id="2147483906" r:id="rId80"/>
    <p:sldLayoutId id="2147483907" r:id="rId81"/>
    <p:sldLayoutId id="2147483908" r:id="rId82"/>
    <p:sldLayoutId id="2147483909" r:id="rId83"/>
    <p:sldLayoutId id="2147483910" r:id="rId84"/>
    <p:sldLayoutId id="2147483911" r:id="rId85"/>
    <p:sldLayoutId id="2147483912" r:id="rId86"/>
    <p:sldLayoutId id="2147483913" r:id="rId87"/>
    <p:sldLayoutId id="2147483914" r:id="rId88"/>
    <p:sldLayoutId id="2147483915" r:id="rId89"/>
    <p:sldLayoutId id="2147483916" r:id="rId90"/>
    <p:sldLayoutId id="2147483917" r:id="rId91"/>
    <p:sldLayoutId id="2147483918" r:id="rId92"/>
    <p:sldLayoutId id="2147483919" r:id="rId93"/>
    <p:sldLayoutId id="2147483920" r:id="rId94"/>
    <p:sldLayoutId id="2147483921" r:id="rId95"/>
    <p:sldLayoutId id="2147483922" r:id="rId96"/>
    <p:sldLayoutId id="2147483923" r:id="rId97"/>
    <p:sldLayoutId id="2147483924" r:id="rId98"/>
    <p:sldLayoutId id="2147483925" r:id="rId99"/>
    <p:sldLayoutId id="2147483926" r:id="rId100"/>
    <p:sldLayoutId id="2147483927" r:id="rId101"/>
    <p:sldLayoutId id="2147483928" r:id="rId102"/>
    <p:sldLayoutId id="2147483929" r:id="rId103"/>
    <p:sldLayoutId id="2147483930" r:id="rId104"/>
    <p:sldLayoutId id="2147483931" r:id="rId105"/>
    <p:sldLayoutId id="2147483932" r:id="rId106"/>
    <p:sldLayoutId id="2147483933" r:id="rId107"/>
    <p:sldLayoutId id="2147483934" r:id="rId108"/>
    <p:sldLayoutId id="2147483935" r:id="rId109"/>
    <p:sldLayoutId id="2147483936" r:id="rId110"/>
    <p:sldLayoutId id="2147483937" r:id="rId111"/>
    <p:sldLayoutId id="2147483938" r:id="rId112"/>
    <p:sldLayoutId id="2147483939" r:id="rId113"/>
    <p:sldLayoutId id="2147483940" r:id="rId114"/>
    <p:sldLayoutId id="2147483941" r:id="rId115"/>
    <p:sldLayoutId id="2147483942" r:id="rId116"/>
    <p:sldLayoutId id="2147483943" r:id="rId117"/>
    <p:sldLayoutId id="2147483944" r:id="rId118"/>
    <p:sldLayoutId id="2147483945" r:id="rId119"/>
    <p:sldLayoutId id="2147483946" r:id="rId120"/>
  </p:sldLayoutIdLst>
  <p:hf hd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200"/>
        </a:spcBef>
        <a:buFontTx/>
        <a:buNone/>
        <a:defRPr sz="1400" kern="1200">
          <a:solidFill>
            <a:schemeClr val="tx1"/>
          </a:solidFill>
          <a:latin typeface="+mn-lt"/>
          <a:ea typeface="+mn-ea"/>
          <a:cs typeface="+mn-cs"/>
        </a:defRPr>
      </a:lvl1pPr>
      <a:lvl2pPr marL="228600" indent="-228600" algn="l" defTabSz="914400" rtl="0" eaLnBrk="1" latinLnBrk="0" hangingPunct="1">
        <a:lnSpc>
          <a:spcPct val="110000"/>
        </a:lnSpc>
        <a:spcBef>
          <a:spcPts val="600"/>
        </a:spcBef>
        <a:buFont typeface="Arial" panose="020B0604020202020204" pitchFamily="34" charset="0"/>
        <a:buChar char="•"/>
        <a:tabLst/>
        <a:defRPr sz="1400" kern="1200">
          <a:solidFill>
            <a:schemeClr val="tx1"/>
          </a:solidFill>
          <a:latin typeface="+mn-lt"/>
          <a:ea typeface="+mn-ea"/>
          <a:cs typeface="+mn-cs"/>
        </a:defRPr>
      </a:lvl2pPr>
      <a:lvl3pPr marL="4572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3pPr>
      <a:lvl4pPr marL="6858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4pPr>
      <a:lvl5pPr marL="9144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 xmlns:p15="http://schemas.microsoft.com/office/powerpoint/2012/main">
        <p15:guide id="1" pos="3841">
          <p15:clr>
            <a:srgbClr val="5ACBF0"/>
          </p15:clr>
        </p15:guide>
        <p15:guide id="2" pos="3936">
          <p15:clr>
            <a:srgbClr val="F26B43"/>
          </p15:clr>
        </p15:guide>
        <p15:guide id="3" pos="3746">
          <p15:clr>
            <a:srgbClr val="F26B43"/>
          </p15:clr>
        </p15:guide>
        <p15:guide id="4" pos="3810">
          <p15:clr>
            <a:srgbClr val="FBAE40"/>
          </p15:clr>
        </p15:guide>
        <p15:guide id="5" pos="3873">
          <p15:clr>
            <a:srgbClr val="FBAE40"/>
          </p15:clr>
        </p15:guide>
        <p15:guide id="6" pos="3236">
          <p15:clr>
            <a:srgbClr val="5ACBF0"/>
          </p15:clr>
        </p15:guide>
        <p15:guide id="7" pos="3331">
          <p15:clr>
            <a:srgbClr val="F26B43"/>
          </p15:clr>
        </p15:guide>
        <p15:guide id="8" pos="3141">
          <p15:clr>
            <a:srgbClr val="F26B43"/>
          </p15:clr>
        </p15:guide>
        <p15:guide id="9" pos="3204">
          <p15:clr>
            <a:srgbClr val="FBAE40"/>
          </p15:clr>
        </p15:guide>
        <p15:guide id="10" pos="3267">
          <p15:clr>
            <a:srgbClr val="FBAE40"/>
          </p15:clr>
        </p15:guide>
        <p15:guide id="11" pos="2643">
          <p15:clr>
            <a:srgbClr val="5ACBF0"/>
          </p15:clr>
        </p15:guide>
        <p15:guide id="12" pos="2738">
          <p15:clr>
            <a:srgbClr val="F26B43"/>
          </p15:clr>
        </p15:guide>
        <p15:guide id="13" pos="2548">
          <p15:clr>
            <a:srgbClr val="F26B43"/>
          </p15:clr>
        </p15:guide>
        <p15:guide id="14" pos="2611">
          <p15:clr>
            <a:srgbClr val="FBAE40"/>
          </p15:clr>
        </p15:guide>
        <p15:guide id="15" pos="2674">
          <p15:clr>
            <a:srgbClr val="FBAE40"/>
          </p15:clr>
        </p15:guide>
        <p15:guide id="16" pos="2050">
          <p15:clr>
            <a:srgbClr val="5ACBF0"/>
          </p15:clr>
        </p15:guide>
        <p15:guide id="17" pos="2145">
          <p15:clr>
            <a:srgbClr val="F26B43"/>
          </p15:clr>
        </p15:guide>
        <p15:guide id="18" pos="1955">
          <p15:clr>
            <a:srgbClr val="F26B43"/>
          </p15:clr>
        </p15:guide>
        <p15:guide id="19" pos="2018">
          <p15:clr>
            <a:srgbClr val="FBAE40"/>
          </p15:clr>
        </p15:guide>
        <p15:guide id="20" pos="2081">
          <p15:clr>
            <a:srgbClr val="FBAE40"/>
          </p15:clr>
        </p15:guide>
        <p15:guide id="21" pos="1436">
          <p15:clr>
            <a:srgbClr val="5ACBF0"/>
          </p15:clr>
        </p15:guide>
        <p15:guide id="22" pos="1531">
          <p15:clr>
            <a:srgbClr val="F26B43"/>
          </p15:clr>
        </p15:guide>
        <p15:guide id="23" pos="1341">
          <p15:clr>
            <a:srgbClr val="F26B43"/>
          </p15:clr>
        </p15:guide>
        <p15:guide id="24" pos="1404">
          <p15:clr>
            <a:srgbClr val="FBAE40"/>
          </p15:clr>
        </p15:guide>
        <p15:guide id="25" pos="1467">
          <p15:clr>
            <a:srgbClr val="FBAE40"/>
          </p15:clr>
        </p15:guide>
        <p15:guide id="26" pos="860">
          <p15:clr>
            <a:srgbClr val="5ACBF0"/>
          </p15:clr>
        </p15:guide>
        <p15:guide id="27" pos="955">
          <p15:clr>
            <a:srgbClr val="F26B43"/>
          </p15:clr>
        </p15:guide>
        <p15:guide id="28" pos="765">
          <p15:clr>
            <a:srgbClr val="F26B43"/>
          </p15:clr>
        </p15:guide>
        <p15:guide id="29" pos="828">
          <p15:clr>
            <a:srgbClr val="FBAE40"/>
          </p15:clr>
        </p15:guide>
        <p15:guide id="30" pos="891">
          <p15:clr>
            <a:srgbClr val="FBAE40"/>
          </p15:clr>
        </p15:guide>
        <p15:guide id="31" pos="4433">
          <p15:clr>
            <a:srgbClr val="5ACBF0"/>
          </p15:clr>
        </p15:guide>
        <p15:guide id="32" pos="4528">
          <p15:clr>
            <a:srgbClr val="F26B43"/>
          </p15:clr>
        </p15:guide>
        <p15:guide id="33" pos="4338">
          <p15:clr>
            <a:srgbClr val="F26B43"/>
          </p15:clr>
        </p15:guide>
        <p15:guide id="34" pos="4401">
          <p15:clr>
            <a:srgbClr val="FBAE40"/>
          </p15:clr>
        </p15:guide>
        <p15:guide id="35" pos="4465">
          <p15:clr>
            <a:srgbClr val="FBAE40"/>
          </p15:clr>
        </p15:guide>
        <p15:guide id="36" pos="5026">
          <p15:clr>
            <a:srgbClr val="5ACBF0"/>
          </p15:clr>
        </p15:guide>
        <p15:guide id="37" pos="5121">
          <p15:clr>
            <a:srgbClr val="F26B43"/>
          </p15:clr>
        </p15:guide>
        <p15:guide id="38" pos="4931">
          <p15:clr>
            <a:srgbClr val="F26B43"/>
          </p15:clr>
        </p15:guide>
        <p15:guide id="39" pos="4994">
          <p15:clr>
            <a:srgbClr val="FBAE40"/>
          </p15:clr>
        </p15:guide>
        <p15:guide id="40" pos="5057">
          <p15:clr>
            <a:srgbClr val="FBAE40"/>
          </p15:clr>
        </p15:guide>
        <p15:guide id="41" pos="5631">
          <p15:clr>
            <a:srgbClr val="5ACBF0"/>
          </p15:clr>
        </p15:guide>
        <p15:guide id="42" pos="5726">
          <p15:clr>
            <a:srgbClr val="F26B43"/>
          </p15:clr>
        </p15:guide>
        <p15:guide id="43" pos="5536">
          <p15:clr>
            <a:srgbClr val="F26B43"/>
          </p15:clr>
        </p15:guide>
        <p15:guide id="44" pos="5600">
          <p15:clr>
            <a:srgbClr val="FBAE40"/>
          </p15:clr>
        </p15:guide>
        <p15:guide id="45" pos="5663">
          <p15:clr>
            <a:srgbClr val="FBAE40"/>
          </p15:clr>
        </p15:guide>
        <p15:guide id="46" pos="6220">
          <p15:clr>
            <a:srgbClr val="5ACBF0"/>
          </p15:clr>
        </p15:guide>
        <p15:guide id="47" pos="6315">
          <p15:clr>
            <a:srgbClr val="F26B43"/>
          </p15:clr>
        </p15:guide>
        <p15:guide id="48" pos="6125">
          <p15:clr>
            <a:srgbClr val="F26B43"/>
          </p15:clr>
        </p15:guide>
        <p15:guide id="49" pos="6188">
          <p15:clr>
            <a:srgbClr val="FBAE40"/>
          </p15:clr>
        </p15:guide>
        <p15:guide id="50" pos="6252">
          <p15:clr>
            <a:srgbClr val="FBAE40"/>
          </p15:clr>
        </p15:guide>
        <p15:guide id="51" pos="6817">
          <p15:clr>
            <a:srgbClr val="5ACBF0"/>
          </p15:clr>
        </p15:guide>
        <p15:guide id="52" pos="6912">
          <p15:clr>
            <a:srgbClr val="F26B43"/>
          </p15:clr>
        </p15:guide>
        <p15:guide id="53" pos="6722">
          <p15:clr>
            <a:srgbClr val="F26B43"/>
          </p15:clr>
        </p15:guide>
        <p15:guide id="54" pos="6786">
          <p15:clr>
            <a:srgbClr val="FBAE40"/>
          </p15:clr>
        </p15:guide>
        <p15:guide id="55" pos="6849">
          <p15:clr>
            <a:srgbClr val="FBAE40"/>
          </p15:clr>
        </p15:guide>
        <p15:guide id="56" orient="horz" pos="1019">
          <p15:clr>
            <a:srgbClr val="5ACBF0"/>
          </p15:clr>
        </p15:guide>
        <p15:guide id="57" orient="horz" pos="924">
          <p15:clr>
            <a:srgbClr val="F26B43"/>
          </p15:clr>
        </p15:guide>
        <p15:guide id="58" orient="horz" pos="1114">
          <p15:clr>
            <a:srgbClr val="F26B43"/>
          </p15:clr>
        </p15:guide>
        <p15:guide id="59" orient="horz" pos="1051">
          <p15:clr>
            <a:srgbClr val="FBAE40"/>
          </p15:clr>
        </p15:guide>
        <p15:guide id="60" orient="horz" pos="987">
          <p15:clr>
            <a:srgbClr val="FBAE40"/>
          </p15:clr>
        </p15:guide>
        <p15:guide id="61" orient="horz" pos="1779">
          <p15:clr>
            <a:srgbClr val="5ACBF0"/>
          </p15:clr>
        </p15:guide>
        <p15:guide id="62" orient="horz" pos="1684">
          <p15:clr>
            <a:srgbClr val="F26B43"/>
          </p15:clr>
        </p15:guide>
        <p15:guide id="63" orient="horz" pos="1874">
          <p15:clr>
            <a:srgbClr val="F26B43"/>
          </p15:clr>
        </p15:guide>
        <p15:guide id="64" orient="horz" pos="1811">
          <p15:clr>
            <a:srgbClr val="FBAE40"/>
          </p15:clr>
        </p15:guide>
        <p15:guide id="65" orient="horz" pos="1748">
          <p15:clr>
            <a:srgbClr val="FBAE40"/>
          </p15:clr>
        </p15:guide>
        <p15:guide id="66" orient="horz" pos="2540">
          <p15:clr>
            <a:srgbClr val="5ACBF0"/>
          </p15:clr>
        </p15:guide>
        <p15:guide id="67" orient="horz" pos="2445">
          <p15:clr>
            <a:srgbClr val="F26B43"/>
          </p15:clr>
        </p15:guide>
        <p15:guide id="68" orient="horz" pos="2640">
          <p15:clr>
            <a:srgbClr val="F26B43"/>
          </p15:clr>
        </p15:guide>
        <p15:guide id="69" orient="horz" pos="2572">
          <p15:clr>
            <a:srgbClr val="FBAE40"/>
          </p15:clr>
        </p15:guide>
        <p15:guide id="70" orient="horz" pos="2508">
          <p15:clr>
            <a:srgbClr val="FBAE40"/>
          </p15:clr>
        </p15:guide>
        <p15:guide id="71" orient="horz" pos="3301">
          <p15:clr>
            <a:srgbClr val="5ACBF0"/>
          </p15:clr>
        </p15:guide>
        <p15:guide id="72" orient="horz" pos="3206">
          <p15:clr>
            <a:srgbClr val="F26B43"/>
          </p15:clr>
        </p15:guide>
        <p15:guide id="73" orient="horz" pos="3396">
          <p15:clr>
            <a:srgbClr val="F26B43"/>
          </p15:clr>
        </p15:guide>
        <p15:guide id="74" orient="horz" pos="3332">
          <p15:clr>
            <a:srgbClr val="FBAE40"/>
          </p15:clr>
        </p15:guide>
        <p15:guide id="75" orient="horz" pos="3269">
          <p15:clr>
            <a:srgbClr val="FBAE40"/>
          </p15:clr>
        </p15:guide>
        <p15:guide id="76" orient="horz" pos="3966">
          <p15:clr>
            <a:srgbClr val="F26B43"/>
          </p15:clr>
        </p15:guide>
        <p15:guide id="77" orient="horz" pos="4156">
          <p15:clr>
            <a:srgbClr val="F26B43"/>
          </p15:clr>
        </p15:guide>
        <p15:guide id="78" orient="horz" pos="290">
          <p15:clr>
            <a:srgbClr val="F26B43"/>
          </p15:clr>
        </p15:guide>
        <p15:guide id="79" pos="261">
          <p15:clr>
            <a:srgbClr val="5ACBF0"/>
          </p15:clr>
        </p15:guide>
        <p15:guide id="80" pos="356">
          <p15:clr>
            <a:srgbClr val="F26B43"/>
          </p15:clr>
        </p15:guide>
        <p15:guide id="81" pos="292">
          <p15:clr>
            <a:srgbClr val="FBAE40"/>
          </p15:clr>
        </p15:guide>
        <p15:guide id="82" pos="7422">
          <p15:clr>
            <a:srgbClr val="5ACBF0"/>
          </p15:clr>
        </p15:guide>
        <p15:guide id="83" pos="7327">
          <p15:clr>
            <a:srgbClr val="F26B43"/>
          </p15:clr>
        </p15:guide>
        <p15:guide id="84" pos="7390">
          <p15:clr>
            <a:srgbClr val="FBAE40"/>
          </p15:clr>
        </p15:guide>
        <p15:guide id="85" orient="horz" pos="258">
          <p15:clr>
            <a:srgbClr val="5ACBF0"/>
          </p15:clr>
        </p15:guide>
        <p15:guide id="86" orient="horz" pos="228">
          <p15:clr>
            <a:srgbClr val="F26B43"/>
          </p15:clr>
        </p15:guide>
        <p15:guide id="87" orient="horz" pos="4028">
          <p15:clr>
            <a:srgbClr val="F26B43"/>
          </p15:clr>
        </p15:guide>
        <p15:guide id="88" orient="horz" pos="4092">
          <p15:clr>
            <a:srgbClr val="F26B43"/>
          </p15:clr>
        </p15:guide>
        <p15:guide id="89" orient="horz" pos="4062">
          <p15:clr>
            <a:srgbClr val="5ACBF0"/>
          </p15:clr>
        </p15:guide>
        <p15:guide id="90" orient="horz" pos="352">
          <p15:clr>
            <a:srgbClr val="F26B43"/>
          </p15:clr>
        </p15:guide>
        <p15:guide id="91" orient="horz" pos="1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33.xml"/><Relationship Id="rId2" Type="http://schemas.openxmlformats.org/officeDocument/2006/relationships/tags" Target="../tags/tag232.xml"/><Relationship Id="rId1" Type="http://schemas.openxmlformats.org/officeDocument/2006/relationships/vmlDrawing" Target="../drawings/vmlDrawing223.vml"/><Relationship Id="rId6" Type="http://schemas.openxmlformats.org/officeDocument/2006/relationships/image" Target="../media/image35.png"/><Relationship Id="rId5" Type="http://schemas.openxmlformats.org/officeDocument/2006/relationships/image" Target="../media/image34.emf"/><Relationship Id="rId4" Type="http://schemas.openxmlformats.org/officeDocument/2006/relationships/oleObject" Target="../embeddings/oleObject231.bin"/></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9.xml"/></Relationships>
</file>

<file path=ppt/slides/_rels/slide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9.xml"/></Relationships>
</file>

<file path=ppt/slides/_rels/slide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66.xml"/></Relationships>
</file>

<file path=ppt/slides/_rels/slide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66.xml"/></Relationships>
</file>

<file path=ppt/slides/_rels/slide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6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1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49.xml"/></Relationships>
</file>

<file path=ppt/slides/_rels/slide1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9.xml"/></Relationships>
</file>

<file path=ppt/slides/_rels/slide1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9.xml"/><Relationship Id="rId5" Type="http://schemas.openxmlformats.org/officeDocument/2006/relationships/image" Target="../media/image46.png"/><Relationship Id="rId4" Type="http://schemas.openxmlformats.org/officeDocument/2006/relationships/image" Target="../media/image45.png"/></Relationships>
</file>

<file path=ppt/slides/_rels/slide1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49.xml"/><Relationship Id="rId5" Type="http://schemas.openxmlformats.org/officeDocument/2006/relationships/image" Target="../media/image50.png"/><Relationship Id="rId4" Type="http://schemas.openxmlformats.org/officeDocument/2006/relationships/image" Target="../media/image49.png"/></Relationships>
</file>

<file path=ppt/slides/_rels/slide1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49.xml"/></Relationships>
</file>

<file path=ppt/slides/_rels/slide1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49.xml"/></Relationships>
</file>

<file path=ppt/slides/_rels/slide1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49.xml"/><Relationship Id="rId5" Type="http://schemas.openxmlformats.org/officeDocument/2006/relationships/image" Target="../media/image57.png"/><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8.png"/><Relationship Id="rId1" Type="http://schemas.openxmlformats.org/officeDocument/2006/relationships/slideLayout" Target="../slideLayouts/slideLayout149.xml"/></Relationships>
</file>

<file path=ppt/slides/_rels/slide2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49.xml"/></Relationships>
</file>

<file path=ppt/slides/_rels/slide2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49.xml"/></Relationships>
</file>

<file path=ppt/slides/_rels/slide2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49.xml"/></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64.png"/><Relationship Id="rId1" Type="http://schemas.openxmlformats.org/officeDocument/2006/relationships/slideLayout" Target="../slideLayouts/slideLayout149.xml"/><Relationship Id="rId5" Type="http://schemas.openxmlformats.org/officeDocument/2006/relationships/image" Target="../media/image66.png"/><Relationship Id="rId4" Type="http://schemas.openxmlformats.org/officeDocument/2006/relationships/image" Target="../media/image65.png"/></Relationships>
</file>

<file path=ppt/slides/_rels/slide2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49.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49.xml"/><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49.xml"/><Relationship Id="rId4" Type="http://schemas.openxmlformats.org/officeDocument/2006/relationships/image" Target="../media/image74.png"/></Relationships>
</file>

<file path=ppt/slides/_rels/slide2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5.png"/><Relationship Id="rId1" Type="http://schemas.openxmlformats.org/officeDocument/2006/relationships/slideLayout" Target="../slideLayouts/slideLayout149.xml"/></Relationships>
</file>

<file path=ppt/slides/_rels/slide2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4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1.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14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2C62F63-F613-65E8-461B-E30F9BECE5C8}"/>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 xmlns:a16="http://schemas.microsoft.com/office/drawing/2014/main" id="{B35D352A-A569-4B0A-685A-75E03F950259}"/>
              </a:ext>
            </a:extLst>
          </p:cNvPr>
          <p:cNvGraphicFramePr>
            <a:graphicFrameLocks noChangeAspect="1"/>
          </p:cNvGraphicFramePr>
          <p:nvPr>
            <p:custDataLst>
              <p:tags r:id="rId2"/>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9823" name="think-cell Slide" r:id="rId4" imgW="7772400" imgH="10058400" progId="TCLayout.ActiveDocument.1">
                  <p:embed/>
                </p:oleObj>
              </mc:Choice>
              <mc:Fallback>
                <p:oleObj name="think-cell Slide" r:id="rId4" imgW="7772400" imgH="10058400" progId="TCLayout.ActiveDocument.1">
                  <p:embed/>
                  <p:pic>
                    <p:nvPicPr>
                      <p:cNvPr id="4" name="think-cell data - do not delete" hidden="1">
                        <a:extLst>
                          <a:ext uri="{FF2B5EF4-FFF2-40B4-BE49-F238E27FC236}">
                            <a16:creationId xmlns="" xmlns:a16="http://schemas.microsoft.com/office/drawing/2014/main" id="{B35D352A-A569-4B0A-685A-75E03F950259}"/>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 name="Picture Placeholder 2">
            <a:extLst>
              <a:ext uri="{FF2B5EF4-FFF2-40B4-BE49-F238E27FC236}">
                <a16:creationId xmlns="" xmlns:a16="http://schemas.microsoft.com/office/drawing/2014/main" id="{7B23BA59-04E1-BCC3-F4FA-8A0B8E47883E}"/>
              </a:ext>
            </a:extLst>
          </p:cNvPr>
          <p:cNvPicPr>
            <a:picLocks noGrp="1" noChangeAspect="1"/>
          </p:cNvPicPr>
          <p:nvPr>
            <p:ph type="pic" sz="quarter" idx="10"/>
          </p:nvPr>
        </p:nvPicPr>
        <p:blipFill>
          <a:blip r:embed="rId6" cstate="print">
            <a:extLst>
              <a:ext uri="{28A0092B-C50C-407E-A947-70E740481C1C}">
                <a14:useLocalDpi xmlns:a14="http://schemas.microsoft.com/office/drawing/2010/main"/>
              </a:ext>
            </a:extLst>
          </a:blip>
          <a:srcRect/>
          <a:stretch/>
        </p:blipFill>
        <p:spPr>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rgbClr val="FFFFFF">
              <a:lumMod val="95000"/>
            </a:srgbClr>
          </a:solidFill>
        </p:spPr>
      </p:pic>
      <p:sp>
        <p:nvSpPr>
          <p:cNvPr id="7" name="Title 6">
            <a:extLst>
              <a:ext uri="{FF2B5EF4-FFF2-40B4-BE49-F238E27FC236}">
                <a16:creationId xmlns="" xmlns:a16="http://schemas.microsoft.com/office/drawing/2014/main" id="{8BCCF240-086B-DEFA-BC9A-4868CDC7DEA8}"/>
              </a:ext>
            </a:extLst>
          </p:cNvPr>
          <p:cNvSpPr>
            <a:spLocks noGrp="1"/>
          </p:cNvSpPr>
          <p:nvPr>
            <p:ph type="ctrTitle"/>
          </p:nvPr>
        </p:nvSpPr>
        <p:spPr/>
        <p:txBody>
          <a:bodyPr vert="horz"/>
          <a:lstStyle/>
          <a:p>
            <a:r>
              <a:rPr lang="en-US" dirty="0"/>
              <a:t>TypeScript</a:t>
            </a:r>
          </a:p>
        </p:txBody>
      </p:sp>
      <p:sp>
        <p:nvSpPr>
          <p:cNvPr id="11" name="Subtitle 10">
            <a:extLst>
              <a:ext uri="{FF2B5EF4-FFF2-40B4-BE49-F238E27FC236}">
                <a16:creationId xmlns="" xmlns:a16="http://schemas.microsoft.com/office/drawing/2014/main" id="{04DAD340-52B1-7144-3B72-D95266398734}"/>
              </a:ext>
            </a:extLst>
          </p:cNvPr>
          <p:cNvSpPr>
            <a:spLocks noGrp="1"/>
          </p:cNvSpPr>
          <p:nvPr>
            <p:ph type="subTitle" idx="1"/>
          </p:nvPr>
        </p:nvSpPr>
        <p:spPr/>
        <p:txBody>
          <a:bodyPr/>
          <a:lstStyle/>
          <a:p>
            <a:r>
              <a:rPr lang="en-US"/>
              <a:t>Date</a:t>
            </a:r>
          </a:p>
          <a:p>
            <a:endParaRPr lang="en-US"/>
          </a:p>
          <a:p>
            <a:r>
              <a:rPr lang="en-US"/>
              <a:t>Name</a:t>
            </a:r>
          </a:p>
          <a:p>
            <a:r>
              <a:rPr lang="en-US"/>
              <a:t>Title</a:t>
            </a:r>
          </a:p>
        </p:txBody>
      </p:sp>
    </p:spTree>
    <p:extLst>
      <p:ext uri="{BB962C8B-B14F-4D97-AF65-F5344CB8AC3E}">
        <p14:creationId xmlns:p14="http://schemas.microsoft.com/office/powerpoint/2010/main" val="35017799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 xmlns:a16="http://schemas.microsoft.com/office/drawing/2014/main" id="{EB788767-A345-420E-B23F-0148322AED47}"/>
              </a:ext>
            </a:extLst>
          </p:cNvPr>
          <p:cNvSpPr>
            <a:spLocks noGrp="1"/>
          </p:cNvSpPr>
          <p:nvPr>
            <p:ph type="body" sz="quarter" idx="11"/>
          </p:nvPr>
        </p:nvSpPr>
        <p:spPr/>
        <p:txBody>
          <a:bodyPr/>
          <a:lstStyle/>
          <a:p>
            <a:r>
              <a:rPr lang="en-US" dirty="0"/>
              <a:t>Objectives</a:t>
            </a:r>
          </a:p>
        </p:txBody>
      </p:sp>
      <p:sp>
        <p:nvSpPr>
          <p:cNvPr id="6" name="Text Placeholder 5">
            <a:extLst>
              <a:ext uri="{FF2B5EF4-FFF2-40B4-BE49-F238E27FC236}">
                <a16:creationId xmlns="" xmlns:a16="http://schemas.microsoft.com/office/drawing/2014/main" id="{BC051C61-54ED-49AD-8076-FE82FEB72629}"/>
              </a:ext>
            </a:extLst>
          </p:cNvPr>
          <p:cNvSpPr>
            <a:spLocks noGrp="1"/>
          </p:cNvSpPr>
          <p:nvPr>
            <p:ph type="body" sz="quarter" idx="13"/>
          </p:nvPr>
        </p:nvSpPr>
        <p:spPr>
          <a:xfrm>
            <a:off x="334938" y="1173677"/>
            <a:ext cx="11450409" cy="4226798"/>
          </a:xfrm>
        </p:spPr>
        <p:txBody>
          <a:bodyPr/>
          <a:lstStyle/>
          <a:p>
            <a:r>
              <a:rPr lang="en-US" dirty="0"/>
              <a:t>Understand TypeScript fundamentals and type system.</a:t>
            </a:r>
          </a:p>
          <a:p>
            <a:r>
              <a:rPr lang="en-IN" dirty="0"/>
              <a:t>Understand TypeScript </a:t>
            </a:r>
            <a:r>
              <a:rPr lang="en-IN" b="1" dirty="0"/>
              <a:t>data types</a:t>
            </a:r>
            <a:endParaRPr lang="en-IN" dirty="0"/>
          </a:p>
          <a:p>
            <a:r>
              <a:rPr lang="en-IN" dirty="0"/>
              <a:t>Work with arrays and functions</a:t>
            </a:r>
          </a:p>
          <a:p>
            <a:r>
              <a:rPr lang="en-IN" dirty="0"/>
              <a:t> Use spread &amp; rest operators</a:t>
            </a:r>
          </a:p>
          <a:p>
            <a:r>
              <a:rPr lang="en-IN" dirty="0"/>
              <a:t> Learn proper usage of var, let, and </a:t>
            </a:r>
            <a:r>
              <a:rPr lang="en-IN" dirty="0" err="1"/>
              <a:t>const</a:t>
            </a:r>
            <a:endParaRPr lang="en-US" dirty="0"/>
          </a:p>
          <a:p>
            <a:r>
              <a:rPr lang="en-US" dirty="0"/>
              <a:t>Write type-safe functions and classes</a:t>
            </a:r>
          </a:p>
          <a:p>
            <a:r>
              <a:rPr lang="en-US" dirty="0"/>
              <a:t>Use types, interfaces, and </a:t>
            </a:r>
            <a:r>
              <a:rPr lang="en-US" dirty="0" err="1"/>
              <a:t>enums</a:t>
            </a:r>
            <a:r>
              <a:rPr lang="en-US" dirty="0"/>
              <a:t> effectively</a:t>
            </a:r>
          </a:p>
          <a:p>
            <a:pPr marL="0" indent="0">
              <a:buNone/>
            </a:pPr>
            <a:endParaRPr lang="en-US" dirty="0"/>
          </a:p>
          <a:p>
            <a:endParaRPr lang="en-US" dirty="0"/>
          </a:p>
        </p:txBody>
      </p:sp>
      <p:sp>
        <p:nvSpPr>
          <p:cNvPr id="4" name="Slide Number Placeholder 3"/>
          <p:cNvSpPr>
            <a:spLocks noGrp="1"/>
          </p:cNvSpPr>
          <p:nvPr>
            <p:ph type="sldNum" sz="quarter" idx="4294967295"/>
          </p:nvPr>
        </p:nvSpPr>
        <p:spPr>
          <a:xfrm>
            <a:off x="9347200" y="6492875"/>
            <a:ext cx="2844800" cy="365125"/>
          </a:xfrm>
          <a:prstGeom prst="rect">
            <a:avLst/>
          </a:prstGeom>
        </p:spPr>
        <p:txBody>
          <a:bodyPr/>
          <a:lstStyle/>
          <a:p>
            <a:fld id="{4CE32F19-BBF9-49B0-817B-4B6B9B542E56}" type="slidenum">
              <a:rPr lang="en-US" smtClean="0">
                <a:solidFill>
                  <a:prstClr val="white"/>
                </a:solidFill>
              </a:rPr>
              <a:pPr/>
              <a:t>2</a:t>
            </a:fld>
            <a:endParaRPr lang="en-US" dirty="0">
              <a:solidFill>
                <a:prstClr val="white"/>
              </a:solidFill>
            </a:endParaRPr>
          </a:p>
        </p:txBody>
      </p:sp>
    </p:spTree>
    <p:extLst>
      <p:ext uri="{BB962C8B-B14F-4D97-AF65-F5344CB8AC3E}">
        <p14:creationId xmlns:p14="http://schemas.microsoft.com/office/powerpoint/2010/main" val="164053218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Introduction to pandas</a:t>
            </a:r>
          </a:p>
          <a:p>
            <a:r>
              <a:rPr lang="en-IN" dirty="0"/>
              <a:t/>
            </a:r>
            <a:br>
              <a:rPr lang="en-IN" dirty="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3158813"/>
          </a:xfrm>
        </p:spPr>
        <p:txBody>
          <a:bodyPr/>
          <a:lstStyle/>
          <a:p>
            <a:pPr>
              <a:buClr>
                <a:srgbClr val="00B0F0"/>
              </a:buClr>
              <a:buFont typeface="Courier New" panose="02070309020205020404" pitchFamily="49" charset="0"/>
              <a:buChar char="o"/>
            </a:pPr>
            <a:r>
              <a:rPr lang="en-US" dirty="0" smtClean="0"/>
              <a:t>Pandas </a:t>
            </a:r>
            <a:r>
              <a:rPr lang="en-US" dirty="0"/>
              <a:t>is an open-source library for real world data analysis in python. It is built on top of </a:t>
            </a:r>
            <a:r>
              <a:rPr lang="en-US" dirty="0" err="1"/>
              <a:t>Numpy</a:t>
            </a:r>
            <a:r>
              <a:rPr lang="en-US" dirty="0"/>
              <a:t>. </a:t>
            </a:r>
            <a:endParaRPr lang="en-US" dirty="0" smtClean="0"/>
          </a:p>
          <a:p>
            <a:pPr>
              <a:buClr>
                <a:srgbClr val="00B0F0"/>
              </a:buClr>
              <a:buFont typeface="Courier New" panose="02070309020205020404" pitchFamily="49" charset="0"/>
              <a:buChar char="o"/>
            </a:pPr>
            <a:r>
              <a:rPr lang="en-US" dirty="0" smtClean="0"/>
              <a:t>Using </a:t>
            </a:r>
            <a:r>
              <a:rPr lang="en-US" dirty="0"/>
              <a:t>Pandas, data can be cleaned, transformed, manipulated, and analyzed. </a:t>
            </a:r>
            <a:endParaRPr lang="en-US" dirty="0" smtClean="0"/>
          </a:p>
          <a:p>
            <a:pPr>
              <a:buClr>
                <a:srgbClr val="00B0F0"/>
              </a:buClr>
              <a:buFont typeface="Courier New" panose="02070309020205020404" pitchFamily="49" charset="0"/>
              <a:buChar char="o"/>
            </a:pPr>
            <a:r>
              <a:rPr lang="en-US" dirty="0" smtClean="0"/>
              <a:t>It </a:t>
            </a:r>
            <a:r>
              <a:rPr lang="en-US" dirty="0"/>
              <a:t>is suited for different kinds of data including tabular as in a SQL table or a Excel spreadsheets, time series data, observational or statistical datasets</a:t>
            </a:r>
            <a:r>
              <a:rPr lang="en-US" dirty="0" smtClean="0"/>
              <a:t>.</a:t>
            </a:r>
            <a:endParaRPr lang="en-US" dirty="0"/>
          </a:p>
          <a:p>
            <a:pPr>
              <a:buClr>
                <a:srgbClr val="00B0F0"/>
              </a:buClr>
              <a:buFont typeface="Courier New" panose="02070309020205020404" pitchFamily="49" charset="0"/>
              <a:buChar char="o"/>
            </a:pPr>
            <a:r>
              <a:rPr lang="en-US" dirty="0"/>
              <a:t>The steps involved to perform data analysis using Pandas are as follows:</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p:txBody>
      </p:sp>
      <p:pic>
        <p:nvPicPr>
          <p:cNvPr id="2416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6798" y="3744098"/>
            <a:ext cx="6477000" cy="1785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Python Libraries?</a:t>
            </a:r>
          </a:p>
          <a:p>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2139047"/>
          </a:xfrm>
        </p:spPr>
        <p:txBody>
          <a:bodyPr/>
          <a:lstStyle/>
          <a:p>
            <a:pPr>
              <a:buClr>
                <a:srgbClr val="00B0F0"/>
              </a:buClr>
              <a:buFont typeface="Courier New" panose="02070309020205020404" pitchFamily="49" charset="0"/>
              <a:buChar char="o"/>
            </a:pPr>
            <a:r>
              <a:rPr lang="en-US" b="1" dirty="0" smtClean="0"/>
              <a:t>Reading </a:t>
            </a:r>
            <a:r>
              <a:rPr lang="en-US" b="1" dirty="0"/>
              <a:t>the data</a:t>
            </a:r>
          </a:p>
          <a:p>
            <a:pPr>
              <a:buClr>
                <a:srgbClr val="00B0F0"/>
              </a:buClr>
              <a:buFont typeface="Courier New" panose="02070309020205020404" pitchFamily="49" charset="0"/>
              <a:buChar char="o"/>
            </a:pPr>
            <a:r>
              <a:rPr lang="en-US" dirty="0"/>
              <a:t>The first step is to read the data. There are multiple formats in which data can be obtained such as '.</a:t>
            </a:r>
            <a:r>
              <a:rPr lang="en-US" dirty="0" err="1"/>
              <a:t>csv</a:t>
            </a:r>
            <a:r>
              <a:rPr lang="en-US" dirty="0"/>
              <a:t>', '.</a:t>
            </a:r>
            <a:r>
              <a:rPr lang="en-US" dirty="0" err="1"/>
              <a:t>json</a:t>
            </a:r>
            <a:r>
              <a:rPr lang="en-US" dirty="0"/>
              <a:t>', '.</a:t>
            </a:r>
            <a:r>
              <a:rPr lang="en-US" dirty="0" err="1"/>
              <a:t>xlsx</a:t>
            </a:r>
            <a:r>
              <a:rPr lang="en-US" dirty="0"/>
              <a:t>' etc. </a:t>
            </a:r>
          </a:p>
          <a:p>
            <a:pPr>
              <a:buClr>
                <a:srgbClr val="00B0F0"/>
              </a:buClr>
              <a:buFont typeface="Courier New" panose="02070309020205020404" pitchFamily="49" charset="0"/>
              <a:buChar char="o"/>
            </a:pPr>
            <a:r>
              <a:rPr lang="en-US" dirty="0"/>
              <a:t>Below are the examples</a:t>
            </a:r>
            <a:r>
              <a:rPr lang="en-US" dirty="0" smtClean="0"/>
              <a:t>:</a:t>
            </a:r>
            <a:endParaRPr lang="en-US" dirty="0"/>
          </a:p>
          <a:p>
            <a:pPr>
              <a:buClr>
                <a:srgbClr val="00B0F0"/>
              </a:buClr>
              <a:buFont typeface="Courier New" panose="02070309020205020404" pitchFamily="49" charset="0"/>
              <a:buChar char="o"/>
            </a:pPr>
            <a:r>
              <a:rPr lang="en-US" dirty="0"/>
              <a:t>Example of an excel file:</a:t>
            </a:r>
            <a:endParaRPr lang="en-US" dirty="0"/>
          </a:p>
        </p:txBody>
      </p:sp>
      <p:pic>
        <p:nvPicPr>
          <p:cNvPr id="2426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9218" y="3323967"/>
            <a:ext cx="6515100" cy="2812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Python Libraries?</a:t>
            </a:r>
          </a:p>
          <a:p>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281103"/>
          </a:xfrm>
        </p:spPr>
        <p:txBody>
          <a:bodyPr/>
          <a:lstStyle/>
          <a:p>
            <a:pPr>
              <a:buClr>
                <a:srgbClr val="00B0F0"/>
              </a:buClr>
              <a:buFont typeface="Courier New" panose="02070309020205020404" pitchFamily="49" charset="0"/>
              <a:buChar char="o"/>
            </a:pPr>
            <a:r>
              <a:rPr lang="en-US" dirty="0" smtClean="0"/>
              <a:t>Example </a:t>
            </a:r>
            <a:r>
              <a:rPr lang="en-US" dirty="0"/>
              <a:t>of a </a:t>
            </a:r>
            <a:r>
              <a:rPr lang="en-US" dirty="0" err="1"/>
              <a:t>json</a:t>
            </a:r>
            <a:r>
              <a:rPr lang="en-US" dirty="0"/>
              <a:t> (</a:t>
            </a:r>
            <a:r>
              <a:rPr lang="en-US" dirty="0" err="1"/>
              <a:t>javascript</a:t>
            </a:r>
            <a:r>
              <a:rPr lang="en-US" dirty="0"/>
              <a:t> object notation) file:</a:t>
            </a:r>
          </a:p>
        </p:txBody>
      </p:sp>
      <p:pic>
        <p:nvPicPr>
          <p:cNvPr id="2437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0177" y="1714115"/>
            <a:ext cx="4314825" cy="380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806649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Python Libraries?</a:t>
            </a:r>
          </a:p>
          <a:p>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1629164"/>
          </a:xfrm>
        </p:spPr>
        <p:txBody>
          <a:bodyPr/>
          <a:lstStyle/>
          <a:p>
            <a:pPr>
              <a:buClr>
                <a:srgbClr val="00B0F0"/>
              </a:buClr>
              <a:buFont typeface="Courier New" panose="02070309020205020404" pitchFamily="49" charset="0"/>
              <a:buChar char="o"/>
            </a:pPr>
            <a:r>
              <a:rPr lang="en-US" b="1" dirty="0" smtClean="0"/>
              <a:t>Example </a:t>
            </a:r>
            <a:r>
              <a:rPr lang="en-US" b="1" dirty="0"/>
              <a:t>of a </a:t>
            </a:r>
            <a:r>
              <a:rPr lang="en-US" b="1" dirty="0" err="1"/>
              <a:t>csv</a:t>
            </a:r>
            <a:r>
              <a:rPr lang="en-US" b="1" dirty="0"/>
              <a:t> (comma separated values) file:</a:t>
            </a:r>
          </a:p>
          <a:p>
            <a:r>
              <a:rPr lang="en-US" dirty="0" smtClean="0"/>
              <a:t/>
            </a:r>
            <a:br>
              <a:rPr lang="en-US" dirty="0" smtClean="0"/>
            </a:br>
            <a:endParaRPr lang="en-US" dirty="0" smtClean="0"/>
          </a:p>
          <a:p>
            <a:pPr>
              <a:buClr>
                <a:srgbClr val="00B0F0"/>
              </a:buClr>
              <a:buFont typeface="Courier New" panose="02070309020205020404" pitchFamily="49" charset="0"/>
              <a:buChar char="o"/>
            </a:pPr>
            <a:endParaRPr lang="en-US" dirty="0"/>
          </a:p>
        </p:txBody>
      </p:sp>
      <p:pic>
        <p:nvPicPr>
          <p:cNvPr id="2447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2038" y="1757492"/>
            <a:ext cx="10067925" cy="413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6282372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2818207"/>
          </a:xfrm>
        </p:spPr>
        <p:txBody>
          <a:bodyPr/>
          <a:lstStyle/>
          <a:p>
            <a:pPr>
              <a:buClr>
                <a:srgbClr val="00B0F0"/>
              </a:buClr>
              <a:buFont typeface="Courier New" panose="02070309020205020404" pitchFamily="49" charset="0"/>
              <a:buChar char="o"/>
            </a:pPr>
            <a:r>
              <a:rPr lang="en-US" b="1" dirty="0" smtClean="0"/>
              <a:t>Exploring </a:t>
            </a:r>
            <a:r>
              <a:rPr lang="en-US" b="1" dirty="0"/>
              <a:t>the data</a:t>
            </a:r>
          </a:p>
          <a:p>
            <a:pPr>
              <a:buClr>
                <a:srgbClr val="00B0F0"/>
              </a:buClr>
              <a:buFont typeface="Courier New" panose="02070309020205020404" pitchFamily="49" charset="0"/>
              <a:buChar char="o"/>
            </a:pPr>
            <a:r>
              <a:rPr lang="en-US" dirty="0"/>
              <a:t>The next step is to explore the data. Exploring data helps to:</a:t>
            </a:r>
          </a:p>
          <a:p>
            <a:pPr lvl="1">
              <a:buClr>
                <a:srgbClr val="00B0F0"/>
              </a:buClr>
              <a:buFont typeface="Courier New" panose="02070309020205020404" pitchFamily="49" charset="0"/>
              <a:buChar char="o"/>
            </a:pPr>
            <a:r>
              <a:rPr lang="en-US" dirty="0" smtClean="0"/>
              <a:t>know </a:t>
            </a:r>
            <a:r>
              <a:rPr lang="en-US" dirty="0"/>
              <a:t>the shape(number of rows and columns) of the data</a:t>
            </a:r>
          </a:p>
          <a:p>
            <a:pPr lvl="1">
              <a:buClr>
                <a:srgbClr val="00B0F0"/>
              </a:buClr>
              <a:buFont typeface="Courier New" panose="02070309020205020404" pitchFamily="49" charset="0"/>
              <a:buChar char="o"/>
            </a:pPr>
            <a:r>
              <a:rPr lang="en-US" dirty="0" smtClean="0"/>
              <a:t>understand </a:t>
            </a:r>
            <a:r>
              <a:rPr lang="en-US" dirty="0"/>
              <a:t>the nature of the data by obtaining subsets of the data</a:t>
            </a:r>
          </a:p>
          <a:p>
            <a:pPr lvl="1">
              <a:buClr>
                <a:srgbClr val="00B0F0"/>
              </a:buClr>
              <a:buFont typeface="Courier New" panose="02070309020205020404" pitchFamily="49" charset="0"/>
              <a:buChar char="o"/>
            </a:pPr>
            <a:r>
              <a:rPr lang="en-US" dirty="0" smtClean="0"/>
              <a:t>identify </a:t>
            </a:r>
            <a:r>
              <a:rPr lang="en-US" dirty="0"/>
              <a:t>missing values and treat them accordingly</a:t>
            </a:r>
          </a:p>
          <a:p>
            <a:pPr lvl="1">
              <a:buClr>
                <a:srgbClr val="00B0F0"/>
              </a:buClr>
              <a:buFont typeface="Courier New" panose="02070309020205020404" pitchFamily="49" charset="0"/>
              <a:buChar char="o"/>
            </a:pPr>
            <a:r>
              <a:rPr lang="en-US" dirty="0" smtClean="0"/>
              <a:t>get </a:t>
            </a:r>
            <a:r>
              <a:rPr lang="en-US" dirty="0"/>
              <a:t>insights about the data using descriptive statistics </a:t>
            </a:r>
          </a:p>
          <a:p>
            <a:pPr>
              <a:buClr>
                <a:srgbClr val="00B0F0"/>
              </a:buClr>
              <a:buFont typeface="Courier New" panose="02070309020205020404" pitchFamily="49" charset="0"/>
              <a:buChar char="o"/>
            </a:pPr>
            <a:endParaRPr lang="en-US" dirty="0"/>
          </a:p>
        </p:txBody>
      </p:sp>
    </p:spTree>
    <p:extLst>
      <p:ext uri="{BB962C8B-B14F-4D97-AF65-F5344CB8AC3E}">
        <p14:creationId xmlns:p14="http://schemas.microsoft.com/office/powerpoint/2010/main" val="387669224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2681760"/>
          </a:xfrm>
        </p:spPr>
        <p:txBody>
          <a:bodyPr/>
          <a:lstStyle/>
          <a:p>
            <a:pPr>
              <a:buClr>
                <a:srgbClr val="00B0F0"/>
              </a:buClr>
              <a:buFont typeface="Courier New" panose="02070309020205020404" pitchFamily="49" charset="0"/>
              <a:buChar char="o"/>
            </a:pPr>
            <a:r>
              <a:rPr lang="en-US" b="1" dirty="0" smtClean="0"/>
              <a:t>Performing </a:t>
            </a:r>
            <a:r>
              <a:rPr lang="en-US" b="1" dirty="0"/>
              <a:t>operations on the data</a:t>
            </a:r>
          </a:p>
          <a:p>
            <a:pPr>
              <a:buClr>
                <a:srgbClr val="00B0F0"/>
              </a:buClr>
              <a:buFont typeface="Courier New" panose="02070309020205020404" pitchFamily="49" charset="0"/>
              <a:buChar char="o"/>
            </a:pPr>
            <a:r>
              <a:rPr lang="en-US" dirty="0"/>
              <a:t>Some of the operations supported by pandas for data manipulation are as follows</a:t>
            </a:r>
            <a:r>
              <a:rPr lang="en-US" dirty="0" smtClean="0"/>
              <a:t>:</a:t>
            </a:r>
            <a:endParaRPr lang="en-US" dirty="0"/>
          </a:p>
          <a:p>
            <a:pPr lvl="1">
              <a:buClr>
                <a:srgbClr val="00B0F0"/>
              </a:buClr>
              <a:buFont typeface="Courier New" panose="02070309020205020404" pitchFamily="49" charset="0"/>
              <a:buChar char="o"/>
            </a:pPr>
            <a:r>
              <a:rPr lang="en-US" dirty="0"/>
              <a:t>Grouping operations </a:t>
            </a:r>
          </a:p>
          <a:p>
            <a:pPr lvl="1">
              <a:buClr>
                <a:srgbClr val="00B0F0"/>
              </a:buClr>
              <a:buFont typeface="Courier New" panose="02070309020205020404" pitchFamily="49" charset="0"/>
              <a:buChar char="o"/>
            </a:pPr>
            <a:r>
              <a:rPr lang="en-US" dirty="0"/>
              <a:t>Sorting operations </a:t>
            </a:r>
          </a:p>
          <a:p>
            <a:pPr lvl="1">
              <a:buClr>
                <a:srgbClr val="00B0F0"/>
              </a:buClr>
              <a:buFont typeface="Courier New" panose="02070309020205020404" pitchFamily="49" charset="0"/>
              <a:buChar char="o"/>
            </a:pPr>
            <a:r>
              <a:rPr lang="en-US" dirty="0"/>
              <a:t>Masking operations </a:t>
            </a:r>
          </a:p>
          <a:p>
            <a:pPr lvl="1">
              <a:buClr>
                <a:srgbClr val="00B0F0"/>
              </a:buClr>
              <a:buFont typeface="Courier New" panose="02070309020205020404" pitchFamily="49" charset="0"/>
              <a:buChar char="o"/>
            </a:pPr>
            <a:r>
              <a:rPr lang="en-US" dirty="0"/>
              <a:t>Merging operations </a:t>
            </a:r>
          </a:p>
          <a:p>
            <a:pPr lvl="1">
              <a:buClr>
                <a:srgbClr val="00B0F0"/>
              </a:buClr>
              <a:buFont typeface="Courier New" panose="02070309020205020404" pitchFamily="49" charset="0"/>
              <a:buChar char="o"/>
            </a:pPr>
            <a:r>
              <a:rPr lang="en-US" dirty="0"/>
              <a:t>Concatenating operations </a:t>
            </a:r>
            <a:endParaRPr lang="en-US" dirty="0"/>
          </a:p>
        </p:txBody>
      </p:sp>
    </p:spTree>
    <p:extLst>
      <p:ext uri="{BB962C8B-B14F-4D97-AF65-F5344CB8AC3E}">
        <p14:creationId xmlns:p14="http://schemas.microsoft.com/office/powerpoint/2010/main" val="266787360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2613023"/>
          </a:xfrm>
        </p:spPr>
        <p:txBody>
          <a:bodyPr/>
          <a:lstStyle/>
          <a:p>
            <a:pPr>
              <a:buClr>
                <a:srgbClr val="00B0F0"/>
              </a:buClr>
              <a:buFont typeface="Courier New" panose="02070309020205020404" pitchFamily="49" charset="0"/>
              <a:buChar char="o"/>
            </a:pPr>
            <a:r>
              <a:rPr lang="en-US" b="1" dirty="0" smtClean="0"/>
              <a:t>Visualizing </a:t>
            </a:r>
            <a:r>
              <a:rPr lang="en-US" b="1" dirty="0"/>
              <a:t>data</a:t>
            </a:r>
          </a:p>
          <a:p>
            <a:pPr>
              <a:buClr>
                <a:srgbClr val="00B0F0"/>
              </a:buClr>
              <a:buFont typeface="Courier New" panose="02070309020205020404" pitchFamily="49" charset="0"/>
              <a:buChar char="o"/>
            </a:pPr>
            <a:r>
              <a:rPr lang="en-US" dirty="0"/>
              <a:t>The next step is to visualize the data to get a clear picture of various </a:t>
            </a:r>
            <a:r>
              <a:rPr lang="en-US" dirty="0" err="1"/>
              <a:t>relationshipsamong</a:t>
            </a:r>
            <a:r>
              <a:rPr lang="en-US" dirty="0"/>
              <a:t> the data. The following plots can help visualize the data:</a:t>
            </a:r>
          </a:p>
          <a:p>
            <a:pPr lvl="1">
              <a:buClr>
                <a:srgbClr val="00B0F0"/>
              </a:buClr>
              <a:buFont typeface="Courier New" panose="02070309020205020404" pitchFamily="49" charset="0"/>
              <a:buChar char="o"/>
            </a:pPr>
            <a:r>
              <a:rPr lang="en-US" dirty="0" smtClean="0"/>
              <a:t>Scatter </a:t>
            </a:r>
            <a:r>
              <a:rPr lang="en-US" dirty="0"/>
              <a:t>plot</a:t>
            </a:r>
          </a:p>
          <a:p>
            <a:pPr lvl="1">
              <a:buClr>
                <a:srgbClr val="00B0F0"/>
              </a:buClr>
              <a:buFont typeface="Courier New" panose="02070309020205020404" pitchFamily="49" charset="0"/>
              <a:buChar char="o"/>
            </a:pPr>
            <a:r>
              <a:rPr lang="en-US" dirty="0" smtClean="0"/>
              <a:t>Box </a:t>
            </a:r>
            <a:r>
              <a:rPr lang="en-US" dirty="0"/>
              <a:t>plot</a:t>
            </a:r>
          </a:p>
          <a:p>
            <a:pPr lvl="1">
              <a:buClr>
                <a:srgbClr val="00B0F0"/>
              </a:buClr>
              <a:buFont typeface="Courier New" panose="02070309020205020404" pitchFamily="49" charset="0"/>
              <a:buChar char="o"/>
            </a:pPr>
            <a:r>
              <a:rPr lang="en-US" dirty="0" smtClean="0"/>
              <a:t>Bar </a:t>
            </a:r>
            <a:r>
              <a:rPr lang="en-US" dirty="0"/>
              <a:t>plot</a:t>
            </a:r>
          </a:p>
          <a:p>
            <a:pPr lvl="1">
              <a:buClr>
                <a:srgbClr val="00B0F0"/>
              </a:buClr>
              <a:buFont typeface="Courier New" panose="02070309020205020404" pitchFamily="49" charset="0"/>
              <a:buChar char="o"/>
            </a:pPr>
            <a:r>
              <a:rPr lang="en-US" dirty="0" smtClean="0"/>
              <a:t>Histogram </a:t>
            </a:r>
            <a:r>
              <a:rPr lang="en-US" dirty="0"/>
              <a:t>and many more</a:t>
            </a:r>
          </a:p>
        </p:txBody>
      </p:sp>
    </p:spTree>
    <p:extLst>
      <p:ext uri="{BB962C8B-B14F-4D97-AF65-F5344CB8AC3E}">
        <p14:creationId xmlns:p14="http://schemas.microsoft.com/office/powerpoint/2010/main" val="331999756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Steps in data analysis</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678134"/>
          </a:xfrm>
        </p:spPr>
        <p:txBody>
          <a:bodyPr/>
          <a:lstStyle/>
          <a:p>
            <a:pPr>
              <a:buClr>
                <a:srgbClr val="00B0F0"/>
              </a:buClr>
              <a:buFont typeface="Courier New" panose="02070309020205020404" pitchFamily="49" charset="0"/>
              <a:buChar char="o"/>
            </a:pPr>
            <a:r>
              <a:rPr lang="en-US" b="1" dirty="0" smtClean="0"/>
              <a:t>Generating </a:t>
            </a:r>
            <a:r>
              <a:rPr lang="en-US" b="1" dirty="0"/>
              <a:t>Insights</a:t>
            </a:r>
          </a:p>
          <a:p>
            <a:pPr lvl="1">
              <a:buClr>
                <a:srgbClr val="00B0F0"/>
              </a:buClr>
              <a:buFont typeface="Courier New" panose="02070309020205020404" pitchFamily="49" charset="0"/>
              <a:buChar char="o"/>
            </a:pPr>
            <a:r>
              <a:rPr lang="en-US" dirty="0"/>
              <a:t>All the above steps help generating insights about our data. </a:t>
            </a:r>
          </a:p>
        </p:txBody>
      </p:sp>
    </p:spTree>
    <p:extLst>
      <p:ext uri="{BB962C8B-B14F-4D97-AF65-F5344CB8AC3E}">
        <p14:creationId xmlns:p14="http://schemas.microsoft.com/office/powerpoint/2010/main" val="407180238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Why Pandas?</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2205732"/>
          </a:xfrm>
        </p:spPr>
        <p:txBody>
          <a:bodyPr/>
          <a:lstStyle/>
          <a:p>
            <a:pPr>
              <a:buClr>
                <a:srgbClr val="00B0F0"/>
              </a:buClr>
              <a:buFont typeface="Courier New" panose="02070309020205020404" pitchFamily="49" charset="0"/>
              <a:buChar char="o"/>
            </a:pPr>
            <a:r>
              <a:rPr lang="en-US" dirty="0" smtClean="0"/>
              <a:t>Pandas </a:t>
            </a:r>
            <a:r>
              <a:rPr lang="en-US" dirty="0"/>
              <a:t>is one of the most popular data wrangling and analysis tools because it</a:t>
            </a:r>
            <a:r>
              <a:rPr lang="en-US" dirty="0" smtClean="0"/>
              <a:t>:</a:t>
            </a:r>
            <a:endParaRPr lang="en-US" dirty="0"/>
          </a:p>
          <a:p>
            <a:pPr lvl="1">
              <a:buClr>
                <a:srgbClr val="00B0F0"/>
              </a:buClr>
              <a:buFont typeface="Courier New" panose="02070309020205020404" pitchFamily="49" charset="0"/>
              <a:buChar char="o"/>
            </a:pPr>
            <a:r>
              <a:rPr lang="en-US" dirty="0"/>
              <a:t>has the capability to load huge sizes of data easily</a:t>
            </a:r>
          </a:p>
          <a:p>
            <a:pPr lvl="1">
              <a:buClr>
                <a:srgbClr val="00B0F0"/>
              </a:buClr>
              <a:buFont typeface="Courier New" panose="02070309020205020404" pitchFamily="49" charset="0"/>
              <a:buChar char="o"/>
            </a:pPr>
            <a:r>
              <a:rPr lang="en-US" dirty="0"/>
              <a:t>provides us with extremely streamlined forms of data representation</a:t>
            </a:r>
          </a:p>
          <a:p>
            <a:pPr lvl="1">
              <a:buClr>
                <a:srgbClr val="00B0F0"/>
              </a:buClr>
              <a:buFont typeface="Courier New" panose="02070309020205020404" pitchFamily="49" charset="0"/>
              <a:buChar char="o"/>
            </a:pPr>
            <a:r>
              <a:rPr lang="en-US" dirty="0"/>
              <a:t>can handle </a:t>
            </a:r>
            <a:r>
              <a:rPr lang="en-US" dirty="0" err="1"/>
              <a:t>heterogenous</a:t>
            </a:r>
            <a:r>
              <a:rPr lang="en-US" dirty="0"/>
              <a:t> data, has extensive set of data manipulation features and makes data flexible and customizable</a:t>
            </a:r>
          </a:p>
          <a:p>
            <a:pPr>
              <a:buClr>
                <a:srgbClr val="00B0F0"/>
              </a:buClr>
              <a:buFont typeface="Courier New" panose="02070309020205020404" pitchFamily="49" charset="0"/>
              <a:buChar char="o"/>
            </a:pPr>
            <a:r>
              <a:rPr lang="en-US" dirty="0"/>
              <a:t> </a:t>
            </a:r>
            <a:endParaRPr lang="en-US" dirty="0"/>
          </a:p>
        </p:txBody>
      </p:sp>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a:xfrm>
            <a:off x="334937" y="245863"/>
            <a:ext cx="11478122" cy="557326"/>
          </a:xfrm>
        </p:spPr>
        <p:txBody>
          <a:bodyPr/>
          <a:lstStyle/>
          <a:p>
            <a:r>
              <a:rPr lang="en-IN" dirty="0"/>
              <a:t>Introduction to Pandas objects</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34937" y="1029334"/>
            <a:ext cx="11450409" cy="814582"/>
          </a:xfrm>
        </p:spPr>
        <p:txBody>
          <a:bodyPr/>
          <a:lstStyle/>
          <a:p>
            <a:pPr>
              <a:buClr>
                <a:srgbClr val="00B0F0"/>
              </a:buClr>
              <a:buFont typeface="Courier New" panose="02070309020205020404" pitchFamily="49" charset="0"/>
              <a:buChar char="o"/>
            </a:pPr>
            <a:r>
              <a:rPr lang="en-US" dirty="0" smtClean="0"/>
              <a:t>Pandas </a:t>
            </a:r>
            <a:r>
              <a:rPr lang="en-US" dirty="0"/>
              <a:t>Series </a:t>
            </a:r>
            <a:r>
              <a:rPr lang="en-US" dirty="0" smtClean="0"/>
              <a:t>object</a:t>
            </a:r>
            <a:endParaRPr lang="en-US" dirty="0" smtClean="0"/>
          </a:p>
          <a:p>
            <a:pPr>
              <a:buClr>
                <a:srgbClr val="00B0F0"/>
              </a:buClr>
              <a:buFont typeface="Courier New" panose="02070309020205020404" pitchFamily="49" charset="0"/>
              <a:buChar char="o"/>
            </a:pPr>
            <a:r>
              <a:rPr lang="en-US" dirty="0" smtClean="0"/>
              <a:t>Pandas </a:t>
            </a:r>
            <a:r>
              <a:rPr lang="en-US" dirty="0" err="1"/>
              <a:t>DataFrame</a:t>
            </a:r>
            <a:r>
              <a:rPr lang="en-US" dirty="0"/>
              <a:t> object</a:t>
            </a:r>
          </a:p>
        </p:txBody>
      </p:sp>
    </p:spTree>
    <p:extLst>
      <p:ext uri="{BB962C8B-B14F-4D97-AF65-F5344CB8AC3E}">
        <p14:creationId xmlns:p14="http://schemas.microsoft.com/office/powerpoint/2010/main" val="3614586696"/>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Pandas Series object</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192652" y="1173892"/>
            <a:ext cx="11450409" cy="1119281"/>
          </a:xfrm>
        </p:spPr>
        <p:txBody>
          <a:bodyPr/>
          <a:lstStyle/>
          <a:p>
            <a:pPr>
              <a:buClr>
                <a:srgbClr val="00B0F0"/>
              </a:buClr>
              <a:buFont typeface="Courier New" panose="02070309020205020404" pitchFamily="49" charset="0"/>
              <a:buChar char="o"/>
            </a:pPr>
            <a:r>
              <a:rPr lang="en-US" dirty="0" smtClean="0"/>
              <a:t>Series </a:t>
            </a:r>
            <a:r>
              <a:rPr lang="en-US" dirty="0"/>
              <a:t>is one dimensional </a:t>
            </a:r>
            <a:r>
              <a:rPr lang="en-US" dirty="0" err="1"/>
              <a:t>labelled</a:t>
            </a:r>
            <a:r>
              <a:rPr lang="en-US" dirty="0"/>
              <a:t> array. It supports different </a:t>
            </a:r>
            <a:r>
              <a:rPr lang="en-US" dirty="0" err="1"/>
              <a:t>datatypes</a:t>
            </a:r>
            <a:r>
              <a:rPr lang="en-US" dirty="0"/>
              <a:t> like integer, float, string etc. Let us understand more about series with the following example</a:t>
            </a:r>
            <a:r>
              <a:rPr lang="en-US" dirty="0" smtClean="0"/>
              <a:t>.</a:t>
            </a:r>
            <a:endParaRPr lang="en-US" dirty="0"/>
          </a:p>
          <a:p>
            <a:pPr>
              <a:buClr>
                <a:srgbClr val="00B0F0"/>
              </a:buClr>
              <a:buFont typeface="Courier New" panose="02070309020205020404" pitchFamily="49" charset="0"/>
              <a:buChar char="o"/>
            </a:pPr>
            <a:r>
              <a:rPr lang="en-US" dirty="0"/>
              <a:t>Consider the scenario where marks of students are given as shown in the following table:</a:t>
            </a:r>
            <a:endParaRPr lang="en-US" dirty="0"/>
          </a:p>
        </p:txBody>
      </p:sp>
      <p:pic>
        <p:nvPicPr>
          <p:cNvPr id="2457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5179" y="2786320"/>
            <a:ext cx="3606243" cy="2503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5994494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Pandas Series object</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210312" y="1096023"/>
            <a:ext cx="11450409" cy="5493812"/>
          </a:xfrm>
        </p:spPr>
        <p:txBody>
          <a:bodyPr/>
          <a:lstStyle/>
          <a:p>
            <a:pPr>
              <a:buClr>
                <a:srgbClr val="00B0F0"/>
              </a:buClr>
              <a:buFont typeface="Courier New" panose="02070309020205020404" pitchFamily="49" charset="0"/>
              <a:buChar char="o"/>
            </a:pPr>
            <a:r>
              <a:rPr lang="en-US" dirty="0" smtClean="0"/>
              <a:t>The </a:t>
            </a:r>
            <a:r>
              <a:rPr lang="en-US" dirty="0"/>
              <a:t>pandas series object can be used to represent this data in a meaningful manner. Series is created using the following syntax</a:t>
            </a:r>
            <a:r>
              <a:rPr lang="en-US" dirty="0" smtClean="0"/>
              <a:t>:</a:t>
            </a:r>
            <a:endParaRPr lang="en-US" dirty="0"/>
          </a:p>
          <a:p>
            <a:pPr>
              <a:buClr>
                <a:srgbClr val="00B0F0"/>
              </a:buClr>
              <a:buFont typeface="Courier New" panose="02070309020205020404" pitchFamily="49" charset="0"/>
              <a:buChar char="o"/>
            </a:pPr>
            <a:r>
              <a:rPr lang="en-US" dirty="0"/>
              <a:t>Syntax</a:t>
            </a:r>
            <a:r>
              <a:rPr lang="en-US" dirty="0" smtClean="0"/>
              <a:t>:</a:t>
            </a:r>
            <a:endParaRPr lang="en-US" dirty="0"/>
          </a:p>
          <a:p>
            <a:pPr lvl="1">
              <a:buClr>
                <a:srgbClr val="00B0F0"/>
              </a:buClr>
              <a:buFont typeface="Courier New" panose="02070309020205020404" pitchFamily="49" charset="0"/>
              <a:buChar char="o"/>
            </a:pPr>
            <a:r>
              <a:rPr lang="en-US" dirty="0" err="1" smtClean="0"/>
              <a:t>pd.Series</a:t>
            </a:r>
            <a:r>
              <a:rPr lang="en-US" dirty="0" smtClean="0"/>
              <a:t>(data</a:t>
            </a:r>
            <a:r>
              <a:rPr lang="en-US" dirty="0"/>
              <a:t>, index, </a:t>
            </a:r>
            <a:r>
              <a:rPr lang="en-US" dirty="0" err="1"/>
              <a:t>dtype</a:t>
            </a:r>
            <a:r>
              <a:rPr lang="en-US" dirty="0" smtClean="0"/>
              <a:t>)</a:t>
            </a:r>
            <a:endParaRPr lang="en-US" dirty="0"/>
          </a:p>
          <a:p>
            <a:pPr lvl="2">
              <a:buClr>
                <a:srgbClr val="00B0F0"/>
              </a:buClr>
              <a:buFont typeface="Courier New" panose="02070309020205020404" pitchFamily="49" charset="0"/>
              <a:buChar char="o"/>
            </a:pPr>
            <a:r>
              <a:rPr lang="en-US" dirty="0" smtClean="0"/>
              <a:t>data </a:t>
            </a:r>
            <a:r>
              <a:rPr lang="en-US" dirty="0"/>
              <a:t>– It can be a list, a list of lists or even a </a:t>
            </a:r>
            <a:r>
              <a:rPr lang="en-US" dirty="0" smtClean="0"/>
              <a:t>dictionary.</a:t>
            </a:r>
          </a:p>
          <a:p>
            <a:pPr lvl="2">
              <a:buClr>
                <a:srgbClr val="00B0F0"/>
              </a:buClr>
              <a:buFont typeface="Courier New" panose="02070309020205020404" pitchFamily="49" charset="0"/>
              <a:buChar char="o"/>
            </a:pPr>
            <a:r>
              <a:rPr lang="en-US" dirty="0" smtClean="0"/>
              <a:t>index </a:t>
            </a:r>
            <a:r>
              <a:rPr lang="en-US" dirty="0"/>
              <a:t>– The index can be explicitly defined for different </a:t>
            </a:r>
            <a:r>
              <a:rPr lang="en-US" dirty="0" err="1"/>
              <a:t>valuesif</a:t>
            </a:r>
            <a:r>
              <a:rPr lang="en-US" dirty="0"/>
              <a:t> </a:t>
            </a:r>
            <a:r>
              <a:rPr lang="en-US" dirty="0" smtClean="0"/>
              <a:t>required.</a:t>
            </a:r>
          </a:p>
          <a:p>
            <a:pPr lvl="2">
              <a:buClr>
                <a:srgbClr val="00B0F0"/>
              </a:buClr>
              <a:buFont typeface="Courier New" panose="02070309020205020404" pitchFamily="49" charset="0"/>
              <a:buChar char="o"/>
            </a:pPr>
            <a:r>
              <a:rPr lang="en-US" dirty="0" err="1" smtClean="0"/>
              <a:t>dtype</a:t>
            </a:r>
            <a:r>
              <a:rPr lang="en-US" dirty="0" smtClean="0"/>
              <a:t> – This represents the data type used in the series (optional parameter).</a:t>
            </a:r>
            <a:endParaRPr lang="en-IN"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r>
              <a:rPr lang="en-US" dirty="0" smtClean="0"/>
              <a:t>As </a:t>
            </a:r>
            <a:r>
              <a:rPr lang="en-US" dirty="0"/>
              <a:t>shown in the above output, the series object provides the values along with their index attributes. </a:t>
            </a:r>
          </a:p>
          <a:p>
            <a:pPr marL="0" indent="0">
              <a:buClr>
                <a:srgbClr val="00B0F0"/>
              </a:buClr>
              <a:buNone/>
            </a:pPr>
            <a:endParaRPr lang="en-US" dirty="0" smtClean="0"/>
          </a:p>
        </p:txBody>
      </p:sp>
      <p:pic>
        <p:nvPicPr>
          <p:cNvPr id="2467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8417" y="4116731"/>
            <a:ext cx="4837670" cy="591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AutoShape 4" descr="https://infyspringboard.onwingspan.com/common-content-store/Shared/Shared/Public/lex_auth_013331655425679360278_shared/web-hosted/assets/x551627908463085.PNG"/>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678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40462" y="3761475"/>
            <a:ext cx="1516791" cy="17063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8943806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Pandas Series object</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210312" y="1096023"/>
            <a:ext cx="11450409" cy="4993162"/>
          </a:xfrm>
        </p:spPr>
        <p:txBody>
          <a:bodyPr/>
          <a:lstStyle/>
          <a:p>
            <a:pPr>
              <a:buClr>
                <a:srgbClr val="00B0F0"/>
              </a:buClr>
              <a:buFont typeface="Courier New" panose="02070309020205020404" pitchFamily="49" charset="0"/>
              <a:buChar char="o"/>
            </a:pPr>
            <a:r>
              <a:rPr lang="en-IN" b="1" dirty="0" err="1" smtClean="0"/>
              <a:t>Series.values</a:t>
            </a:r>
            <a:r>
              <a:rPr lang="en-IN" dirty="0"/>
              <a:t> provides the values</a:t>
            </a:r>
            <a:r>
              <a:rPr lang="en-IN"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r>
              <a:rPr lang="en-IN" dirty="0" err="1"/>
              <a:t>Series.index</a:t>
            </a:r>
            <a:r>
              <a:rPr lang="en-IN" dirty="0"/>
              <a:t> provides the index.</a:t>
            </a:r>
          </a:p>
          <a:p>
            <a:pPr>
              <a:buClr>
                <a:srgbClr val="00B0F0"/>
              </a:buClr>
              <a:buFont typeface="Courier New" panose="02070309020205020404" pitchFamily="49" charset="0"/>
              <a:buChar char="o"/>
            </a:pPr>
            <a:endParaRPr lang="en-IN" dirty="0"/>
          </a:p>
          <a:p>
            <a:pPr>
              <a:buClr>
                <a:srgbClr val="00B0F0"/>
              </a:buClr>
              <a:buFont typeface="Courier New" panose="02070309020205020404" pitchFamily="49" charset="0"/>
              <a:buChar char="o"/>
            </a:pPr>
            <a:endParaRPr lang="en-IN" dirty="0" smtClean="0"/>
          </a:p>
          <a:p>
            <a:r>
              <a:rPr lang="en-IN" dirty="0"/>
              <a:t/>
            </a:r>
            <a:br>
              <a:rPr lang="en-IN" dirty="0"/>
            </a:br>
            <a:r>
              <a:rPr lang="en-US" dirty="0"/>
              <a:t/>
            </a:r>
            <a:br>
              <a:rPr lang="en-US" dirty="0"/>
            </a:br>
            <a:endParaRPr lang="en-US" dirty="0"/>
          </a:p>
        </p:txBody>
      </p:sp>
      <p:pic>
        <p:nvPicPr>
          <p:cNvPr id="2478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5993" y="1873465"/>
            <a:ext cx="3262569" cy="6078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781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94227" y="2721576"/>
            <a:ext cx="3086100" cy="228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7812"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05993" y="4029332"/>
            <a:ext cx="3262569" cy="4808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7813"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43305" y="4747054"/>
            <a:ext cx="2667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5695300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Accessing data in series:</a:t>
            </a:r>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08919" y="1173377"/>
            <a:ext cx="11450409" cy="3873881"/>
          </a:xfrm>
        </p:spPr>
        <p:txBody>
          <a:bodyPr/>
          <a:lstStyle/>
          <a:p>
            <a:pPr>
              <a:buClr>
                <a:srgbClr val="00B0F0"/>
              </a:buClr>
              <a:buFont typeface="Courier New" panose="02070309020205020404" pitchFamily="49" charset="0"/>
              <a:buChar char="o"/>
            </a:pPr>
            <a:r>
              <a:rPr lang="en-US" dirty="0" smtClean="0"/>
              <a:t>Data </a:t>
            </a:r>
            <a:r>
              <a:rPr lang="en-US" dirty="0"/>
              <a:t>can be accessed by the associated index using [ </a:t>
            </a:r>
            <a:r>
              <a:rPr lang="en-US"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r>
              <a:rPr lang="en-US" dirty="0"/>
              <a:t>Slicing a series:</a:t>
            </a:r>
          </a:p>
          <a:p>
            <a:pPr marL="0" indent="0">
              <a:buClr>
                <a:srgbClr val="00B0F0"/>
              </a:buClr>
              <a:buNone/>
            </a:pPr>
            <a:r>
              <a:rPr lang="en-US" dirty="0" smtClean="0"/>
              <a:t> </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a:p>
        </p:txBody>
      </p:sp>
      <p:pic>
        <p:nvPicPr>
          <p:cNvPr id="24883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4200" y="1882990"/>
            <a:ext cx="1981200" cy="447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883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8892" y="3842951"/>
            <a:ext cx="1900881" cy="5066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8837"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68346" y="2361557"/>
            <a:ext cx="276225" cy="219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8838"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63496" y="4992001"/>
            <a:ext cx="981075"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3044427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Custom index in series</a:t>
            </a:r>
          </a:p>
          <a:p>
            <a:r>
              <a:rPr lang="en-IN" dirty="0"/>
              <a:t/>
            </a:r>
            <a:br>
              <a:rPr lang="en-IN" dirty="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08919" y="1173377"/>
            <a:ext cx="11450409" cy="2344231"/>
          </a:xfrm>
        </p:spPr>
        <p:txBody>
          <a:bodyPr/>
          <a:lstStyle/>
          <a:p>
            <a:pPr>
              <a:buClr>
                <a:srgbClr val="00B0F0"/>
              </a:buClr>
              <a:buFont typeface="Courier New" panose="02070309020205020404" pitchFamily="49" charset="0"/>
              <a:buChar char="o"/>
            </a:pPr>
            <a:r>
              <a:rPr lang="en-US" dirty="0" smtClean="0"/>
              <a:t>By </a:t>
            </a:r>
            <a:r>
              <a:rPr lang="en-US" dirty="0"/>
              <a:t>default, series creates an integer index. The custom index can also be defined. </a:t>
            </a:r>
            <a:endParaRPr lang="en-US" dirty="0" smtClean="0"/>
          </a:p>
          <a:p>
            <a:pPr>
              <a:buClr>
                <a:srgbClr val="00B0F0"/>
              </a:buClr>
              <a:buFont typeface="Courier New" panose="02070309020205020404" pitchFamily="49" charset="0"/>
              <a:buChar char="o"/>
            </a:pPr>
            <a:r>
              <a:rPr lang="en-US" dirty="0"/>
              <a:t>For example, consider the following table containing car details:</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b="1" dirty="0"/>
          </a:p>
        </p:txBody>
      </p:sp>
      <p:pic>
        <p:nvPicPr>
          <p:cNvPr id="2498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67760" y="2702524"/>
            <a:ext cx="5668147" cy="20177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3450491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Custom index in series</a:t>
            </a:r>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08919" y="1173377"/>
            <a:ext cx="11450409" cy="1324465"/>
          </a:xfrm>
        </p:spPr>
        <p:txBody>
          <a:bodyPr/>
          <a:lstStyle/>
          <a:p>
            <a:pPr>
              <a:buClr>
                <a:srgbClr val="00B0F0"/>
              </a:buClr>
              <a:buFont typeface="Courier New" panose="02070309020205020404" pitchFamily="49" charset="0"/>
              <a:buChar char="o"/>
            </a:pPr>
            <a:r>
              <a:rPr lang="en-US" dirty="0" smtClean="0"/>
              <a:t>A </a:t>
            </a:r>
            <a:r>
              <a:rPr lang="en-US" dirty="0"/>
              <a:t>Pandas series can be created using the following syntax:</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a:p>
        </p:txBody>
      </p:sp>
      <p:pic>
        <p:nvPicPr>
          <p:cNvPr id="25088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8887" y="1906365"/>
            <a:ext cx="8177599" cy="6032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088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10464" y="2905124"/>
            <a:ext cx="3472250" cy="224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7483087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Custom index in series</a:t>
            </a:r>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08919" y="1173377"/>
            <a:ext cx="11450409" cy="5198346"/>
          </a:xfrm>
        </p:spPr>
        <p:txBody>
          <a:bodyPr/>
          <a:lstStyle/>
          <a:p>
            <a:pPr>
              <a:buClr>
                <a:srgbClr val="00B0F0"/>
              </a:buClr>
              <a:buFont typeface="Courier New" panose="02070309020205020404" pitchFamily="49" charset="0"/>
              <a:buChar char="o"/>
            </a:pPr>
            <a:r>
              <a:rPr lang="en-US" dirty="0" smtClean="0"/>
              <a:t>Values </a:t>
            </a:r>
            <a:r>
              <a:rPr lang="en-US" dirty="0"/>
              <a:t>can be accessed as</a:t>
            </a:r>
            <a:r>
              <a:rPr lang="en-US"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r>
              <a:rPr lang="en-US" dirty="0"/>
              <a:t>In this case, observations are that the output starts from Jazz and goes till Gallardo(inclusive). This is the fundamental difference between implicit and explicit indexing.</a:t>
            </a:r>
            <a:endParaRPr lang="en-US" dirty="0"/>
          </a:p>
          <a:p>
            <a:pPr>
              <a:buClr>
                <a:srgbClr val="00B0F0"/>
              </a:buClr>
              <a:buFont typeface="Courier New" panose="02070309020205020404" pitchFamily="49" charset="0"/>
              <a:buChar char="o"/>
            </a:pPr>
            <a:endParaRPr lang="en-US" dirty="0"/>
          </a:p>
        </p:txBody>
      </p:sp>
      <p:pic>
        <p:nvPicPr>
          <p:cNvPr id="25190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12761" y="1880286"/>
            <a:ext cx="2000893" cy="4814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190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7476" y="2800479"/>
            <a:ext cx="600075" cy="219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190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94044" y="3181349"/>
            <a:ext cx="2709713" cy="3650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1909"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60345" y="4245447"/>
            <a:ext cx="1724025" cy="962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38707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US" dirty="0"/>
              <a:t>Series as a specialized dictionary</a:t>
            </a:r>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308919" y="1173377"/>
            <a:ext cx="11450409" cy="2443746"/>
          </a:xfrm>
        </p:spPr>
        <p:txBody>
          <a:bodyPr/>
          <a:lstStyle/>
          <a:p>
            <a:pPr>
              <a:buClr>
                <a:srgbClr val="00B0F0"/>
              </a:buClr>
              <a:buFont typeface="Courier New" panose="02070309020205020404" pitchFamily="49" charset="0"/>
              <a:buChar char="o"/>
            </a:pPr>
            <a:r>
              <a:rPr lang="en-US" dirty="0" smtClean="0"/>
              <a:t>Series </a:t>
            </a:r>
            <a:r>
              <a:rPr lang="en-US" dirty="0"/>
              <a:t>can also be viewed as a specialized dictionary where the keys act as index and corresponding values act as values</a:t>
            </a:r>
            <a:r>
              <a:rPr lang="en-US" dirty="0" smtClean="0"/>
              <a:t>.</a:t>
            </a:r>
            <a:endParaRPr lang="en-US" dirty="0"/>
          </a:p>
          <a:p>
            <a:pPr>
              <a:buClr>
                <a:srgbClr val="00B0F0"/>
              </a:buClr>
              <a:buFont typeface="Courier New" panose="02070309020205020404" pitchFamily="49" charset="0"/>
              <a:buChar char="o"/>
            </a:pPr>
            <a:r>
              <a:rPr lang="en-US" dirty="0"/>
              <a:t>Let us create a series out of the dictionary data structure.</a:t>
            </a:r>
          </a:p>
          <a:p>
            <a:r>
              <a:rPr lang="en-US" dirty="0"/>
              <a:t/>
            </a:r>
            <a:br>
              <a:rPr lang="en-US" dirty="0"/>
            </a:br>
            <a:endParaRPr lang="en-IN" dirty="0"/>
          </a:p>
          <a:p>
            <a:pPr>
              <a:buClr>
                <a:srgbClr val="00B0F0"/>
              </a:buClr>
              <a:buFont typeface="Courier New" panose="02070309020205020404" pitchFamily="49" charset="0"/>
              <a:buChar char="o"/>
            </a:pPr>
            <a:endParaRPr lang="en-US" dirty="0"/>
          </a:p>
        </p:txBody>
      </p:sp>
      <p:pic>
        <p:nvPicPr>
          <p:cNvPr id="25293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1573" y="2968453"/>
            <a:ext cx="5198847" cy="207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293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2571" y="3291778"/>
            <a:ext cx="2205680" cy="1427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7303129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Pandas </a:t>
            </a:r>
            <a:r>
              <a:rPr lang="en-IN" dirty="0" err="1"/>
              <a:t>DataFrame</a:t>
            </a:r>
            <a:r>
              <a:rPr lang="en-IN" dirty="0"/>
              <a:t> object</a:t>
            </a:r>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407773" y="1200667"/>
            <a:ext cx="10466173" cy="1629164"/>
          </a:xfrm>
        </p:spPr>
        <p:txBody>
          <a:bodyPr/>
          <a:lstStyle/>
          <a:p>
            <a:pPr>
              <a:buClr>
                <a:srgbClr val="00B0F0"/>
              </a:buClr>
              <a:buFont typeface="Courier New" panose="02070309020205020404" pitchFamily="49" charset="0"/>
              <a:buChar char="o"/>
            </a:pPr>
            <a:r>
              <a:rPr lang="en-US" dirty="0" smtClean="0"/>
              <a:t>A </a:t>
            </a:r>
            <a:r>
              <a:rPr lang="en-US" dirty="0"/>
              <a:t>series gives a useful way to view and manipulate one dimensional data. But when data is present in rows and columns, it becomes necessary to make use of the Pandas </a:t>
            </a:r>
            <a:r>
              <a:rPr lang="en-US" dirty="0" err="1"/>
              <a:t>DataFrame</a:t>
            </a:r>
            <a:r>
              <a:rPr lang="en-US" dirty="0"/>
              <a:t> object. </a:t>
            </a:r>
            <a:endParaRPr lang="en-US" dirty="0" smtClean="0"/>
          </a:p>
          <a:p>
            <a:pPr>
              <a:buClr>
                <a:srgbClr val="00B0F0"/>
              </a:buClr>
              <a:buFont typeface="Courier New" panose="02070309020205020404" pitchFamily="49" charset="0"/>
              <a:buChar char="o"/>
            </a:pPr>
            <a:r>
              <a:rPr lang="en-US" dirty="0" smtClean="0"/>
              <a:t>A </a:t>
            </a:r>
            <a:r>
              <a:rPr lang="en-US" dirty="0" err="1"/>
              <a:t>DataFrame</a:t>
            </a:r>
            <a:r>
              <a:rPr lang="en-US" dirty="0"/>
              <a:t> is a collection of series where each series represents a column from a table</a:t>
            </a:r>
            <a:r>
              <a:rPr lang="en-US" dirty="0" smtClean="0"/>
              <a:t>.</a:t>
            </a:r>
            <a:endParaRPr lang="en-US" dirty="0"/>
          </a:p>
          <a:p>
            <a:pPr>
              <a:buClr>
                <a:srgbClr val="00B0F0"/>
              </a:buClr>
              <a:buFont typeface="Courier New" panose="02070309020205020404" pitchFamily="49" charset="0"/>
              <a:buChar char="o"/>
            </a:pPr>
            <a:r>
              <a:rPr lang="en-US" dirty="0"/>
              <a:t>For example, consider the following table containing car details:</a:t>
            </a:r>
          </a:p>
        </p:txBody>
      </p:sp>
      <p:pic>
        <p:nvPicPr>
          <p:cNvPr id="25395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66589" y="3214044"/>
            <a:ext cx="5756852" cy="15185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9255534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Pandas </a:t>
            </a:r>
            <a:r>
              <a:rPr lang="en-IN" dirty="0" err="1"/>
              <a:t>DataFrame</a:t>
            </a:r>
            <a:r>
              <a:rPr lang="en-IN" dirty="0"/>
              <a:t> object</a:t>
            </a:r>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3768211"/>
          </a:xfrm>
        </p:spPr>
        <p:txBody>
          <a:bodyPr/>
          <a:lstStyle/>
          <a:p>
            <a:pPr>
              <a:buClr>
                <a:srgbClr val="00B0F0"/>
              </a:buClr>
              <a:buFont typeface="Courier New" panose="02070309020205020404" pitchFamily="49" charset="0"/>
              <a:buChar char="o"/>
            </a:pPr>
            <a:r>
              <a:rPr lang="en-US" dirty="0" smtClean="0"/>
              <a:t>Let </a:t>
            </a:r>
            <a:r>
              <a:rPr lang="en-US" dirty="0"/>
              <a:t>us create two series from two dictionaries - one containing car name and price and the other with car name and manufacturer.</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IN" dirty="0" smtClean="0"/>
          </a:p>
          <a:p>
            <a:pPr marL="0" indent="0">
              <a:buClr>
                <a:srgbClr val="00B0F0"/>
              </a:buClr>
              <a:buNone/>
            </a:pPr>
            <a:endParaRPr lang="en-US" dirty="0"/>
          </a:p>
          <a:p>
            <a:r>
              <a:rPr lang="en-US" dirty="0"/>
              <a:t/>
            </a:r>
            <a:br>
              <a:rPr lang="en-US" dirty="0"/>
            </a:br>
            <a:endParaRPr lang="en-US" dirty="0"/>
          </a:p>
          <a:p>
            <a:r>
              <a:rPr lang="en-US" dirty="0"/>
              <a:t/>
            </a:r>
            <a:br>
              <a:rPr lang="en-US" dirty="0"/>
            </a:br>
            <a:endParaRPr lang="en-US" dirty="0"/>
          </a:p>
        </p:txBody>
      </p:sp>
      <p:pic>
        <p:nvPicPr>
          <p:cNvPr id="25497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571" y="2315090"/>
            <a:ext cx="6288044" cy="35420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497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06996" y="2670991"/>
            <a:ext cx="2624930" cy="28277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077234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IN" dirty="0"/>
              <a:t>Pandas </a:t>
            </a:r>
            <a:r>
              <a:rPr lang="en-IN" dirty="0" err="1"/>
              <a:t>DataFrame</a:t>
            </a:r>
            <a:r>
              <a:rPr lang="en-IN" dirty="0"/>
              <a:t> object</a:t>
            </a:r>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5288627"/>
          </a:xfrm>
        </p:spPr>
        <p:txBody>
          <a:bodyPr/>
          <a:lstStyle/>
          <a:p>
            <a:pPr>
              <a:buClr>
                <a:srgbClr val="00B0F0"/>
              </a:buClr>
              <a:buFont typeface="Courier New" panose="02070309020205020404" pitchFamily="49" charset="0"/>
              <a:buChar char="o"/>
            </a:pPr>
            <a:r>
              <a:rPr lang="en-US" dirty="0" smtClean="0"/>
              <a:t>Let </a:t>
            </a:r>
            <a:r>
              <a:rPr lang="en-US" dirty="0"/>
              <a:t>us create a </a:t>
            </a:r>
            <a:r>
              <a:rPr lang="en-US" dirty="0" err="1"/>
              <a:t>Dataframe</a:t>
            </a:r>
            <a:r>
              <a:rPr lang="en-US" dirty="0"/>
              <a:t> object using the series objects as shown below</a:t>
            </a:r>
            <a:r>
              <a:rPr lang="en-US" dirty="0" smtClean="0"/>
              <a:t>:</a:t>
            </a:r>
            <a:endParaRPr lang="en-US" dirty="0"/>
          </a:p>
          <a:p>
            <a:pPr>
              <a:buClr>
                <a:srgbClr val="00B0F0"/>
              </a:buClr>
              <a:buFont typeface="Courier New" panose="02070309020205020404" pitchFamily="49" charset="0"/>
              <a:buChar char="o"/>
            </a:pPr>
            <a:r>
              <a:rPr lang="en-US" dirty="0"/>
              <a:t>Syntax: </a:t>
            </a:r>
          </a:p>
          <a:p>
            <a:pPr lvl="1">
              <a:buClr>
                <a:srgbClr val="00B0F0"/>
              </a:buClr>
              <a:buFont typeface="Courier New" panose="02070309020205020404" pitchFamily="49" charset="0"/>
              <a:buChar char="o"/>
            </a:pPr>
            <a:r>
              <a:rPr lang="en-US" dirty="0" smtClean="0"/>
              <a:t> </a:t>
            </a:r>
            <a:r>
              <a:rPr lang="en-US" dirty="0" err="1"/>
              <a:t>pd.DataFrame</a:t>
            </a:r>
            <a:r>
              <a:rPr lang="en-US" dirty="0"/>
              <a:t>(data, index, </a:t>
            </a:r>
            <a:r>
              <a:rPr lang="en-US" dirty="0" smtClean="0"/>
              <a:t>columns)</a:t>
            </a:r>
          </a:p>
          <a:p>
            <a:pPr lvl="2">
              <a:buClr>
                <a:srgbClr val="00B0F0"/>
              </a:buClr>
              <a:buFont typeface="Courier New" panose="02070309020205020404" pitchFamily="49" charset="0"/>
              <a:buChar char="o"/>
            </a:pPr>
            <a:r>
              <a:rPr lang="en-US" dirty="0" smtClean="0"/>
              <a:t>data </a:t>
            </a:r>
            <a:r>
              <a:rPr lang="en-US" dirty="0"/>
              <a:t>- data can contain Series or list-like objects. If data is a dictionary, column order follows </a:t>
            </a:r>
            <a:r>
              <a:rPr lang="en-US" dirty="0" smtClean="0"/>
              <a:t>insertion-order.</a:t>
            </a:r>
          </a:p>
          <a:p>
            <a:pPr lvl="2">
              <a:buClr>
                <a:srgbClr val="00B0F0"/>
              </a:buClr>
              <a:buFont typeface="Courier New" panose="02070309020205020404" pitchFamily="49" charset="0"/>
              <a:buChar char="o"/>
            </a:pPr>
            <a:r>
              <a:rPr lang="en-US" dirty="0" smtClean="0"/>
              <a:t>index- </a:t>
            </a:r>
            <a:r>
              <a:rPr lang="en-US" dirty="0"/>
              <a:t>index for </a:t>
            </a:r>
            <a:r>
              <a:rPr lang="en-US" dirty="0" err="1"/>
              <a:t>dataframe</a:t>
            </a:r>
            <a:r>
              <a:rPr lang="en-US" dirty="0"/>
              <a:t> that is created. By default, it will be </a:t>
            </a:r>
            <a:r>
              <a:rPr lang="en-US" dirty="0" err="1"/>
              <a:t>RangeIndex</a:t>
            </a:r>
            <a:r>
              <a:rPr lang="en-US" dirty="0"/>
              <a:t>(0, 1, 2, …, n) if no explicit index is </a:t>
            </a:r>
            <a:r>
              <a:rPr lang="en-US" dirty="0" smtClean="0"/>
              <a:t>provided</a:t>
            </a:r>
          </a:p>
          <a:p>
            <a:pPr lvl="2">
              <a:buClr>
                <a:srgbClr val="00B0F0"/>
              </a:buClr>
              <a:buFont typeface="Courier New" panose="02070309020205020404" pitchFamily="49" charset="0"/>
              <a:buChar char="o"/>
            </a:pPr>
            <a:r>
              <a:rPr lang="en-US" dirty="0" smtClean="0"/>
              <a:t>columns-  </a:t>
            </a:r>
            <a:r>
              <a:rPr lang="en-US" dirty="0"/>
              <a:t>If data contains column labels, it will use the same . Else, default to </a:t>
            </a:r>
            <a:r>
              <a:rPr lang="en-US" dirty="0" err="1"/>
              <a:t>RangeIndex</a:t>
            </a:r>
            <a:r>
              <a:rPr lang="en-US" dirty="0"/>
              <a:t>(0, 1, 2, …, n)</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IN" dirty="0" smtClean="0"/>
          </a:p>
          <a:p>
            <a:pPr marL="0" indent="0">
              <a:buClr>
                <a:srgbClr val="00B0F0"/>
              </a:buClr>
              <a:buNone/>
            </a:pPr>
            <a:endParaRPr lang="en-US" dirty="0"/>
          </a:p>
          <a:p>
            <a:r>
              <a:rPr lang="en-US" dirty="0"/>
              <a:t/>
            </a:r>
            <a:br>
              <a:rPr lang="en-US" dirty="0"/>
            </a:br>
            <a:endParaRPr lang="en-US" dirty="0"/>
          </a:p>
          <a:p>
            <a:r>
              <a:rPr lang="en-US" dirty="0"/>
              <a:t/>
            </a:r>
            <a:br>
              <a:rPr lang="en-US" dirty="0"/>
            </a:br>
            <a:endParaRPr lang="en-US" dirty="0"/>
          </a:p>
        </p:txBody>
      </p:sp>
      <p:pic>
        <p:nvPicPr>
          <p:cNvPr id="25600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7683" y="3925717"/>
            <a:ext cx="6632360" cy="572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600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17024" y="4333875"/>
            <a:ext cx="2695575" cy="1809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5584366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US" dirty="0" err="1" smtClean="0"/>
              <a:t>Dataframe</a:t>
            </a:r>
            <a:r>
              <a:rPr lang="en-US" dirty="0" smtClean="0"/>
              <a:t> Object</a:t>
            </a: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1933863"/>
          </a:xfrm>
        </p:spPr>
        <p:txBody>
          <a:bodyPr/>
          <a:lstStyle/>
          <a:p>
            <a:pPr>
              <a:buClr>
                <a:srgbClr val="00B0F0"/>
              </a:buClr>
              <a:buFont typeface="Courier New" panose="02070309020205020404" pitchFamily="49" charset="0"/>
              <a:buChar char="o"/>
            </a:pPr>
            <a:r>
              <a:rPr lang="en-US" dirty="0" smtClean="0"/>
              <a:t>To </a:t>
            </a:r>
            <a:r>
              <a:rPr lang="en-US" dirty="0"/>
              <a:t>access individual features, the following code can be used:</a:t>
            </a:r>
            <a:endParaRPr lang="en-US" dirty="0"/>
          </a:p>
          <a:p>
            <a:r>
              <a:rPr lang="en-US" dirty="0"/>
              <a:t/>
            </a:r>
            <a:br>
              <a:rPr lang="en-US" dirty="0"/>
            </a:br>
            <a:endParaRPr lang="en-US" dirty="0"/>
          </a:p>
          <a:p>
            <a:r>
              <a:rPr lang="en-US" dirty="0"/>
              <a:t/>
            </a:r>
            <a:br>
              <a:rPr lang="en-US" dirty="0"/>
            </a:br>
            <a:endParaRPr lang="en-US" dirty="0"/>
          </a:p>
        </p:txBody>
      </p:sp>
      <p:pic>
        <p:nvPicPr>
          <p:cNvPr id="257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4660" y="1900238"/>
            <a:ext cx="1977339" cy="4237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7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3704" y="2657989"/>
            <a:ext cx="1619250" cy="1047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702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05977" y="4039887"/>
            <a:ext cx="2944385" cy="4826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7029"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73704" y="4952485"/>
            <a:ext cx="2200275" cy="1104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1452909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1458861"/>
          </a:xfrm>
        </p:spPr>
        <p:txBody>
          <a:bodyPr/>
          <a:lstStyle/>
          <a:p>
            <a:pPr>
              <a:buClr>
                <a:srgbClr val="00B0F0"/>
              </a:buClr>
              <a:buFont typeface="Courier New" panose="02070309020205020404" pitchFamily="49" charset="0"/>
              <a:buChar char="o"/>
            </a:pPr>
            <a:r>
              <a:rPr lang="en-US" dirty="0" smtClean="0"/>
              <a:t>There </a:t>
            </a:r>
            <a:r>
              <a:rPr lang="en-US" dirty="0"/>
              <a:t>are different approaches to create a </a:t>
            </a:r>
            <a:r>
              <a:rPr lang="en-US" dirty="0" err="1"/>
              <a:t>DataFrame</a:t>
            </a:r>
            <a:r>
              <a:rPr lang="en-US" dirty="0"/>
              <a:t> such as</a:t>
            </a:r>
            <a:r>
              <a:rPr lang="en-US" dirty="0" smtClean="0"/>
              <a:t>:</a:t>
            </a:r>
            <a:endParaRPr lang="en-US" dirty="0"/>
          </a:p>
          <a:p>
            <a:pPr>
              <a:buClr>
                <a:srgbClr val="00B0F0"/>
              </a:buClr>
              <a:buFont typeface="Courier New" panose="02070309020205020404" pitchFamily="49" charset="0"/>
              <a:buChar char="o"/>
            </a:pPr>
            <a:r>
              <a:rPr lang="en-US" dirty="0"/>
              <a:t>1. From a single series object</a:t>
            </a:r>
          </a:p>
          <a:p>
            <a:pPr lvl="1">
              <a:buClr>
                <a:srgbClr val="00B0F0"/>
              </a:buClr>
              <a:buFont typeface="Courier New" panose="02070309020205020404" pitchFamily="49" charset="0"/>
              <a:buChar char="o"/>
            </a:pPr>
            <a:r>
              <a:rPr lang="en-US" dirty="0"/>
              <a:t>A </a:t>
            </a:r>
            <a:r>
              <a:rPr lang="en-US" dirty="0" err="1"/>
              <a:t>DataFrame</a:t>
            </a:r>
            <a:r>
              <a:rPr lang="en-US" dirty="0"/>
              <a:t> is a collection of Series objects, and a single-column </a:t>
            </a:r>
            <a:r>
              <a:rPr lang="en-US" dirty="0" err="1"/>
              <a:t>DataFrame</a:t>
            </a:r>
            <a:r>
              <a:rPr lang="en-US" dirty="0"/>
              <a:t> can be constructed from a single Series:</a:t>
            </a:r>
            <a:endParaRPr lang="en-US" dirty="0"/>
          </a:p>
        </p:txBody>
      </p:sp>
      <p:pic>
        <p:nvPicPr>
          <p:cNvPr id="258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4984" y="3060547"/>
            <a:ext cx="4495415" cy="2116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8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50967" y="3144593"/>
            <a:ext cx="2289346" cy="20321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0568251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678134"/>
          </a:xfrm>
        </p:spPr>
        <p:txBody>
          <a:bodyPr/>
          <a:lstStyle/>
          <a:p>
            <a:pPr>
              <a:buClr>
                <a:srgbClr val="00B0F0"/>
              </a:buClr>
              <a:buFont typeface="Courier New" panose="02070309020205020404" pitchFamily="49" charset="0"/>
              <a:buChar char="o"/>
            </a:pPr>
            <a:r>
              <a:rPr lang="en-US" dirty="0" smtClean="0"/>
              <a:t>2</a:t>
            </a:r>
            <a:r>
              <a:rPr lang="en-US" dirty="0"/>
              <a:t>. From a list of dictionaries</a:t>
            </a:r>
          </a:p>
          <a:p>
            <a:pPr lvl="1">
              <a:buClr>
                <a:srgbClr val="00B0F0"/>
              </a:buClr>
              <a:buFont typeface="Courier New" panose="02070309020205020404" pitchFamily="49" charset="0"/>
              <a:buChar char="o"/>
            </a:pPr>
            <a:r>
              <a:rPr lang="en-US" dirty="0"/>
              <a:t>Consider the following data of marks for four students.</a:t>
            </a:r>
          </a:p>
        </p:txBody>
      </p:sp>
      <p:pic>
        <p:nvPicPr>
          <p:cNvPr id="259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88293" y="2233929"/>
            <a:ext cx="4352539" cy="1548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9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7393" y="4082106"/>
            <a:ext cx="5242406" cy="1107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59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82025" y="3739721"/>
            <a:ext cx="1982316" cy="1969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0458108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4893647"/>
          </a:xfrm>
        </p:spPr>
        <p:txBody>
          <a:bodyPr/>
          <a:lstStyle/>
          <a:p>
            <a:pPr>
              <a:buClr>
                <a:srgbClr val="00B0F0"/>
              </a:buClr>
              <a:buFont typeface="Courier New" panose="02070309020205020404" pitchFamily="49" charset="0"/>
              <a:buChar char="o"/>
            </a:pPr>
            <a:r>
              <a:rPr lang="en-US" dirty="0" smtClean="0"/>
              <a:t>Suppose </a:t>
            </a:r>
            <a:r>
              <a:rPr lang="en-US" dirty="0"/>
              <a:t>there is a following table to be represented as a </a:t>
            </a:r>
            <a:r>
              <a:rPr lang="en-US" dirty="0" err="1"/>
              <a:t>dataframe</a:t>
            </a:r>
            <a:r>
              <a:rPr lang="en-US" dirty="0"/>
              <a:t> </a:t>
            </a:r>
            <a:r>
              <a:rPr lang="en-US"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r>
              <a:rPr lang="en-US" dirty="0"/>
              <a:t>Each dictionary element in the list is taken as a row . Index is representing different subjects</a:t>
            </a:r>
            <a:r>
              <a:rPr lang="en-US" dirty="0" smtClean="0"/>
              <a:t>.</a:t>
            </a:r>
            <a:endParaRPr lang="en-US" dirty="0"/>
          </a:p>
          <a:p>
            <a:pPr>
              <a:buClr>
                <a:srgbClr val="00B0F0"/>
              </a:buClr>
              <a:buFont typeface="Courier New" panose="02070309020205020404" pitchFamily="49" charset="0"/>
              <a:buChar char="o"/>
            </a:pPr>
            <a:r>
              <a:rPr lang="en-US" dirty="0"/>
              <a:t>Note: </a:t>
            </a:r>
            <a:r>
              <a:rPr lang="en-US" dirty="0" err="1"/>
              <a:t>NaN</a:t>
            </a:r>
            <a:r>
              <a:rPr lang="en-US" dirty="0"/>
              <a:t>(Not a Number) represents missing values</a:t>
            </a:r>
            <a:r>
              <a:rPr lang="en-US" dirty="0" smtClean="0"/>
              <a:t>.</a:t>
            </a:r>
            <a:endParaRPr lang="en-US" dirty="0"/>
          </a:p>
        </p:txBody>
      </p:sp>
      <p:pic>
        <p:nvPicPr>
          <p:cNvPr id="260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5562" y="2080568"/>
            <a:ext cx="7542305" cy="860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009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1745" y="3938328"/>
            <a:ext cx="6115430" cy="900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0100"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43178" y="4019546"/>
            <a:ext cx="2762250" cy="885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6134738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1834348"/>
          </a:xfrm>
        </p:spPr>
        <p:txBody>
          <a:bodyPr/>
          <a:lstStyle/>
          <a:p>
            <a:pPr>
              <a:buClr>
                <a:srgbClr val="00B0F0"/>
              </a:buClr>
              <a:buFont typeface="Courier New" panose="02070309020205020404" pitchFamily="49" charset="0"/>
              <a:buChar char="o"/>
            </a:pPr>
            <a:r>
              <a:rPr lang="en-US" dirty="0" smtClean="0"/>
              <a:t>3</a:t>
            </a:r>
            <a:r>
              <a:rPr lang="en-US" dirty="0"/>
              <a:t>. From a dictionary of series objects</a:t>
            </a:r>
          </a:p>
          <a:p>
            <a:pPr>
              <a:buClr>
                <a:srgbClr val="00B0F0"/>
              </a:buClr>
              <a:buFont typeface="Courier New" panose="02070309020205020404" pitchFamily="49" charset="0"/>
              <a:buChar char="o"/>
            </a:pPr>
            <a:r>
              <a:rPr lang="en-US" dirty="0"/>
              <a:t>A </a:t>
            </a:r>
            <a:r>
              <a:rPr lang="en-US" dirty="0" err="1"/>
              <a:t>DataFrame</a:t>
            </a:r>
            <a:r>
              <a:rPr lang="en-US" dirty="0"/>
              <a:t> can be constructed from a dictionary of Series objects: </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p:txBody>
      </p:sp>
      <p:pic>
        <p:nvPicPr>
          <p:cNvPr id="261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7500" y="2685020"/>
            <a:ext cx="4524375" cy="2476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112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58678" y="2783617"/>
            <a:ext cx="2695575" cy="1809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1065336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C0A5957E-00C1-4894-8C5A-B1D05A0454D5}"/>
              </a:ext>
            </a:extLst>
          </p:cNvPr>
          <p:cNvSpPr>
            <a:spLocks noGrp="1"/>
          </p:cNvSpPr>
          <p:nvPr>
            <p:ph type="body" sz="quarter" idx="11"/>
          </p:nvPr>
        </p:nvSpPr>
        <p:spPr/>
        <p:txBody>
          <a:bodyPr/>
          <a:lstStyle/>
          <a:p>
            <a:r>
              <a:rPr lang="en-US" dirty="0"/>
              <a:t>Ways to create a </a:t>
            </a:r>
            <a:r>
              <a:rPr lang="en-US" dirty="0" err="1"/>
              <a:t>DataFrame</a:t>
            </a:r>
            <a:endParaRPr lang="en-US" dirty="0"/>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2463F1D2-D4CD-46B7-BADE-F17860E16E9A}"/>
              </a:ext>
            </a:extLst>
          </p:cNvPr>
          <p:cNvSpPr>
            <a:spLocks noGrp="1"/>
          </p:cNvSpPr>
          <p:nvPr>
            <p:ph type="body" sz="quarter" idx="13"/>
          </p:nvPr>
        </p:nvSpPr>
        <p:spPr>
          <a:xfrm>
            <a:off x="506627" y="1287163"/>
            <a:ext cx="10898659" cy="2139047"/>
          </a:xfrm>
        </p:spPr>
        <p:txBody>
          <a:bodyPr/>
          <a:lstStyle/>
          <a:p>
            <a:pPr>
              <a:buClr>
                <a:srgbClr val="00B0F0"/>
              </a:buClr>
              <a:buFont typeface="Courier New" panose="02070309020205020404" pitchFamily="49" charset="0"/>
              <a:buChar char="o"/>
            </a:pPr>
            <a:r>
              <a:rPr lang="en-US" b="1" dirty="0" smtClean="0"/>
              <a:t>4</a:t>
            </a:r>
            <a:r>
              <a:rPr lang="en-US" b="1" dirty="0"/>
              <a:t>. From an existing file</a:t>
            </a:r>
          </a:p>
          <a:p>
            <a:pPr>
              <a:buClr>
                <a:srgbClr val="00B0F0"/>
              </a:buClr>
              <a:buFont typeface="Courier New" panose="02070309020205020404" pitchFamily="49" charset="0"/>
              <a:buChar char="o"/>
            </a:pPr>
            <a:r>
              <a:rPr lang="en-US" dirty="0"/>
              <a:t>In most real world scenarios, the data is in different file formats like </a:t>
            </a:r>
            <a:r>
              <a:rPr lang="en-US" dirty="0" err="1"/>
              <a:t>csv</a:t>
            </a:r>
            <a:r>
              <a:rPr lang="en-US" dirty="0"/>
              <a:t>, </a:t>
            </a:r>
            <a:r>
              <a:rPr lang="en-US" dirty="0" err="1"/>
              <a:t>xlsx</a:t>
            </a:r>
            <a:r>
              <a:rPr lang="en-US" dirty="0"/>
              <a:t>, </a:t>
            </a:r>
            <a:r>
              <a:rPr lang="en-US" dirty="0" err="1"/>
              <a:t>json</a:t>
            </a:r>
            <a:r>
              <a:rPr lang="en-US" dirty="0"/>
              <a:t> etc. Pandas supports reading the data from these files. Below is an example of creating a </a:t>
            </a:r>
            <a:r>
              <a:rPr lang="en-US" dirty="0" err="1"/>
              <a:t>DataFrame</a:t>
            </a:r>
            <a:r>
              <a:rPr lang="en-US" dirty="0"/>
              <a:t> from a </a:t>
            </a:r>
            <a:r>
              <a:rPr lang="en-US" dirty="0" err="1"/>
              <a:t>json</a:t>
            </a:r>
            <a:r>
              <a:rPr lang="en-US" dirty="0"/>
              <a:t> file</a:t>
            </a:r>
            <a:r>
              <a:rPr lang="en-US" dirty="0" smtClean="0"/>
              <a:t>.</a:t>
            </a:r>
            <a:endParaRPr lang="en-US" dirty="0"/>
          </a:p>
          <a:p>
            <a:pPr>
              <a:buClr>
                <a:srgbClr val="00B0F0"/>
              </a:buClr>
              <a:buFont typeface="Courier New" panose="02070309020205020404" pitchFamily="49" charset="0"/>
              <a:buChar char="o"/>
            </a:pPr>
            <a:r>
              <a:rPr lang="en-US" dirty="0"/>
              <a:t>Click here to download the </a:t>
            </a:r>
            <a:r>
              <a:rPr lang="en-US" dirty="0" err="1"/>
              <a:t>json</a:t>
            </a:r>
            <a:r>
              <a:rPr lang="en-US" dirty="0"/>
              <a:t> file used in the demo.</a:t>
            </a:r>
          </a:p>
          <a:p>
            <a:pPr>
              <a:buClr>
                <a:srgbClr val="00B0F0"/>
              </a:buClr>
              <a:buFont typeface="Courier New" panose="02070309020205020404" pitchFamily="49" charset="0"/>
              <a:buChar char="o"/>
            </a:pPr>
            <a:endParaRPr lang="en-US" dirty="0" smtClean="0"/>
          </a:p>
        </p:txBody>
      </p:sp>
      <p:pic>
        <p:nvPicPr>
          <p:cNvPr id="262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1104" y="3234188"/>
            <a:ext cx="4355957" cy="62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6214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05107" y="2581147"/>
            <a:ext cx="3400425" cy="3648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8765869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0C813FEE-17AE-5D09-7E31-73405E276A3F}"/>
              </a:ext>
            </a:extLst>
          </p:cNvPr>
          <p:cNvSpPr>
            <a:spLocks noGrp="1"/>
          </p:cNvSpPr>
          <p:nvPr>
            <p:ph type="body" sz="quarter" idx="11"/>
          </p:nvPr>
        </p:nvSpPr>
        <p:spPr/>
        <p:txBody>
          <a:bodyPr/>
          <a:lstStyle/>
          <a:p>
            <a:r>
              <a:rPr lang="en-IN" dirty="0"/>
              <a:t>The axis keyword</a:t>
            </a:r>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B33B5B80-9820-6A94-CE15-9D36A6ED4C44}"/>
              </a:ext>
            </a:extLst>
          </p:cNvPr>
          <p:cNvSpPr>
            <a:spLocks noGrp="1"/>
          </p:cNvSpPr>
          <p:nvPr>
            <p:ph type="body" sz="quarter" idx="13"/>
          </p:nvPr>
        </p:nvSpPr>
        <p:spPr>
          <a:xfrm>
            <a:off x="182880" y="1056399"/>
            <a:ext cx="11450409" cy="2170851"/>
          </a:xfrm>
        </p:spPr>
        <p:txBody>
          <a:bodyPr/>
          <a:lstStyle/>
          <a:p>
            <a:pPr lvl="0">
              <a:buClr>
                <a:srgbClr val="00B0F0"/>
              </a:buClr>
              <a:buFont typeface="Courier New" panose="02070309020205020404" pitchFamily="49" charset="0"/>
              <a:buChar char="o"/>
            </a:pPr>
            <a:r>
              <a:rPr lang="en-US" dirty="0" smtClean="0"/>
              <a:t>One </a:t>
            </a:r>
            <a:r>
              <a:rPr lang="en-US" dirty="0"/>
              <a:t>of the important parameters used while performing operations on </a:t>
            </a:r>
            <a:r>
              <a:rPr lang="en-US" dirty="0" err="1"/>
              <a:t>DataFrames</a:t>
            </a:r>
            <a:r>
              <a:rPr lang="en-US" dirty="0"/>
              <a:t> is 'axis'. Axis takes two values: 0 and 1</a:t>
            </a:r>
            <a:r>
              <a:rPr lang="en-US" dirty="0" smtClean="0"/>
              <a:t>.</a:t>
            </a:r>
            <a:endParaRPr lang="en-US" dirty="0"/>
          </a:p>
          <a:p>
            <a:pPr lvl="1">
              <a:buClr>
                <a:srgbClr val="00B0F0"/>
              </a:buClr>
              <a:buFont typeface="Courier New" panose="02070309020205020404" pitchFamily="49" charset="0"/>
              <a:buChar char="o"/>
            </a:pPr>
            <a:r>
              <a:rPr lang="en-US" dirty="0"/>
              <a:t>axis = 0 represents row specific operations</a:t>
            </a:r>
            <a:r>
              <a:rPr lang="en-US" dirty="0" smtClean="0"/>
              <a:t>.</a:t>
            </a:r>
            <a:endParaRPr lang="en-US" dirty="0"/>
          </a:p>
          <a:p>
            <a:pPr lvl="1">
              <a:buClr>
                <a:srgbClr val="00B0F0"/>
              </a:buClr>
              <a:buFont typeface="Courier New" panose="02070309020205020404" pitchFamily="49" charset="0"/>
              <a:buChar char="o"/>
            </a:pPr>
            <a:r>
              <a:rPr lang="en-US" dirty="0"/>
              <a:t>axis = 1 represents column specific operations.</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 xmlns:a16="http://schemas.microsoft.com/office/drawing/2014/main"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70351447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 xmlns:a16="http://schemas.microsoft.com/office/drawing/2014/main" id="{0C813FEE-17AE-5D09-7E31-73405E276A3F}"/>
              </a:ext>
            </a:extLst>
          </p:cNvPr>
          <p:cNvSpPr>
            <a:spLocks noGrp="1"/>
          </p:cNvSpPr>
          <p:nvPr>
            <p:ph type="body" sz="quarter" idx="11"/>
          </p:nvPr>
        </p:nvSpPr>
        <p:spPr/>
        <p:txBody>
          <a:bodyPr/>
          <a:lstStyle/>
          <a:p>
            <a:r>
              <a:rPr lang="en-IN" b="1" dirty="0"/>
              <a:t>Changing </a:t>
            </a:r>
            <a:r>
              <a:rPr lang="en-IN" b="1" dirty="0" err="1"/>
              <a:t>dtype</a:t>
            </a:r>
            <a:r>
              <a:rPr lang="en-IN" b="1" dirty="0"/>
              <a:t> </a:t>
            </a:r>
          </a:p>
          <a:p>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 xmlns:a16="http://schemas.microsoft.com/office/drawing/2014/main" id="{B33B5B80-9820-6A94-CE15-9D36A6ED4C44}"/>
              </a:ext>
            </a:extLst>
          </p:cNvPr>
          <p:cNvSpPr>
            <a:spLocks noGrp="1"/>
          </p:cNvSpPr>
          <p:nvPr>
            <p:ph type="body" sz="quarter" idx="13"/>
          </p:nvPr>
        </p:nvSpPr>
        <p:spPr>
          <a:xfrm>
            <a:off x="182880" y="1056399"/>
            <a:ext cx="11450409" cy="2238562"/>
          </a:xfrm>
        </p:spPr>
        <p:txBody>
          <a:bodyPr/>
          <a:lstStyle/>
          <a:p>
            <a:pPr lvl="0">
              <a:buClr>
                <a:srgbClr val="00B0F0"/>
              </a:buClr>
              <a:buFont typeface="Courier New" panose="02070309020205020404" pitchFamily="49" charset="0"/>
              <a:buChar char="o"/>
            </a:pPr>
            <a:r>
              <a:rPr lang="en-US" dirty="0" err="1" smtClean="0"/>
              <a:t>Numpy</a:t>
            </a:r>
            <a:r>
              <a:rPr lang="en-US" dirty="0" smtClean="0"/>
              <a:t> </a:t>
            </a:r>
            <a:r>
              <a:rPr lang="en-US" dirty="0" err="1"/>
              <a:t>dtype</a:t>
            </a:r>
            <a:r>
              <a:rPr lang="en-US" dirty="0"/>
              <a:t> can be changed as per requirements. For example, an array of integers can be converted to float.</a:t>
            </a:r>
          </a:p>
          <a:p>
            <a:pPr lvl="0">
              <a:buClr>
                <a:srgbClr val="00B0F0"/>
              </a:buClr>
              <a:buFont typeface="Courier New" panose="02070309020205020404" pitchFamily="49" charset="0"/>
              <a:buChar char="o"/>
            </a:pPr>
            <a:r>
              <a:rPr lang="en-US" dirty="0"/>
              <a:t>Below is an example of using </a:t>
            </a:r>
            <a:r>
              <a:rPr lang="en-US" dirty="0" err="1"/>
              <a:t>dtype</a:t>
            </a:r>
            <a:r>
              <a:rPr lang="en-US" dirty="0"/>
              <a:t> as an argument of </a:t>
            </a:r>
            <a:r>
              <a:rPr lang="en-US" dirty="0" err="1"/>
              <a:t>np.array</a:t>
            </a:r>
            <a:r>
              <a:rPr lang="en-US" dirty="0"/>
              <a:t>() function to convert the data type of elements from integer to float.</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 xmlns:a16="http://schemas.microsoft.com/office/drawing/2014/main"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98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7155" y="2868698"/>
            <a:ext cx="6943664" cy="16909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 name="Picture 8"/>
          <p:cNvPicPr/>
          <p:nvPr/>
        </p:nvPicPr>
        <p:blipFill>
          <a:blip r:embed="rId3">
            <a:extLst>
              <a:ext uri="{28A0092B-C50C-407E-A947-70E740481C1C}">
                <a14:useLocalDpi xmlns:a14="http://schemas.microsoft.com/office/drawing/2010/main" val="0"/>
              </a:ext>
            </a:extLst>
          </a:blip>
          <a:srcRect/>
          <a:stretch>
            <a:fillRect/>
          </a:stretch>
        </p:blipFill>
        <p:spPr bwMode="auto">
          <a:xfrm>
            <a:off x="3037445" y="4930861"/>
            <a:ext cx="2533650" cy="876300"/>
          </a:xfrm>
          <a:prstGeom prst="rect">
            <a:avLst/>
          </a:prstGeom>
          <a:noFill/>
          <a:ln>
            <a:noFill/>
          </a:ln>
        </p:spPr>
      </p:pic>
    </p:spTree>
    <p:extLst>
      <p:ext uri="{BB962C8B-B14F-4D97-AF65-F5344CB8AC3E}">
        <p14:creationId xmlns:p14="http://schemas.microsoft.com/office/powerpoint/2010/main" val="197266688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BC70CE7-0D37-5108-516F-EBF9B13D6CD6}"/>
            </a:ext>
          </a:extLst>
        </p:cNvPr>
        <p:cNvGrpSpPr/>
        <p:nvPr/>
      </p:nvGrpSpPr>
      <p:grpSpPr>
        <a:xfrm>
          <a:off x="0" y="0"/>
          <a:ext cx="0" cy="0"/>
          <a:chOff x="0" y="0"/>
          <a:chExt cx="0" cy="0"/>
        </a:xfrm>
      </p:grpSpPr>
      <p:sp>
        <p:nvSpPr>
          <p:cNvPr id="2" name="Text Placeholder 1">
            <a:extLst>
              <a:ext uri="{FF2B5EF4-FFF2-40B4-BE49-F238E27FC236}">
                <a16:creationId xmlns="" xmlns:a16="http://schemas.microsoft.com/office/drawing/2014/main" id="{F5E0CFBC-9BB7-20A7-753C-D94285E24E14}"/>
              </a:ext>
            </a:extLst>
          </p:cNvPr>
          <p:cNvSpPr>
            <a:spLocks noGrp="1"/>
          </p:cNvSpPr>
          <p:nvPr>
            <p:ph type="body" sz="quarter" idx="11"/>
          </p:nvPr>
        </p:nvSpPr>
        <p:spPr/>
        <p:txBody>
          <a:bodyPr/>
          <a:lstStyle/>
          <a:p>
            <a:r>
              <a:rPr lang="en-US" dirty="0"/>
              <a:t>Thank you</a:t>
            </a:r>
          </a:p>
        </p:txBody>
      </p:sp>
    </p:spTree>
    <p:extLst>
      <p:ext uri="{BB962C8B-B14F-4D97-AF65-F5344CB8AC3E}">
        <p14:creationId xmlns:p14="http://schemas.microsoft.com/office/powerpoint/2010/main" val="3718504755"/>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ENGAGE" val="{&quot;SavedSwatch&quot;:&quot;-16748873|-8341960|-3468525|-2064878|-9539986|Markido&quot;,&quot;Id&quot;:&quot;5912d2b23245341368fd0de0&quot;,&quot;SmartGridHorizontal&quot;:0,&quot;LinkedExcelSources&quot;:{},&quot;LinkedProjectSources&quot;:{},&quot;FlowConfig&quot;:{&quot;Canvas&quot;:{&quot;Slide&quot;:-1,&quot;Width&quot;:0,&quot;Height&quot;:0},&quot;Timeline&quot;:{&quot;Actions&quot;:[]}},&quot;LinkedSlideMergeSources&quot;:{},&quot;LinkedSharePointSlideMergeSources&quo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nfogain Theme">
  <a:themeElements>
    <a:clrScheme name="Infogain">
      <a:dk1>
        <a:sysClr val="windowText" lastClr="000000"/>
      </a:dk1>
      <a:lt1>
        <a:sysClr val="window" lastClr="FFFFFF"/>
      </a:lt1>
      <a:dk2>
        <a:srgbClr val="4CA88A"/>
      </a:dk2>
      <a:lt2>
        <a:srgbClr val="00A9DA"/>
      </a:lt2>
      <a:accent1>
        <a:srgbClr val="E7513C"/>
      </a:accent1>
      <a:accent2>
        <a:srgbClr val="313437"/>
      </a:accent2>
      <a:accent3>
        <a:srgbClr val="5B719A"/>
      </a:accent3>
      <a:accent4>
        <a:srgbClr val="006BB1"/>
      </a:accent4>
      <a:accent5>
        <a:srgbClr val="174276"/>
      </a:accent5>
      <a:accent6>
        <a:srgbClr val="B0B2B5"/>
      </a:accent6>
      <a:hlink>
        <a:srgbClr val="0000FF"/>
      </a:hlink>
      <a:folHlink>
        <a:srgbClr val="800080"/>
      </a:folHlink>
    </a:clrScheme>
    <a:fontScheme name="Custom 11">
      <a:majorFont>
        <a:latin typeface="Avenir Roman"/>
        <a:ea typeface=""/>
        <a:cs typeface=""/>
      </a:majorFont>
      <a:minorFont>
        <a:latin typeface="Avenir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bg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narai">
  <a:themeElements>
    <a:clrScheme name="Tenarai">
      <a:dk1>
        <a:srgbClr val="000000"/>
      </a:dk1>
      <a:lt1>
        <a:srgbClr val="FFFFFF"/>
      </a:lt1>
      <a:dk2>
        <a:srgbClr val="8CF000"/>
      </a:dk2>
      <a:lt2>
        <a:srgbClr val="F5F0EB"/>
      </a:lt2>
      <a:accent1>
        <a:srgbClr val="8E867E"/>
      </a:accent1>
      <a:accent2>
        <a:srgbClr val="235B00"/>
      </a:accent2>
      <a:accent3>
        <a:srgbClr val="5E5751"/>
      </a:accent3>
      <a:accent4>
        <a:srgbClr val="20470F"/>
      </a:accent4>
      <a:accent5>
        <a:srgbClr val="47413C"/>
      </a:accent5>
      <a:accent6>
        <a:srgbClr val="1E321E"/>
      </a:accent6>
      <a:hlink>
        <a:srgbClr val="000000"/>
      </a:hlink>
      <a:folHlink>
        <a:srgbClr val="000000"/>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sz="1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200" dirty="0" smtClean="0"/>
        </a:defPPr>
      </a:lstStyle>
    </a:txDef>
  </a:objectDefaults>
  <a:extraClrSchemeLst/>
  <a:custClrLst>
    <a:custClr name="Tan">
      <a:srgbClr val="F5F0EB"/>
    </a:custClr>
    <a:custClr name="Tan 2">
      <a:srgbClr val="DAD2CB"/>
    </a:custClr>
    <a:custClr name="Tan 3">
      <a:srgbClr val="BEB4AA"/>
    </a:custClr>
    <a:custClr name="Tan 4">
      <a:srgbClr val="8E867E"/>
    </a:custClr>
    <a:custClr name="Tan 5">
      <a:srgbClr val="5E5751"/>
    </a:custClr>
    <a:custClr name="Tan 6">
      <a:srgbClr val="47413D"/>
    </a:custClr>
    <a:custClr name="Tan 7">
      <a:srgbClr val="2F2C29"/>
    </a:custClr>
    <a:custClr name="Tan 8">
      <a:srgbClr val="181614"/>
    </a:custClr>
    <a:custClr>
      <a:srgbClr val="FFFFFF"/>
    </a:custClr>
    <a:custClr>
      <a:srgbClr val="FFFFFF"/>
    </a:custClr>
    <a:custClr name="Volt">
      <a:srgbClr val="8CF000"/>
    </a:custClr>
    <a:custClr name="Volt 2">
      <a:srgbClr val="5FB900"/>
    </a:custClr>
    <a:custClr name="Volt 3">
      <a:srgbClr val="328200"/>
    </a:custClr>
    <a:custClr name="Volt 4">
      <a:srgbClr val="235B00"/>
    </a:custClr>
    <a:custClr name="Volt 5">
      <a:srgbClr val="21470F"/>
    </a:custClr>
    <a:custClr name="Volt 6">
      <a:srgbClr val="1E321E"/>
    </a:custClr>
    <a:custClr name="Volt 7">
      <a:srgbClr val="162616"/>
    </a:custClr>
    <a:custClr name="Volt 8">
      <a:srgbClr val="0F190F"/>
    </a:custClr>
    <a:custClr>
      <a:srgbClr val="FFFFFF"/>
    </a:custClr>
    <a:custClr>
      <a:srgbClr val="FFFFFF"/>
    </a:custClr>
    <a:custClr name="Success Light">
      <a:srgbClr val="DDFBB2"/>
    </a:custClr>
    <a:custClr name="Success Dark">
      <a:srgbClr val="11AE50"/>
    </a:custClr>
    <a:custClr name="Warning Light">
      <a:srgbClr val="FFF2E0"/>
    </a:custClr>
    <a:custClr name="Warning Dark">
      <a:srgbClr val="AD4B00"/>
    </a:custClr>
    <a:custClr name="Danger Light">
      <a:srgbClr val="FFE5F0"/>
    </a:custClr>
    <a:custClr name="Danger Dark">
      <a:srgbClr val="BD004B"/>
    </a:custClr>
    <a:custClr name="Info Light">
      <a:srgbClr val="EDE5FF"/>
    </a:custClr>
    <a:custClr name="Info Dark">
      <a:srgbClr val="714CD6"/>
    </a:custClr>
    <a:custClr>
      <a:srgbClr val="FFFFFF"/>
    </a:custClr>
    <a:custClr>
      <a:srgbClr val="FFFFFF"/>
    </a:custClr>
  </a:custClrLst>
  <a:extLst>
    <a:ext uri="{05A4C25C-085E-4340-85A3-A5531E510DB2}">
      <thm15:themeFamily xmlns="" xmlns:thm15="http://schemas.microsoft.com/office/thememl/2012/main" name="Tenarai_Template_20260310" id="{392C4E7A-B87B-0446-B2FC-59969B4EAB6B}" vid="{B3C127D8-8DD5-0840-A0C6-D9CC8662E7B3}"/>
    </a:ext>
  </a:extLst>
</a:theme>
</file>

<file path=ppt/theme/theme3.xml><?xml version="1.0" encoding="utf-8"?>
<a:theme xmlns:a="http://schemas.openxmlformats.org/drawingml/2006/main" name="1_Tenarai">
  <a:themeElements>
    <a:clrScheme name="Tenarai">
      <a:dk1>
        <a:srgbClr val="000000"/>
      </a:dk1>
      <a:lt1>
        <a:srgbClr val="FFFFFF"/>
      </a:lt1>
      <a:dk2>
        <a:srgbClr val="8CF000"/>
      </a:dk2>
      <a:lt2>
        <a:srgbClr val="F5F0EB"/>
      </a:lt2>
      <a:accent1>
        <a:srgbClr val="8E867E"/>
      </a:accent1>
      <a:accent2>
        <a:srgbClr val="235B00"/>
      </a:accent2>
      <a:accent3>
        <a:srgbClr val="5E5751"/>
      </a:accent3>
      <a:accent4>
        <a:srgbClr val="20470F"/>
      </a:accent4>
      <a:accent5>
        <a:srgbClr val="47413C"/>
      </a:accent5>
      <a:accent6>
        <a:srgbClr val="1E321E"/>
      </a:accent6>
      <a:hlink>
        <a:srgbClr val="000000"/>
      </a:hlink>
      <a:folHlink>
        <a:srgbClr val="000000"/>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sz="1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200" dirty="0" smtClean="0"/>
        </a:defPPr>
      </a:lstStyle>
    </a:txDef>
  </a:objectDefaults>
  <a:extraClrSchemeLst/>
  <a:custClrLst>
    <a:custClr name="Tan">
      <a:srgbClr val="F5F0EB"/>
    </a:custClr>
    <a:custClr name="Tan 2">
      <a:srgbClr val="DAD2CB"/>
    </a:custClr>
    <a:custClr name="Tan 3">
      <a:srgbClr val="BEB4AA"/>
    </a:custClr>
    <a:custClr name="Tan 4">
      <a:srgbClr val="8E867E"/>
    </a:custClr>
    <a:custClr name="Tan 5">
      <a:srgbClr val="5E5751"/>
    </a:custClr>
    <a:custClr name="Tan 6">
      <a:srgbClr val="47413D"/>
    </a:custClr>
    <a:custClr name="Tan 7">
      <a:srgbClr val="2F2C29"/>
    </a:custClr>
    <a:custClr name="Tan 8">
      <a:srgbClr val="181614"/>
    </a:custClr>
    <a:custClr>
      <a:srgbClr val="FFFFFF"/>
    </a:custClr>
    <a:custClr>
      <a:srgbClr val="FFFFFF"/>
    </a:custClr>
    <a:custClr name="Volt">
      <a:srgbClr val="8CF000"/>
    </a:custClr>
    <a:custClr name="Volt 2">
      <a:srgbClr val="5FB900"/>
    </a:custClr>
    <a:custClr name="Volt 3">
      <a:srgbClr val="328200"/>
    </a:custClr>
    <a:custClr name="Volt 4">
      <a:srgbClr val="235B00"/>
    </a:custClr>
    <a:custClr name="Volt 5">
      <a:srgbClr val="21470F"/>
    </a:custClr>
    <a:custClr name="Volt 6">
      <a:srgbClr val="1E321E"/>
    </a:custClr>
    <a:custClr name="Volt 7">
      <a:srgbClr val="162616"/>
    </a:custClr>
    <a:custClr name="Volt 8">
      <a:srgbClr val="0F190F"/>
    </a:custClr>
    <a:custClr>
      <a:srgbClr val="FFFFFF"/>
    </a:custClr>
    <a:custClr>
      <a:srgbClr val="FFFFFF"/>
    </a:custClr>
    <a:custClr name="Success Light">
      <a:srgbClr val="DDFBB2"/>
    </a:custClr>
    <a:custClr name="Success Dark">
      <a:srgbClr val="11AE50"/>
    </a:custClr>
    <a:custClr name="Warning Light">
      <a:srgbClr val="FFF2E0"/>
    </a:custClr>
    <a:custClr name="Warning Dark">
      <a:srgbClr val="AD4B00"/>
    </a:custClr>
    <a:custClr name="Danger Light">
      <a:srgbClr val="FFE5F0"/>
    </a:custClr>
    <a:custClr name="Danger Dark">
      <a:srgbClr val="BD004B"/>
    </a:custClr>
    <a:custClr name="Info Light">
      <a:srgbClr val="EDE5FF"/>
    </a:custClr>
    <a:custClr name="Info Dark">
      <a:srgbClr val="714CD6"/>
    </a:custClr>
    <a:custClr>
      <a:srgbClr val="FFFFFF"/>
    </a:custClr>
    <a:custClr>
      <a:srgbClr val="FFFFFF"/>
    </a:custClr>
  </a:custClrLst>
  <a:extLst>
    <a:ext uri="{05A4C25C-085E-4340-85A3-A5531E510DB2}">
      <thm15:themeFamily xmlns="" xmlns:thm15="http://schemas.microsoft.com/office/thememl/2012/main" name="Tenarai_Template_20260310" id="{392C4E7A-B87B-0446-B2FC-59969B4EAB6B}" vid="{B3C127D8-8DD5-0840-A0C6-D9CC8662E7B3}"/>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18301F54976BD40B3F8637F54C095B9" ma:contentTypeVersion="9" ma:contentTypeDescription="Create a new document." ma:contentTypeScope="" ma:versionID="7981c13eefe6da806c4b4d04fadbaee2">
  <xsd:schema xmlns:xsd="http://www.w3.org/2001/XMLSchema" xmlns:xs="http://www.w3.org/2001/XMLSchema" xmlns:p="http://schemas.microsoft.com/office/2006/metadata/properties" xmlns:ns2="863d8192-19c9-48ba-956d-c31701e6c360" targetNamespace="http://schemas.microsoft.com/office/2006/metadata/properties" ma:root="true" ma:fieldsID="47f719c559862e1b2a804745738a065f" ns2:_="">
    <xsd:import namespace="863d8192-19c9-48ba-956d-c31701e6c36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63d8192-19c9-48ba-956d-c31701e6c3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1A8D693-52B0-4EC7-BA43-D2D78CB8FC6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63d8192-19c9-48ba-956d-c31701e6c3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78CF0A-9D77-4FD2-A2D8-5E627661DB47}">
  <ds:schemaRefs>
    <ds:schemaRef ds:uri="http://purl.org/dc/dcmitype/"/>
    <ds:schemaRef ds:uri="http://schemas.microsoft.com/office/infopath/2007/PartnerControl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863d8192-19c9-48ba-956d-c31701e6c360"/>
    <ds:schemaRef ds:uri="http://www.w3.org/XML/1998/namespace"/>
  </ds:schemaRefs>
</ds:datastoreItem>
</file>

<file path=customXml/itemProps3.xml><?xml version="1.0" encoding="utf-8"?>
<ds:datastoreItem xmlns:ds="http://schemas.openxmlformats.org/officeDocument/2006/customXml" ds:itemID="{BD26E52B-BE85-4589-9F0E-59F6B75FADE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49631</TotalTime>
  <Words>1248</Words>
  <Application>Microsoft Office PowerPoint</Application>
  <PresentationFormat>Custom</PresentationFormat>
  <Paragraphs>204</Paragraphs>
  <Slides>32</Slides>
  <Notes>1</Notes>
  <HiddenSlides>0</HiddenSlides>
  <MMClips>0</MMClips>
  <ScaleCrop>false</ScaleCrop>
  <HeadingPairs>
    <vt:vector size="6" baseType="variant">
      <vt:variant>
        <vt:lpstr>Theme</vt:lpstr>
      </vt:variant>
      <vt:variant>
        <vt:i4>3</vt:i4>
      </vt:variant>
      <vt:variant>
        <vt:lpstr>Embedded OLE Servers</vt:lpstr>
      </vt:variant>
      <vt:variant>
        <vt:i4>1</vt:i4>
      </vt:variant>
      <vt:variant>
        <vt:lpstr>Slide Titles</vt:lpstr>
      </vt:variant>
      <vt:variant>
        <vt:i4>32</vt:i4>
      </vt:variant>
    </vt:vector>
  </HeadingPairs>
  <TitlesOfParts>
    <vt:vector size="36" baseType="lpstr">
      <vt:lpstr>Infogain Theme</vt:lpstr>
      <vt:lpstr>Tenarai</vt:lpstr>
      <vt:lpstr>1_Tenarai</vt:lpstr>
      <vt:lpstr>think-cell Slide</vt:lpstr>
      <vt:lpstr>TypeScript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SOLUTIONS</dc:title>
  <dc:creator>Sushma V</dc:creator>
  <cp:lastModifiedBy>Hp</cp:lastModifiedBy>
  <cp:revision>1005</cp:revision>
  <dcterms:created xsi:type="dcterms:W3CDTF">2016-11-03T07:42:20Z</dcterms:created>
  <dcterms:modified xsi:type="dcterms:W3CDTF">2026-07-14T08:53:30Z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0x010100C18301F54976BD40B3F8637F54C095B9</vt:lpwstr>
  </property>
</Properties>
</file>