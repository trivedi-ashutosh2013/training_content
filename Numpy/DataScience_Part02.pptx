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emf" ContentType="image/x-emf"/>
  <Default Extension="jpeg" ContentType="image/jpeg"/>
  <Default Extension="rels" ContentType="application/vnd.openxmlformats-package.relationships+xml"/>
  <Default Extension="xml" ContentType="application/xml"/>
  <Default Extension="wdp" ContentType="image/vnd.ms-photo"/>
  <Default Extension="vml" ContentType="application/vnd.openxmlformats-officedocument.vmlDrawin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theme/theme2.xml" ContentType="application/vnd.openxmlformats-officedocument.theme+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slideLayouts/slideLayout258.xml" ContentType="application/vnd.openxmlformats-officedocument.presentationml.slideLayout+xml"/>
  <Override PartName="/ppt/slideLayouts/slideLayout259.xml" ContentType="application/vnd.openxmlformats-officedocument.presentationml.slideLayout+xml"/>
  <Override PartName="/ppt/slideLayouts/slideLayout260.xml" ContentType="application/vnd.openxmlformats-officedocument.presentationml.slideLayout+xml"/>
  <Override PartName="/ppt/slideLayouts/slideLayout261.xml" ContentType="application/vnd.openxmlformats-officedocument.presentationml.slideLayout+xml"/>
  <Override PartName="/ppt/slideLayouts/slideLayout262.xml" ContentType="application/vnd.openxmlformats-officedocument.presentationml.slideLayout+xml"/>
  <Override PartName="/ppt/slideLayouts/slideLayout263.xml" ContentType="application/vnd.openxmlformats-officedocument.presentationml.slideLayout+xml"/>
  <Override PartName="/ppt/slideLayouts/slideLayout264.xml" ContentType="application/vnd.openxmlformats-officedocument.presentationml.slideLayout+xml"/>
  <Override PartName="/ppt/slideLayouts/slideLayout265.xml" ContentType="application/vnd.openxmlformats-officedocument.presentationml.slideLayout+xml"/>
  <Override PartName="/ppt/slideLayouts/slideLayout266.xml" ContentType="application/vnd.openxmlformats-officedocument.presentationml.slideLayout+xml"/>
  <Override PartName="/ppt/slideLayouts/slideLayout267.xml" ContentType="application/vnd.openxmlformats-officedocument.presentationml.slideLayout+xml"/>
  <Override PartName="/ppt/slideLayouts/slideLayout268.xml" ContentType="application/vnd.openxmlformats-officedocument.presentationml.slideLayout+xml"/>
  <Override PartName="/ppt/slideLayouts/slideLayout269.xml" ContentType="application/vnd.openxmlformats-officedocument.presentationml.slideLayout+xml"/>
  <Override PartName="/ppt/theme/theme3.xml" ContentType="application/vnd.openxmlformats-officedocument.theme+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heme/theme4.xml" ContentType="application/vnd.openxmlformats-officedocument.theme+xml"/>
  <Override PartName="/ppt/tags/tag232.xml" ContentType="application/vnd.openxmlformats-officedocument.presentationml.tags+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8" r:id="rId4"/>
    <p:sldMasterId id="2147483705" r:id="rId5"/>
    <p:sldMasterId id="2147483826" r:id="rId6"/>
  </p:sldMasterIdLst>
  <p:notesMasterIdLst>
    <p:notesMasterId r:id="rId47"/>
  </p:notesMasterIdLst>
  <p:sldIdLst>
    <p:sldId id="360" r:id="rId7"/>
    <p:sldId id="820" r:id="rId8"/>
    <p:sldId id="821" r:id="rId9"/>
    <p:sldId id="822" r:id="rId10"/>
    <p:sldId id="859" r:id="rId11"/>
    <p:sldId id="860" r:id="rId12"/>
    <p:sldId id="824" r:id="rId13"/>
    <p:sldId id="861" r:id="rId14"/>
    <p:sldId id="862" r:id="rId15"/>
    <p:sldId id="863" r:id="rId16"/>
    <p:sldId id="823" r:id="rId17"/>
    <p:sldId id="804" r:id="rId18"/>
    <p:sldId id="742" r:id="rId19"/>
    <p:sldId id="743" r:id="rId20"/>
    <p:sldId id="805" r:id="rId21"/>
    <p:sldId id="744" r:id="rId22"/>
    <p:sldId id="825" r:id="rId23"/>
    <p:sldId id="857" r:id="rId24"/>
    <p:sldId id="864" r:id="rId25"/>
    <p:sldId id="858" r:id="rId26"/>
    <p:sldId id="787" r:id="rId27"/>
    <p:sldId id="807" r:id="rId28"/>
    <p:sldId id="865" r:id="rId29"/>
    <p:sldId id="826" r:id="rId30"/>
    <p:sldId id="827" r:id="rId31"/>
    <p:sldId id="866" r:id="rId32"/>
    <p:sldId id="867" r:id="rId33"/>
    <p:sldId id="868" r:id="rId34"/>
    <p:sldId id="869" r:id="rId35"/>
    <p:sldId id="809" r:id="rId36"/>
    <p:sldId id="870" r:id="rId37"/>
    <p:sldId id="871" r:id="rId38"/>
    <p:sldId id="872" r:id="rId39"/>
    <p:sldId id="873" r:id="rId40"/>
    <p:sldId id="874" r:id="rId41"/>
    <p:sldId id="875" r:id="rId42"/>
    <p:sldId id="876" r:id="rId43"/>
    <p:sldId id="877" r:id="rId44"/>
    <p:sldId id="878" r:id="rId45"/>
    <p:sldId id="390" r:id="rId46"/>
  </p:sldIdLst>
  <p:sldSz cx="12192000" cy="6858000"/>
  <p:notesSz cx="6858000" cy="9144000"/>
  <p:custDataLst>
    <p:tags r:id="rId48"/>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Template" id="{F95B354D-98B6-4567-B21B-97DFBEE36FD2}">
          <p14:sldIdLst>
            <p14:sldId id="360"/>
            <p14:sldId id="820"/>
            <p14:sldId id="821"/>
            <p14:sldId id="822"/>
            <p14:sldId id="859"/>
            <p14:sldId id="860"/>
            <p14:sldId id="824"/>
            <p14:sldId id="861"/>
            <p14:sldId id="862"/>
            <p14:sldId id="863"/>
            <p14:sldId id="823"/>
            <p14:sldId id="804"/>
            <p14:sldId id="742"/>
            <p14:sldId id="743"/>
            <p14:sldId id="805"/>
            <p14:sldId id="744"/>
            <p14:sldId id="825"/>
            <p14:sldId id="857"/>
            <p14:sldId id="864"/>
            <p14:sldId id="858"/>
            <p14:sldId id="787"/>
            <p14:sldId id="807"/>
            <p14:sldId id="865"/>
            <p14:sldId id="826"/>
            <p14:sldId id="827"/>
            <p14:sldId id="866"/>
            <p14:sldId id="867"/>
            <p14:sldId id="868"/>
            <p14:sldId id="869"/>
            <p14:sldId id="809"/>
            <p14:sldId id="870"/>
            <p14:sldId id="871"/>
            <p14:sldId id="872"/>
            <p14:sldId id="873"/>
            <p14:sldId id="874"/>
            <p14:sldId id="875"/>
            <p14:sldId id="876"/>
            <p14:sldId id="877"/>
            <p14:sldId id="878"/>
            <p14:sldId id="390"/>
          </p14:sldIdLst>
        </p14:section>
      </p14:sectionLst>
    </p:ext>
    <p:ext uri="{EFAFB233-063F-42B5-8137-9DF3F51BA10A}">
      <p15:sldGuideLst xmlns:p15="http://schemas.microsoft.com/office/powerpoint/2012/main" xmlns="">
        <p15:guide id="1" orient="horz" pos="3288" userDrawn="1">
          <p15:clr>
            <a:srgbClr val="A4A3A4"/>
          </p15:clr>
        </p15:guide>
        <p15:guide id="2" pos="192" userDrawn="1">
          <p15:clr>
            <a:srgbClr val="A4A3A4"/>
          </p15:clr>
        </p15:guide>
        <p15:guide id="3" pos="7416" userDrawn="1">
          <p15:clr>
            <a:srgbClr val="A4A3A4"/>
          </p15:clr>
        </p15:guide>
        <p15:guide id="4" orient="horz" pos="98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F2F2"/>
    <a:srgbClr val="0070C0"/>
    <a:srgbClr val="BDE3FF"/>
    <a:srgbClr val="0099CC"/>
    <a:srgbClr val="EAEFF7"/>
    <a:srgbClr val="000000"/>
    <a:srgbClr val="003366"/>
    <a:srgbClr val="5F5F5F"/>
    <a:srgbClr val="C7C7C7"/>
    <a:srgbClr val="8FA2D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93D81CF-94F2-401A-BA57-92F5A7B2D0C5}" styleName="Medium Style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132" autoAdjust="0"/>
    <p:restoredTop sz="93543" autoAdjust="0"/>
  </p:normalViewPr>
  <p:slideViewPr>
    <p:cSldViewPr snapToGrid="0">
      <p:cViewPr>
        <p:scale>
          <a:sx n="77" d="100"/>
          <a:sy n="77" d="100"/>
        </p:scale>
        <p:origin x="-780" y="30"/>
      </p:cViewPr>
      <p:guideLst>
        <p:guide orient="horz" pos="3288"/>
        <p:guide orient="horz" pos="984"/>
        <p:guide pos="192"/>
        <p:guide pos="7416"/>
      </p:guideLst>
    </p:cSldViewPr>
  </p:slideViewPr>
  <p:outlineViewPr>
    <p:cViewPr>
      <p:scale>
        <a:sx n="33" d="100"/>
        <a:sy n="33" d="100"/>
      </p:scale>
      <p:origin x="0" y="0"/>
    </p:cViewPr>
  </p:outlineViewPr>
  <p:notesTextViewPr>
    <p:cViewPr>
      <p:scale>
        <a:sx n="1" d="1"/>
        <a:sy n="1" d="1"/>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slide" Target="slides/slide33.xml"/><Relationship Id="rId3" Type="http://schemas.openxmlformats.org/officeDocument/2006/relationships/customXml" Target="../customXml/item3.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slide" Target="slides/slide36.xml"/><Relationship Id="rId47" Type="http://schemas.openxmlformats.org/officeDocument/2006/relationships/notesMaster" Target="notesMasters/notesMaster1.xml"/><Relationship Id="rId50" Type="http://schemas.openxmlformats.org/officeDocument/2006/relationships/viewProps" Target="viewProps.xml"/><Relationship Id="rId7" Type="http://schemas.openxmlformats.org/officeDocument/2006/relationships/slide" Target="slides/slide1.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slide" Target="slides/slide32.xml"/><Relationship Id="rId46" Type="http://schemas.openxmlformats.org/officeDocument/2006/relationships/slide" Target="slides/slide40.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slide" Target="slides/slide35.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slide" Target="slides/slide34.xml"/><Relationship Id="rId45" Type="http://schemas.openxmlformats.org/officeDocument/2006/relationships/slide" Target="slides/slide39.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presProps" Target="presProps.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slide" Target="slides/slide37.xml"/><Relationship Id="rId48" Type="http://schemas.openxmlformats.org/officeDocument/2006/relationships/tags" Target="tags/tag1.xml"/><Relationship Id="rId8" Type="http://schemas.openxmlformats.org/officeDocument/2006/relationships/slide" Target="slides/slide2.xml"/><Relationship Id="rId51" Type="http://schemas.openxmlformats.org/officeDocument/2006/relationships/theme" Target="theme/theme1.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2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2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4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1.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4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46.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4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5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55.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5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6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5.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6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7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8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8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93.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4.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96.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98.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99.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10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06.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0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11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12.vml.rels><?xml version="1.0" encoding="UTF-8" standalone="yes"?>
<Relationships xmlns="http://schemas.openxmlformats.org/package/2006/relationships"><Relationship Id="rId1" Type="http://schemas.openxmlformats.org/officeDocument/2006/relationships/image" Target="../media/image14.emf"/></Relationships>
</file>

<file path=ppt/drawings/_rels/vmlDrawing113.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4.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5.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6.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7.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8.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19.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0.vml.rels><?xml version="1.0" encoding="UTF-8" standalone="yes"?>
<Relationships xmlns="http://schemas.openxmlformats.org/package/2006/relationships"><Relationship Id="rId1" Type="http://schemas.openxmlformats.org/officeDocument/2006/relationships/image" Target="../media/image15.emf"/></Relationships>
</file>

<file path=ppt/drawings/_rels/vmlDrawing12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2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29.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0.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1.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2.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3.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4.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5.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6.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7.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8.vml.rels><?xml version="1.0" encoding="UTF-8" standalone="yes"?>
<Relationships xmlns="http://schemas.openxmlformats.org/package/2006/relationships"><Relationship Id="rId1" Type="http://schemas.openxmlformats.org/officeDocument/2006/relationships/image" Target="../media/image17.emf"/></Relationships>
</file>

<file path=ppt/drawings/_rels/vmlDrawing13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1.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2.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3.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4.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5.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6.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7.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8.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49.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0.vml.rels><?xml version="1.0" encoding="UTF-8" standalone="yes"?>
<Relationships xmlns="http://schemas.openxmlformats.org/package/2006/relationships"><Relationship Id="rId1" Type="http://schemas.openxmlformats.org/officeDocument/2006/relationships/image" Target="../media/image18.emf"/></Relationships>
</file>

<file path=ppt/drawings/_rels/vmlDrawing151.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2.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3.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4.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5.vml.rels><?xml version="1.0" encoding="UTF-8" standalone="yes"?>
<Relationships xmlns="http://schemas.openxmlformats.org/package/2006/relationships"><Relationship Id="rId1" Type="http://schemas.openxmlformats.org/officeDocument/2006/relationships/image" Target="../media/image19.emf"/></Relationships>
</file>

<file path=ppt/drawings/_rels/vmlDrawing15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57.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8.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59.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0.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1.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2.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3.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4.vml.rels><?xml version="1.0" encoding="UTF-8" standalone="yes"?>
<Relationships xmlns="http://schemas.openxmlformats.org/package/2006/relationships"><Relationship Id="rId1" Type="http://schemas.openxmlformats.org/officeDocument/2006/relationships/image" Target="../media/image20.emf"/></Relationships>
</file>

<file path=ppt/drawings/_rels/vmlDrawing16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66.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7.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8.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69.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0.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1.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2.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3.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4.vml.rels><?xml version="1.0" encoding="UTF-8" standalone="yes"?>
<Relationships xmlns="http://schemas.openxmlformats.org/package/2006/relationships"><Relationship Id="rId1" Type="http://schemas.openxmlformats.org/officeDocument/2006/relationships/image" Target="../media/image21.emf"/></Relationships>
</file>

<file path=ppt/drawings/_rels/vmlDrawing17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76.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7.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8.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79.vml.rels><?xml version="1.0" encoding="UTF-8" standalone="yes"?>
<Relationships xmlns="http://schemas.openxmlformats.org/package/2006/relationships"><Relationship Id="rId1" Type="http://schemas.openxmlformats.org/officeDocument/2006/relationships/image" Target="../media/image22.emf"/></Relationships>
</file>

<file path=ppt/drawings/_rels/vmlDrawing180.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1.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2.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3.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4.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5.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6.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7.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8.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89.vml.rels><?xml version="1.0" encoding="UTF-8" standalone="yes"?>
<Relationships xmlns="http://schemas.openxmlformats.org/package/2006/relationships"><Relationship Id="rId1" Type="http://schemas.openxmlformats.org/officeDocument/2006/relationships/image" Target="../media/image23.emf"/></Relationships>
</file>

<file path=ppt/drawings/_rels/vmlDrawing190.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19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4.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5.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6.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7.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8.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199.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0.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1.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2.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3.vml.rels><?xml version="1.0" encoding="UTF-8" standalone="yes"?>
<Relationships xmlns="http://schemas.openxmlformats.org/package/2006/relationships"><Relationship Id="rId1" Type="http://schemas.openxmlformats.org/officeDocument/2006/relationships/image" Target="../media/image24.emf"/></Relationships>
</file>

<file path=ppt/drawings/_rels/vmlDrawing204.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05.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6.vml.rels><?xml version="1.0" encoding="UTF-8" standalone="yes"?>
<Relationships xmlns="http://schemas.openxmlformats.org/package/2006/relationships"><Relationship Id="rId1" Type="http://schemas.openxmlformats.org/officeDocument/2006/relationships/image" Target="../media/image30.emf"/></Relationships>
</file>

<file path=ppt/drawings/_rels/vmlDrawing207.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8.vml.rels><?xml version="1.0" encoding="UTF-8" standalone="yes"?>
<Relationships xmlns="http://schemas.openxmlformats.org/package/2006/relationships"><Relationship Id="rId1" Type="http://schemas.openxmlformats.org/officeDocument/2006/relationships/image" Target="../media/image31.emf"/></Relationships>
</file>

<file path=ppt/drawings/_rels/vmlDrawing209.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0.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1.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2.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3.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4.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5.vml.rels><?xml version="1.0" encoding="UTF-8" standalone="yes"?>
<Relationships xmlns="http://schemas.openxmlformats.org/package/2006/relationships"><Relationship Id="rId1" Type="http://schemas.openxmlformats.org/officeDocument/2006/relationships/image" Target="../media/image32.emf"/></Relationships>
</file>

<file path=ppt/drawings/_rels/vmlDrawing216.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17.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8.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19.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0.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1.vml.rels><?xml version="1.0" encoding="UTF-8" standalone="yes"?>
<Relationships xmlns="http://schemas.openxmlformats.org/package/2006/relationships"><Relationship Id="rId1" Type="http://schemas.openxmlformats.org/officeDocument/2006/relationships/image" Target="../media/image33.emf"/></Relationships>
</file>

<file path=ppt/drawings/_rels/vmlDrawing222.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223.vml.rels><?xml version="1.0" encoding="UTF-8" standalone="yes"?>
<Relationships xmlns="http://schemas.openxmlformats.org/package/2006/relationships"><Relationship Id="rId1" Type="http://schemas.openxmlformats.org/officeDocument/2006/relationships/image" Target="../media/image3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F8EC6BA1-DC03-4CEA-9050-1B4C09061324}" type="datetimeFigureOut">
              <a:rPr lang="en-IN" smtClean="0"/>
              <a:pPr/>
              <a:t>15-07-2026</a:t>
            </a:fld>
            <a:endParaRPr lang="en-IN"/>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619FFEA-3951-4BA9-8398-FEC7047E1482}" type="slidenum">
              <a:rPr lang="en-IN" smtClean="0"/>
              <a:pPr/>
              <a:t>‹#›</a:t>
            </a:fld>
            <a:endParaRPr lang="en-IN"/>
          </a:p>
        </p:txBody>
      </p:sp>
    </p:spTree>
    <p:extLst>
      <p:ext uri="{BB962C8B-B14F-4D97-AF65-F5344CB8AC3E}">
        <p14:creationId xmlns:p14="http://schemas.microsoft.com/office/powerpoint/2010/main" val="412322485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https://www.javabrahman.com/java-8/java-8-java-util-stream-collector-basics-tutorial-with-examples/</a:t>
            </a:r>
          </a:p>
          <a:p>
            <a:r>
              <a:rPr lang="en-US" dirty="0"/>
              <a:t>https://www.journaldev.com/2763/java-8-functional-interfaces</a:t>
            </a:r>
          </a:p>
          <a:p>
            <a:r>
              <a:rPr lang="en-US" dirty="0"/>
              <a:t>http://winterbe.com/posts/2014/03/16/java-8-tutorial/</a:t>
            </a:r>
          </a:p>
          <a:p>
            <a:r>
              <a:rPr lang="en-US" dirty="0"/>
              <a:t>https://www.oreilly.com/learning/java-8-functional-interfaces</a:t>
            </a:r>
          </a:p>
          <a:p>
            <a:endParaRPr lang="en-US" dirty="0"/>
          </a:p>
        </p:txBody>
      </p:sp>
      <p:sp>
        <p:nvSpPr>
          <p:cNvPr id="4" name="Slide Number Placeholder 3"/>
          <p:cNvSpPr>
            <a:spLocks noGrp="1"/>
          </p:cNvSpPr>
          <p:nvPr>
            <p:ph type="sldNum" sz="quarter" idx="10"/>
          </p:nvPr>
        </p:nvSpPr>
        <p:spPr/>
        <p:txBody>
          <a:bodyPr/>
          <a:lstStyle/>
          <a:p>
            <a:fld id="{E619FFEA-3951-4BA9-8398-FEC7047E1482}" type="slidenum">
              <a:rPr lang="en-IN" smtClean="0"/>
              <a:pPr/>
              <a:t>2</a:t>
            </a:fld>
            <a:endParaRPr lang="en-IN"/>
          </a:p>
        </p:txBody>
      </p:sp>
    </p:spTree>
    <p:extLst>
      <p:ext uri="{BB962C8B-B14F-4D97-AF65-F5344CB8AC3E}">
        <p14:creationId xmlns:p14="http://schemas.microsoft.com/office/powerpoint/2010/main" val="1899158221"/>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Master" Target="../slideMasters/slideMaster1.xml"/><Relationship Id="rId5" Type="http://schemas.openxmlformats.org/officeDocument/2006/relationships/image" Target="../media/image11.png"/><Relationship Id="rId4" Type="http://schemas.openxmlformats.org/officeDocument/2006/relationships/image" Target="../media/image10.png"/></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13.emf"/><Relationship Id="rId2" Type="http://schemas.openxmlformats.org/officeDocument/2006/relationships/image" Target="../media/image12.png"/><Relationship Id="rId1" Type="http://schemas.openxmlformats.org/officeDocument/2006/relationships/slideMaster" Target="../slideMasters/slideMaster1.xml"/><Relationship Id="rId4" Type="http://schemas.openxmlformats.org/officeDocument/2006/relationships/hyperlink" Target="http://www.infogain.com/" TargetMode="External"/></Relationships>
</file>

<file path=ppt/slideLayouts/_rels/slideLayout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xml"/><Relationship Id="rId1" Type="http://schemas.openxmlformats.org/officeDocument/2006/relationships/vmlDrawing" Target="../drawings/vmlDrawing2.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2.bin"/></Relationships>
</file>

<file path=ppt/slideLayouts/_rels/slideLayout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xml"/><Relationship Id="rId1" Type="http://schemas.openxmlformats.org/officeDocument/2006/relationships/vmlDrawing" Target="../drawings/vmlDrawing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3.bin"/></Relationships>
</file>

<file path=ppt/slideLayouts/_rels/slideLayout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xml"/><Relationship Id="rId1" Type="http://schemas.openxmlformats.org/officeDocument/2006/relationships/vmlDrawing" Target="../drawings/vmlDrawing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4.bin"/></Relationships>
</file>

<file path=ppt/slideLayouts/_rels/slideLayout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xml"/><Relationship Id="rId1" Type="http://schemas.openxmlformats.org/officeDocument/2006/relationships/vmlDrawing" Target="../drawings/vmlDrawing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5.bin"/></Relationships>
</file>

<file path=ppt/slideLayouts/_rels/slideLayout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xml"/><Relationship Id="rId1" Type="http://schemas.openxmlformats.org/officeDocument/2006/relationships/vmlDrawing" Target="../drawings/vmlDrawing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6.bin"/></Relationships>
</file>

<file path=ppt/slideLayouts/_rels/slideLayout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xml"/><Relationship Id="rId1" Type="http://schemas.openxmlformats.org/officeDocument/2006/relationships/vmlDrawing" Target="../drawings/vmlDrawing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7.bin"/></Relationships>
</file>

<file path=ppt/slideLayouts/_rels/slideLayout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xml"/><Relationship Id="rId1" Type="http://schemas.openxmlformats.org/officeDocument/2006/relationships/vmlDrawing" Target="../drawings/vmlDrawing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8.bin"/></Relationships>
</file>

<file path=ppt/slideLayouts/_rels/slideLayout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xml"/><Relationship Id="rId1" Type="http://schemas.openxmlformats.org/officeDocument/2006/relationships/vmlDrawing" Target="../drawings/vmlDrawing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9.bin"/></Relationships>
</file>

<file path=ppt/slideLayouts/_rels/slideLayout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xml"/><Relationship Id="rId1" Type="http://schemas.openxmlformats.org/officeDocument/2006/relationships/vmlDrawing" Target="../drawings/vmlDrawing10.vml"/><Relationship Id="rId5" Type="http://schemas.openxmlformats.org/officeDocument/2006/relationships/image" Target="../media/image16.emf"/><Relationship Id="rId4" Type="http://schemas.openxmlformats.org/officeDocument/2006/relationships/oleObject" Target="../embeddings/oleObject10.bin"/></Relationships>
</file>

<file path=ppt/slideLayouts/_rels/slideLayout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xml"/><Relationship Id="rId1" Type="http://schemas.openxmlformats.org/officeDocument/2006/relationships/vmlDrawing" Target="../drawings/vmlDrawing11.vml"/><Relationship Id="rId5" Type="http://schemas.openxmlformats.org/officeDocument/2006/relationships/image" Target="../media/image17.emf"/><Relationship Id="rId4" Type="http://schemas.openxmlformats.org/officeDocument/2006/relationships/oleObject" Target="../embeddings/oleObject11.bin"/></Relationships>
</file>

<file path=ppt/slideLayouts/_rels/slideLayout4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xml"/><Relationship Id="rId1" Type="http://schemas.openxmlformats.org/officeDocument/2006/relationships/vmlDrawing" Target="../drawings/vmlDrawing12.vml"/><Relationship Id="rId5" Type="http://schemas.openxmlformats.org/officeDocument/2006/relationships/image" Target="../media/image17.emf"/><Relationship Id="rId4" Type="http://schemas.openxmlformats.org/officeDocument/2006/relationships/oleObject" Target="../embeddings/oleObject12.bin"/></Relationships>
</file>

<file path=ppt/slideLayouts/_rels/slideLayout4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4.xml"/><Relationship Id="rId1" Type="http://schemas.openxmlformats.org/officeDocument/2006/relationships/vmlDrawing" Target="../drawings/vmlDrawing13.vml"/><Relationship Id="rId5" Type="http://schemas.openxmlformats.org/officeDocument/2006/relationships/image" Target="../media/image17.emf"/><Relationship Id="rId4" Type="http://schemas.openxmlformats.org/officeDocument/2006/relationships/oleObject" Target="../embeddings/oleObject13.bin"/></Relationships>
</file>

<file path=ppt/slideLayouts/_rels/slideLayout4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5.xml"/><Relationship Id="rId1" Type="http://schemas.openxmlformats.org/officeDocument/2006/relationships/vmlDrawing" Target="../drawings/vmlDrawing14.vml"/><Relationship Id="rId5" Type="http://schemas.openxmlformats.org/officeDocument/2006/relationships/image" Target="../media/image17.emf"/><Relationship Id="rId4" Type="http://schemas.openxmlformats.org/officeDocument/2006/relationships/oleObject" Target="../embeddings/oleObject14.bin"/></Relationships>
</file>

<file path=ppt/slideLayouts/_rels/slideLayout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6.xml"/><Relationship Id="rId1" Type="http://schemas.openxmlformats.org/officeDocument/2006/relationships/vmlDrawing" Target="../drawings/vmlDrawing15.vml"/><Relationship Id="rId5" Type="http://schemas.openxmlformats.org/officeDocument/2006/relationships/image" Target="../media/image17.emf"/><Relationship Id="rId4" Type="http://schemas.openxmlformats.org/officeDocument/2006/relationships/oleObject" Target="../embeddings/oleObject15.bin"/></Relationships>
</file>

<file path=ppt/slideLayouts/_rels/slideLayout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7.xml"/><Relationship Id="rId1" Type="http://schemas.openxmlformats.org/officeDocument/2006/relationships/vmlDrawing" Target="../drawings/vmlDrawing16.vml"/><Relationship Id="rId5" Type="http://schemas.openxmlformats.org/officeDocument/2006/relationships/image" Target="../media/image17.emf"/><Relationship Id="rId4" Type="http://schemas.openxmlformats.org/officeDocument/2006/relationships/oleObject" Target="../embeddings/oleObject16.bin"/></Relationships>
</file>

<file path=ppt/slideLayouts/_rels/slideLayout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8.xml"/><Relationship Id="rId1" Type="http://schemas.openxmlformats.org/officeDocument/2006/relationships/vmlDrawing" Target="../drawings/vmlDrawing17.vml"/><Relationship Id="rId5" Type="http://schemas.openxmlformats.org/officeDocument/2006/relationships/image" Target="../media/image17.emf"/><Relationship Id="rId4" Type="http://schemas.openxmlformats.org/officeDocument/2006/relationships/oleObject" Target="../embeddings/oleObject17.bin"/></Relationships>
</file>

<file path=ppt/slideLayouts/_rels/slideLayout4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9.xml"/><Relationship Id="rId1" Type="http://schemas.openxmlformats.org/officeDocument/2006/relationships/vmlDrawing" Target="../drawings/vmlDrawing18.vml"/><Relationship Id="rId5" Type="http://schemas.openxmlformats.org/officeDocument/2006/relationships/image" Target="../media/image17.emf"/><Relationship Id="rId4" Type="http://schemas.openxmlformats.org/officeDocument/2006/relationships/oleObject" Target="../embeddings/oleObject18.bin"/></Relationships>
</file>

<file path=ppt/slideLayouts/_rels/slideLayout5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0.xml"/><Relationship Id="rId1" Type="http://schemas.openxmlformats.org/officeDocument/2006/relationships/vmlDrawing" Target="../drawings/vmlDrawing19.vml"/><Relationship Id="rId5" Type="http://schemas.openxmlformats.org/officeDocument/2006/relationships/image" Target="../media/image17.emf"/><Relationship Id="rId4" Type="http://schemas.openxmlformats.org/officeDocument/2006/relationships/oleObject" Target="../embeddings/oleObject19.bin"/></Relationships>
</file>

<file path=ppt/slideLayouts/_rels/slideLayout5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1.xml"/><Relationship Id="rId1" Type="http://schemas.openxmlformats.org/officeDocument/2006/relationships/vmlDrawing" Target="../drawings/vmlDrawing20.vml"/><Relationship Id="rId5" Type="http://schemas.openxmlformats.org/officeDocument/2006/relationships/image" Target="../media/image17.emf"/><Relationship Id="rId4" Type="http://schemas.openxmlformats.org/officeDocument/2006/relationships/oleObject" Target="../embeddings/oleObject20.bin"/></Relationships>
</file>

<file path=ppt/slideLayouts/_rels/slideLayout5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2.xml"/><Relationship Id="rId1" Type="http://schemas.openxmlformats.org/officeDocument/2006/relationships/vmlDrawing" Target="../drawings/vmlDrawing21.vml"/><Relationship Id="rId5" Type="http://schemas.openxmlformats.org/officeDocument/2006/relationships/image" Target="../media/image17.emf"/><Relationship Id="rId4" Type="http://schemas.openxmlformats.org/officeDocument/2006/relationships/oleObject" Target="../embeddings/oleObject21.bin"/></Relationships>
</file>

<file path=ppt/slideLayouts/_rels/slideLayout5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3.xml"/><Relationship Id="rId1" Type="http://schemas.openxmlformats.org/officeDocument/2006/relationships/vmlDrawing" Target="../drawings/vmlDrawing22.vml"/><Relationship Id="rId5" Type="http://schemas.openxmlformats.org/officeDocument/2006/relationships/image" Target="../media/image17.emf"/><Relationship Id="rId4" Type="http://schemas.openxmlformats.org/officeDocument/2006/relationships/oleObject" Target="../embeddings/oleObject22.bin"/></Relationships>
</file>

<file path=ppt/slideLayouts/_rels/slideLayout5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4.xml"/><Relationship Id="rId1" Type="http://schemas.openxmlformats.org/officeDocument/2006/relationships/vmlDrawing" Target="../drawings/vmlDrawing23.vml"/><Relationship Id="rId5" Type="http://schemas.openxmlformats.org/officeDocument/2006/relationships/image" Target="../media/image17.emf"/><Relationship Id="rId4" Type="http://schemas.openxmlformats.org/officeDocument/2006/relationships/oleObject" Target="../embeddings/oleObject23.bin"/></Relationships>
</file>

<file path=ppt/slideLayouts/_rels/slideLayout5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5.xml"/><Relationship Id="rId1" Type="http://schemas.openxmlformats.org/officeDocument/2006/relationships/vmlDrawing" Target="../drawings/vmlDrawing24.vml"/><Relationship Id="rId5" Type="http://schemas.openxmlformats.org/officeDocument/2006/relationships/image" Target="../media/image17.emf"/><Relationship Id="rId4" Type="http://schemas.openxmlformats.org/officeDocument/2006/relationships/oleObject" Target="../embeddings/oleObject24.bin"/></Relationships>
</file>

<file path=ppt/slideLayouts/_rels/slideLayout5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6.xml"/><Relationship Id="rId1" Type="http://schemas.openxmlformats.org/officeDocument/2006/relationships/vmlDrawing" Target="../drawings/vmlDrawing25.vml"/><Relationship Id="rId5" Type="http://schemas.openxmlformats.org/officeDocument/2006/relationships/image" Target="../media/image17.emf"/><Relationship Id="rId4" Type="http://schemas.openxmlformats.org/officeDocument/2006/relationships/oleObject" Target="../embeddings/oleObject25.bin"/></Relationships>
</file>

<file path=ppt/slideLayouts/_rels/slideLayout5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7.xml"/><Relationship Id="rId1" Type="http://schemas.openxmlformats.org/officeDocument/2006/relationships/vmlDrawing" Target="../drawings/vmlDrawing26.vml"/><Relationship Id="rId5" Type="http://schemas.openxmlformats.org/officeDocument/2006/relationships/image" Target="../media/image17.emf"/><Relationship Id="rId4" Type="http://schemas.openxmlformats.org/officeDocument/2006/relationships/oleObject" Target="../embeddings/oleObject26.bin"/></Relationships>
</file>

<file path=ppt/slideLayouts/_rels/slideLayout5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8.xml"/><Relationship Id="rId1" Type="http://schemas.openxmlformats.org/officeDocument/2006/relationships/vmlDrawing" Target="../drawings/vmlDrawing27.vml"/><Relationship Id="rId5" Type="http://schemas.openxmlformats.org/officeDocument/2006/relationships/image" Target="../media/image17.emf"/><Relationship Id="rId4" Type="http://schemas.openxmlformats.org/officeDocument/2006/relationships/oleObject" Target="../embeddings/oleObject27.bin"/></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29.xml"/><Relationship Id="rId1" Type="http://schemas.openxmlformats.org/officeDocument/2006/relationships/vmlDrawing" Target="../drawings/vmlDrawing28.vml"/><Relationship Id="rId5" Type="http://schemas.openxmlformats.org/officeDocument/2006/relationships/image" Target="../media/image18.emf"/><Relationship Id="rId4" Type="http://schemas.openxmlformats.org/officeDocument/2006/relationships/oleObject" Target="../embeddings/oleObject28.bin"/></Relationships>
</file>

<file path=ppt/slideLayouts/_rels/slideLayout6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0.xml"/><Relationship Id="rId1" Type="http://schemas.openxmlformats.org/officeDocument/2006/relationships/vmlDrawing" Target="../drawings/vmlDrawing29.vml"/><Relationship Id="rId5" Type="http://schemas.openxmlformats.org/officeDocument/2006/relationships/image" Target="../media/image18.emf"/><Relationship Id="rId4" Type="http://schemas.openxmlformats.org/officeDocument/2006/relationships/oleObject" Target="../embeddings/oleObject29.bin"/></Relationships>
</file>

<file path=ppt/slideLayouts/_rels/slideLayout6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1.xml"/><Relationship Id="rId1" Type="http://schemas.openxmlformats.org/officeDocument/2006/relationships/vmlDrawing" Target="../drawings/vmlDrawing30.vml"/><Relationship Id="rId5" Type="http://schemas.openxmlformats.org/officeDocument/2006/relationships/image" Target="../media/image18.emf"/><Relationship Id="rId4" Type="http://schemas.openxmlformats.org/officeDocument/2006/relationships/oleObject" Target="../embeddings/oleObject30.bin"/></Relationships>
</file>

<file path=ppt/slideLayouts/_rels/slideLayout6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vmlDrawing" Target="../drawings/vmlDrawing31.vml"/><Relationship Id="rId5" Type="http://schemas.openxmlformats.org/officeDocument/2006/relationships/image" Target="../media/image18.emf"/><Relationship Id="rId4" Type="http://schemas.openxmlformats.org/officeDocument/2006/relationships/oleObject" Target="../embeddings/oleObject31.bin"/></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3.xml"/><Relationship Id="rId1" Type="http://schemas.openxmlformats.org/officeDocument/2006/relationships/vmlDrawing" Target="../drawings/vmlDrawing32.vml"/><Relationship Id="rId5" Type="http://schemas.openxmlformats.org/officeDocument/2006/relationships/image" Target="../media/image18.emf"/><Relationship Id="rId4" Type="http://schemas.openxmlformats.org/officeDocument/2006/relationships/oleObject" Target="../embeddings/oleObject32.bin"/></Relationships>
</file>

<file path=ppt/slideLayouts/_rels/slideLayout6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vmlDrawing" Target="../drawings/vmlDrawing33.vml"/><Relationship Id="rId5" Type="http://schemas.openxmlformats.org/officeDocument/2006/relationships/image" Target="../media/image18.emf"/><Relationship Id="rId4" Type="http://schemas.openxmlformats.org/officeDocument/2006/relationships/oleObject" Target="../embeddings/oleObject33.bin"/></Relationships>
</file>

<file path=ppt/slideLayouts/_rels/slideLayout6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5.xml"/><Relationship Id="rId1" Type="http://schemas.openxmlformats.org/officeDocument/2006/relationships/vmlDrawing" Target="../drawings/vmlDrawing34.vml"/><Relationship Id="rId5" Type="http://schemas.openxmlformats.org/officeDocument/2006/relationships/image" Target="../media/image18.emf"/><Relationship Id="rId4" Type="http://schemas.openxmlformats.org/officeDocument/2006/relationships/oleObject" Target="../embeddings/oleObject34.bin"/></Relationships>
</file>

<file path=ppt/slideLayouts/_rels/slideLayout6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vmlDrawing" Target="../drawings/vmlDrawing35.vml"/><Relationship Id="rId5" Type="http://schemas.openxmlformats.org/officeDocument/2006/relationships/image" Target="../media/image18.emf"/><Relationship Id="rId4" Type="http://schemas.openxmlformats.org/officeDocument/2006/relationships/oleObject" Target="../embeddings/oleObject35.bin"/></Relationships>
</file>

<file path=ppt/slideLayouts/_rels/slideLayout6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7.xml"/><Relationship Id="rId1" Type="http://schemas.openxmlformats.org/officeDocument/2006/relationships/vmlDrawing" Target="../drawings/vmlDrawing36.vml"/><Relationship Id="rId5" Type="http://schemas.openxmlformats.org/officeDocument/2006/relationships/image" Target="../media/image18.emf"/><Relationship Id="rId4" Type="http://schemas.openxmlformats.org/officeDocument/2006/relationships/oleObject" Target="../embeddings/oleObject36.bin"/></Relationships>
</file>

<file path=ppt/slideLayouts/_rels/slideLayout6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8.xml"/><Relationship Id="rId1" Type="http://schemas.openxmlformats.org/officeDocument/2006/relationships/vmlDrawing" Target="../drawings/vmlDrawing37.vml"/><Relationship Id="rId5" Type="http://schemas.openxmlformats.org/officeDocument/2006/relationships/image" Target="../media/image18.emf"/><Relationship Id="rId4" Type="http://schemas.openxmlformats.org/officeDocument/2006/relationships/oleObject" Target="../embeddings/oleObject37.bin"/></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9.xml"/><Relationship Id="rId1" Type="http://schemas.openxmlformats.org/officeDocument/2006/relationships/vmlDrawing" Target="../drawings/vmlDrawing38.vml"/><Relationship Id="rId5" Type="http://schemas.openxmlformats.org/officeDocument/2006/relationships/image" Target="../media/image18.emf"/><Relationship Id="rId4" Type="http://schemas.openxmlformats.org/officeDocument/2006/relationships/oleObject" Target="../embeddings/oleObject38.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0.xml"/><Relationship Id="rId1" Type="http://schemas.openxmlformats.org/officeDocument/2006/relationships/vmlDrawing" Target="../drawings/vmlDrawing39.vml"/><Relationship Id="rId5" Type="http://schemas.openxmlformats.org/officeDocument/2006/relationships/image" Target="../media/image18.emf"/><Relationship Id="rId4" Type="http://schemas.openxmlformats.org/officeDocument/2006/relationships/oleObject" Target="../embeddings/oleObject39.bin"/></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1.xml"/><Relationship Id="rId1" Type="http://schemas.openxmlformats.org/officeDocument/2006/relationships/vmlDrawing" Target="../drawings/vmlDrawing40.vml"/><Relationship Id="rId5" Type="http://schemas.openxmlformats.org/officeDocument/2006/relationships/image" Target="../media/image16.emf"/><Relationship Id="rId4" Type="http://schemas.openxmlformats.org/officeDocument/2006/relationships/oleObject" Target="../embeddings/oleObject40.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2.xml"/><Relationship Id="rId1" Type="http://schemas.openxmlformats.org/officeDocument/2006/relationships/vmlDrawing" Target="../drawings/vmlDrawing41.vml"/><Relationship Id="rId5" Type="http://schemas.openxmlformats.org/officeDocument/2006/relationships/image" Target="../media/image19.emf"/><Relationship Id="rId4" Type="http://schemas.openxmlformats.org/officeDocument/2006/relationships/oleObject" Target="../embeddings/oleObject41.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3.xml"/><Relationship Id="rId1" Type="http://schemas.openxmlformats.org/officeDocument/2006/relationships/vmlDrawing" Target="../drawings/vmlDrawing42.vml"/><Relationship Id="rId5" Type="http://schemas.openxmlformats.org/officeDocument/2006/relationships/image" Target="../media/image19.emf"/><Relationship Id="rId4" Type="http://schemas.openxmlformats.org/officeDocument/2006/relationships/oleObject" Target="../embeddings/oleObject42.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4.xml"/><Relationship Id="rId1" Type="http://schemas.openxmlformats.org/officeDocument/2006/relationships/vmlDrawing" Target="../drawings/vmlDrawing43.vml"/><Relationship Id="rId5" Type="http://schemas.openxmlformats.org/officeDocument/2006/relationships/image" Target="../media/image19.emf"/><Relationship Id="rId4" Type="http://schemas.openxmlformats.org/officeDocument/2006/relationships/oleObject" Target="../embeddings/oleObject43.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5.xml"/><Relationship Id="rId1" Type="http://schemas.openxmlformats.org/officeDocument/2006/relationships/vmlDrawing" Target="../drawings/vmlDrawing44.vml"/><Relationship Id="rId5" Type="http://schemas.openxmlformats.org/officeDocument/2006/relationships/image" Target="../media/image19.emf"/><Relationship Id="rId4" Type="http://schemas.openxmlformats.org/officeDocument/2006/relationships/oleObject" Target="../embeddings/oleObject44.bin"/></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6.xml"/><Relationship Id="rId1" Type="http://schemas.openxmlformats.org/officeDocument/2006/relationships/vmlDrawing" Target="../drawings/vmlDrawing45.vml"/><Relationship Id="rId5" Type="http://schemas.openxmlformats.org/officeDocument/2006/relationships/image" Target="../media/image16.emf"/><Relationship Id="rId4" Type="http://schemas.openxmlformats.org/officeDocument/2006/relationships/oleObject" Target="../embeddings/oleObject45.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7.xml"/><Relationship Id="rId1" Type="http://schemas.openxmlformats.org/officeDocument/2006/relationships/vmlDrawing" Target="../drawings/vmlDrawing46.vml"/><Relationship Id="rId5" Type="http://schemas.openxmlformats.org/officeDocument/2006/relationships/image" Target="../media/image20.emf"/><Relationship Id="rId4" Type="http://schemas.openxmlformats.org/officeDocument/2006/relationships/oleObject" Target="../embeddings/oleObject4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8.xml"/><Relationship Id="rId1" Type="http://schemas.openxmlformats.org/officeDocument/2006/relationships/vmlDrawing" Target="../drawings/vmlDrawing47.vml"/><Relationship Id="rId5" Type="http://schemas.openxmlformats.org/officeDocument/2006/relationships/image" Target="../media/image20.emf"/><Relationship Id="rId4" Type="http://schemas.openxmlformats.org/officeDocument/2006/relationships/oleObject" Target="../embeddings/oleObject47.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49.xml"/><Relationship Id="rId1" Type="http://schemas.openxmlformats.org/officeDocument/2006/relationships/vmlDrawing" Target="../drawings/vmlDrawing48.vml"/><Relationship Id="rId5" Type="http://schemas.openxmlformats.org/officeDocument/2006/relationships/image" Target="../media/image20.emf"/><Relationship Id="rId4" Type="http://schemas.openxmlformats.org/officeDocument/2006/relationships/oleObject" Target="../embeddings/oleObject48.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0.xml"/><Relationship Id="rId1" Type="http://schemas.openxmlformats.org/officeDocument/2006/relationships/vmlDrawing" Target="../drawings/vmlDrawing49.vml"/><Relationship Id="rId5" Type="http://schemas.openxmlformats.org/officeDocument/2006/relationships/image" Target="../media/image20.emf"/><Relationship Id="rId4" Type="http://schemas.openxmlformats.org/officeDocument/2006/relationships/oleObject" Target="../embeddings/oleObject49.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1.xml"/><Relationship Id="rId1" Type="http://schemas.openxmlformats.org/officeDocument/2006/relationships/vmlDrawing" Target="../drawings/vmlDrawing50.vml"/><Relationship Id="rId5" Type="http://schemas.openxmlformats.org/officeDocument/2006/relationships/image" Target="../media/image20.emf"/><Relationship Id="rId4" Type="http://schemas.openxmlformats.org/officeDocument/2006/relationships/oleObject" Target="../embeddings/oleObject50.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2.xml"/><Relationship Id="rId1" Type="http://schemas.openxmlformats.org/officeDocument/2006/relationships/vmlDrawing" Target="../drawings/vmlDrawing51.vml"/><Relationship Id="rId5" Type="http://schemas.openxmlformats.org/officeDocument/2006/relationships/image" Target="../media/image20.emf"/><Relationship Id="rId4" Type="http://schemas.openxmlformats.org/officeDocument/2006/relationships/oleObject" Target="../embeddings/oleObject51.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3.xml"/><Relationship Id="rId1" Type="http://schemas.openxmlformats.org/officeDocument/2006/relationships/vmlDrawing" Target="../drawings/vmlDrawing52.vml"/><Relationship Id="rId5" Type="http://schemas.openxmlformats.org/officeDocument/2006/relationships/image" Target="../media/image20.emf"/><Relationship Id="rId4" Type="http://schemas.openxmlformats.org/officeDocument/2006/relationships/oleObject" Target="../embeddings/oleObject52.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4.xml"/><Relationship Id="rId1" Type="http://schemas.openxmlformats.org/officeDocument/2006/relationships/vmlDrawing" Target="../drawings/vmlDrawing53.vml"/><Relationship Id="rId5" Type="http://schemas.openxmlformats.org/officeDocument/2006/relationships/image" Target="../media/image20.emf"/><Relationship Id="rId4" Type="http://schemas.openxmlformats.org/officeDocument/2006/relationships/oleObject" Target="../embeddings/oleObject53.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5.xml"/><Relationship Id="rId1" Type="http://schemas.openxmlformats.org/officeDocument/2006/relationships/vmlDrawing" Target="../drawings/vmlDrawing54.vml"/><Relationship Id="rId5" Type="http://schemas.openxmlformats.org/officeDocument/2006/relationships/image" Target="../media/image16.emf"/><Relationship Id="rId4" Type="http://schemas.openxmlformats.org/officeDocument/2006/relationships/oleObject" Target="../embeddings/oleObject54.bin"/></Relationships>
</file>

<file path=ppt/slideLayouts/_rels/slideLayout9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6.xml"/><Relationship Id="rId1" Type="http://schemas.openxmlformats.org/officeDocument/2006/relationships/vmlDrawing" Target="../drawings/vmlDrawing55.vml"/><Relationship Id="rId5" Type="http://schemas.openxmlformats.org/officeDocument/2006/relationships/image" Target="../media/image21.emf"/><Relationship Id="rId4" Type="http://schemas.openxmlformats.org/officeDocument/2006/relationships/oleObject" Target="../embeddings/oleObject55.bin"/></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7.xml"/><Relationship Id="rId1" Type="http://schemas.openxmlformats.org/officeDocument/2006/relationships/vmlDrawing" Target="../drawings/vmlDrawing56.vml"/><Relationship Id="rId5" Type="http://schemas.openxmlformats.org/officeDocument/2006/relationships/image" Target="../media/image21.emf"/><Relationship Id="rId4" Type="http://schemas.openxmlformats.org/officeDocument/2006/relationships/oleObject" Target="../embeddings/oleObject5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8.xml"/><Relationship Id="rId1" Type="http://schemas.openxmlformats.org/officeDocument/2006/relationships/vmlDrawing" Target="../drawings/vmlDrawing57.vml"/><Relationship Id="rId5" Type="http://schemas.openxmlformats.org/officeDocument/2006/relationships/image" Target="../media/image21.emf"/><Relationship Id="rId4" Type="http://schemas.openxmlformats.org/officeDocument/2006/relationships/oleObject" Target="../embeddings/oleObject57.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59.xml"/><Relationship Id="rId1" Type="http://schemas.openxmlformats.org/officeDocument/2006/relationships/vmlDrawing" Target="../drawings/vmlDrawing58.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58.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0.xml"/><Relationship Id="rId1" Type="http://schemas.openxmlformats.org/officeDocument/2006/relationships/vmlDrawing" Target="../drawings/vmlDrawing59.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59.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1.xml"/><Relationship Id="rId1" Type="http://schemas.openxmlformats.org/officeDocument/2006/relationships/vmlDrawing" Target="../drawings/vmlDrawing60.vml"/><Relationship Id="rId5" Type="http://schemas.openxmlformats.org/officeDocument/2006/relationships/image" Target="../media/image21.emf"/><Relationship Id="rId4" Type="http://schemas.openxmlformats.org/officeDocument/2006/relationships/oleObject" Target="../embeddings/oleObject60.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2.xml"/><Relationship Id="rId1" Type="http://schemas.openxmlformats.org/officeDocument/2006/relationships/vmlDrawing" Target="../drawings/vmlDrawing61.vml"/><Relationship Id="rId5" Type="http://schemas.openxmlformats.org/officeDocument/2006/relationships/image" Target="../media/image21.emf"/><Relationship Id="rId4" Type="http://schemas.openxmlformats.org/officeDocument/2006/relationships/oleObject" Target="../embeddings/oleObject61.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3.xml"/><Relationship Id="rId1" Type="http://schemas.openxmlformats.org/officeDocument/2006/relationships/vmlDrawing" Target="../drawings/vmlDrawing62.vml"/><Relationship Id="rId5" Type="http://schemas.openxmlformats.org/officeDocument/2006/relationships/image" Target="../media/image21.emf"/><Relationship Id="rId4" Type="http://schemas.openxmlformats.org/officeDocument/2006/relationships/oleObject" Target="../embeddings/oleObject62.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vmlDrawing" Target="../drawings/vmlDrawing63.vml"/><Relationship Id="rId5" Type="http://schemas.openxmlformats.org/officeDocument/2006/relationships/image" Target="../media/image21.emf"/><Relationship Id="rId4" Type="http://schemas.openxmlformats.org/officeDocument/2006/relationships/oleObject" Target="../embeddings/oleObject63.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5.xml"/><Relationship Id="rId1" Type="http://schemas.openxmlformats.org/officeDocument/2006/relationships/vmlDrawing" Target="../drawings/vmlDrawing64.vml"/><Relationship Id="rId5" Type="http://schemas.openxmlformats.org/officeDocument/2006/relationships/image" Target="../media/image16.emf"/><Relationship Id="rId4" Type="http://schemas.openxmlformats.org/officeDocument/2006/relationships/oleObject" Target="../embeddings/oleObject64.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vmlDrawing" Target="../drawings/vmlDrawing65.vml"/><Relationship Id="rId5" Type="http://schemas.openxmlformats.org/officeDocument/2006/relationships/image" Target="../media/image22.emf"/><Relationship Id="rId4" Type="http://schemas.openxmlformats.org/officeDocument/2006/relationships/oleObject" Target="../embeddings/oleObject65.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7.xml"/><Relationship Id="rId1" Type="http://schemas.openxmlformats.org/officeDocument/2006/relationships/vmlDrawing" Target="../drawings/vmlDrawing66.vml"/><Relationship Id="rId5" Type="http://schemas.openxmlformats.org/officeDocument/2006/relationships/image" Target="../media/image22.emf"/><Relationship Id="rId4" Type="http://schemas.openxmlformats.org/officeDocument/2006/relationships/oleObject" Target="../embeddings/oleObject6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8.xml"/><Relationship Id="rId1" Type="http://schemas.openxmlformats.org/officeDocument/2006/relationships/vmlDrawing" Target="../drawings/vmlDrawing67.vml"/><Relationship Id="rId5" Type="http://schemas.openxmlformats.org/officeDocument/2006/relationships/image" Target="../media/image22.emf"/><Relationship Id="rId4" Type="http://schemas.openxmlformats.org/officeDocument/2006/relationships/oleObject" Target="../embeddings/oleObject67.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9.xml"/><Relationship Id="rId1" Type="http://schemas.openxmlformats.org/officeDocument/2006/relationships/vmlDrawing" Target="../drawings/vmlDrawing68.vml"/><Relationship Id="rId5" Type="http://schemas.openxmlformats.org/officeDocument/2006/relationships/image" Target="../media/image22.emf"/><Relationship Id="rId4" Type="http://schemas.openxmlformats.org/officeDocument/2006/relationships/oleObject" Target="../embeddings/oleObject68.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vmlDrawing" Target="../drawings/vmlDrawing69.vml"/><Relationship Id="rId5" Type="http://schemas.openxmlformats.org/officeDocument/2006/relationships/image" Target="../media/image23.emf"/><Relationship Id="rId4" Type="http://schemas.openxmlformats.org/officeDocument/2006/relationships/oleObject" Target="../embeddings/oleObject69.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1.xml"/><Relationship Id="rId1" Type="http://schemas.openxmlformats.org/officeDocument/2006/relationships/vmlDrawing" Target="../drawings/vmlDrawing70.vml"/><Relationship Id="rId5" Type="http://schemas.openxmlformats.org/officeDocument/2006/relationships/image" Target="../media/image23.emf"/><Relationship Id="rId4" Type="http://schemas.openxmlformats.org/officeDocument/2006/relationships/oleObject" Target="../embeddings/oleObject70.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vmlDrawing" Target="../drawings/vmlDrawing71.vml"/><Relationship Id="rId5" Type="http://schemas.openxmlformats.org/officeDocument/2006/relationships/image" Target="../media/image23.emf"/><Relationship Id="rId4" Type="http://schemas.openxmlformats.org/officeDocument/2006/relationships/oleObject" Target="../embeddings/oleObject71.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3.xml"/><Relationship Id="rId1" Type="http://schemas.openxmlformats.org/officeDocument/2006/relationships/vmlDrawing" Target="../drawings/vmlDrawing72.vml"/><Relationship Id="rId5" Type="http://schemas.openxmlformats.org/officeDocument/2006/relationships/image" Target="../media/image23.emf"/><Relationship Id="rId4" Type="http://schemas.openxmlformats.org/officeDocument/2006/relationships/oleObject" Target="../embeddings/oleObject72.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vmlDrawing" Target="../drawings/vmlDrawing73.vml"/><Relationship Id="rId5" Type="http://schemas.openxmlformats.org/officeDocument/2006/relationships/image" Target="../media/image23.emf"/><Relationship Id="rId4" Type="http://schemas.openxmlformats.org/officeDocument/2006/relationships/oleObject" Target="../embeddings/oleObject73.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5.xml"/><Relationship Id="rId1" Type="http://schemas.openxmlformats.org/officeDocument/2006/relationships/vmlDrawing" Target="../drawings/vmlDrawing74.vml"/><Relationship Id="rId5" Type="http://schemas.openxmlformats.org/officeDocument/2006/relationships/image" Target="../media/image23.emf"/><Relationship Id="rId4" Type="http://schemas.openxmlformats.org/officeDocument/2006/relationships/oleObject" Target="../embeddings/oleObject74.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6.xml"/><Relationship Id="rId1" Type="http://schemas.openxmlformats.org/officeDocument/2006/relationships/vmlDrawing" Target="../drawings/vmlDrawing75.vml"/><Relationship Id="rId5" Type="http://schemas.openxmlformats.org/officeDocument/2006/relationships/image" Target="../media/image23.emf"/><Relationship Id="rId4" Type="http://schemas.openxmlformats.org/officeDocument/2006/relationships/oleObject" Target="../embeddings/oleObject75.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vmlDrawing" Target="../drawings/vmlDrawing76.vml"/><Relationship Id="rId5" Type="http://schemas.openxmlformats.org/officeDocument/2006/relationships/image" Target="../media/image23.emf"/><Relationship Id="rId4" Type="http://schemas.openxmlformats.org/officeDocument/2006/relationships/oleObject" Target="../embeddings/oleObject76.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8.xml"/><Relationship Id="rId1" Type="http://schemas.openxmlformats.org/officeDocument/2006/relationships/vmlDrawing" Target="../drawings/vmlDrawing77.vml"/><Relationship Id="rId5" Type="http://schemas.openxmlformats.org/officeDocument/2006/relationships/image" Target="../media/image23.emf"/><Relationship Id="rId4" Type="http://schemas.openxmlformats.org/officeDocument/2006/relationships/oleObject" Target="../embeddings/oleObject77.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9.xml"/><Relationship Id="rId1" Type="http://schemas.openxmlformats.org/officeDocument/2006/relationships/vmlDrawing" Target="../drawings/vmlDrawing78.vml"/><Relationship Id="rId5" Type="http://schemas.openxmlformats.org/officeDocument/2006/relationships/image" Target="../media/image23.emf"/><Relationship Id="rId4" Type="http://schemas.openxmlformats.org/officeDocument/2006/relationships/oleObject" Target="../embeddings/oleObject78.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0.xml"/><Relationship Id="rId1" Type="http://schemas.openxmlformats.org/officeDocument/2006/relationships/vmlDrawing" Target="../drawings/vmlDrawing79.vml"/><Relationship Id="rId5" Type="http://schemas.openxmlformats.org/officeDocument/2006/relationships/image" Target="../media/image16.emf"/><Relationship Id="rId4" Type="http://schemas.openxmlformats.org/officeDocument/2006/relationships/oleObject" Target="../embeddings/oleObject79.bin"/></Relationships>
</file>

<file path=ppt/slideLayouts/_rels/slideLayout117.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oleObject" Target="../embeddings/oleObject81.bin"/><Relationship Id="rId2" Type="http://schemas.openxmlformats.org/officeDocument/2006/relationships/tags" Target="../tags/tag81.xml"/><Relationship Id="rId1" Type="http://schemas.openxmlformats.org/officeDocument/2006/relationships/vmlDrawing" Target="../drawings/vmlDrawing80.vml"/><Relationship Id="rId6" Type="http://schemas.openxmlformats.org/officeDocument/2006/relationships/image" Target="../media/image24.emf"/><Relationship Id="rId5" Type="http://schemas.openxmlformats.org/officeDocument/2006/relationships/oleObject" Target="../embeddings/oleObject80.bin"/><Relationship Id="rId4"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3" Type="http://schemas.openxmlformats.org/officeDocument/2006/relationships/tags" Target="../tags/tag84.xml"/><Relationship Id="rId7" Type="http://schemas.openxmlformats.org/officeDocument/2006/relationships/oleObject" Target="../embeddings/oleObject83.bin"/><Relationship Id="rId2" Type="http://schemas.openxmlformats.org/officeDocument/2006/relationships/tags" Target="../tags/tag83.xml"/><Relationship Id="rId1" Type="http://schemas.openxmlformats.org/officeDocument/2006/relationships/vmlDrawing" Target="../drawings/vmlDrawing81.vml"/><Relationship Id="rId6" Type="http://schemas.openxmlformats.org/officeDocument/2006/relationships/image" Target="../media/image24.emf"/><Relationship Id="rId5" Type="http://schemas.openxmlformats.org/officeDocument/2006/relationships/oleObject" Target="../embeddings/oleObject82.bin"/><Relationship Id="rId4"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3" Type="http://schemas.openxmlformats.org/officeDocument/2006/relationships/tags" Target="../tags/tag86.xml"/><Relationship Id="rId7" Type="http://schemas.openxmlformats.org/officeDocument/2006/relationships/oleObject" Target="../embeddings/oleObject85.bin"/><Relationship Id="rId2" Type="http://schemas.openxmlformats.org/officeDocument/2006/relationships/tags" Target="../tags/tag85.xml"/><Relationship Id="rId1" Type="http://schemas.openxmlformats.org/officeDocument/2006/relationships/vmlDrawing" Target="../drawings/vmlDrawing82.vml"/><Relationship Id="rId6" Type="http://schemas.openxmlformats.org/officeDocument/2006/relationships/image" Target="../media/image24.emf"/><Relationship Id="rId5" Type="http://schemas.openxmlformats.org/officeDocument/2006/relationships/oleObject" Target="../embeddings/oleObject84.bin"/><Relationship Id="rId4"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88.xml"/><Relationship Id="rId7" Type="http://schemas.openxmlformats.org/officeDocument/2006/relationships/image" Target="../media/image25.png"/><Relationship Id="rId2" Type="http://schemas.openxmlformats.org/officeDocument/2006/relationships/tags" Target="../tags/tag87.xml"/><Relationship Id="rId1" Type="http://schemas.openxmlformats.org/officeDocument/2006/relationships/vmlDrawing" Target="../drawings/vmlDrawing83.vml"/><Relationship Id="rId6" Type="http://schemas.openxmlformats.org/officeDocument/2006/relationships/image" Target="../media/image24.emf"/><Relationship Id="rId5" Type="http://schemas.openxmlformats.org/officeDocument/2006/relationships/oleObject" Target="../embeddings/oleObject86.bin"/><Relationship Id="rId10" Type="http://schemas.openxmlformats.org/officeDocument/2006/relationships/oleObject" Target="../embeddings/oleObject87.bin"/><Relationship Id="rId4" Type="http://schemas.openxmlformats.org/officeDocument/2006/relationships/slideMaster" Target="../slideMasters/slideMaster2.xml"/><Relationship Id="rId9" Type="http://schemas.openxmlformats.org/officeDocument/2006/relationships/image" Target="../media/image27.png"/></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9.xml"/><Relationship Id="rId1" Type="http://schemas.openxmlformats.org/officeDocument/2006/relationships/vmlDrawing" Target="../drawings/vmlDrawing84.vml"/><Relationship Id="rId5" Type="http://schemas.openxmlformats.org/officeDocument/2006/relationships/image" Target="../media/image24.emf"/><Relationship Id="rId4" Type="http://schemas.openxmlformats.org/officeDocument/2006/relationships/oleObject" Target="../embeddings/oleObject88.bin"/></Relationships>
</file>

<file path=ppt/slideLayouts/_rels/slideLayout12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0.xml"/><Relationship Id="rId1" Type="http://schemas.openxmlformats.org/officeDocument/2006/relationships/vmlDrawing" Target="../drawings/vmlDrawing85.vml"/><Relationship Id="rId5" Type="http://schemas.openxmlformats.org/officeDocument/2006/relationships/image" Target="../media/image24.emf"/><Relationship Id="rId4" Type="http://schemas.openxmlformats.org/officeDocument/2006/relationships/oleObject" Target="../embeddings/oleObject89.bin"/></Relationships>
</file>

<file path=ppt/slideLayouts/_rels/slideLayout12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1.xml"/><Relationship Id="rId1" Type="http://schemas.openxmlformats.org/officeDocument/2006/relationships/vmlDrawing" Target="../drawings/vmlDrawing86.vml"/><Relationship Id="rId5" Type="http://schemas.openxmlformats.org/officeDocument/2006/relationships/image" Target="../media/image24.emf"/><Relationship Id="rId4" Type="http://schemas.openxmlformats.org/officeDocument/2006/relationships/oleObject" Target="../embeddings/oleObject90.bin"/></Relationships>
</file>

<file path=ppt/slideLayouts/_rels/slideLayout12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2.xml"/><Relationship Id="rId1" Type="http://schemas.openxmlformats.org/officeDocument/2006/relationships/vmlDrawing" Target="../drawings/vmlDrawing87.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1.bin"/></Relationships>
</file>

<file path=ppt/slideLayouts/_rels/slideLayout12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3.xml"/><Relationship Id="rId1" Type="http://schemas.openxmlformats.org/officeDocument/2006/relationships/vmlDrawing" Target="../drawings/vmlDrawing8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92.bin"/></Relationships>
</file>

<file path=ppt/slideLayouts/_rels/slideLayout12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4.xml"/><Relationship Id="rId1" Type="http://schemas.openxmlformats.org/officeDocument/2006/relationships/vmlDrawing" Target="../drawings/vmlDrawing89.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3.bin"/></Relationships>
</file>

<file path=ppt/slideLayouts/_rels/slideLayout12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5.xml"/><Relationship Id="rId1" Type="http://schemas.openxmlformats.org/officeDocument/2006/relationships/vmlDrawing" Target="../drawings/vmlDrawing9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94.bin"/></Relationships>
</file>

<file path=ppt/slideLayouts/_rels/slideLayout12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6.xml"/><Relationship Id="rId1" Type="http://schemas.openxmlformats.org/officeDocument/2006/relationships/vmlDrawing" Target="../drawings/vmlDrawing91.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95.bin"/></Relationships>
</file>

<file path=ppt/slideLayouts/_rels/slideLayout12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7.xml"/><Relationship Id="rId1" Type="http://schemas.openxmlformats.org/officeDocument/2006/relationships/vmlDrawing" Target="../drawings/vmlDrawing92.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96.bin"/></Relationships>
</file>

<file path=ppt/slideLayouts/_rels/slideLayout13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8.xml"/><Relationship Id="rId1" Type="http://schemas.openxmlformats.org/officeDocument/2006/relationships/vmlDrawing" Target="../drawings/vmlDrawing93.vml"/><Relationship Id="rId5" Type="http://schemas.openxmlformats.org/officeDocument/2006/relationships/image" Target="../media/image16.emf"/><Relationship Id="rId4" Type="http://schemas.openxmlformats.org/officeDocument/2006/relationships/oleObject" Target="../embeddings/oleObject97.bin"/></Relationships>
</file>

<file path=ppt/slideLayouts/_rels/slideLayout13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99.xml"/><Relationship Id="rId1" Type="http://schemas.openxmlformats.org/officeDocument/2006/relationships/vmlDrawing" Target="../drawings/vmlDrawing94.vml"/><Relationship Id="rId5" Type="http://schemas.openxmlformats.org/officeDocument/2006/relationships/image" Target="../media/image30.emf"/><Relationship Id="rId4" Type="http://schemas.openxmlformats.org/officeDocument/2006/relationships/oleObject" Target="../embeddings/oleObject98.bin"/></Relationships>
</file>

<file path=ppt/slideLayouts/_rels/slideLayout13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0.xml"/><Relationship Id="rId1" Type="http://schemas.openxmlformats.org/officeDocument/2006/relationships/vmlDrawing" Target="../drawings/vmlDrawing95.vml"/><Relationship Id="rId5" Type="http://schemas.openxmlformats.org/officeDocument/2006/relationships/image" Target="../media/image30.emf"/><Relationship Id="rId4" Type="http://schemas.openxmlformats.org/officeDocument/2006/relationships/oleObject" Target="../embeddings/oleObject99.bin"/></Relationships>
</file>

<file path=ppt/slideLayouts/_rels/slideLayout13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1.xml"/><Relationship Id="rId1" Type="http://schemas.openxmlformats.org/officeDocument/2006/relationships/vmlDrawing" Target="../drawings/vmlDrawing96.vml"/><Relationship Id="rId5" Type="http://schemas.openxmlformats.org/officeDocument/2006/relationships/image" Target="../media/image31.emf"/><Relationship Id="rId4" Type="http://schemas.openxmlformats.org/officeDocument/2006/relationships/oleObject" Target="../embeddings/oleObject100.bin"/></Relationships>
</file>

<file path=ppt/slideLayouts/_rels/slideLayout13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2.xml"/><Relationship Id="rId1" Type="http://schemas.openxmlformats.org/officeDocument/2006/relationships/vmlDrawing" Target="../drawings/vmlDrawing97.vml"/><Relationship Id="rId5" Type="http://schemas.openxmlformats.org/officeDocument/2006/relationships/image" Target="../media/image31.emf"/><Relationship Id="rId4" Type="http://schemas.openxmlformats.org/officeDocument/2006/relationships/oleObject" Target="../embeddings/oleObject101.bin"/></Relationships>
</file>

<file path=ppt/slideLayouts/_rels/slideLayout135.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3.xml"/><Relationship Id="rId1" Type="http://schemas.openxmlformats.org/officeDocument/2006/relationships/vmlDrawing" Target="../drawings/vmlDrawing98.vml"/><Relationship Id="rId5" Type="http://schemas.openxmlformats.org/officeDocument/2006/relationships/image" Target="../media/image16.emf"/><Relationship Id="rId4" Type="http://schemas.openxmlformats.org/officeDocument/2006/relationships/oleObject" Target="../embeddings/oleObject102.bin"/></Relationships>
</file>

<file path=ppt/slideLayouts/_rels/slideLayout13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4.xml"/><Relationship Id="rId1" Type="http://schemas.openxmlformats.org/officeDocument/2006/relationships/vmlDrawing" Target="../drawings/vmlDrawing99.vml"/><Relationship Id="rId5" Type="http://schemas.openxmlformats.org/officeDocument/2006/relationships/image" Target="../media/image32.emf"/><Relationship Id="rId4" Type="http://schemas.openxmlformats.org/officeDocument/2006/relationships/oleObject" Target="../embeddings/oleObject103.bin"/></Relationships>
</file>

<file path=ppt/slideLayouts/_rels/slideLayout13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5.xml"/><Relationship Id="rId1" Type="http://schemas.openxmlformats.org/officeDocument/2006/relationships/vmlDrawing" Target="../drawings/vmlDrawing100.vml"/><Relationship Id="rId5" Type="http://schemas.openxmlformats.org/officeDocument/2006/relationships/image" Target="../media/image32.emf"/><Relationship Id="rId4" Type="http://schemas.openxmlformats.org/officeDocument/2006/relationships/oleObject" Target="../embeddings/oleObject104.bin"/></Relationships>
</file>

<file path=ppt/slideLayouts/_rels/slideLayout13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6.xml"/><Relationship Id="rId1" Type="http://schemas.openxmlformats.org/officeDocument/2006/relationships/vmlDrawing" Target="../drawings/vmlDrawing101.vml"/><Relationship Id="rId5" Type="http://schemas.openxmlformats.org/officeDocument/2006/relationships/image" Target="../media/image32.emf"/><Relationship Id="rId4" Type="http://schemas.openxmlformats.org/officeDocument/2006/relationships/oleObject" Target="../embeddings/oleObject105.bin"/></Relationships>
</file>

<file path=ppt/slideLayouts/_rels/slideLayout13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7.xml"/><Relationship Id="rId1" Type="http://schemas.openxmlformats.org/officeDocument/2006/relationships/vmlDrawing" Target="../drawings/vmlDrawing102.vml"/><Relationship Id="rId5" Type="http://schemas.openxmlformats.org/officeDocument/2006/relationships/image" Target="../media/image32.emf"/><Relationship Id="rId4" Type="http://schemas.openxmlformats.org/officeDocument/2006/relationships/oleObject" Target="../embeddings/oleObject106.bin"/></Relationships>
</file>

<file path=ppt/slideLayouts/_rels/slideLayout14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8.xml"/><Relationship Id="rId1" Type="http://schemas.openxmlformats.org/officeDocument/2006/relationships/vmlDrawing" Target="../drawings/vmlDrawing103.vml"/><Relationship Id="rId5" Type="http://schemas.openxmlformats.org/officeDocument/2006/relationships/image" Target="../media/image32.emf"/><Relationship Id="rId4" Type="http://schemas.openxmlformats.org/officeDocument/2006/relationships/oleObject" Target="../embeddings/oleObject107.bin"/></Relationships>
</file>

<file path=ppt/slideLayouts/_rels/slideLayout14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09.xml"/><Relationship Id="rId1" Type="http://schemas.openxmlformats.org/officeDocument/2006/relationships/vmlDrawing" Target="../drawings/vmlDrawing104.vml"/><Relationship Id="rId5" Type="http://schemas.openxmlformats.org/officeDocument/2006/relationships/image" Target="../media/image32.emf"/><Relationship Id="rId4" Type="http://schemas.openxmlformats.org/officeDocument/2006/relationships/oleObject" Target="../embeddings/oleObject108.bin"/></Relationships>
</file>

<file path=ppt/slideLayouts/_rels/slideLayout14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0.xml"/><Relationship Id="rId1" Type="http://schemas.openxmlformats.org/officeDocument/2006/relationships/vmlDrawing" Target="../drawings/vmlDrawing105.vml"/><Relationship Id="rId5" Type="http://schemas.openxmlformats.org/officeDocument/2006/relationships/image" Target="../media/image16.emf"/><Relationship Id="rId4" Type="http://schemas.openxmlformats.org/officeDocument/2006/relationships/oleObject" Target="../embeddings/oleObject109.bin"/></Relationships>
</file>

<file path=ppt/slideLayouts/_rels/slideLayout14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1.xml"/><Relationship Id="rId1" Type="http://schemas.openxmlformats.org/officeDocument/2006/relationships/vmlDrawing" Target="../drawings/vmlDrawing106.vml"/><Relationship Id="rId6" Type="http://schemas.openxmlformats.org/officeDocument/2006/relationships/image" Target="../media/image33.emf"/><Relationship Id="rId5" Type="http://schemas.openxmlformats.org/officeDocument/2006/relationships/oleObject" Target="../embeddings/oleObject110.bin"/><Relationship Id="rId4" Type="http://schemas.openxmlformats.org/officeDocument/2006/relationships/image" Target="../media/image38.svg"/></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2.xml"/><Relationship Id="rId1" Type="http://schemas.openxmlformats.org/officeDocument/2006/relationships/vmlDrawing" Target="../drawings/vmlDrawing107.vml"/><Relationship Id="rId6" Type="http://schemas.openxmlformats.org/officeDocument/2006/relationships/image" Target="../media/image33.emf"/><Relationship Id="rId5" Type="http://schemas.openxmlformats.org/officeDocument/2006/relationships/oleObject" Target="../embeddings/oleObject111.bin"/><Relationship Id="rId4" Type="http://schemas.openxmlformats.org/officeDocument/2006/relationships/image" Target="../media/image23.svg"/></Relationships>
</file>

<file path=ppt/slideLayouts/_rels/slideLayout14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40.svg"/><Relationship Id="rId2" Type="http://schemas.openxmlformats.org/officeDocument/2006/relationships/tags" Target="../tags/tag113.xml"/><Relationship Id="rId1" Type="http://schemas.openxmlformats.org/officeDocument/2006/relationships/vmlDrawing" Target="../drawings/vmlDrawing108.vml"/><Relationship Id="rId6" Type="http://schemas.openxmlformats.org/officeDocument/2006/relationships/image" Target="../media/image33.emf"/><Relationship Id="rId5" Type="http://schemas.openxmlformats.org/officeDocument/2006/relationships/oleObject" Target="../embeddings/oleObject112.bin"/><Relationship Id="rId4" Type="http://schemas.openxmlformats.org/officeDocument/2006/relationships/image" Target="../media/image23.svg"/></Relationships>
</file>

<file path=ppt/slideLayouts/_rels/slideLayout14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4.xml"/><Relationship Id="rId1" Type="http://schemas.openxmlformats.org/officeDocument/2006/relationships/vmlDrawing" Target="../drawings/vmlDrawing109.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113.bin"/></Relationships>
</file>

<file path=ppt/slideLayouts/_rels/slideLayout14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5.xml"/><Relationship Id="rId1" Type="http://schemas.openxmlformats.org/officeDocument/2006/relationships/vmlDrawing" Target="../drawings/vmlDrawing110.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114.bin"/></Relationships>
</file>

<file path=ppt/slideLayouts/_rels/slideLayout14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6.xml"/><Relationship Id="rId1" Type="http://schemas.openxmlformats.org/officeDocument/2006/relationships/vmlDrawing" Target="../drawings/vmlDrawing111.vml"/><Relationship Id="rId5" Type="http://schemas.openxmlformats.org/officeDocument/2006/relationships/image" Target="../media/image16.emf"/><Relationship Id="rId4" Type="http://schemas.openxmlformats.org/officeDocument/2006/relationships/oleObject" Target="../embeddings/oleObject115.bin"/></Relationships>
</file>

<file path=ppt/slideLayouts/_rels/slideLayout149.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8.xml"/><Relationship Id="rId1" Type="http://schemas.openxmlformats.org/officeDocument/2006/relationships/vmlDrawing" Target="../drawings/vmlDrawing113.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7.bin"/></Relationships>
</file>

<file path=ppt/slideLayouts/_rels/slideLayout1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19.xml"/><Relationship Id="rId1" Type="http://schemas.openxmlformats.org/officeDocument/2006/relationships/vmlDrawing" Target="../drawings/vmlDrawing114.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8.bin"/></Relationships>
</file>

<file path=ppt/slideLayouts/_rels/slideLayout1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0.xml"/><Relationship Id="rId1" Type="http://schemas.openxmlformats.org/officeDocument/2006/relationships/vmlDrawing" Target="../drawings/vmlDrawing115.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19.bin"/></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1.xml"/><Relationship Id="rId1" Type="http://schemas.openxmlformats.org/officeDocument/2006/relationships/vmlDrawing" Target="../drawings/vmlDrawing116.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0.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2.xml"/><Relationship Id="rId1" Type="http://schemas.openxmlformats.org/officeDocument/2006/relationships/vmlDrawing" Target="../drawings/vmlDrawing117.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1.bin"/></Relationships>
</file>

<file path=ppt/slideLayouts/_rels/slideLayout1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3.xml"/><Relationship Id="rId1" Type="http://schemas.openxmlformats.org/officeDocument/2006/relationships/vmlDrawing" Target="../drawings/vmlDrawing118.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2.bin"/></Relationships>
</file>

<file path=ppt/slideLayouts/_rels/slideLayout1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4.xml"/><Relationship Id="rId1" Type="http://schemas.openxmlformats.org/officeDocument/2006/relationships/vmlDrawing" Target="../drawings/vmlDrawing119.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3.bin"/></Relationships>
</file>

<file path=ppt/slideLayouts/_rels/slideLayout1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5.xml"/><Relationship Id="rId1" Type="http://schemas.openxmlformats.org/officeDocument/2006/relationships/vmlDrawing" Target="../drawings/vmlDrawing120.vml"/><Relationship Id="rId6" Type="http://schemas.openxmlformats.org/officeDocument/2006/relationships/image" Target="../media/image16.svg"/><Relationship Id="rId5" Type="http://schemas.openxmlformats.org/officeDocument/2006/relationships/image" Target="../media/image15.emf"/><Relationship Id="rId4" Type="http://schemas.openxmlformats.org/officeDocument/2006/relationships/oleObject" Target="../embeddings/oleObject124.bin"/></Relationships>
</file>

<file path=ppt/slideLayouts/_rels/slideLayout1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6.xml"/><Relationship Id="rId1" Type="http://schemas.openxmlformats.org/officeDocument/2006/relationships/vmlDrawing" Target="../drawings/vmlDrawing121.vml"/><Relationship Id="rId5" Type="http://schemas.openxmlformats.org/officeDocument/2006/relationships/image" Target="../media/image16.emf"/><Relationship Id="rId4" Type="http://schemas.openxmlformats.org/officeDocument/2006/relationships/oleObject" Target="../embeddings/oleObject125.bin"/></Relationships>
</file>

<file path=ppt/slideLayouts/_rels/slideLayout1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7.xml"/><Relationship Id="rId1" Type="http://schemas.openxmlformats.org/officeDocument/2006/relationships/vmlDrawing" Target="../drawings/vmlDrawing122.vml"/><Relationship Id="rId5" Type="http://schemas.openxmlformats.org/officeDocument/2006/relationships/image" Target="../media/image17.emf"/><Relationship Id="rId4" Type="http://schemas.openxmlformats.org/officeDocument/2006/relationships/oleObject" Target="../embeddings/oleObject126.bin"/></Relationships>
</file>

<file path=ppt/slideLayouts/_rels/slideLayout16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8.xml"/><Relationship Id="rId1" Type="http://schemas.openxmlformats.org/officeDocument/2006/relationships/vmlDrawing" Target="../drawings/vmlDrawing123.vml"/><Relationship Id="rId5" Type="http://schemas.openxmlformats.org/officeDocument/2006/relationships/image" Target="../media/image17.emf"/><Relationship Id="rId4" Type="http://schemas.openxmlformats.org/officeDocument/2006/relationships/oleObject" Target="../embeddings/oleObject127.bin"/></Relationships>
</file>

<file path=ppt/slideLayouts/_rels/slideLayout16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29.xml"/><Relationship Id="rId1" Type="http://schemas.openxmlformats.org/officeDocument/2006/relationships/vmlDrawing" Target="../drawings/vmlDrawing124.vml"/><Relationship Id="rId5" Type="http://schemas.openxmlformats.org/officeDocument/2006/relationships/image" Target="../media/image17.emf"/><Relationship Id="rId4" Type="http://schemas.openxmlformats.org/officeDocument/2006/relationships/oleObject" Target="../embeddings/oleObject128.bin"/></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0.xml"/><Relationship Id="rId1" Type="http://schemas.openxmlformats.org/officeDocument/2006/relationships/vmlDrawing" Target="../drawings/vmlDrawing125.vml"/><Relationship Id="rId5" Type="http://schemas.openxmlformats.org/officeDocument/2006/relationships/image" Target="../media/image17.emf"/><Relationship Id="rId4" Type="http://schemas.openxmlformats.org/officeDocument/2006/relationships/oleObject" Target="../embeddings/oleObject129.bin"/></Relationships>
</file>

<file path=ppt/slideLayouts/_rels/slideLayout1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1.xml"/><Relationship Id="rId1" Type="http://schemas.openxmlformats.org/officeDocument/2006/relationships/vmlDrawing" Target="../drawings/vmlDrawing126.vml"/><Relationship Id="rId5" Type="http://schemas.openxmlformats.org/officeDocument/2006/relationships/image" Target="../media/image17.emf"/><Relationship Id="rId4" Type="http://schemas.openxmlformats.org/officeDocument/2006/relationships/oleObject" Target="../embeddings/oleObject130.bin"/></Relationships>
</file>

<file path=ppt/slideLayouts/_rels/slideLayout1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2.xml"/><Relationship Id="rId1" Type="http://schemas.openxmlformats.org/officeDocument/2006/relationships/vmlDrawing" Target="../drawings/vmlDrawing127.vml"/><Relationship Id="rId5" Type="http://schemas.openxmlformats.org/officeDocument/2006/relationships/image" Target="../media/image17.emf"/><Relationship Id="rId4" Type="http://schemas.openxmlformats.org/officeDocument/2006/relationships/oleObject" Target="../embeddings/oleObject131.bin"/></Relationships>
</file>

<file path=ppt/slideLayouts/_rels/slideLayout1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3.xml"/><Relationship Id="rId1" Type="http://schemas.openxmlformats.org/officeDocument/2006/relationships/vmlDrawing" Target="../drawings/vmlDrawing128.vml"/><Relationship Id="rId5" Type="http://schemas.openxmlformats.org/officeDocument/2006/relationships/image" Target="../media/image17.emf"/><Relationship Id="rId4" Type="http://schemas.openxmlformats.org/officeDocument/2006/relationships/oleObject" Target="../embeddings/oleObject132.bin"/></Relationships>
</file>

<file path=ppt/slideLayouts/_rels/slideLayout16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4.xml"/><Relationship Id="rId1" Type="http://schemas.openxmlformats.org/officeDocument/2006/relationships/vmlDrawing" Target="../drawings/vmlDrawing129.vml"/><Relationship Id="rId5" Type="http://schemas.openxmlformats.org/officeDocument/2006/relationships/image" Target="../media/image17.emf"/><Relationship Id="rId4" Type="http://schemas.openxmlformats.org/officeDocument/2006/relationships/oleObject" Target="../embeddings/oleObject133.bin"/></Relationships>
</file>

<file path=ppt/slideLayouts/_rels/slideLayout16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5.xml"/><Relationship Id="rId1" Type="http://schemas.openxmlformats.org/officeDocument/2006/relationships/vmlDrawing" Target="../drawings/vmlDrawing130.vml"/><Relationship Id="rId5" Type="http://schemas.openxmlformats.org/officeDocument/2006/relationships/image" Target="../media/image17.emf"/><Relationship Id="rId4" Type="http://schemas.openxmlformats.org/officeDocument/2006/relationships/oleObject" Target="../embeddings/oleObject134.bin"/></Relationships>
</file>

<file path=ppt/slideLayouts/_rels/slideLayout16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6.xml"/><Relationship Id="rId1" Type="http://schemas.openxmlformats.org/officeDocument/2006/relationships/vmlDrawing" Target="../drawings/vmlDrawing131.vml"/><Relationship Id="rId5" Type="http://schemas.openxmlformats.org/officeDocument/2006/relationships/image" Target="../media/image17.emf"/><Relationship Id="rId4" Type="http://schemas.openxmlformats.org/officeDocument/2006/relationships/oleObject" Target="../embeddings/oleObject135.bin"/></Relationships>
</file>

<file path=ppt/slideLayouts/_rels/slideLayout16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7.xml"/><Relationship Id="rId1" Type="http://schemas.openxmlformats.org/officeDocument/2006/relationships/vmlDrawing" Target="../drawings/vmlDrawing132.vml"/><Relationship Id="rId5" Type="http://schemas.openxmlformats.org/officeDocument/2006/relationships/image" Target="../media/image17.emf"/><Relationship Id="rId4" Type="http://schemas.openxmlformats.org/officeDocument/2006/relationships/oleObject" Target="../embeddings/oleObject136.bin"/></Relationships>
</file>

<file path=ppt/slideLayouts/_rels/slideLayout17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8.xml"/><Relationship Id="rId1" Type="http://schemas.openxmlformats.org/officeDocument/2006/relationships/vmlDrawing" Target="../drawings/vmlDrawing133.vml"/><Relationship Id="rId5" Type="http://schemas.openxmlformats.org/officeDocument/2006/relationships/image" Target="../media/image17.emf"/><Relationship Id="rId4" Type="http://schemas.openxmlformats.org/officeDocument/2006/relationships/oleObject" Target="../embeddings/oleObject137.bin"/></Relationships>
</file>

<file path=ppt/slideLayouts/_rels/slideLayout17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39.xml"/><Relationship Id="rId1" Type="http://schemas.openxmlformats.org/officeDocument/2006/relationships/vmlDrawing" Target="../drawings/vmlDrawing134.vml"/><Relationship Id="rId5" Type="http://schemas.openxmlformats.org/officeDocument/2006/relationships/image" Target="../media/image17.emf"/><Relationship Id="rId4" Type="http://schemas.openxmlformats.org/officeDocument/2006/relationships/oleObject" Target="../embeddings/oleObject138.bin"/></Relationships>
</file>

<file path=ppt/slideLayouts/_rels/slideLayout17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0.xml"/><Relationship Id="rId1" Type="http://schemas.openxmlformats.org/officeDocument/2006/relationships/vmlDrawing" Target="../drawings/vmlDrawing135.vml"/><Relationship Id="rId5" Type="http://schemas.openxmlformats.org/officeDocument/2006/relationships/image" Target="../media/image17.emf"/><Relationship Id="rId4" Type="http://schemas.openxmlformats.org/officeDocument/2006/relationships/oleObject" Target="../embeddings/oleObject139.bin"/></Relationships>
</file>

<file path=ppt/slideLayouts/_rels/slideLayout17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1.xml"/><Relationship Id="rId1" Type="http://schemas.openxmlformats.org/officeDocument/2006/relationships/vmlDrawing" Target="../drawings/vmlDrawing136.vml"/><Relationship Id="rId5" Type="http://schemas.openxmlformats.org/officeDocument/2006/relationships/image" Target="../media/image17.emf"/><Relationship Id="rId4" Type="http://schemas.openxmlformats.org/officeDocument/2006/relationships/oleObject" Target="../embeddings/oleObject140.bin"/></Relationships>
</file>

<file path=ppt/slideLayouts/_rels/slideLayout17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2.xml"/><Relationship Id="rId1" Type="http://schemas.openxmlformats.org/officeDocument/2006/relationships/vmlDrawing" Target="../drawings/vmlDrawing137.vml"/><Relationship Id="rId5" Type="http://schemas.openxmlformats.org/officeDocument/2006/relationships/image" Target="../media/image17.emf"/><Relationship Id="rId4" Type="http://schemas.openxmlformats.org/officeDocument/2006/relationships/oleObject" Target="../embeddings/oleObject141.bin"/></Relationships>
</file>

<file path=ppt/slideLayouts/_rels/slideLayout17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3.xml"/><Relationship Id="rId1" Type="http://schemas.openxmlformats.org/officeDocument/2006/relationships/vmlDrawing" Target="../drawings/vmlDrawing138.vml"/><Relationship Id="rId5" Type="http://schemas.openxmlformats.org/officeDocument/2006/relationships/image" Target="../media/image17.emf"/><Relationship Id="rId4" Type="http://schemas.openxmlformats.org/officeDocument/2006/relationships/oleObject" Target="../embeddings/oleObject142.bin"/></Relationships>
</file>

<file path=ppt/slideLayouts/_rels/slideLayout17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4.xml"/><Relationship Id="rId1" Type="http://schemas.openxmlformats.org/officeDocument/2006/relationships/vmlDrawing" Target="../drawings/vmlDrawing139.vml"/><Relationship Id="rId5" Type="http://schemas.openxmlformats.org/officeDocument/2006/relationships/image" Target="../media/image18.emf"/><Relationship Id="rId4" Type="http://schemas.openxmlformats.org/officeDocument/2006/relationships/oleObject" Target="../embeddings/oleObject143.bin"/></Relationships>
</file>

<file path=ppt/slideLayouts/_rels/slideLayout17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5.xml"/><Relationship Id="rId1" Type="http://schemas.openxmlformats.org/officeDocument/2006/relationships/vmlDrawing" Target="../drawings/vmlDrawing140.vml"/><Relationship Id="rId5" Type="http://schemas.openxmlformats.org/officeDocument/2006/relationships/image" Target="../media/image18.emf"/><Relationship Id="rId4" Type="http://schemas.openxmlformats.org/officeDocument/2006/relationships/oleObject" Target="../embeddings/oleObject144.bin"/></Relationships>
</file>

<file path=ppt/slideLayouts/_rels/slideLayout17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6.xml"/><Relationship Id="rId1" Type="http://schemas.openxmlformats.org/officeDocument/2006/relationships/vmlDrawing" Target="../drawings/vmlDrawing141.vml"/><Relationship Id="rId5" Type="http://schemas.openxmlformats.org/officeDocument/2006/relationships/image" Target="../media/image18.emf"/><Relationship Id="rId4" Type="http://schemas.openxmlformats.org/officeDocument/2006/relationships/oleObject" Target="../embeddings/oleObject145.bin"/></Relationships>
</file>

<file path=ppt/slideLayouts/_rels/slideLayout17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7.xml"/><Relationship Id="rId1" Type="http://schemas.openxmlformats.org/officeDocument/2006/relationships/vmlDrawing" Target="../drawings/vmlDrawing142.vml"/><Relationship Id="rId5" Type="http://schemas.openxmlformats.org/officeDocument/2006/relationships/image" Target="../media/image18.emf"/><Relationship Id="rId4" Type="http://schemas.openxmlformats.org/officeDocument/2006/relationships/oleObject" Target="../embeddings/oleObject146.bin"/></Relationships>
</file>

<file path=ppt/slideLayouts/_rels/slideLayout18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8.xml"/><Relationship Id="rId1" Type="http://schemas.openxmlformats.org/officeDocument/2006/relationships/vmlDrawing" Target="../drawings/vmlDrawing143.vml"/><Relationship Id="rId5" Type="http://schemas.openxmlformats.org/officeDocument/2006/relationships/image" Target="../media/image18.emf"/><Relationship Id="rId4" Type="http://schemas.openxmlformats.org/officeDocument/2006/relationships/oleObject" Target="../embeddings/oleObject147.bin"/></Relationships>
</file>

<file path=ppt/slideLayouts/_rels/slideLayout18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49.xml"/><Relationship Id="rId1" Type="http://schemas.openxmlformats.org/officeDocument/2006/relationships/vmlDrawing" Target="../drawings/vmlDrawing144.vml"/><Relationship Id="rId5" Type="http://schemas.openxmlformats.org/officeDocument/2006/relationships/image" Target="../media/image18.emf"/><Relationship Id="rId4" Type="http://schemas.openxmlformats.org/officeDocument/2006/relationships/oleObject" Target="../embeddings/oleObject148.bin"/></Relationships>
</file>

<file path=ppt/slideLayouts/_rels/slideLayout18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0.xml"/><Relationship Id="rId1" Type="http://schemas.openxmlformats.org/officeDocument/2006/relationships/vmlDrawing" Target="../drawings/vmlDrawing145.vml"/><Relationship Id="rId5" Type="http://schemas.openxmlformats.org/officeDocument/2006/relationships/image" Target="../media/image18.emf"/><Relationship Id="rId4" Type="http://schemas.openxmlformats.org/officeDocument/2006/relationships/oleObject" Target="../embeddings/oleObject149.bin"/></Relationships>
</file>

<file path=ppt/slideLayouts/_rels/slideLayout18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1.xml"/><Relationship Id="rId1" Type="http://schemas.openxmlformats.org/officeDocument/2006/relationships/vmlDrawing" Target="../drawings/vmlDrawing146.vml"/><Relationship Id="rId5" Type="http://schemas.openxmlformats.org/officeDocument/2006/relationships/image" Target="../media/image18.emf"/><Relationship Id="rId4" Type="http://schemas.openxmlformats.org/officeDocument/2006/relationships/oleObject" Target="../embeddings/oleObject150.bin"/></Relationships>
</file>

<file path=ppt/slideLayouts/_rels/slideLayout18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2.xml"/><Relationship Id="rId1" Type="http://schemas.openxmlformats.org/officeDocument/2006/relationships/vmlDrawing" Target="../drawings/vmlDrawing147.vml"/><Relationship Id="rId5" Type="http://schemas.openxmlformats.org/officeDocument/2006/relationships/image" Target="../media/image18.emf"/><Relationship Id="rId4" Type="http://schemas.openxmlformats.org/officeDocument/2006/relationships/oleObject" Target="../embeddings/oleObject151.bin"/></Relationships>
</file>

<file path=ppt/slideLayouts/_rels/slideLayout18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3.xml"/><Relationship Id="rId1" Type="http://schemas.openxmlformats.org/officeDocument/2006/relationships/vmlDrawing" Target="../drawings/vmlDrawing148.vml"/><Relationship Id="rId5" Type="http://schemas.openxmlformats.org/officeDocument/2006/relationships/image" Target="../media/image18.emf"/><Relationship Id="rId4" Type="http://schemas.openxmlformats.org/officeDocument/2006/relationships/oleObject" Target="../embeddings/oleObject152.bin"/></Relationships>
</file>

<file path=ppt/slideLayouts/_rels/slideLayout18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4.xml"/><Relationship Id="rId1" Type="http://schemas.openxmlformats.org/officeDocument/2006/relationships/vmlDrawing" Target="../drawings/vmlDrawing149.vml"/><Relationship Id="rId5" Type="http://schemas.openxmlformats.org/officeDocument/2006/relationships/image" Target="../media/image18.emf"/><Relationship Id="rId4" Type="http://schemas.openxmlformats.org/officeDocument/2006/relationships/oleObject" Target="../embeddings/oleObject153.bin"/></Relationships>
</file>

<file path=ppt/slideLayouts/_rels/slideLayout18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5.xml"/><Relationship Id="rId1" Type="http://schemas.openxmlformats.org/officeDocument/2006/relationships/vmlDrawing" Target="../drawings/vmlDrawing150.vml"/><Relationship Id="rId5" Type="http://schemas.openxmlformats.org/officeDocument/2006/relationships/image" Target="../media/image18.emf"/><Relationship Id="rId4" Type="http://schemas.openxmlformats.org/officeDocument/2006/relationships/oleObject" Target="../embeddings/oleObject154.bin"/></Relationships>
</file>

<file path=ppt/slideLayouts/_rels/slideLayout18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8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6.xml"/><Relationship Id="rId1" Type="http://schemas.openxmlformats.org/officeDocument/2006/relationships/vmlDrawing" Target="../drawings/vmlDrawing151.vml"/><Relationship Id="rId5" Type="http://schemas.openxmlformats.org/officeDocument/2006/relationships/image" Target="../media/image16.emf"/><Relationship Id="rId4" Type="http://schemas.openxmlformats.org/officeDocument/2006/relationships/oleObject" Target="../embeddings/oleObject155.bin"/></Relationships>
</file>

<file path=ppt/slideLayouts/_rels/slideLayout19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7.xml"/><Relationship Id="rId1" Type="http://schemas.openxmlformats.org/officeDocument/2006/relationships/vmlDrawing" Target="../drawings/vmlDrawing152.vml"/><Relationship Id="rId5" Type="http://schemas.openxmlformats.org/officeDocument/2006/relationships/image" Target="../media/image19.emf"/><Relationship Id="rId4" Type="http://schemas.openxmlformats.org/officeDocument/2006/relationships/oleObject" Target="../embeddings/oleObject156.bin"/></Relationships>
</file>

<file path=ppt/slideLayouts/_rels/slideLayout19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8.xml"/><Relationship Id="rId1" Type="http://schemas.openxmlformats.org/officeDocument/2006/relationships/vmlDrawing" Target="../drawings/vmlDrawing153.vml"/><Relationship Id="rId5" Type="http://schemas.openxmlformats.org/officeDocument/2006/relationships/image" Target="../media/image19.emf"/><Relationship Id="rId4" Type="http://schemas.openxmlformats.org/officeDocument/2006/relationships/oleObject" Target="../embeddings/oleObject157.bin"/></Relationships>
</file>

<file path=ppt/slideLayouts/_rels/slideLayout19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59.xml"/><Relationship Id="rId1" Type="http://schemas.openxmlformats.org/officeDocument/2006/relationships/vmlDrawing" Target="../drawings/vmlDrawing154.vml"/><Relationship Id="rId5" Type="http://schemas.openxmlformats.org/officeDocument/2006/relationships/image" Target="../media/image19.emf"/><Relationship Id="rId4" Type="http://schemas.openxmlformats.org/officeDocument/2006/relationships/oleObject" Target="../embeddings/oleObject158.bin"/></Relationships>
</file>

<file path=ppt/slideLayouts/_rels/slideLayout19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0.xml"/><Relationship Id="rId1" Type="http://schemas.openxmlformats.org/officeDocument/2006/relationships/vmlDrawing" Target="../drawings/vmlDrawing155.vml"/><Relationship Id="rId5" Type="http://schemas.openxmlformats.org/officeDocument/2006/relationships/image" Target="../media/image19.emf"/><Relationship Id="rId4" Type="http://schemas.openxmlformats.org/officeDocument/2006/relationships/oleObject" Target="../embeddings/oleObject159.bin"/></Relationships>
</file>

<file path=ppt/slideLayouts/_rels/slideLayout19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19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1.xml"/><Relationship Id="rId1" Type="http://schemas.openxmlformats.org/officeDocument/2006/relationships/vmlDrawing" Target="../drawings/vmlDrawing156.vml"/><Relationship Id="rId5" Type="http://schemas.openxmlformats.org/officeDocument/2006/relationships/image" Target="../media/image16.emf"/><Relationship Id="rId4" Type="http://schemas.openxmlformats.org/officeDocument/2006/relationships/oleObject" Target="../embeddings/oleObject160.bin"/></Relationships>
</file>

<file path=ppt/slideLayouts/_rels/slideLayout20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2.xml"/><Relationship Id="rId1" Type="http://schemas.openxmlformats.org/officeDocument/2006/relationships/vmlDrawing" Target="../drawings/vmlDrawing157.vml"/><Relationship Id="rId5" Type="http://schemas.openxmlformats.org/officeDocument/2006/relationships/image" Target="../media/image20.emf"/><Relationship Id="rId4" Type="http://schemas.openxmlformats.org/officeDocument/2006/relationships/oleObject" Target="../embeddings/oleObject161.bin"/></Relationships>
</file>

<file path=ppt/slideLayouts/_rels/slideLayout20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3.xml"/><Relationship Id="rId1" Type="http://schemas.openxmlformats.org/officeDocument/2006/relationships/vmlDrawing" Target="../drawings/vmlDrawing158.vml"/><Relationship Id="rId5" Type="http://schemas.openxmlformats.org/officeDocument/2006/relationships/image" Target="../media/image20.emf"/><Relationship Id="rId4" Type="http://schemas.openxmlformats.org/officeDocument/2006/relationships/oleObject" Target="../embeddings/oleObject162.bin"/></Relationships>
</file>

<file path=ppt/slideLayouts/_rels/slideLayout20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4.xml"/><Relationship Id="rId1" Type="http://schemas.openxmlformats.org/officeDocument/2006/relationships/vmlDrawing" Target="../drawings/vmlDrawing159.vml"/><Relationship Id="rId5" Type="http://schemas.openxmlformats.org/officeDocument/2006/relationships/image" Target="../media/image20.emf"/><Relationship Id="rId4" Type="http://schemas.openxmlformats.org/officeDocument/2006/relationships/oleObject" Target="../embeddings/oleObject163.bin"/></Relationships>
</file>

<file path=ppt/slideLayouts/_rels/slideLayout20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5.xml"/><Relationship Id="rId1" Type="http://schemas.openxmlformats.org/officeDocument/2006/relationships/vmlDrawing" Target="../drawings/vmlDrawing160.vml"/><Relationship Id="rId5" Type="http://schemas.openxmlformats.org/officeDocument/2006/relationships/image" Target="../media/image20.emf"/><Relationship Id="rId4" Type="http://schemas.openxmlformats.org/officeDocument/2006/relationships/oleObject" Target="../embeddings/oleObject164.bin"/></Relationships>
</file>

<file path=ppt/slideLayouts/_rels/slideLayout20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6.xml"/><Relationship Id="rId1" Type="http://schemas.openxmlformats.org/officeDocument/2006/relationships/vmlDrawing" Target="../drawings/vmlDrawing161.vml"/><Relationship Id="rId5" Type="http://schemas.openxmlformats.org/officeDocument/2006/relationships/image" Target="../media/image20.emf"/><Relationship Id="rId4" Type="http://schemas.openxmlformats.org/officeDocument/2006/relationships/oleObject" Target="../embeddings/oleObject165.bin"/></Relationships>
</file>

<file path=ppt/slideLayouts/_rels/slideLayout20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7.xml"/><Relationship Id="rId1" Type="http://schemas.openxmlformats.org/officeDocument/2006/relationships/vmlDrawing" Target="../drawings/vmlDrawing162.vml"/><Relationship Id="rId5" Type="http://schemas.openxmlformats.org/officeDocument/2006/relationships/image" Target="../media/image20.emf"/><Relationship Id="rId4" Type="http://schemas.openxmlformats.org/officeDocument/2006/relationships/oleObject" Target="../embeddings/oleObject166.bin"/></Relationships>
</file>

<file path=ppt/slideLayouts/_rels/slideLayout20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8.xml"/><Relationship Id="rId1" Type="http://schemas.openxmlformats.org/officeDocument/2006/relationships/vmlDrawing" Target="../drawings/vmlDrawing163.vml"/><Relationship Id="rId5" Type="http://schemas.openxmlformats.org/officeDocument/2006/relationships/image" Target="../media/image20.emf"/><Relationship Id="rId4" Type="http://schemas.openxmlformats.org/officeDocument/2006/relationships/oleObject" Target="../embeddings/oleObject167.bin"/></Relationships>
</file>

<file path=ppt/slideLayouts/_rels/slideLayout20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69.xml"/><Relationship Id="rId1" Type="http://schemas.openxmlformats.org/officeDocument/2006/relationships/vmlDrawing" Target="../drawings/vmlDrawing164.vml"/><Relationship Id="rId5" Type="http://schemas.openxmlformats.org/officeDocument/2006/relationships/image" Target="../media/image20.emf"/><Relationship Id="rId4" Type="http://schemas.openxmlformats.org/officeDocument/2006/relationships/oleObject" Target="../embeddings/oleObject168.bin"/></Relationships>
</file>

<file path=ppt/slideLayouts/_rels/slideLayout20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0.xml"/><Relationship Id="rId1" Type="http://schemas.openxmlformats.org/officeDocument/2006/relationships/vmlDrawing" Target="../drawings/vmlDrawing165.vml"/><Relationship Id="rId5" Type="http://schemas.openxmlformats.org/officeDocument/2006/relationships/image" Target="../media/image16.emf"/><Relationship Id="rId4" Type="http://schemas.openxmlformats.org/officeDocument/2006/relationships/oleObject" Target="../embeddings/oleObject169.bin"/></Relationships>
</file>

<file path=ppt/slideLayouts/_rels/slideLayout20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1.xml"/><Relationship Id="rId1" Type="http://schemas.openxmlformats.org/officeDocument/2006/relationships/vmlDrawing" Target="../drawings/vmlDrawing166.vml"/><Relationship Id="rId5" Type="http://schemas.openxmlformats.org/officeDocument/2006/relationships/image" Target="../media/image21.emf"/><Relationship Id="rId4" Type="http://schemas.openxmlformats.org/officeDocument/2006/relationships/oleObject" Target="../embeddings/oleObject170.bin"/></Relationships>
</file>

<file path=ppt/slideLayouts/_rels/slideLayout21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2.xml"/><Relationship Id="rId1" Type="http://schemas.openxmlformats.org/officeDocument/2006/relationships/vmlDrawing" Target="../drawings/vmlDrawing167.vml"/><Relationship Id="rId5" Type="http://schemas.openxmlformats.org/officeDocument/2006/relationships/image" Target="../media/image21.emf"/><Relationship Id="rId4" Type="http://schemas.openxmlformats.org/officeDocument/2006/relationships/oleObject" Target="../embeddings/oleObject171.bin"/></Relationships>
</file>

<file path=ppt/slideLayouts/_rels/slideLayout21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3.xml"/><Relationship Id="rId1" Type="http://schemas.openxmlformats.org/officeDocument/2006/relationships/vmlDrawing" Target="../drawings/vmlDrawing168.vml"/><Relationship Id="rId5" Type="http://schemas.openxmlformats.org/officeDocument/2006/relationships/image" Target="../media/image21.emf"/><Relationship Id="rId4" Type="http://schemas.openxmlformats.org/officeDocument/2006/relationships/oleObject" Target="../embeddings/oleObject172.bin"/></Relationships>
</file>

<file path=ppt/slideLayouts/_rels/slideLayout21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4.xml"/><Relationship Id="rId1" Type="http://schemas.openxmlformats.org/officeDocument/2006/relationships/vmlDrawing" Target="../drawings/vmlDrawing169.vml"/><Relationship Id="rId6" Type="http://schemas.openxmlformats.org/officeDocument/2006/relationships/image" Target="../media/image23.svg"/><Relationship Id="rId5" Type="http://schemas.openxmlformats.org/officeDocument/2006/relationships/image" Target="../media/image21.emf"/><Relationship Id="rId4" Type="http://schemas.openxmlformats.org/officeDocument/2006/relationships/oleObject" Target="../embeddings/oleObject173.bin"/></Relationships>
</file>

<file path=ppt/slideLayouts/_rels/slideLayout21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5.xml"/><Relationship Id="rId1" Type="http://schemas.openxmlformats.org/officeDocument/2006/relationships/vmlDrawing" Target="../drawings/vmlDrawing170.vml"/><Relationship Id="rId6" Type="http://schemas.openxmlformats.org/officeDocument/2006/relationships/image" Target="../media/image24.svg"/><Relationship Id="rId5" Type="http://schemas.openxmlformats.org/officeDocument/2006/relationships/image" Target="../media/image21.emf"/><Relationship Id="rId4" Type="http://schemas.openxmlformats.org/officeDocument/2006/relationships/oleObject" Target="../embeddings/oleObject174.bin"/></Relationships>
</file>

<file path=ppt/slideLayouts/_rels/slideLayout21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6.xml"/><Relationship Id="rId1" Type="http://schemas.openxmlformats.org/officeDocument/2006/relationships/vmlDrawing" Target="../drawings/vmlDrawing171.vml"/><Relationship Id="rId5" Type="http://schemas.openxmlformats.org/officeDocument/2006/relationships/image" Target="../media/image21.emf"/><Relationship Id="rId4" Type="http://schemas.openxmlformats.org/officeDocument/2006/relationships/oleObject" Target="../embeddings/oleObject175.bin"/></Relationships>
</file>

<file path=ppt/slideLayouts/_rels/slideLayout21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7.xml"/><Relationship Id="rId1" Type="http://schemas.openxmlformats.org/officeDocument/2006/relationships/vmlDrawing" Target="../drawings/vmlDrawing172.vml"/><Relationship Id="rId5" Type="http://schemas.openxmlformats.org/officeDocument/2006/relationships/image" Target="../media/image21.emf"/><Relationship Id="rId4" Type="http://schemas.openxmlformats.org/officeDocument/2006/relationships/oleObject" Target="../embeddings/oleObject176.bin"/></Relationships>
</file>

<file path=ppt/slideLayouts/_rels/slideLayout21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8.xml"/><Relationship Id="rId1" Type="http://schemas.openxmlformats.org/officeDocument/2006/relationships/vmlDrawing" Target="../drawings/vmlDrawing173.vml"/><Relationship Id="rId5" Type="http://schemas.openxmlformats.org/officeDocument/2006/relationships/image" Target="../media/image21.emf"/><Relationship Id="rId4" Type="http://schemas.openxmlformats.org/officeDocument/2006/relationships/oleObject" Target="../embeddings/oleObject177.bin"/></Relationships>
</file>

<file path=ppt/slideLayouts/_rels/slideLayout21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79.xml"/><Relationship Id="rId1" Type="http://schemas.openxmlformats.org/officeDocument/2006/relationships/vmlDrawing" Target="../drawings/vmlDrawing174.vml"/><Relationship Id="rId5" Type="http://schemas.openxmlformats.org/officeDocument/2006/relationships/image" Target="../media/image21.emf"/><Relationship Id="rId4" Type="http://schemas.openxmlformats.org/officeDocument/2006/relationships/oleObject" Target="../embeddings/oleObject178.bin"/></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0.xml"/><Relationship Id="rId1" Type="http://schemas.openxmlformats.org/officeDocument/2006/relationships/vmlDrawing" Target="../drawings/vmlDrawing175.vml"/><Relationship Id="rId5" Type="http://schemas.openxmlformats.org/officeDocument/2006/relationships/image" Target="../media/image16.emf"/><Relationship Id="rId4" Type="http://schemas.openxmlformats.org/officeDocument/2006/relationships/oleObject" Target="../embeddings/oleObject179.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1.xml"/><Relationship Id="rId1" Type="http://schemas.openxmlformats.org/officeDocument/2006/relationships/vmlDrawing" Target="../drawings/vmlDrawing176.vml"/><Relationship Id="rId5" Type="http://schemas.openxmlformats.org/officeDocument/2006/relationships/image" Target="../media/image22.emf"/><Relationship Id="rId4" Type="http://schemas.openxmlformats.org/officeDocument/2006/relationships/oleObject" Target="../embeddings/oleObject180.bin"/></Relationships>
</file>

<file path=ppt/slideLayouts/_rels/slideLayout22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2.xml"/><Relationship Id="rId1" Type="http://schemas.openxmlformats.org/officeDocument/2006/relationships/vmlDrawing" Target="../drawings/vmlDrawing177.vml"/><Relationship Id="rId5" Type="http://schemas.openxmlformats.org/officeDocument/2006/relationships/image" Target="../media/image22.emf"/><Relationship Id="rId4" Type="http://schemas.openxmlformats.org/officeDocument/2006/relationships/oleObject" Target="../embeddings/oleObject181.bin"/></Relationships>
</file>

<file path=ppt/slideLayouts/_rels/slideLayout22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3.xml"/><Relationship Id="rId1" Type="http://schemas.openxmlformats.org/officeDocument/2006/relationships/vmlDrawing" Target="../drawings/vmlDrawing178.vml"/><Relationship Id="rId5" Type="http://schemas.openxmlformats.org/officeDocument/2006/relationships/image" Target="../media/image22.emf"/><Relationship Id="rId4" Type="http://schemas.openxmlformats.org/officeDocument/2006/relationships/oleObject" Target="../embeddings/oleObject182.bin"/></Relationships>
</file>

<file path=ppt/slideLayouts/_rels/slideLayout22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4.xml"/><Relationship Id="rId1" Type="http://schemas.openxmlformats.org/officeDocument/2006/relationships/vmlDrawing" Target="../drawings/vmlDrawing179.vml"/><Relationship Id="rId5" Type="http://schemas.openxmlformats.org/officeDocument/2006/relationships/image" Target="../media/image22.emf"/><Relationship Id="rId4" Type="http://schemas.openxmlformats.org/officeDocument/2006/relationships/oleObject" Target="../embeddings/oleObject183.bin"/></Relationships>
</file>

<file path=ppt/slideLayouts/_rels/slideLayout22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5.xml"/><Relationship Id="rId1" Type="http://schemas.openxmlformats.org/officeDocument/2006/relationships/vmlDrawing" Target="../drawings/vmlDrawing180.vml"/><Relationship Id="rId5" Type="http://schemas.openxmlformats.org/officeDocument/2006/relationships/image" Target="../media/image23.emf"/><Relationship Id="rId4" Type="http://schemas.openxmlformats.org/officeDocument/2006/relationships/oleObject" Target="../embeddings/oleObject184.bin"/></Relationships>
</file>

<file path=ppt/slideLayouts/_rels/slideLayout22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6.xml"/><Relationship Id="rId1" Type="http://schemas.openxmlformats.org/officeDocument/2006/relationships/vmlDrawing" Target="../drawings/vmlDrawing181.vml"/><Relationship Id="rId5" Type="http://schemas.openxmlformats.org/officeDocument/2006/relationships/image" Target="../media/image23.emf"/><Relationship Id="rId4" Type="http://schemas.openxmlformats.org/officeDocument/2006/relationships/oleObject" Target="../embeddings/oleObject185.bin"/></Relationships>
</file>

<file path=ppt/slideLayouts/_rels/slideLayout22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7.xml"/><Relationship Id="rId1" Type="http://schemas.openxmlformats.org/officeDocument/2006/relationships/vmlDrawing" Target="../drawings/vmlDrawing182.vml"/><Relationship Id="rId5" Type="http://schemas.openxmlformats.org/officeDocument/2006/relationships/image" Target="../media/image23.emf"/><Relationship Id="rId4" Type="http://schemas.openxmlformats.org/officeDocument/2006/relationships/oleObject" Target="../embeddings/oleObject186.bin"/></Relationships>
</file>

<file path=ppt/slideLayouts/_rels/slideLayout22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8.xml"/><Relationship Id="rId1" Type="http://schemas.openxmlformats.org/officeDocument/2006/relationships/vmlDrawing" Target="../drawings/vmlDrawing183.vml"/><Relationship Id="rId5" Type="http://schemas.openxmlformats.org/officeDocument/2006/relationships/image" Target="../media/image23.emf"/><Relationship Id="rId4" Type="http://schemas.openxmlformats.org/officeDocument/2006/relationships/oleObject" Target="../embeddings/oleObject187.bin"/></Relationships>
</file>

<file path=ppt/slideLayouts/_rels/slideLayout22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89.xml"/><Relationship Id="rId1" Type="http://schemas.openxmlformats.org/officeDocument/2006/relationships/vmlDrawing" Target="../drawings/vmlDrawing184.vml"/><Relationship Id="rId5" Type="http://schemas.openxmlformats.org/officeDocument/2006/relationships/image" Target="../media/image23.emf"/><Relationship Id="rId4" Type="http://schemas.openxmlformats.org/officeDocument/2006/relationships/oleObject" Target="../embeddings/oleObject188.bin"/></Relationships>
</file>

<file path=ppt/slideLayouts/_rels/slideLayout22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0.xml"/><Relationship Id="rId1" Type="http://schemas.openxmlformats.org/officeDocument/2006/relationships/vmlDrawing" Target="../drawings/vmlDrawing185.vml"/><Relationship Id="rId5" Type="http://schemas.openxmlformats.org/officeDocument/2006/relationships/image" Target="../media/image23.emf"/><Relationship Id="rId4" Type="http://schemas.openxmlformats.org/officeDocument/2006/relationships/oleObject" Target="../embeddings/oleObject189.bin"/></Relationships>
</file>

<file path=ppt/slideLayouts/_rels/slideLayout22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1.xml"/><Relationship Id="rId1" Type="http://schemas.openxmlformats.org/officeDocument/2006/relationships/vmlDrawing" Target="../drawings/vmlDrawing186.vml"/><Relationship Id="rId5" Type="http://schemas.openxmlformats.org/officeDocument/2006/relationships/image" Target="../media/image23.emf"/><Relationship Id="rId4" Type="http://schemas.openxmlformats.org/officeDocument/2006/relationships/oleObject" Target="../embeddings/oleObject190.bin"/></Relationships>
</file>

<file path=ppt/slideLayouts/_rels/slideLayout23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2.xml"/><Relationship Id="rId1" Type="http://schemas.openxmlformats.org/officeDocument/2006/relationships/vmlDrawing" Target="../drawings/vmlDrawing187.vml"/><Relationship Id="rId5" Type="http://schemas.openxmlformats.org/officeDocument/2006/relationships/image" Target="../media/image23.emf"/><Relationship Id="rId4" Type="http://schemas.openxmlformats.org/officeDocument/2006/relationships/oleObject" Target="../embeddings/oleObject191.bin"/></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3.xml"/><Relationship Id="rId1" Type="http://schemas.openxmlformats.org/officeDocument/2006/relationships/vmlDrawing" Target="../drawings/vmlDrawing188.vml"/><Relationship Id="rId5" Type="http://schemas.openxmlformats.org/officeDocument/2006/relationships/image" Target="../media/image23.emf"/><Relationship Id="rId4" Type="http://schemas.openxmlformats.org/officeDocument/2006/relationships/oleObject" Target="../embeddings/oleObject192.bin"/></Relationships>
</file>

<file path=ppt/slideLayouts/_rels/slideLayout23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4.xml"/><Relationship Id="rId1" Type="http://schemas.openxmlformats.org/officeDocument/2006/relationships/vmlDrawing" Target="../drawings/vmlDrawing189.vml"/><Relationship Id="rId5" Type="http://schemas.openxmlformats.org/officeDocument/2006/relationships/image" Target="../media/image23.emf"/><Relationship Id="rId4" Type="http://schemas.openxmlformats.org/officeDocument/2006/relationships/oleObject" Target="../embeddings/oleObject193.bin"/></Relationships>
</file>

<file path=ppt/slideLayouts/_rels/slideLayout23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195.xml"/><Relationship Id="rId1" Type="http://schemas.openxmlformats.org/officeDocument/2006/relationships/vmlDrawing" Target="../drawings/vmlDrawing190.vml"/><Relationship Id="rId5" Type="http://schemas.openxmlformats.org/officeDocument/2006/relationships/image" Target="../media/image16.emf"/><Relationship Id="rId4" Type="http://schemas.openxmlformats.org/officeDocument/2006/relationships/oleObject" Target="../embeddings/oleObject194.bin"/></Relationships>
</file>

<file path=ppt/slideLayouts/_rels/slideLayout234.xml.rels><?xml version="1.0" encoding="UTF-8" standalone="yes"?>
<Relationships xmlns="http://schemas.openxmlformats.org/package/2006/relationships"><Relationship Id="rId3" Type="http://schemas.openxmlformats.org/officeDocument/2006/relationships/tags" Target="../tags/tag197.xml"/><Relationship Id="rId7" Type="http://schemas.openxmlformats.org/officeDocument/2006/relationships/oleObject" Target="../embeddings/oleObject196.bin"/><Relationship Id="rId2" Type="http://schemas.openxmlformats.org/officeDocument/2006/relationships/tags" Target="../tags/tag196.xml"/><Relationship Id="rId1" Type="http://schemas.openxmlformats.org/officeDocument/2006/relationships/vmlDrawing" Target="../drawings/vmlDrawing191.vml"/><Relationship Id="rId6" Type="http://schemas.openxmlformats.org/officeDocument/2006/relationships/image" Target="../media/image24.emf"/><Relationship Id="rId5" Type="http://schemas.openxmlformats.org/officeDocument/2006/relationships/oleObject" Target="../embeddings/oleObject195.bin"/><Relationship Id="rId4" Type="http://schemas.openxmlformats.org/officeDocument/2006/relationships/slideMaster" Target="../slideMasters/slideMaster3.xml"/></Relationships>
</file>

<file path=ppt/slideLayouts/_rels/slideLayout235.xml.rels><?xml version="1.0" encoding="UTF-8" standalone="yes"?>
<Relationships xmlns="http://schemas.openxmlformats.org/package/2006/relationships"><Relationship Id="rId3" Type="http://schemas.openxmlformats.org/officeDocument/2006/relationships/tags" Target="../tags/tag199.xml"/><Relationship Id="rId7" Type="http://schemas.openxmlformats.org/officeDocument/2006/relationships/oleObject" Target="../embeddings/oleObject198.bin"/><Relationship Id="rId2" Type="http://schemas.openxmlformats.org/officeDocument/2006/relationships/tags" Target="../tags/tag198.xml"/><Relationship Id="rId1" Type="http://schemas.openxmlformats.org/officeDocument/2006/relationships/vmlDrawing" Target="../drawings/vmlDrawing192.vml"/><Relationship Id="rId6" Type="http://schemas.openxmlformats.org/officeDocument/2006/relationships/image" Target="../media/image24.emf"/><Relationship Id="rId5" Type="http://schemas.openxmlformats.org/officeDocument/2006/relationships/oleObject" Target="../embeddings/oleObject197.bin"/><Relationship Id="rId4" Type="http://schemas.openxmlformats.org/officeDocument/2006/relationships/slideMaster" Target="../slideMasters/slideMaster3.xml"/></Relationships>
</file>

<file path=ppt/slideLayouts/_rels/slideLayout236.xml.rels><?xml version="1.0" encoding="UTF-8" standalone="yes"?>
<Relationships xmlns="http://schemas.openxmlformats.org/package/2006/relationships"><Relationship Id="rId3" Type="http://schemas.openxmlformats.org/officeDocument/2006/relationships/tags" Target="../tags/tag201.xml"/><Relationship Id="rId7" Type="http://schemas.openxmlformats.org/officeDocument/2006/relationships/oleObject" Target="../embeddings/oleObject200.bin"/><Relationship Id="rId2" Type="http://schemas.openxmlformats.org/officeDocument/2006/relationships/tags" Target="../tags/tag200.xml"/><Relationship Id="rId1" Type="http://schemas.openxmlformats.org/officeDocument/2006/relationships/vmlDrawing" Target="../drawings/vmlDrawing193.vml"/><Relationship Id="rId6" Type="http://schemas.openxmlformats.org/officeDocument/2006/relationships/image" Target="../media/image24.emf"/><Relationship Id="rId5" Type="http://schemas.openxmlformats.org/officeDocument/2006/relationships/oleObject" Target="../embeddings/oleObject199.bin"/><Relationship Id="rId4" Type="http://schemas.openxmlformats.org/officeDocument/2006/relationships/slideMaster" Target="../slideMasters/slideMaster3.xml"/></Relationships>
</file>

<file path=ppt/slideLayouts/_rels/slideLayout237.xml.rels><?xml version="1.0" encoding="UTF-8" standalone="yes"?>
<Relationships xmlns="http://schemas.openxmlformats.org/package/2006/relationships"><Relationship Id="rId8" Type="http://schemas.openxmlformats.org/officeDocument/2006/relationships/image" Target="../media/image26.png"/><Relationship Id="rId3" Type="http://schemas.openxmlformats.org/officeDocument/2006/relationships/tags" Target="../tags/tag203.xml"/><Relationship Id="rId7" Type="http://schemas.openxmlformats.org/officeDocument/2006/relationships/image" Target="../media/image25.png"/><Relationship Id="rId2" Type="http://schemas.openxmlformats.org/officeDocument/2006/relationships/tags" Target="../tags/tag202.xml"/><Relationship Id="rId1" Type="http://schemas.openxmlformats.org/officeDocument/2006/relationships/vmlDrawing" Target="../drawings/vmlDrawing194.vml"/><Relationship Id="rId6" Type="http://schemas.openxmlformats.org/officeDocument/2006/relationships/image" Target="../media/image24.emf"/><Relationship Id="rId5" Type="http://schemas.openxmlformats.org/officeDocument/2006/relationships/oleObject" Target="../embeddings/oleObject201.bin"/><Relationship Id="rId10" Type="http://schemas.openxmlformats.org/officeDocument/2006/relationships/oleObject" Target="../embeddings/oleObject202.bin"/><Relationship Id="rId4" Type="http://schemas.openxmlformats.org/officeDocument/2006/relationships/slideMaster" Target="../slideMasters/slideMaster3.xml"/><Relationship Id="rId9" Type="http://schemas.openxmlformats.org/officeDocument/2006/relationships/image" Target="../media/image27.png"/></Relationships>
</file>

<file path=ppt/slideLayouts/_rels/slideLayout23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4.xml"/><Relationship Id="rId1" Type="http://schemas.openxmlformats.org/officeDocument/2006/relationships/vmlDrawing" Target="../drawings/vmlDrawing195.vml"/><Relationship Id="rId5" Type="http://schemas.openxmlformats.org/officeDocument/2006/relationships/image" Target="../media/image24.emf"/><Relationship Id="rId4" Type="http://schemas.openxmlformats.org/officeDocument/2006/relationships/oleObject" Target="../embeddings/oleObject203.bin"/></Relationships>
</file>

<file path=ppt/slideLayouts/_rels/slideLayout23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5.xml"/><Relationship Id="rId1" Type="http://schemas.openxmlformats.org/officeDocument/2006/relationships/vmlDrawing" Target="../drawings/vmlDrawing196.vml"/><Relationship Id="rId5" Type="http://schemas.openxmlformats.org/officeDocument/2006/relationships/image" Target="../media/image24.emf"/><Relationship Id="rId4" Type="http://schemas.openxmlformats.org/officeDocument/2006/relationships/oleObject" Target="../embeddings/oleObject204.bin"/></Relationships>
</file>

<file path=ppt/slideLayouts/_rels/slideLayout24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6.xml"/><Relationship Id="rId1" Type="http://schemas.openxmlformats.org/officeDocument/2006/relationships/vmlDrawing" Target="../drawings/vmlDrawing197.vml"/><Relationship Id="rId5" Type="http://schemas.openxmlformats.org/officeDocument/2006/relationships/image" Target="../media/image24.emf"/><Relationship Id="rId4" Type="http://schemas.openxmlformats.org/officeDocument/2006/relationships/oleObject" Target="../embeddings/oleObject205.bin"/></Relationships>
</file>

<file path=ppt/slideLayouts/_rels/slideLayout24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7.xml"/><Relationship Id="rId1" Type="http://schemas.openxmlformats.org/officeDocument/2006/relationships/vmlDrawing" Target="../drawings/vmlDrawing198.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6.bin"/></Relationships>
</file>

<file path=ppt/slideLayouts/_rels/slideLayout24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8.xml"/><Relationship Id="rId1" Type="http://schemas.openxmlformats.org/officeDocument/2006/relationships/vmlDrawing" Target="../drawings/vmlDrawing199.vml"/><Relationship Id="rId6" Type="http://schemas.openxmlformats.org/officeDocument/2006/relationships/image" Target="../media/image28.png"/><Relationship Id="rId5" Type="http://schemas.openxmlformats.org/officeDocument/2006/relationships/image" Target="../media/image24.emf"/><Relationship Id="rId4" Type="http://schemas.openxmlformats.org/officeDocument/2006/relationships/oleObject" Target="../embeddings/oleObject207.bin"/></Relationships>
</file>

<file path=ppt/slideLayouts/_rels/slideLayout24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09.xml"/><Relationship Id="rId1" Type="http://schemas.openxmlformats.org/officeDocument/2006/relationships/vmlDrawing" Target="../drawings/vmlDrawing200.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8.bin"/></Relationships>
</file>

<file path=ppt/slideLayouts/_rels/slideLayout24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0.xml"/><Relationship Id="rId1" Type="http://schemas.openxmlformats.org/officeDocument/2006/relationships/vmlDrawing" Target="../drawings/vmlDrawing201.vml"/><Relationship Id="rId6" Type="http://schemas.openxmlformats.org/officeDocument/2006/relationships/image" Target="../media/image29.png"/><Relationship Id="rId5" Type="http://schemas.openxmlformats.org/officeDocument/2006/relationships/image" Target="../media/image24.emf"/><Relationship Id="rId4" Type="http://schemas.openxmlformats.org/officeDocument/2006/relationships/oleObject" Target="../embeddings/oleObject209.bin"/></Relationships>
</file>

<file path=ppt/slideLayouts/_rels/slideLayout24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1.xml"/><Relationship Id="rId1" Type="http://schemas.openxmlformats.org/officeDocument/2006/relationships/vmlDrawing" Target="../drawings/vmlDrawing202.vml"/><Relationship Id="rId6" Type="http://schemas.openxmlformats.org/officeDocument/2006/relationships/image" Target="../media/image33.svg"/><Relationship Id="rId5" Type="http://schemas.openxmlformats.org/officeDocument/2006/relationships/image" Target="../media/image24.emf"/><Relationship Id="rId4" Type="http://schemas.openxmlformats.org/officeDocument/2006/relationships/oleObject" Target="../embeddings/oleObject210.bin"/></Relationships>
</file>

<file path=ppt/slideLayouts/_rels/slideLayout24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2.xml"/><Relationship Id="rId1" Type="http://schemas.openxmlformats.org/officeDocument/2006/relationships/vmlDrawing" Target="../drawings/vmlDrawing203.vml"/><Relationship Id="rId6" Type="http://schemas.openxmlformats.org/officeDocument/2006/relationships/image" Target="../media/image34.svg"/><Relationship Id="rId5" Type="http://schemas.openxmlformats.org/officeDocument/2006/relationships/image" Target="../media/image24.emf"/><Relationship Id="rId4" Type="http://schemas.openxmlformats.org/officeDocument/2006/relationships/oleObject" Target="../embeddings/oleObject211.bin"/></Relationships>
</file>

<file path=ppt/slideLayouts/_rels/slideLayout24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3.xml"/><Relationship Id="rId1" Type="http://schemas.openxmlformats.org/officeDocument/2006/relationships/vmlDrawing" Target="../drawings/vmlDrawing204.vml"/><Relationship Id="rId5" Type="http://schemas.openxmlformats.org/officeDocument/2006/relationships/image" Target="../media/image16.emf"/><Relationship Id="rId4" Type="http://schemas.openxmlformats.org/officeDocument/2006/relationships/oleObject" Target="../embeddings/oleObject212.bin"/></Relationships>
</file>

<file path=ppt/slideLayouts/_rels/slideLayout24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4.xml"/><Relationship Id="rId1" Type="http://schemas.openxmlformats.org/officeDocument/2006/relationships/vmlDrawing" Target="../drawings/vmlDrawing205.vml"/><Relationship Id="rId5" Type="http://schemas.openxmlformats.org/officeDocument/2006/relationships/image" Target="../media/image30.emf"/><Relationship Id="rId4" Type="http://schemas.openxmlformats.org/officeDocument/2006/relationships/oleObject" Target="../embeddings/oleObject213.bin"/></Relationships>
</file>

<file path=ppt/slideLayouts/_rels/slideLayout24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5.xml"/><Relationship Id="rId1" Type="http://schemas.openxmlformats.org/officeDocument/2006/relationships/vmlDrawing" Target="../drawings/vmlDrawing206.vml"/><Relationship Id="rId5" Type="http://schemas.openxmlformats.org/officeDocument/2006/relationships/image" Target="../media/image30.emf"/><Relationship Id="rId4" Type="http://schemas.openxmlformats.org/officeDocument/2006/relationships/oleObject" Target="../embeddings/oleObject214.bin"/></Relationships>
</file>

<file path=ppt/slideLayouts/_rels/slideLayout250.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6.xml"/><Relationship Id="rId1" Type="http://schemas.openxmlformats.org/officeDocument/2006/relationships/vmlDrawing" Target="../drawings/vmlDrawing207.vml"/><Relationship Id="rId5" Type="http://schemas.openxmlformats.org/officeDocument/2006/relationships/image" Target="../media/image31.emf"/><Relationship Id="rId4" Type="http://schemas.openxmlformats.org/officeDocument/2006/relationships/oleObject" Target="../embeddings/oleObject215.bin"/></Relationships>
</file>

<file path=ppt/slideLayouts/_rels/slideLayout251.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7.xml"/><Relationship Id="rId1" Type="http://schemas.openxmlformats.org/officeDocument/2006/relationships/vmlDrawing" Target="../drawings/vmlDrawing208.vml"/><Relationship Id="rId5" Type="http://schemas.openxmlformats.org/officeDocument/2006/relationships/image" Target="../media/image31.emf"/><Relationship Id="rId4" Type="http://schemas.openxmlformats.org/officeDocument/2006/relationships/oleObject" Target="../embeddings/oleObject216.bin"/></Relationships>
</file>

<file path=ppt/slideLayouts/_rels/slideLayout252.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8.xml"/><Relationship Id="rId1" Type="http://schemas.openxmlformats.org/officeDocument/2006/relationships/vmlDrawing" Target="../drawings/vmlDrawing209.vml"/><Relationship Id="rId5" Type="http://schemas.openxmlformats.org/officeDocument/2006/relationships/image" Target="../media/image16.emf"/><Relationship Id="rId4" Type="http://schemas.openxmlformats.org/officeDocument/2006/relationships/oleObject" Target="../embeddings/oleObject217.bin"/></Relationships>
</file>

<file path=ppt/slideLayouts/_rels/slideLayout25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19.xml"/><Relationship Id="rId1" Type="http://schemas.openxmlformats.org/officeDocument/2006/relationships/vmlDrawing" Target="../drawings/vmlDrawing210.vml"/><Relationship Id="rId5" Type="http://schemas.openxmlformats.org/officeDocument/2006/relationships/image" Target="../media/image32.emf"/><Relationship Id="rId4" Type="http://schemas.openxmlformats.org/officeDocument/2006/relationships/oleObject" Target="../embeddings/oleObject218.bin"/></Relationships>
</file>

<file path=ppt/slideLayouts/_rels/slideLayout25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0.xml"/><Relationship Id="rId1" Type="http://schemas.openxmlformats.org/officeDocument/2006/relationships/vmlDrawing" Target="../drawings/vmlDrawing211.vml"/><Relationship Id="rId5" Type="http://schemas.openxmlformats.org/officeDocument/2006/relationships/image" Target="../media/image32.emf"/><Relationship Id="rId4" Type="http://schemas.openxmlformats.org/officeDocument/2006/relationships/oleObject" Target="../embeddings/oleObject219.bin"/></Relationships>
</file>

<file path=ppt/slideLayouts/_rels/slideLayout25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1.xml"/><Relationship Id="rId1" Type="http://schemas.openxmlformats.org/officeDocument/2006/relationships/vmlDrawing" Target="../drawings/vmlDrawing212.vml"/><Relationship Id="rId5" Type="http://schemas.openxmlformats.org/officeDocument/2006/relationships/image" Target="../media/image32.emf"/><Relationship Id="rId4" Type="http://schemas.openxmlformats.org/officeDocument/2006/relationships/oleObject" Target="../embeddings/oleObject220.bin"/></Relationships>
</file>

<file path=ppt/slideLayouts/_rels/slideLayout256.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2.xml"/><Relationship Id="rId1" Type="http://schemas.openxmlformats.org/officeDocument/2006/relationships/vmlDrawing" Target="../drawings/vmlDrawing213.vml"/><Relationship Id="rId5" Type="http://schemas.openxmlformats.org/officeDocument/2006/relationships/image" Target="../media/image32.emf"/><Relationship Id="rId4" Type="http://schemas.openxmlformats.org/officeDocument/2006/relationships/oleObject" Target="../embeddings/oleObject221.bin"/></Relationships>
</file>

<file path=ppt/slideLayouts/_rels/slideLayout257.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3.xml"/><Relationship Id="rId1" Type="http://schemas.openxmlformats.org/officeDocument/2006/relationships/vmlDrawing" Target="../drawings/vmlDrawing214.vml"/><Relationship Id="rId5" Type="http://schemas.openxmlformats.org/officeDocument/2006/relationships/image" Target="../media/image32.emf"/><Relationship Id="rId4" Type="http://schemas.openxmlformats.org/officeDocument/2006/relationships/oleObject" Target="../embeddings/oleObject222.bin"/></Relationships>
</file>

<file path=ppt/slideLayouts/_rels/slideLayout258.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4.xml"/><Relationship Id="rId1" Type="http://schemas.openxmlformats.org/officeDocument/2006/relationships/vmlDrawing" Target="../drawings/vmlDrawing215.vml"/><Relationship Id="rId5" Type="http://schemas.openxmlformats.org/officeDocument/2006/relationships/image" Target="../media/image32.emf"/><Relationship Id="rId4" Type="http://schemas.openxmlformats.org/officeDocument/2006/relationships/oleObject" Target="../embeddings/oleObject223.bin"/></Relationships>
</file>

<file path=ppt/slideLayouts/_rels/slideLayout259.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5.xml"/><Relationship Id="rId1" Type="http://schemas.openxmlformats.org/officeDocument/2006/relationships/vmlDrawing" Target="../drawings/vmlDrawing216.vml"/><Relationship Id="rId5" Type="http://schemas.openxmlformats.org/officeDocument/2006/relationships/image" Target="../media/image16.emf"/><Relationship Id="rId4" Type="http://schemas.openxmlformats.org/officeDocument/2006/relationships/oleObject" Target="../embeddings/oleObject224.bin"/></Relationships>
</file>

<file path=ppt/slideLayouts/_rels/slideLayout260.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6.xml"/><Relationship Id="rId1" Type="http://schemas.openxmlformats.org/officeDocument/2006/relationships/vmlDrawing" Target="../drawings/vmlDrawing217.vml"/><Relationship Id="rId6" Type="http://schemas.openxmlformats.org/officeDocument/2006/relationships/image" Target="../media/image33.emf"/><Relationship Id="rId5" Type="http://schemas.openxmlformats.org/officeDocument/2006/relationships/oleObject" Target="../embeddings/oleObject225.bin"/><Relationship Id="rId4" Type="http://schemas.openxmlformats.org/officeDocument/2006/relationships/image" Target="../media/image38.svg"/></Relationships>
</file>

<file path=ppt/slideLayouts/_rels/slideLayout261.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7.xml"/><Relationship Id="rId1" Type="http://schemas.openxmlformats.org/officeDocument/2006/relationships/vmlDrawing" Target="../drawings/vmlDrawing218.vml"/><Relationship Id="rId6" Type="http://schemas.openxmlformats.org/officeDocument/2006/relationships/image" Target="../media/image33.emf"/><Relationship Id="rId5" Type="http://schemas.openxmlformats.org/officeDocument/2006/relationships/oleObject" Target="../embeddings/oleObject226.bin"/><Relationship Id="rId4" Type="http://schemas.openxmlformats.org/officeDocument/2006/relationships/image" Target="../media/image23.svg"/></Relationships>
</file>

<file path=ppt/slideLayouts/_rels/slideLayout262.xml.rels><?xml version="1.0" encoding="UTF-8" standalone="yes"?>
<Relationships xmlns="http://schemas.openxmlformats.org/package/2006/relationships"><Relationship Id="rId3" Type="http://schemas.openxmlformats.org/officeDocument/2006/relationships/slideMaster" Target="../slideMasters/slideMaster3.xml"/><Relationship Id="rId7" Type="http://schemas.openxmlformats.org/officeDocument/2006/relationships/image" Target="../media/image40.svg"/><Relationship Id="rId2" Type="http://schemas.openxmlformats.org/officeDocument/2006/relationships/tags" Target="../tags/tag228.xml"/><Relationship Id="rId1" Type="http://schemas.openxmlformats.org/officeDocument/2006/relationships/vmlDrawing" Target="../drawings/vmlDrawing219.vml"/><Relationship Id="rId6" Type="http://schemas.openxmlformats.org/officeDocument/2006/relationships/image" Target="../media/image33.emf"/><Relationship Id="rId5" Type="http://schemas.openxmlformats.org/officeDocument/2006/relationships/oleObject" Target="../embeddings/oleObject227.bin"/><Relationship Id="rId4" Type="http://schemas.openxmlformats.org/officeDocument/2006/relationships/image" Target="../media/image23.svg"/></Relationships>
</file>

<file path=ppt/slideLayouts/_rels/slideLayout263.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29.xml"/><Relationship Id="rId1" Type="http://schemas.openxmlformats.org/officeDocument/2006/relationships/vmlDrawing" Target="../drawings/vmlDrawing220.vml"/><Relationship Id="rId6" Type="http://schemas.openxmlformats.org/officeDocument/2006/relationships/image" Target="../media/image41.svg"/><Relationship Id="rId5" Type="http://schemas.openxmlformats.org/officeDocument/2006/relationships/image" Target="../media/image33.emf"/><Relationship Id="rId4" Type="http://schemas.openxmlformats.org/officeDocument/2006/relationships/oleObject" Target="../embeddings/oleObject228.bin"/></Relationships>
</file>

<file path=ppt/slideLayouts/_rels/slideLayout264.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0.xml"/><Relationship Id="rId1" Type="http://schemas.openxmlformats.org/officeDocument/2006/relationships/vmlDrawing" Target="../drawings/vmlDrawing221.vml"/><Relationship Id="rId6" Type="http://schemas.openxmlformats.org/officeDocument/2006/relationships/image" Target="../media/image42.svg"/><Relationship Id="rId5" Type="http://schemas.openxmlformats.org/officeDocument/2006/relationships/image" Target="../media/image33.emf"/><Relationship Id="rId4" Type="http://schemas.openxmlformats.org/officeDocument/2006/relationships/oleObject" Target="../embeddings/oleObject229.bin"/></Relationships>
</file>

<file path=ppt/slideLayouts/_rels/slideLayout265.xml.rels><?xml version="1.0" encoding="UTF-8" standalone="yes"?>
<Relationships xmlns="http://schemas.openxmlformats.org/package/2006/relationships"><Relationship Id="rId3" Type="http://schemas.openxmlformats.org/officeDocument/2006/relationships/slideMaster" Target="../slideMasters/slideMaster3.xml"/><Relationship Id="rId2" Type="http://schemas.openxmlformats.org/officeDocument/2006/relationships/tags" Target="../tags/tag231.xml"/><Relationship Id="rId1" Type="http://schemas.openxmlformats.org/officeDocument/2006/relationships/vmlDrawing" Target="../drawings/vmlDrawing222.vml"/><Relationship Id="rId5" Type="http://schemas.openxmlformats.org/officeDocument/2006/relationships/image" Target="../media/image16.emf"/><Relationship Id="rId4" Type="http://schemas.openxmlformats.org/officeDocument/2006/relationships/oleObject" Target="../embeddings/oleObject230.bin"/></Relationships>
</file>

<file path=ppt/slideLayouts/_rels/slideLayout266.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Master" Target="../slideMasters/slideMaster3.xml"/></Relationships>
</file>

<file path=ppt/slideLayouts/_rels/slideLayout26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v1">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3772818"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3771136"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5136825"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25" name="Picture Placeholder 19">
            <a:extLst>
              <a:ext uri="{FF2B5EF4-FFF2-40B4-BE49-F238E27FC236}">
                <a16:creationId xmlns:a16="http://schemas.microsoft.com/office/drawing/2014/main" xmlns="" id="{BBB6AD79-4BB3-4B00-81E0-23A147A8722D}"/>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634200"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753102"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pic>
        <p:nvPicPr>
          <p:cNvPr id="16" name="Picture Placeholder 2">
            <a:extLst>
              <a:ext uri="{FF2B5EF4-FFF2-40B4-BE49-F238E27FC236}">
                <a16:creationId xmlns:a16="http://schemas.microsoft.com/office/drawing/2014/main" xmlns="" id="{0722218A-F86B-4F46-ABF3-1D0489C8A00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Tree>
    <p:extLst>
      <p:ext uri="{BB962C8B-B14F-4D97-AF65-F5344CB8AC3E}">
        <p14:creationId xmlns:p14="http://schemas.microsoft.com/office/powerpoint/2010/main" val="33950678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v1 - with Presenters">
    <p:bg>
      <p:bgPr>
        <a:solidFill>
          <a:schemeClr val="accent5"/>
        </a:solidFill>
        <a:effectLst/>
      </p:bgPr>
    </p:bg>
    <p:spTree>
      <p:nvGrpSpPr>
        <p:cNvPr id="1" name=""/>
        <p:cNvGrpSpPr/>
        <p:nvPr/>
      </p:nvGrpSpPr>
      <p:grpSpPr>
        <a:xfrm>
          <a:off x="0" y="0"/>
          <a:ext cx="0" cy="0"/>
          <a:chOff x="0" y="0"/>
          <a:chExt cx="0" cy="0"/>
        </a:xfrm>
      </p:grpSpPr>
      <p:pic>
        <p:nvPicPr>
          <p:cNvPr id="35" name="Picture 34">
            <a:extLst>
              <a:ext uri="{FF2B5EF4-FFF2-40B4-BE49-F238E27FC236}">
                <a16:creationId xmlns:a16="http://schemas.microsoft.com/office/drawing/2014/main" xmlns="" id="{27CB389C-7477-4383-A9E8-C2245E730B40}"/>
              </a:ext>
            </a:extLst>
          </p:cNvPr>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1" y="0"/>
            <a:ext cx="12192000" cy="6858000"/>
          </a:xfrm>
          <a:prstGeom prst="rect">
            <a:avLst/>
          </a:prstGeom>
        </p:spPr>
      </p:pic>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19" name="Oval 18">
            <a:extLst>
              <a:ext uri="{FF2B5EF4-FFF2-40B4-BE49-F238E27FC236}">
                <a16:creationId xmlns:a16="http://schemas.microsoft.com/office/drawing/2014/main" xmlns="" id="{98855B5B-E925-44AD-9009-DE309257938B}"/>
              </a:ext>
            </a:extLst>
          </p:cNvPr>
          <p:cNvSpPr/>
          <p:nvPr userDrawn="1"/>
        </p:nvSpPr>
        <p:spPr>
          <a:xfrm>
            <a:off x="1671996" y="1106424"/>
            <a:ext cx="4646362" cy="4645152"/>
          </a:xfrm>
          <a:prstGeom prst="ellipse">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1670313" y="2552563"/>
            <a:ext cx="4649730" cy="2095500"/>
          </a:xfrm>
        </p:spPr>
        <p:txBody>
          <a:bodyPr anchor="ctr"/>
          <a:lstStyle>
            <a:lvl1pPr algn="ctr">
              <a:lnSpc>
                <a:spcPct val="80000"/>
              </a:lnSpc>
              <a:defRPr sz="40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3036003" y="1938968"/>
            <a:ext cx="1918348" cy="315913"/>
          </a:xfrm>
          <a:prstGeom prst="rect">
            <a:avLst/>
          </a:prstGeom>
        </p:spPr>
        <p:txBody>
          <a:bodyPr anchor="ctr">
            <a:noAutofit/>
          </a:bodyPr>
          <a:lstStyle>
            <a:lvl1pPr marL="0" indent="0" algn="ctr">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4533378" y="4535266"/>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4652280" y="4900144"/>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15" name="Picture Placeholder 19">
            <a:extLst>
              <a:ext uri="{FF2B5EF4-FFF2-40B4-BE49-F238E27FC236}">
                <a16:creationId xmlns:a16="http://schemas.microsoft.com/office/drawing/2014/main" xmlns="" id="{F42F61E4-95F5-45EB-A16E-986F5CC77182}"/>
              </a:ext>
            </a:extLst>
          </p:cNvPr>
          <p:cNvSpPr>
            <a:spLocks noGrp="1"/>
          </p:cNvSpPr>
          <p:nvPr>
            <p:ph type="pic" sz="quarter" idx="12" hasCustomPrompt="1"/>
          </p:nvPr>
        </p:nvSpPr>
        <p:spPr>
          <a:xfrm>
            <a:off x="7554041"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3" name="Text Placeholder 2">
            <a:extLst>
              <a:ext uri="{FF2B5EF4-FFF2-40B4-BE49-F238E27FC236}">
                <a16:creationId xmlns:a16="http://schemas.microsoft.com/office/drawing/2014/main" xmlns="" id="{69DB7E39-16D3-4AAF-8DB5-F05C74688C93}"/>
              </a:ext>
            </a:extLst>
          </p:cNvPr>
          <p:cNvSpPr>
            <a:spLocks noGrp="1"/>
          </p:cNvSpPr>
          <p:nvPr>
            <p:ph type="body" sz="quarter" idx="13" hasCustomPrompt="1"/>
          </p:nvPr>
        </p:nvSpPr>
        <p:spPr>
          <a:xfrm>
            <a:off x="7420040"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43" name="Picture Placeholder 19">
            <a:extLst>
              <a:ext uri="{FF2B5EF4-FFF2-40B4-BE49-F238E27FC236}">
                <a16:creationId xmlns:a16="http://schemas.microsoft.com/office/drawing/2014/main" xmlns="" id="{125CEFA6-05AE-45D8-A1A3-F1D0A0552692}"/>
              </a:ext>
            </a:extLst>
          </p:cNvPr>
          <p:cNvSpPr>
            <a:spLocks noGrp="1"/>
          </p:cNvSpPr>
          <p:nvPr>
            <p:ph type="pic" sz="quarter" idx="14" hasCustomPrompt="1"/>
          </p:nvPr>
        </p:nvSpPr>
        <p:spPr>
          <a:xfrm>
            <a:off x="8491033"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4" name="Text Placeholder 2">
            <a:extLst>
              <a:ext uri="{FF2B5EF4-FFF2-40B4-BE49-F238E27FC236}">
                <a16:creationId xmlns:a16="http://schemas.microsoft.com/office/drawing/2014/main" xmlns="" id="{ACA2B04E-D901-4211-A62E-E7960290CB86}"/>
              </a:ext>
            </a:extLst>
          </p:cNvPr>
          <p:cNvSpPr>
            <a:spLocks noGrp="1"/>
          </p:cNvSpPr>
          <p:nvPr>
            <p:ph type="body" sz="quarter" idx="15" hasCustomPrompt="1"/>
          </p:nvPr>
        </p:nvSpPr>
        <p:spPr>
          <a:xfrm>
            <a:off x="8357032"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45" name="Picture Placeholder 19">
            <a:extLst>
              <a:ext uri="{FF2B5EF4-FFF2-40B4-BE49-F238E27FC236}">
                <a16:creationId xmlns:a16="http://schemas.microsoft.com/office/drawing/2014/main" xmlns="" id="{A68CD03B-FB07-4CDC-B7B8-4F39D0ECF4FA}"/>
              </a:ext>
            </a:extLst>
          </p:cNvPr>
          <p:cNvSpPr>
            <a:spLocks noGrp="1"/>
          </p:cNvSpPr>
          <p:nvPr>
            <p:ph type="pic" sz="quarter" idx="16" hasCustomPrompt="1"/>
          </p:nvPr>
        </p:nvSpPr>
        <p:spPr>
          <a:xfrm>
            <a:off x="9428025"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6" name="Text Placeholder 2">
            <a:extLst>
              <a:ext uri="{FF2B5EF4-FFF2-40B4-BE49-F238E27FC236}">
                <a16:creationId xmlns:a16="http://schemas.microsoft.com/office/drawing/2014/main" xmlns="" id="{57AE09AE-6FDA-4085-9804-E01790BF677C}"/>
              </a:ext>
            </a:extLst>
          </p:cNvPr>
          <p:cNvSpPr>
            <a:spLocks noGrp="1"/>
          </p:cNvSpPr>
          <p:nvPr>
            <p:ph type="body" sz="quarter" idx="17" hasCustomPrompt="1"/>
          </p:nvPr>
        </p:nvSpPr>
        <p:spPr>
          <a:xfrm>
            <a:off x="9294024"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47" name="Picture Placeholder 19">
            <a:extLst>
              <a:ext uri="{FF2B5EF4-FFF2-40B4-BE49-F238E27FC236}">
                <a16:creationId xmlns:a16="http://schemas.microsoft.com/office/drawing/2014/main" xmlns="" id="{792FB7E5-DBD8-47F7-92B3-B15C657815D4}"/>
              </a:ext>
            </a:extLst>
          </p:cNvPr>
          <p:cNvSpPr>
            <a:spLocks noGrp="1"/>
          </p:cNvSpPr>
          <p:nvPr>
            <p:ph type="pic" sz="quarter" idx="18" hasCustomPrompt="1"/>
          </p:nvPr>
        </p:nvSpPr>
        <p:spPr>
          <a:xfrm>
            <a:off x="10365017" y="4734588"/>
            <a:ext cx="548783" cy="548640"/>
          </a:xfrm>
          <a:prstGeom prst="ellipse">
            <a:avLst/>
          </a:prstGeom>
          <a:solidFill>
            <a:schemeClr val="bg1"/>
          </a:solidFill>
        </p:spPr>
        <p:txBody>
          <a:bodyPr wrap="none" lIns="0" tIns="0" rIns="0" bIns="1143000" anchor="t">
            <a:noAutofit/>
          </a:bodyPr>
          <a:lstStyle>
            <a:lvl1pPr marL="0" indent="0" algn="ctr">
              <a:buNone/>
              <a:defRPr sz="800" i="1">
                <a:solidFill>
                  <a:schemeClr val="bg1">
                    <a:alpha val="50000"/>
                  </a:schemeClr>
                </a:solidFill>
              </a:defRPr>
            </a:lvl1pPr>
          </a:lstStyle>
          <a:p>
            <a:r>
              <a:rPr lang="en-US" dirty="0"/>
              <a:t>Click to</a:t>
            </a:r>
            <a:br>
              <a:rPr lang="en-US" dirty="0"/>
            </a:br>
            <a:r>
              <a:rPr lang="en-US" dirty="0"/>
              <a:t>add picture</a:t>
            </a:r>
          </a:p>
        </p:txBody>
      </p:sp>
      <p:sp>
        <p:nvSpPr>
          <p:cNvPr id="48" name="Text Placeholder 2">
            <a:extLst>
              <a:ext uri="{FF2B5EF4-FFF2-40B4-BE49-F238E27FC236}">
                <a16:creationId xmlns:a16="http://schemas.microsoft.com/office/drawing/2014/main" xmlns="" id="{62CACE4C-2D9A-4D8C-AD8B-53F5FDBC2020}"/>
              </a:ext>
            </a:extLst>
          </p:cNvPr>
          <p:cNvSpPr>
            <a:spLocks noGrp="1"/>
          </p:cNvSpPr>
          <p:nvPr>
            <p:ph type="body" sz="quarter" idx="19" hasCustomPrompt="1"/>
          </p:nvPr>
        </p:nvSpPr>
        <p:spPr>
          <a:xfrm>
            <a:off x="10231016" y="537438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29" name="Picture Placeholder 2">
            <a:extLst>
              <a:ext uri="{FF2B5EF4-FFF2-40B4-BE49-F238E27FC236}">
                <a16:creationId xmlns:a16="http://schemas.microsoft.com/office/drawing/2014/main" xmlns="" id="{BD41828A-6710-494A-826C-128A666EFB80}"/>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0" name="Picture Placeholder 19">
            <a:extLst>
              <a:ext uri="{FF2B5EF4-FFF2-40B4-BE49-F238E27FC236}">
                <a16:creationId xmlns:a16="http://schemas.microsoft.com/office/drawing/2014/main" xmlns="" id="{C56FA7D8-298C-485F-ADF4-A3B54BC3F47A}"/>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latin typeface="+mn-lt"/>
              </a:defRPr>
            </a:lvl1pPr>
          </a:lstStyle>
          <a:p>
            <a:r>
              <a:rPr lang="en-US" dirty="0"/>
              <a:t>Click on the picture icon</a:t>
            </a:r>
            <a:br>
              <a:rPr lang="en-US" dirty="0"/>
            </a:br>
            <a:r>
              <a:rPr lang="en-US" dirty="0"/>
              <a:t>to insert the Partner logo</a:t>
            </a:r>
          </a:p>
        </p:txBody>
      </p:sp>
    </p:spTree>
    <p:extLst>
      <p:ext uri="{BB962C8B-B14F-4D97-AF65-F5344CB8AC3E}">
        <p14:creationId xmlns:p14="http://schemas.microsoft.com/office/powerpoint/2010/main" val="19313790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a:t>DDD, MMM YY</a:t>
            </a:r>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60415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1- with Presenters">
    <p:bg>
      <p:bgPr>
        <a:solidFill>
          <a:schemeClr val="accent5"/>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rgbClr val="00A9D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32465323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209550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pic>
        <p:nvPicPr>
          <p:cNvPr id="13" name="Picture Placeholder 2">
            <a:extLst>
              <a:ext uri="{FF2B5EF4-FFF2-40B4-BE49-F238E27FC236}">
                <a16:creationId xmlns:a16="http://schemas.microsoft.com/office/drawing/2014/main" xmlns="" id="{45E66EA5-B756-4646-B7D3-9131530179B7}"/>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14" name="Picture Placeholder 19">
            <a:extLst>
              <a:ext uri="{FF2B5EF4-FFF2-40B4-BE49-F238E27FC236}">
                <a16:creationId xmlns:a16="http://schemas.microsoft.com/office/drawing/2014/main" xmlns="" id="{066CFE3F-F7A0-4123-BE7F-76E47C0997A1}"/>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10"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12"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15"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0319356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heel(1)">
                                      <p:cBhvr>
                                        <p:cTn id="7" dur="2000"/>
                                        <p:tgtEl>
                                          <p:spTgt spid="15"/>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heel(1)">
                                      <p:cBhvr>
                                        <p:cTn id="11" dur="2000"/>
                                        <p:tgtEl>
                                          <p:spTgt spid="12"/>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10"/>
                                        </p:tgtEl>
                                        <p:attrNameLst>
                                          <p:attrName>style.visibility</p:attrName>
                                        </p:attrNameLst>
                                      </p:cBhvr>
                                      <p:to>
                                        <p:strVal val="visible"/>
                                      </p:to>
                                    </p:set>
                                    <p:animEffect transition="in" filter="wheel(1)">
                                      <p:cBhvr>
                                        <p:cTn id="15" dur="20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2" grpId="0" animBg="1"/>
      <p:bldP spid="15" grpId="0" animBg="1"/>
    </p:bld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Animated Title Slide v2 - with Presenters">
    <p:bg>
      <p:bgPr>
        <a:solidFill>
          <a:schemeClr val="bg2"/>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xmlns="" id="{F6C9CFB3-5B8B-4392-8A9E-E0AB59D632E8}"/>
              </a:ext>
            </a:extLst>
          </p:cNvPr>
          <p:cNvSpPr/>
          <p:nvPr userDrawn="1"/>
        </p:nvSpPr>
        <p:spPr>
          <a:xfrm>
            <a:off x="351223" y="6402296"/>
            <a:ext cx="3331361" cy="230832"/>
          </a:xfrm>
          <a:prstGeom prst="rect">
            <a:avLst/>
          </a:prstGeom>
        </p:spPr>
        <p:txBody>
          <a:bodyPr wrap="none">
            <a:spAutoFit/>
          </a:bodyPr>
          <a:lstStyle/>
          <a:p>
            <a:r>
              <a:rPr lang="en-US" sz="900" dirty="0">
                <a:solidFill>
                  <a:srgbClr val="FFFFFF"/>
                </a:solidFill>
                <a:latin typeface="Avenir Roman"/>
                <a:cs typeface="Avenir Roman"/>
              </a:rPr>
              <a:t>Copyright © 2022 Infogain Corporation. All Rights Reserved.</a:t>
            </a:r>
          </a:p>
        </p:txBody>
      </p:sp>
      <p:sp>
        <p:nvSpPr>
          <p:cNvPr id="22" name="Title 1">
            <a:extLst>
              <a:ext uri="{FF2B5EF4-FFF2-40B4-BE49-F238E27FC236}">
                <a16:creationId xmlns:a16="http://schemas.microsoft.com/office/drawing/2014/main" xmlns="" id="{2B3CE755-2906-40A4-867D-D46C782283BD}"/>
              </a:ext>
            </a:extLst>
          </p:cNvPr>
          <p:cNvSpPr>
            <a:spLocks noGrp="1"/>
          </p:cNvSpPr>
          <p:nvPr>
            <p:ph type="ctrTitle" hasCustomPrompt="1"/>
          </p:nvPr>
        </p:nvSpPr>
        <p:spPr>
          <a:xfrm>
            <a:off x="767871" y="2872925"/>
            <a:ext cx="4115872" cy="1737360"/>
          </a:xfrm>
        </p:spPr>
        <p:txBody>
          <a:bodyPr anchor="t"/>
          <a:lstStyle>
            <a:lvl1pPr algn="l">
              <a:lnSpc>
                <a:spcPct val="80000"/>
              </a:lnSpc>
              <a:defRPr sz="4400" cap="none" spc="0" baseline="0">
                <a:solidFill>
                  <a:schemeClr val="bg1"/>
                </a:solidFill>
              </a:defRPr>
            </a:lvl1pPr>
          </a:lstStyle>
          <a:p>
            <a:r>
              <a:rPr lang="en-US" dirty="0"/>
              <a:t>Add title of the</a:t>
            </a:r>
            <a:br>
              <a:rPr lang="en-US" dirty="0"/>
            </a:br>
            <a:r>
              <a:rPr lang="en-US" dirty="0"/>
              <a:t>presentation</a:t>
            </a:r>
            <a:br>
              <a:rPr lang="en-US" dirty="0"/>
            </a:br>
            <a:r>
              <a:rPr lang="en-US" dirty="0"/>
              <a:t>here…</a:t>
            </a:r>
          </a:p>
        </p:txBody>
      </p:sp>
      <p:sp>
        <p:nvSpPr>
          <p:cNvPr id="24" name="Text Placeholder 17">
            <a:extLst>
              <a:ext uri="{FF2B5EF4-FFF2-40B4-BE49-F238E27FC236}">
                <a16:creationId xmlns:a16="http://schemas.microsoft.com/office/drawing/2014/main" xmlns="" id="{A6B1691B-8BE5-452A-A64A-26ABE13E0197}"/>
              </a:ext>
            </a:extLst>
          </p:cNvPr>
          <p:cNvSpPr>
            <a:spLocks noGrp="1"/>
          </p:cNvSpPr>
          <p:nvPr>
            <p:ph type="body" sz="quarter" idx="10" hasCustomPrompt="1"/>
          </p:nvPr>
        </p:nvSpPr>
        <p:spPr>
          <a:xfrm>
            <a:off x="767871" y="2439223"/>
            <a:ext cx="1918348" cy="315913"/>
          </a:xfrm>
          <a:prstGeom prst="rect">
            <a:avLst/>
          </a:prstGeom>
        </p:spPr>
        <p:txBody>
          <a:bodyPr lIns="0" tIns="0" rIns="0" bIns="0" anchor="ctr">
            <a:noAutofit/>
          </a:bodyPr>
          <a:lstStyle>
            <a:lvl1pPr marL="0" indent="0" algn="l">
              <a:spcBef>
                <a:spcPts val="0"/>
              </a:spcBef>
              <a:buNone/>
              <a:defRPr sz="1200" spc="400" baseline="0">
                <a:solidFill>
                  <a:schemeClr val="bg1"/>
                </a:solidFill>
              </a:defRPr>
            </a:lvl1pPr>
          </a:lstStyle>
          <a:p>
            <a:pPr lvl="0"/>
            <a:r>
              <a:rPr lang="en-US" dirty="0" err="1"/>
              <a:t>DDD</a:t>
            </a:r>
            <a:r>
              <a:rPr lang="en-US" dirty="0"/>
              <a:t>, MMM </a:t>
            </a:r>
            <a:r>
              <a:rPr lang="en-US" dirty="0" err="1"/>
              <a:t>YY</a:t>
            </a:r>
            <a:endParaRPr lang="en-US" dirty="0"/>
          </a:p>
        </p:txBody>
      </p:sp>
      <p:sp>
        <p:nvSpPr>
          <p:cNvPr id="13" name="Picture Placeholder 19">
            <a:extLst>
              <a:ext uri="{FF2B5EF4-FFF2-40B4-BE49-F238E27FC236}">
                <a16:creationId xmlns:a16="http://schemas.microsoft.com/office/drawing/2014/main" xmlns="" id="{1E2FE5FA-466C-4923-8F53-0734F9BF7807}"/>
              </a:ext>
            </a:extLst>
          </p:cNvPr>
          <p:cNvSpPr>
            <a:spLocks noGrp="1"/>
          </p:cNvSpPr>
          <p:nvPr>
            <p:ph type="pic" sz="quarter" idx="12" hasCustomPrompt="1"/>
          </p:nvPr>
        </p:nvSpPr>
        <p:spPr>
          <a:xfrm>
            <a:off x="767871"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4" name="Text Placeholder 2">
            <a:extLst>
              <a:ext uri="{FF2B5EF4-FFF2-40B4-BE49-F238E27FC236}">
                <a16:creationId xmlns:a16="http://schemas.microsoft.com/office/drawing/2014/main" xmlns="" id="{BF48F525-BAF8-4B02-A561-CE7E9720DC40}"/>
              </a:ext>
            </a:extLst>
          </p:cNvPr>
          <p:cNvSpPr>
            <a:spLocks noGrp="1"/>
          </p:cNvSpPr>
          <p:nvPr>
            <p:ph type="body" sz="quarter" idx="13" hasCustomPrompt="1"/>
          </p:nvPr>
        </p:nvSpPr>
        <p:spPr>
          <a:xfrm>
            <a:off x="633870"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1 Info</a:t>
            </a:r>
          </a:p>
        </p:txBody>
      </p:sp>
      <p:sp>
        <p:nvSpPr>
          <p:cNvPr id="15" name="Picture Placeholder 19">
            <a:extLst>
              <a:ext uri="{FF2B5EF4-FFF2-40B4-BE49-F238E27FC236}">
                <a16:creationId xmlns:a16="http://schemas.microsoft.com/office/drawing/2014/main" xmlns="" id="{5308E464-6C9F-49CD-B2F3-D574DBC3B7B2}"/>
              </a:ext>
            </a:extLst>
          </p:cNvPr>
          <p:cNvSpPr>
            <a:spLocks noGrp="1"/>
          </p:cNvSpPr>
          <p:nvPr>
            <p:ph type="pic" sz="quarter" idx="14" hasCustomPrompt="1"/>
          </p:nvPr>
        </p:nvSpPr>
        <p:spPr>
          <a:xfrm>
            <a:off x="1704863"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6" name="Text Placeholder 2">
            <a:extLst>
              <a:ext uri="{FF2B5EF4-FFF2-40B4-BE49-F238E27FC236}">
                <a16:creationId xmlns:a16="http://schemas.microsoft.com/office/drawing/2014/main" xmlns="" id="{047C9EE7-C7C3-4B3F-ACF6-E3942E7B4424}"/>
              </a:ext>
            </a:extLst>
          </p:cNvPr>
          <p:cNvSpPr>
            <a:spLocks noGrp="1"/>
          </p:cNvSpPr>
          <p:nvPr>
            <p:ph type="body" sz="quarter" idx="15" hasCustomPrompt="1"/>
          </p:nvPr>
        </p:nvSpPr>
        <p:spPr>
          <a:xfrm>
            <a:off x="1570862"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2 Info</a:t>
            </a:r>
          </a:p>
        </p:txBody>
      </p:sp>
      <p:sp>
        <p:nvSpPr>
          <p:cNvPr id="17" name="Picture Placeholder 19">
            <a:extLst>
              <a:ext uri="{FF2B5EF4-FFF2-40B4-BE49-F238E27FC236}">
                <a16:creationId xmlns:a16="http://schemas.microsoft.com/office/drawing/2014/main" xmlns="" id="{46D1E226-3E26-4463-99A8-340705B9597B}"/>
              </a:ext>
            </a:extLst>
          </p:cNvPr>
          <p:cNvSpPr>
            <a:spLocks noGrp="1"/>
          </p:cNvSpPr>
          <p:nvPr>
            <p:ph type="pic" sz="quarter" idx="16" hasCustomPrompt="1"/>
          </p:nvPr>
        </p:nvSpPr>
        <p:spPr>
          <a:xfrm>
            <a:off x="2641855"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2AC2A269-AF55-4716-A12A-CB2396C70C17}"/>
              </a:ext>
            </a:extLst>
          </p:cNvPr>
          <p:cNvSpPr>
            <a:spLocks noGrp="1"/>
          </p:cNvSpPr>
          <p:nvPr>
            <p:ph type="body" sz="quarter" idx="17" hasCustomPrompt="1"/>
          </p:nvPr>
        </p:nvSpPr>
        <p:spPr>
          <a:xfrm>
            <a:off x="2507854"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3 Info</a:t>
            </a:r>
          </a:p>
        </p:txBody>
      </p:sp>
      <p:sp>
        <p:nvSpPr>
          <p:cNvPr id="19" name="Picture Placeholder 19">
            <a:extLst>
              <a:ext uri="{FF2B5EF4-FFF2-40B4-BE49-F238E27FC236}">
                <a16:creationId xmlns:a16="http://schemas.microsoft.com/office/drawing/2014/main" xmlns="" id="{4779B1B4-690B-49D2-A551-3CCFD54F284E}"/>
              </a:ext>
            </a:extLst>
          </p:cNvPr>
          <p:cNvSpPr>
            <a:spLocks noGrp="1"/>
          </p:cNvSpPr>
          <p:nvPr>
            <p:ph type="pic" sz="quarter" idx="18" hasCustomPrompt="1"/>
          </p:nvPr>
        </p:nvSpPr>
        <p:spPr>
          <a:xfrm>
            <a:off x="3578847" y="4873368"/>
            <a:ext cx="548783" cy="548640"/>
          </a:xfrm>
          <a:prstGeom prst="ellipse">
            <a:avLst/>
          </a:prstGeom>
          <a:solidFill>
            <a:schemeClr val="bg1"/>
          </a:solidFill>
        </p:spPr>
        <p:txBody>
          <a:bodyPr wrap="none" lIns="0" tIns="0" rIns="0" bIns="868680" anchor="t">
            <a:noAutofit/>
          </a:bodyPr>
          <a:lstStyle>
            <a:lvl1pPr marL="0" indent="0" algn="ctr">
              <a:buNone/>
              <a:defRPr sz="800" i="1">
                <a:solidFill>
                  <a:schemeClr val="bg1">
                    <a:alpha val="50000"/>
                  </a:schemeClr>
                </a:solidFill>
              </a:defRPr>
            </a:lvl1pPr>
          </a:lstStyle>
          <a:p>
            <a:r>
              <a:rPr lang="en-US" dirty="0"/>
              <a:t>Click to add picture</a:t>
            </a:r>
          </a:p>
        </p:txBody>
      </p:sp>
      <p:sp>
        <p:nvSpPr>
          <p:cNvPr id="20" name="Text Placeholder 2">
            <a:extLst>
              <a:ext uri="{FF2B5EF4-FFF2-40B4-BE49-F238E27FC236}">
                <a16:creationId xmlns:a16="http://schemas.microsoft.com/office/drawing/2014/main" xmlns="" id="{FE20F70F-96B7-4CD9-B23B-065D42654DD4}"/>
              </a:ext>
            </a:extLst>
          </p:cNvPr>
          <p:cNvSpPr>
            <a:spLocks noGrp="1"/>
          </p:cNvSpPr>
          <p:nvPr>
            <p:ph type="body" sz="quarter" idx="19" hasCustomPrompt="1"/>
          </p:nvPr>
        </p:nvSpPr>
        <p:spPr>
          <a:xfrm>
            <a:off x="3444846" y="5513167"/>
            <a:ext cx="816785" cy="296862"/>
          </a:xfrm>
        </p:spPr>
        <p:txBody>
          <a:bodyPr lIns="0" tIns="0" rIns="0" bIns="0" anchor="t">
            <a:noAutofit/>
          </a:bodyPr>
          <a:lstStyle>
            <a:lvl1pPr marL="0" indent="0" algn="ctr">
              <a:buNone/>
              <a:defRPr sz="900">
                <a:solidFill>
                  <a:schemeClr val="bg1"/>
                </a:solidFill>
              </a:defRPr>
            </a:lvl1pPr>
          </a:lstStyle>
          <a:p>
            <a:pPr lvl="0"/>
            <a:r>
              <a:rPr lang="en-US" dirty="0"/>
              <a:t>Presenter 4 Info</a:t>
            </a:r>
          </a:p>
        </p:txBody>
      </p:sp>
      <p:pic>
        <p:nvPicPr>
          <p:cNvPr id="30" name="Picture Placeholder 2">
            <a:extLst>
              <a:ext uri="{FF2B5EF4-FFF2-40B4-BE49-F238E27FC236}">
                <a16:creationId xmlns:a16="http://schemas.microsoft.com/office/drawing/2014/main" xmlns="" id="{2B49ED0D-8D93-4049-BB9F-EA207C4E35D8}"/>
              </a:ext>
            </a:extLst>
          </p:cNvPr>
          <p:cNvPicPr>
            <a:picLocks noChangeAspect="1"/>
          </p:cNvPicPr>
          <p:nvPr userDrawn="1"/>
        </p:nvPicPr>
        <p:blipFill rotWithShape="1">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p:blipFill>
        <p:spPr>
          <a:xfrm>
            <a:off x="561622" y="655354"/>
            <a:ext cx="1966472" cy="799209"/>
          </a:xfrm>
          <a:prstGeom prst="rect">
            <a:avLst/>
          </a:prstGeom>
        </p:spPr>
      </p:pic>
      <p:sp>
        <p:nvSpPr>
          <p:cNvPr id="31" name="Picture Placeholder 19">
            <a:extLst>
              <a:ext uri="{FF2B5EF4-FFF2-40B4-BE49-F238E27FC236}">
                <a16:creationId xmlns:a16="http://schemas.microsoft.com/office/drawing/2014/main" xmlns="" id="{9E1F4D62-6B64-47C1-9F68-73659971546E}"/>
              </a:ext>
            </a:extLst>
          </p:cNvPr>
          <p:cNvSpPr>
            <a:spLocks noGrp="1"/>
          </p:cNvSpPr>
          <p:nvPr>
            <p:ph type="pic" sz="quarter" idx="11" hasCustomPrompt="1"/>
          </p:nvPr>
        </p:nvSpPr>
        <p:spPr>
          <a:xfrm>
            <a:off x="9538597" y="695279"/>
            <a:ext cx="1966472" cy="795528"/>
          </a:xfrm>
          <a:prstGeom prst="rect">
            <a:avLst/>
          </a:prstGeom>
          <a:noFill/>
        </p:spPr>
        <p:txBody>
          <a:bodyPr lIns="0" rIns="0" anchor="ctr">
            <a:noAutofit/>
          </a:bodyPr>
          <a:lstStyle>
            <a:lvl1pPr marL="0" indent="0" algn="ctr">
              <a:buNone/>
              <a:defRPr sz="1400">
                <a:solidFill>
                  <a:schemeClr val="bg1"/>
                </a:solidFill>
              </a:defRPr>
            </a:lvl1pPr>
          </a:lstStyle>
          <a:p>
            <a:r>
              <a:rPr lang="en-US" dirty="0"/>
              <a:t>Click on the picture icon</a:t>
            </a:r>
            <a:br>
              <a:rPr lang="en-US" dirty="0"/>
            </a:br>
            <a:r>
              <a:rPr lang="en-US" dirty="0"/>
              <a:t>to insert the Partner logo</a:t>
            </a:r>
          </a:p>
        </p:txBody>
      </p:sp>
      <p:sp>
        <p:nvSpPr>
          <p:cNvPr id="21" name="Circle: Hollow 27">
            <a:extLst>
              <a:ext uri="{FF2B5EF4-FFF2-40B4-BE49-F238E27FC236}">
                <a16:creationId xmlns:a16="http://schemas.microsoft.com/office/drawing/2014/main" xmlns="" id="{50CF8BA7-9B1E-416B-B0C1-5320E2C70028}"/>
              </a:ext>
            </a:extLst>
          </p:cNvPr>
          <p:cNvSpPr/>
          <p:nvPr userDrawn="1"/>
        </p:nvSpPr>
        <p:spPr>
          <a:xfrm>
            <a:off x="5092704" y="-360991"/>
            <a:ext cx="7545767" cy="7543800"/>
          </a:xfrm>
          <a:prstGeom prst="donut">
            <a:avLst>
              <a:gd name="adj" fmla="val 240"/>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solidFill>
                <a:schemeClr val="tx1"/>
              </a:solidFill>
            </a:endParaRPr>
          </a:p>
        </p:txBody>
      </p:sp>
      <p:sp>
        <p:nvSpPr>
          <p:cNvPr id="25" name="Circle: Hollow 28">
            <a:extLst>
              <a:ext uri="{FF2B5EF4-FFF2-40B4-BE49-F238E27FC236}">
                <a16:creationId xmlns:a16="http://schemas.microsoft.com/office/drawing/2014/main" xmlns="" id="{71DF058B-04F8-4167-B439-D9356F498502}"/>
              </a:ext>
            </a:extLst>
          </p:cNvPr>
          <p:cNvSpPr/>
          <p:nvPr userDrawn="1"/>
        </p:nvSpPr>
        <p:spPr>
          <a:xfrm>
            <a:off x="5104352" y="903642"/>
            <a:ext cx="5236807" cy="5276626"/>
          </a:xfrm>
          <a:prstGeom prst="donut">
            <a:avLst>
              <a:gd name="adj" fmla="val 359"/>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26" name="Circle: Hollow 29">
            <a:extLst>
              <a:ext uri="{FF2B5EF4-FFF2-40B4-BE49-F238E27FC236}">
                <a16:creationId xmlns:a16="http://schemas.microsoft.com/office/drawing/2014/main" xmlns="" id="{E10129F2-B3CB-45BD-BBA7-D14012824D90}"/>
              </a:ext>
            </a:extLst>
          </p:cNvPr>
          <p:cNvSpPr/>
          <p:nvPr userDrawn="1"/>
        </p:nvSpPr>
        <p:spPr>
          <a:xfrm>
            <a:off x="5116961" y="1963271"/>
            <a:ext cx="3314218" cy="3284590"/>
          </a:xfrm>
          <a:prstGeom prst="donut">
            <a:avLst>
              <a:gd name="adj" fmla="val 337"/>
            </a:avLst>
          </a:prstGeom>
          <a:solidFill>
            <a:schemeClr val="bg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solidFill>
                <a:schemeClr val="tx1"/>
              </a:solidFill>
            </a:endParaRPr>
          </a:p>
        </p:txBody>
      </p:sp>
      <p:sp>
        <p:nvSpPr>
          <p:cNvPr id="34" name="Oval 33">
            <a:extLst>
              <a:ext uri="{FF2B5EF4-FFF2-40B4-BE49-F238E27FC236}">
                <a16:creationId xmlns:a16="http://schemas.microsoft.com/office/drawing/2014/main" xmlns="" id="{62724850-F4EF-40CD-8CEE-B0E45566D342}"/>
              </a:ext>
            </a:extLst>
          </p:cNvPr>
          <p:cNvSpPr/>
          <p:nvPr userDrawn="1"/>
        </p:nvSpPr>
        <p:spPr>
          <a:xfrm>
            <a:off x="6444344" y="1475195"/>
            <a:ext cx="1975618" cy="1975104"/>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3" name="Subtitle 2">
            <a:extLst>
              <a:ext uri="{FF2B5EF4-FFF2-40B4-BE49-F238E27FC236}">
                <a16:creationId xmlns:a16="http://schemas.microsoft.com/office/drawing/2014/main" xmlns="" id="{DDA26FD1-8103-47E4-A692-B1304618F741}"/>
              </a:ext>
            </a:extLst>
          </p:cNvPr>
          <p:cNvSpPr>
            <a:spLocks noGrp="1"/>
          </p:cNvSpPr>
          <p:nvPr>
            <p:ph type="subTitle" idx="1" hasCustomPrompt="1"/>
          </p:nvPr>
        </p:nvSpPr>
        <p:spPr>
          <a:xfrm>
            <a:off x="6563247" y="1840073"/>
            <a:ext cx="1737813" cy="1245348"/>
          </a:xfrm>
          <a:prstGeom prst="rect">
            <a:avLst/>
          </a:prstGeom>
        </p:spPr>
        <p:txBody>
          <a:bodyPr wrap="square" anchor="ctr">
            <a:noAutofit/>
          </a:bodyPr>
          <a:lstStyle>
            <a:lvl1pPr marL="0" indent="0" algn="ctr">
              <a:lnSpc>
                <a:spcPct val="90000"/>
              </a:lnSpc>
              <a:spcBef>
                <a:spcPts val="0"/>
              </a:spcBef>
              <a:buNone/>
              <a:defRPr sz="16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Tree>
    <p:extLst>
      <p:ext uri="{BB962C8B-B14F-4D97-AF65-F5344CB8AC3E}">
        <p14:creationId xmlns:p14="http://schemas.microsoft.com/office/powerpoint/2010/main" val="22507437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heel(1)">
                                      <p:cBhvr>
                                        <p:cTn id="7" dur="2000"/>
                                        <p:tgtEl>
                                          <p:spTgt spid="26"/>
                                        </p:tgtEl>
                                      </p:cBhvr>
                                    </p:animEffect>
                                  </p:childTnLst>
                                </p:cTn>
                              </p:par>
                            </p:childTnLst>
                          </p:cTn>
                        </p:par>
                        <p:par>
                          <p:cTn id="8" fill="hold">
                            <p:stCondLst>
                              <p:cond delay="2000"/>
                            </p:stCondLst>
                            <p:childTnLst>
                              <p:par>
                                <p:cTn id="9" presetID="21" presetClass="entr" presetSubtype="1" fill="hold" grpId="0" nodeType="afterEffect">
                                  <p:stCondLst>
                                    <p:cond delay="0"/>
                                  </p:stCondLst>
                                  <p:childTnLst>
                                    <p:set>
                                      <p:cBhvr>
                                        <p:cTn id="10" dur="1" fill="hold">
                                          <p:stCondLst>
                                            <p:cond delay="0"/>
                                          </p:stCondLst>
                                        </p:cTn>
                                        <p:tgtEl>
                                          <p:spTgt spid="25"/>
                                        </p:tgtEl>
                                        <p:attrNameLst>
                                          <p:attrName>style.visibility</p:attrName>
                                        </p:attrNameLst>
                                      </p:cBhvr>
                                      <p:to>
                                        <p:strVal val="visible"/>
                                      </p:to>
                                    </p:set>
                                    <p:animEffect transition="in" filter="wheel(1)">
                                      <p:cBhvr>
                                        <p:cTn id="11" dur="2000"/>
                                        <p:tgtEl>
                                          <p:spTgt spid="25"/>
                                        </p:tgtEl>
                                      </p:cBhvr>
                                    </p:animEffect>
                                  </p:childTnLst>
                                </p:cTn>
                              </p:par>
                            </p:childTnLst>
                          </p:cTn>
                        </p:par>
                        <p:par>
                          <p:cTn id="12" fill="hold">
                            <p:stCondLst>
                              <p:cond delay="4000"/>
                            </p:stCondLst>
                            <p:childTnLst>
                              <p:par>
                                <p:cTn id="13" presetID="21" presetClass="entr" presetSubtype="1" fill="hold" grpId="0" nodeType="afterEffect">
                                  <p:stCondLst>
                                    <p:cond delay="0"/>
                                  </p:stCondLst>
                                  <p:childTnLst>
                                    <p:set>
                                      <p:cBhvr>
                                        <p:cTn id="14" dur="1" fill="hold">
                                          <p:stCondLst>
                                            <p:cond delay="0"/>
                                          </p:stCondLst>
                                        </p:cTn>
                                        <p:tgtEl>
                                          <p:spTgt spid="21"/>
                                        </p:tgtEl>
                                        <p:attrNameLst>
                                          <p:attrName>style.visibility</p:attrName>
                                        </p:attrNameLst>
                                      </p:cBhvr>
                                      <p:to>
                                        <p:strVal val="visible"/>
                                      </p:to>
                                    </p:set>
                                    <p:animEffect transition="in" filter="wheel(1)">
                                      <p:cBhvr>
                                        <p:cTn id="15" dur="20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5" grpId="0" animBg="1"/>
      <p:bldP spid="26" grpId="0" animBg="1"/>
    </p:bld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41" name="Oval 40">
            <a:extLst>
              <a:ext uri="{FF2B5EF4-FFF2-40B4-BE49-F238E27FC236}">
                <a16:creationId xmlns:a16="http://schemas.microsoft.com/office/drawing/2014/main" xmlns="" id="{77C9A1D9-D296-458E-ACEC-E778E5EE2E32}"/>
              </a:ext>
            </a:extLst>
          </p:cNvPr>
          <p:cNvSpPr/>
          <p:nvPr userDrawn="1"/>
        </p:nvSpPr>
        <p:spPr>
          <a:xfrm>
            <a:off x="6822950" y="4186866"/>
            <a:ext cx="1598118" cy="1597702"/>
          </a:xfrm>
          <a:prstGeom prst="ellipse">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2" name="Subtitle 2">
            <a:extLst>
              <a:ext uri="{FF2B5EF4-FFF2-40B4-BE49-F238E27FC236}">
                <a16:creationId xmlns:a16="http://schemas.microsoft.com/office/drawing/2014/main" xmlns="" id="{3C5D5E26-EC47-4A53-A976-2798FA731462}"/>
              </a:ext>
            </a:extLst>
          </p:cNvPr>
          <p:cNvSpPr>
            <a:spLocks noGrp="1"/>
          </p:cNvSpPr>
          <p:nvPr>
            <p:ph type="subTitle" idx="1" hasCustomPrompt="1"/>
          </p:nvPr>
        </p:nvSpPr>
        <p:spPr>
          <a:xfrm>
            <a:off x="6943430" y="4363043"/>
            <a:ext cx="1357157" cy="1245348"/>
          </a:xfrm>
          <a:prstGeom prst="rect">
            <a:avLst/>
          </a:prstGeom>
        </p:spPr>
        <p:txBody>
          <a:bodyPr wrap="square" anchor="ctr">
            <a:noAutofit/>
          </a:bodyPr>
          <a:lstStyle>
            <a:lvl1pPr marL="0" indent="0" algn="ctr">
              <a:lnSpc>
                <a:spcPct val="90000"/>
              </a:lnSpc>
              <a:spcBef>
                <a:spcPts val="0"/>
              </a:spcBef>
              <a:buNone/>
              <a:defRPr sz="1200">
                <a:solidFill>
                  <a:schemeClr val="bg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To highlight or add supporting text, use this space…</a:t>
            </a:r>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6499811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v1 - without subtitle">
    <p:bg>
      <p:bgPr>
        <a:solidFill>
          <a:schemeClr val="bg2"/>
        </a:solidFill>
        <a:effectLst/>
      </p:bgPr>
    </p:bg>
    <p:spTree>
      <p:nvGrpSpPr>
        <p:cNvPr id="1" name=""/>
        <p:cNvGrpSpPr/>
        <p:nvPr/>
      </p:nvGrpSpPr>
      <p:grpSpPr>
        <a:xfrm>
          <a:off x="0" y="0"/>
          <a:ext cx="0" cy="0"/>
          <a:chOff x="0" y="0"/>
          <a:chExt cx="0" cy="0"/>
        </a:xfrm>
      </p:grpSpPr>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38" name="Oval 37">
            <a:extLst>
              <a:ext uri="{FF2B5EF4-FFF2-40B4-BE49-F238E27FC236}">
                <a16:creationId xmlns:a16="http://schemas.microsoft.com/office/drawing/2014/main" xmlns="" id="{6223CD6E-27C2-414B-99FE-78D1D98AAD06}"/>
              </a:ext>
            </a:extLst>
          </p:cNvPr>
          <p:cNvSpPr/>
          <p:nvPr userDrawn="1"/>
        </p:nvSpPr>
        <p:spPr>
          <a:xfrm>
            <a:off x="3770931" y="898473"/>
            <a:ext cx="4650137" cy="4648926"/>
          </a:xfrm>
          <a:prstGeom prst="ellipse">
            <a:avLst/>
          </a:prstGeom>
          <a:solidFill>
            <a:schemeClr val="bg2"/>
          </a:solidFill>
          <a:ln w="31750">
            <a:solidFill>
              <a:schemeClr val="bg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dirty="0"/>
          </a:p>
        </p:txBody>
      </p:sp>
      <p:sp>
        <p:nvSpPr>
          <p:cNvPr id="3" name="Text Placeholder 2">
            <a:extLst>
              <a:ext uri="{FF2B5EF4-FFF2-40B4-BE49-F238E27FC236}">
                <a16:creationId xmlns:a16="http://schemas.microsoft.com/office/drawing/2014/main" xmlns="" id="{5D6B3E54-5FB5-4437-A6B6-F6CA40F99F2C}"/>
              </a:ext>
            </a:extLst>
          </p:cNvPr>
          <p:cNvSpPr>
            <a:spLocks noGrp="1"/>
          </p:cNvSpPr>
          <p:nvPr>
            <p:ph type="body" sz="quarter" idx="10" hasCustomPrompt="1"/>
          </p:nvPr>
        </p:nvSpPr>
        <p:spPr>
          <a:xfrm>
            <a:off x="3770933" y="2102201"/>
            <a:ext cx="4650135" cy="2241470"/>
          </a:xfrm>
        </p:spPr>
        <p:txBody>
          <a:bodyPr anchor="ctr">
            <a:noAutofit/>
          </a:bodyPr>
          <a:lstStyle>
            <a:lvl1pPr marL="0" indent="0" algn="ctr">
              <a:lnSpc>
                <a:spcPct val="90000"/>
              </a:lnSpc>
              <a:spcBef>
                <a:spcPts val="0"/>
              </a:spcBef>
              <a:buNone/>
              <a:defRPr sz="4800">
                <a:solidFill>
                  <a:schemeClr val="bg1"/>
                </a:solidFill>
              </a:defRPr>
            </a:lvl1pPr>
          </a:lstStyle>
          <a:p>
            <a:pPr lvl="0"/>
            <a:r>
              <a:rPr lang="en-US" dirty="0"/>
              <a:t>Section Divider</a:t>
            </a:r>
          </a:p>
        </p:txBody>
      </p:sp>
      <p:pic>
        <p:nvPicPr>
          <p:cNvPr id="10" name="Picture 9"/>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0664820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Section Divider v2">
    <p:bg>
      <p:bgPr>
        <a:solidFill>
          <a:schemeClr val="tx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26957034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Section Divider v3">
    <p:bg>
      <p:bgPr>
        <a:solidFill>
          <a:schemeClr val="accent1"/>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2422304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Section Divider v4">
    <p:bg>
      <p:bgPr>
        <a:solidFill>
          <a:schemeClr val="accent2"/>
        </a:solidFill>
        <a:effectLst/>
      </p:bgPr>
    </p:bg>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767869" y="1582059"/>
            <a:ext cx="7151276" cy="315704"/>
          </a:xfrm>
        </p:spPr>
        <p:txBody>
          <a:bodyPr/>
          <a:lstStyle>
            <a:lvl1pPr>
              <a:defRPr baseline="0">
                <a:solidFill>
                  <a:schemeClr val="bg1"/>
                </a:solidFill>
              </a:defRPr>
            </a:lvl1pPr>
          </a:lstStyle>
          <a:p>
            <a:r>
              <a:rPr lang="en-US" dirty="0"/>
              <a:t>SECTION HEADING</a:t>
            </a:r>
          </a:p>
        </p:txBody>
      </p:sp>
      <p:sp>
        <p:nvSpPr>
          <p:cNvPr id="32" name="TextBox 31">
            <a:extLst>
              <a:ext uri="{FF2B5EF4-FFF2-40B4-BE49-F238E27FC236}">
                <a16:creationId xmlns:a16="http://schemas.microsoft.com/office/drawing/2014/main" xmlns="" id="{3D027264-FFD5-4664-9F28-20A1BCF7F9C4}"/>
              </a:ext>
            </a:extLst>
          </p:cNvPr>
          <p:cNvSpPr txBox="1"/>
          <p:nvPr userDrawn="1"/>
        </p:nvSpPr>
        <p:spPr>
          <a:xfrm>
            <a:off x="11470597" y="6434405"/>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solidFill>
                <a:latin typeface="Avenir Roman"/>
                <a:cs typeface="Avenir Roman"/>
              </a:rPr>
              <a:pPr algn="r"/>
              <a:t>‹#›</a:t>
            </a:fld>
            <a:endParaRPr kumimoji="0" lang="en-US" sz="1000" u="none" strike="noStrike" kern="1200" cap="none" spc="0" normalizeH="0" baseline="0" noProof="0" dirty="0">
              <a:ln>
                <a:noFill/>
              </a:ln>
              <a:solidFill>
                <a:schemeClr val="bg1"/>
              </a:solidFill>
              <a:effectLst/>
              <a:uLnTx/>
              <a:uFillTx/>
              <a:latin typeface="Avenir Roman"/>
              <a:cs typeface="Avenir Roman"/>
            </a:endParaRPr>
          </a:p>
        </p:txBody>
      </p:sp>
      <p:sp>
        <p:nvSpPr>
          <p:cNvPr id="35" name="Rectangle 34">
            <a:extLst>
              <a:ext uri="{FF2B5EF4-FFF2-40B4-BE49-F238E27FC236}">
                <a16:creationId xmlns:a16="http://schemas.microsoft.com/office/drawing/2014/main" xmlns="" id="{15AA81F1-FB1E-4A27-8998-A3F65FCB5469}"/>
              </a:ext>
            </a:extLst>
          </p:cNvPr>
          <p:cNvSpPr/>
          <p:nvPr userDrawn="1"/>
        </p:nvSpPr>
        <p:spPr>
          <a:xfrm>
            <a:off x="351223" y="6402296"/>
            <a:ext cx="3331361" cy="230832"/>
          </a:xfrm>
          <a:prstGeom prst="rect">
            <a:avLst/>
          </a:prstGeom>
        </p:spPr>
        <p:txBody>
          <a:bodyPr wrap="none">
            <a:spAutoFit/>
          </a:bodyPr>
          <a:lstStyle/>
          <a:p>
            <a:r>
              <a:rPr lang="en-US" sz="900" dirty="0">
                <a:solidFill>
                  <a:schemeClr val="bg1"/>
                </a:solidFill>
                <a:latin typeface="Avenir Roman"/>
                <a:cs typeface="Avenir Roman"/>
              </a:rPr>
              <a:t>Copyright © 2022 Infogain Corporation. All Rights Reserved.</a:t>
            </a:r>
          </a:p>
        </p:txBody>
      </p:sp>
      <p:sp>
        <p:nvSpPr>
          <p:cNvPr id="14" name="Text Placeholder 17">
            <a:extLst>
              <a:ext uri="{FF2B5EF4-FFF2-40B4-BE49-F238E27FC236}">
                <a16:creationId xmlns:a16="http://schemas.microsoft.com/office/drawing/2014/main" xmlns="" id="{B3E88B52-A8F8-42C0-A544-92EB6CF0687F}"/>
              </a:ext>
            </a:extLst>
          </p:cNvPr>
          <p:cNvSpPr>
            <a:spLocks noGrp="1"/>
          </p:cNvSpPr>
          <p:nvPr>
            <p:ph type="body" sz="quarter" idx="10" hasCustomPrompt="1"/>
          </p:nvPr>
        </p:nvSpPr>
        <p:spPr>
          <a:xfrm>
            <a:off x="767869" y="4012791"/>
            <a:ext cx="7151276" cy="315913"/>
          </a:xfrm>
          <a:prstGeom prst="rect">
            <a:avLst/>
          </a:prstGeom>
        </p:spPr>
        <p:txBody>
          <a:bodyPr lIns="0" tIns="0" rIns="0" bIns="0" anchor="t">
            <a:noAutofit/>
          </a:bodyPr>
          <a:lstStyle>
            <a:lvl1pPr marL="0" indent="0" algn="l">
              <a:spcBef>
                <a:spcPts val="0"/>
              </a:spcBef>
              <a:buNone/>
              <a:defRPr sz="1400" spc="0" baseline="0">
                <a:solidFill>
                  <a:schemeClr val="bg1"/>
                </a:solidFill>
              </a:defRPr>
            </a:lvl1pPr>
          </a:lstStyle>
          <a:p>
            <a:pPr lvl="0"/>
            <a:r>
              <a:rPr lang="en-US" dirty="0"/>
              <a:t>Place holder for subtitle</a:t>
            </a:r>
          </a:p>
        </p:txBody>
      </p:sp>
      <p:sp>
        <p:nvSpPr>
          <p:cNvPr id="17" name="Text Placeholder 17">
            <a:extLst>
              <a:ext uri="{FF2B5EF4-FFF2-40B4-BE49-F238E27FC236}">
                <a16:creationId xmlns:a16="http://schemas.microsoft.com/office/drawing/2014/main" xmlns="" id="{D95356D2-AFDD-42A5-A465-237B8096BB51}"/>
              </a:ext>
            </a:extLst>
          </p:cNvPr>
          <p:cNvSpPr>
            <a:spLocks noGrp="1"/>
          </p:cNvSpPr>
          <p:nvPr>
            <p:ph type="body" sz="quarter" idx="11" hasCustomPrompt="1"/>
          </p:nvPr>
        </p:nvSpPr>
        <p:spPr>
          <a:xfrm>
            <a:off x="767869" y="1993449"/>
            <a:ext cx="7151276" cy="1965093"/>
          </a:xfrm>
          <a:prstGeom prst="rect">
            <a:avLst/>
          </a:prstGeom>
        </p:spPr>
        <p:txBody>
          <a:bodyPr lIns="0" tIns="0" rIns="0" bIns="0" anchor="ctr">
            <a:noAutofit/>
          </a:bodyPr>
          <a:lstStyle>
            <a:lvl1pPr marL="0" indent="0" algn="l">
              <a:lnSpc>
                <a:spcPct val="90000"/>
              </a:lnSpc>
              <a:spcBef>
                <a:spcPts val="0"/>
              </a:spcBef>
              <a:buNone/>
              <a:defRPr sz="6000" spc="0" baseline="0">
                <a:solidFill>
                  <a:schemeClr val="bg1"/>
                </a:solidFill>
              </a:defRPr>
            </a:lvl1pPr>
          </a:lstStyle>
          <a:p>
            <a:pPr lvl="0"/>
            <a:r>
              <a:rPr lang="en-US" dirty="0"/>
              <a:t>Place holder for Section Divider</a:t>
            </a:r>
          </a:p>
        </p:txBody>
      </p:sp>
      <p:pic>
        <p:nvPicPr>
          <p:cNvPr id="9" name="Picture 8"/>
          <p:cNvPicPr>
            <a:picLocks noChangeAspect="1"/>
          </p:cNvPicPr>
          <p:nvPr userDrawn="1"/>
        </p:nvPicPr>
        <p:blipFill>
          <a:blip r:embed="rId2" cstate="print">
            <a:extLst>
              <a:ext uri="{BEBA8EAE-BF5A-486C-A8C5-ECC9F3942E4B}">
                <a14:imgProps xmlns:a14="http://schemas.microsoft.com/office/drawing/2010/main">
                  <a14:imgLayer r:embed="rId3">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41557891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genda v1">
    <p:spTree>
      <p:nvGrpSpPr>
        <p:cNvPr id="1" name=""/>
        <p:cNvGrpSpPr/>
        <p:nvPr/>
      </p:nvGrpSpPr>
      <p:grpSpPr>
        <a:xfrm>
          <a:off x="0" y="0"/>
          <a:ext cx="0" cy="0"/>
          <a:chOff x="0" y="0"/>
          <a:chExt cx="0" cy="0"/>
        </a:xfrm>
      </p:grpSpPr>
      <p:pic>
        <p:nvPicPr>
          <p:cNvPr id="32" name="Picture 31">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94088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2" name="Text Placeholder 2">
            <a:extLst>
              <a:ext uri="{FF2B5EF4-FFF2-40B4-BE49-F238E27FC236}">
                <a16:creationId xmlns:a16="http://schemas.microsoft.com/office/drawing/2014/main" xmlns="" id="{BFFF5094-6ED3-40C7-BD93-86A550C2B1EA}"/>
              </a:ext>
            </a:extLst>
          </p:cNvPr>
          <p:cNvSpPr>
            <a:spLocks noGrp="1"/>
          </p:cNvSpPr>
          <p:nvPr>
            <p:ph type="body" sz="quarter" idx="13" hasCustomPrompt="1"/>
          </p:nvPr>
        </p:nvSpPr>
        <p:spPr>
          <a:xfrm>
            <a:off x="940886"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01</a:t>
            </a:r>
          </a:p>
        </p:txBody>
      </p:sp>
      <p:sp>
        <p:nvSpPr>
          <p:cNvPr id="23" name="Text Placeholder 2">
            <a:extLst>
              <a:ext uri="{FF2B5EF4-FFF2-40B4-BE49-F238E27FC236}">
                <a16:creationId xmlns:a16="http://schemas.microsoft.com/office/drawing/2014/main" xmlns="" id="{AE10F525-8785-40CE-95A6-6D01A7714D79}"/>
              </a:ext>
            </a:extLst>
          </p:cNvPr>
          <p:cNvSpPr>
            <a:spLocks noGrp="1"/>
          </p:cNvSpPr>
          <p:nvPr>
            <p:ph type="body" sz="quarter" idx="14" hasCustomPrompt="1"/>
          </p:nvPr>
        </p:nvSpPr>
        <p:spPr>
          <a:xfrm>
            <a:off x="3242540"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02</a:t>
            </a:r>
          </a:p>
        </p:txBody>
      </p:sp>
      <p:sp>
        <p:nvSpPr>
          <p:cNvPr id="24" name="Text Placeholder 2">
            <a:extLst>
              <a:ext uri="{FF2B5EF4-FFF2-40B4-BE49-F238E27FC236}">
                <a16:creationId xmlns:a16="http://schemas.microsoft.com/office/drawing/2014/main" xmlns="" id="{D36914D6-A688-48A8-B471-081AF08A391F}"/>
              </a:ext>
            </a:extLst>
          </p:cNvPr>
          <p:cNvSpPr>
            <a:spLocks noGrp="1"/>
          </p:cNvSpPr>
          <p:nvPr>
            <p:ph type="body" sz="quarter" idx="15" hasCustomPrompt="1"/>
          </p:nvPr>
        </p:nvSpPr>
        <p:spPr>
          <a:xfrm>
            <a:off x="5544195"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03</a:t>
            </a:r>
          </a:p>
        </p:txBody>
      </p:sp>
      <p:sp>
        <p:nvSpPr>
          <p:cNvPr id="25" name="Text Placeholder 2">
            <a:extLst>
              <a:ext uri="{FF2B5EF4-FFF2-40B4-BE49-F238E27FC236}">
                <a16:creationId xmlns:a16="http://schemas.microsoft.com/office/drawing/2014/main" xmlns="" id="{56673962-E048-4984-88F8-74B5C5793C52}"/>
              </a:ext>
            </a:extLst>
          </p:cNvPr>
          <p:cNvSpPr>
            <a:spLocks noGrp="1"/>
          </p:cNvSpPr>
          <p:nvPr>
            <p:ph type="body" sz="quarter" idx="16" hasCustomPrompt="1"/>
          </p:nvPr>
        </p:nvSpPr>
        <p:spPr>
          <a:xfrm>
            <a:off x="7845849"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04</a:t>
            </a:r>
          </a:p>
        </p:txBody>
      </p:sp>
      <p:sp>
        <p:nvSpPr>
          <p:cNvPr id="26" name="Text Placeholder 2">
            <a:extLst>
              <a:ext uri="{FF2B5EF4-FFF2-40B4-BE49-F238E27FC236}">
                <a16:creationId xmlns:a16="http://schemas.microsoft.com/office/drawing/2014/main" xmlns="" id="{02A799DF-1979-4FDB-A256-951A4204AF87}"/>
              </a:ext>
            </a:extLst>
          </p:cNvPr>
          <p:cNvSpPr>
            <a:spLocks noGrp="1"/>
          </p:cNvSpPr>
          <p:nvPr>
            <p:ph type="body" sz="quarter" idx="17" hasCustomPrompt="1"/>
          </p:nvPr>
        </p:nvSpPr>
        <p:spPr>
          <a:xfrm>
            <a:off x="10147504" y="2521288"/>
            <a:ext cx="943414" cy="930160"/>
          </a:xfrm>
        </p:spPr>
        <p:txBody>
          <a:bodyPr lIns="0" tIns="0" rIns="0" bIns="0" anchor="t">
            <a:noAutofit/>
          </a:bodyPr>
          <a:lstStyle>
            <a:lvl1pPr marL="0" indent="0" algn="l">
              <a:buNone/>
              <a:defRPr sz="6000" u="none">
                <a:solidFill>
                  <a:schemeClr val="bg2"/>
                </a:solidFill>
              </a:defRPr>
            </a:lvl1pPr>
          </a:lstStyle>
          <a:p>
            <a:pPr lvl="0"/>
            <a:r>
              <a:rPr lang="en-US" dirty="0"/>
              <a:t>05</a:t>
            </a:r>
          </a:p>
        </p:txBody>
      </p:sp>
      <p:sp>
        <p:nvSpPr>
          <p:cNvPr id="28" name="Text Placeholder 2">
            <a:extLst>
              <a:ext uri="{FF2B5EF4-FFF2-40B4-BE49-F238E27FC236}">
                <a16:creationId xmlns:a16="http://schemas.microsoft.com/office/drawing/2014/main" xmlns="" id="{F339E161-0E60-4C55-BC72-7E29650E6436}"/>
              </a:ext>
            </a:extLst>
          </p:cNvPr>
          <p:cNvSpPr>
            <a:spLocks noGrp="1"/>
          </p:cNvSpPr>
          <p:nvPr>
            <p:ph type="body" sz="quarter" idx="19" hasCustomPrompt="1"/>
          </p:nvPr>
        </p:nvSpPr>
        <p:spPr>
          <a:xfrm>
            <a:off x="324254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29" name="Text Placeholder 2">
            <a:extLst>
              <a:ext uri="{FF2B5EF4-FFF2-40B4-BE49-F238E27FC236}">
                <a16:creationId xmlns:a16="http://schemas.microsoft.com/office/drawing/2014/main" xmlns="" id="{C7FC7771-48D6-4488-A089-A4699B8C9BB9}"/>
              </a:ext>
            </a:extLst>
          </p:cNvPr>
          <p:cNvSpPr>
            <a:spLocks noGrp="1"/>
          </p:cNvSpPr>
          <p:nvPr>
            <p:ph type="body" sz="quarter" idx="20" hasCustomPrompt="1"/>
          </p:nvPr>
        </p:nvSpPr>
        <p:spPr>
          <a:xfrm>
            <a:off x="5544196"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0" name="Text Placeholder 2">
            <a:extLst>
              <a:ext uri="{FF2B5EF4-FFF2-40B4-BE49-F238E27FC236}">
                <a16:creationId xmlns:a16="http://schemas.microsoft.com/office/drawing/2014/main" xmlns="" id="{A7DDF1D5-1765-4836-BBE1-849DFAB37631}"/>
              </a:ext>
            </a:extLst>
          </p:cNvPr>
          <p:cNvSpPr>
            <a:spLocks noGrp="1"/>
          </p:cNvSpPr>
          <p:nvPr>
            <p:ph type="body" sz="quarter" idx="21" hasCustomPrompt="1"/>
          </p:nvPr>
        </p:nvSpPr>
        <p:spPr>
          <a:xfrm>
            <a:off x="7845851"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1" name="Text Placeholder 2">
            <a:extLst>
              <a:ext uri="{FF2B5EF4-FFF2-40B4-BE49-F238E27FC236}">
                <a16:creationId xmlns:a16="http://schemas.microsoft.com/office/drawing/2014/main" xmlns="" id="{35D57064-67A8-4717-8F76-9AF1A1455ADB}"/>
              </a:ext>
            </a:extLst>
          </p:cNvPr>
          <p:cNvSpPr>
            <a:spLocks noGrp="1"/>
          </p:cNvSpPr>
          <p:nvPr>
            <p:ph type="body" sz="quarter" idx="22" hasCustomPrompt="1"/>
          </p:nvPr>
        </p:nvSpPr>
        <p:spPr>
          <a:xfrm>
            <a:off x="10147505" y="3618575"/>
            <a:ext cx="1609763" cy="1463040"/>
          </a:xfrm>
        </p:spPr>
        <p:txBody>
          <a:bodyPr lIns="0" tIns="0" rIns="0" bIns="0" anchor="t">
            <a:noAutofit/>
          </a:bodyPr>
          <a:lstStyle>
            <a:lvl1pPr marL="0" indent="0" algn="l">
              <a:spcBef>
                <a:spcPts val="0"/>
              </a:spcBef>
              <a:buNone/>
              <a:defRPr sz="1400" b="0">
                <a:solidFill>
                  <a:schemeClr val="tx1"/>
                </a:solidFill>
              </a:defRPr>
            </a:lvl1pPr>
          </a:lstStyle>
          <a:p>
            <a:pPr lvl="0"/>
            <a:r>
              <a:rPr lang="en-US" dirty="0"/>
              <a:t>Place holder for text, place holder for text</a:t>
            </a:r>
          </a:p>
        </p:txBody>
      </p:sp>
      <p:sp>
        <p:nvSpPr>
          <p:cNvPr id="3" name="Title 2">
            <a:extLst>
              <a:ext uri="{FF2B5EF4-FFF2-40B4-BE49-F238E27FC236}">
                <a16:creationId xmlns:a16="http://schemas.microsoft.com/office/drawing/2014/main" xmlns="" id="{D0D0F5C5-1FDE-456D-9C67-6F0A07724C6B}"/>
              </a:ext>
            </a:extLst>
          </p:cNvPr>
          <p:cNvSpPr>
            <a:spLocks noGrp="1"/>
          </p:cNvSpPr>
          <p:nvPr>
            <p:ph type="title" hasCustomPrompt="1"/>
          </p:nvPr>
        </p:nvSpPr>
        <p:spPr/>
        <p:txBody>
          <a:bodyPr/>
          <a:lstStyle>
            <a:lvl1pPr>
              <a:defRPr baseline="0"/>
            </a:lvl1pPr>
          </a:lstStyle>
          <a:p>
            <a:r>
              <a:rPr lang="en-US" dirty="0"/>
              <a:t>SECTION HEADING</a:t>
            </a:r>
          </a:p>
        </p:txBody>
      </p:sp>
    </p:spTree>
    <p:extLst>
      <p:ext uri="{BB962C8B-B14F-4D97-AF65-F5344CB8AC3E}">
        <p14:creationId xmlns:p14="http://schemas.microsoft.com/office/powerpoint/2010/main" val="286232752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v2">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27" name="Text Placeholder 2">
            <a:extLst>
              <a:ext uri="{FF2B5EF4-FFF2-40B4-BE49-F238E27FC236}">
                <a16:creationId xmlns:a16="http://schemas.microsoft.com/office/drawing/2014/main" xmlns="" id="{9B8F19A3-252D-4851-BB1A-796986E51EF6}"/>
              </a:ext>
            </a:extLst>
          </p:cNvPr>
          <p:cNvSpPr>
            <a:spLocks noGrp="1"/>
          </p:cNvSpPr>
          <p:nvPr>
            <p:ph type="body" sz="quarter" idx="18" hasCustomPrompt="1"/>
          </p:nvPr>
        </p:nvSpPr>
        <p:spPr>
          <a:xfrm>
            <a:off x="7569694" y="1714958"/>
            <a:ext cx="1609763" cy="3870342"/>
          </a:xfrm>
        </p:spPr>
        <p:txBody>
          <a:bodyPr lIns="0" tIns="0" rIns="0" bIns="0" anchor="t">
            <a:noAutofit/>
          </a:bodyPr>
          <a:lstStyle>
            <a:lvl1pPr marL="0" indent="0" algn="l">
              <a:spcBef>
                <a:spcPts val="800"/>
              </a:spcBef>
              <a:buNone/>
              <a:defRPr sz="1400" b="0">
                <a:solidFill>
                  <a:schemeClr val="tx1"/>
                </a:solidFill>
              </a:defRPr>
            </a:lvl1pPr>
          </a:lstStyle>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a:p>
            <a:pPr lvl="0"/>
            <a:r>
              <a:rPr lang="en-US" dirty="0"/>
              <a:t>- Lorem ipsum</a:t>
            </a:r>
          </a:p>
          <a:p>
            <a:pPr lvl="0"/>
            <a:r>
              <a:rPr lang="en-US" dirty="0"/>
              <a:t>- Dolor, avec</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34" name="Text Placeholder 2">
            <a:extLst>
              <a:ext uri="{FF2B5EF4-FFF2-40B4-BE49-F238E27FC236}">
                <a16:creationId xmlns:a16="http://schemas.microsoft.com/office/drawing/2014/main" xmlns="" id="{45886A50-D64D-414B-BB34-2694E084C2E5}"/>
              </a:ext>
            </a:extLst>
          </p:cNvPr>
          <p:cNvSpPr>
            <a:spLocks noGrp="1"/>
          </p:cNvSpPr>
          <p:nvPr>
            <p:ph type="body" sz="quarter" idx="19" hasCustomPrompt="1"/>
          </p:nvPr>
        </p:nvSpPr>
        <p:spPr>
          <a:xfrm>
            <a:off x="9388231" y="1714958"/>
            <a:ext cx="452813" cy="3870342"/>
          </a:xfrm>
        </p:spPr>
        <p:txBody>
          <a:bodyPr lIns="0" tIns="0" rIns="0" bIns="0" anchor="t">
            <a:noAutofit/>
          </a:bodyPr>
          <a:lstStyle>
            <a:lvl1pPr marL="0" indent="0" algn="ctr">
              <a:spcBef>
                <a:spcPts val="800"/>
              </a:spcBef>
              <a:buNone/>
              <a:defRPr sz="1400" b="0">
                <a:solidFill>
                  <a:schemeClr val="bg2"/>
                </a:solidFill>
              </a:defRPr>
            </a:lvl1pPr>
          </a:lstStyle>
          <a:p>
            <a:pPr lvl="0"/>
            <a:r>
              <a:rPr lang="en-US" dirty="0"/>
              <a:t>01</a:t>
            </a:r>
          </a:p>
          <a:p>
            <a:pPr lvl="0"/>
            <a:r>
              <a:rPr lang="en-US" dirty="0"/>
              <a:t>02</a:t>
            </a:r>
          </a:p>
          <a:p>
            <a:pPr lvl="0"/>
            <a:r>
              <a:rPr lang="en-US" dirty="0"/>
              <a:t>03</a:t>
            </a:r>
          </a:p>
          <a:p>
            <a:pPr lvl="0"/>
            <a:r>
              <a:rPr lang="en-US" dirty="0"/>
              <a:t>04</a:t>
            </a:r>
          </a:p>
          <a:p>
            <a:pPr lvl="0"/>
            <a:r>
              <a:rPr lang="en-US" dirty="0"/>
              <a:t>05</a:t>
            </a:r>
          </a:p>
          <a:p>
            <a:pPr lvl="0"/>
            <a:r>
              <a:rPr lang="en-US" dirty="0"/>
              <a:t>06</a:t>
            </a:r>
          </a:p>
          <a:p>
            <a:pPr lvl="0"/>
            <a:r>
              <a:rPr lang="en-US" dirty="0"/>
              <a:t>07</a:t>
            </a:r>
          </a:p>
          <a:p>
            <a:pPr lvl="0"/>
            <a:r>
              <a:rPr lang="en-US" dirty="0"/>
              <a:t>08</a:t>
            </a:r>
          </a:p>
          <a:p>
            <a:pPr lvl="0"/>
            <a:r>
              <a:rPr lang="en-US" dirty="0"/>
              <a:t>09</a:t>
            </a:r>
          </a:p>
          <a:p>
            <a:pPr lvl="0"/>
            <a:r>
              <a:rPr lang="en-US" dirty="0"/>
              <a:t>10</a:t>
            </a:r>
          </a:p>
          <a:p>
            <a:pPr lvl="0"/>
            <a:r>
              <a:rPr lang="en-US" dirty="0"/>
              <a:t>11</a:t>
            </a:r>
          </a:p>
          <a:p>
            <a:pPr lvl="0"/>
            <a:r>
              <a:rPr lang="en-US" dirty="0"/>
              <a:t>12</a:t>
            </a:r>
          </a:p>
        </p:txBody>
      </p:sp>
    </p:spTree>
    <p:extLst>
      <p:ext uri="{BB962C8B-B14F-4D97-AF65-F5344CB8AC3E}">
        <p14:creationId xmlns:p14="http://schemas.microsoft.com/office/powerpoint/2010/main" val="92831279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am info">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4" name="Picture Placeholder 19">
            <a:extLst>
              <a:ext uri="{FF2B5EF4-FFF2-40B4-BE49-F238E27FC236}">
                <a16:creationId xmlns:a16="http://schemas.microsoft.com/office/drawing/2014/main" xmlns="" id="{59269AFB-DEBB-4608-96E8-324707728B11}"/>
              </a:ext>
            </a:extLst>
          </p:cNvPr>
          <p:cNvSpPr>
            <a:spLocks noGrp="1"/>
          </p:cNvSpPr>
          <p:nvPr>
            <p:ph type="pic" sz="quarter" idx="15" hasCustomPrompt="1"/>
          </p:nvPr>
        </p:nvSpPr>
        <p:spPr>
          <a:xfrm>
            <a:off x="6363124"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5" name="Text Placeholder 2">
            <a:extLst>
              <a:ext uri="{FF2B5EF4-FFF2-40B4-BE49-F238E27FC236}">
                <a16:creationId xmlns:a16="http://schemas.microsoft.com/office/drawing/2014/main" xmlns="" id="{686E8F45-9142-4263-B45A-EC0ECAA59FAE}"/>
              </a:ext>
            </a:extLst>
          </p:cNvPr>
          <p:cNvSpPr>
            <a:spLocks noGrp="1"/>
          </p:cNvSpPr>
          <p:nvPr>
            <p:ph type="body" sz="quarter" idx="16" hasCustomPrompt="1"/>
          </p:nvPr>
        </p:nvSpPr>
        <p:spPr>
          <a:xfrm>
            <a:off x="7693651"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2</a:t>
            </a:r>
          </a:p>
        </p:txBody>
      </p:sp>
      <p:sp>
        <p:nvSpPr>
          <p:cNvPr id="16" name="Text Placeholder 2">
            <a:extLst>
              <a:ext uri="{FF2B5EF4-FFF2-40B4-BE49-F238E27FC236}">
                <a16:creationId xmlns:a16="http://schemas.microsoft.com/office/drawing/2014/main" xmlns="" id="{4DC11626-0644-4E2D-9226-6EB9E83BA064}"/>
              </a:ext>
            </a:extLst>
          </p:cNvPr>
          <p:cNvSpPr>
            <a:spLocks noGrp="1"/>
          </p:cNvSpPr>
          <p:nvPr>
            <p:ph type="body" sz="quarter" idx="17" hasCustomPrompt="1"/>
          </p:nvPr>
        </p:nvSpPr>
        <p:spPr>
          <a:xfrm>
            <a:off x="7693651"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5" name="Picture Placeholder 19">
            <a:extLst>
              <a:ext uri="{FF2B5EF4-FFF2-40B4-BE49-F238E27FC236}">
                <a16:creationId xmlns:a16="http://schemas.microsoft.com/office/drawing/2014/main" xmlns="" id="{A323A45E-FC75-4F7E-95A9-DB2AB53001BA}"/>
              </a:ext>
            </a:extLst>
          </p:cNvPr>
          <p:cNvSpPr>
            <a:spLocks noGrp="1"/>
          </p:cNvSpPr>
          <p:nvPr>
            <p:ph type="pic" sz="quarter" idx="12" hasCustomPrompt="1"/>
          </p:nvPr>
        </p:nvSpPr>
        <p:spPr>
          <a:xfrm>
            <a:off x="1758340" y="1433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7" name="Text Placeholder 2">
            <a:extLst>
              <a:ext uri="{FF2B5EF4-FFF2-40B4-BE49-F238E27FC236}">
                <a16:creationId xmlns:a16="http://schemas.microsoft.com/office/drawing/2014/main" xmlns="" id="{CC419ED4-1DC0-4B8A-B81D-02CC53DE3339}"/>
              </a:ext>
            </a:extLst>
          </p:cNvPr>
          <p:cNvSpPr>
            <a:spLocks noGrp="1"/>
          </p:cNvSpPr>
          <p:nvPr>
            <p:ph type="body" sz="quarter" idx="13" hasCustomPrompt="1"/>
          </p:nvPr>
        </p:nvSpPr>
        <p:spPr>
          <a:xfrm>
            <a:off x="3088867" y="1666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1</a:t>
            </a:r>
          </a:p>
        </p:txBody>
      </p:sp>
      <p:sp>
        <p:nvSpPr>
          <p:cNvPr id="12" name="Text Placeholder 2">
            <a:extLst>
              <a:ext uri="{FF2B5EF4-FFF2-40B4-BE49-F238E27FC236}">
                <a16:creationId xmlns:a16="http://schemas.microsoft.com/office/drawing/2014/main" xmlns="" id="{39191F7B-B907-4330-A0D0-AE2346533DD8}"/>
              </a:ext>
            </a:extLst>
          </p:cNvPr>
          <p:cNvSpPr>
            <a:spLocks noGrp="1"/>
          </p:cNvSpPr>
          <p:nvPr>
            <p:ph type="body" sz="quarter" idx="14" hasCustomPrompt="1"/>
          </p:nvPr>
        </p:nvSpPr>
        <p:spPr>
          <a:xfrm>
            <a:off x="3088867" y="2000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17" name="Picture Placeholder 19">
            <a:extLst>
              <a:ext uri="{FF2B5EF4-FFF2-40B4-BE49-F238E27FC236}">
                <a16:creationId xmlns:a16="http://schemas.microsoft.com/office/drawing/2014/main" xmlns="" id="{F983CCE9-9F44-4F5C-8034-00D82367E68F}"/>
              </a:ext>
            </a:extLst>
          </p:cNvPr>
          <p:cNvSpPr>
            <a:spLocks noGrp="1"/>
          </p:cNvSpPr>
          <p:nvPr>
            <p:ph type="pic" sz="quarter" idx="18" hasCustomPrompt="1"/>
          </p:nvPr>
        </p:nvSpPr>
        <p:spPr>
          <a:xfrm>
            <a:off x="6363124"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18" name="Text Placeholder 2">
            <a:extLst>
              <a:ext uri="{FF2B5EF4-FFF2-40B4-BE49-F238E27FC236}">
                <a16:creationId xmlns:a16="http://schemas.microsoft.com/office/drawing/2014/main" xmlns="" id="{1E02564C-71B0-404A-81D5-CBADB443DACA}"/>
              </a:ext>
            </a:extLst>
          </p:cNvPr>
          <p:cNvSpPr>
            <a:spLocks noGrp="1"/>
          </p:cNvSpPr>
          <p:nvPr>
            <p:ph type="body" sz="quarter" idx="19" hasCustomPrompt="1"/>
          </p:nvPr>
        </p:nvSpPr>
        <p:spPr>
          <a:xfrm>
            <a:off x="7693651"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4</a:t>
            </a:r>
          </a:p>
        </p:txBody>
      </p:sp>
      <p:sp>
        <p:nvSpPr>
          <p:cNvPr id="19" name="Text Placeholder 2">
            <a:extLst>
              <a:ext uri="{FF2B5EF4-FFF2-40B4-BE49-F238E27FC236}">
                <a16:creationId xmlns:a16="http://schemas.microsoft.com/office/drawing/2014/main" xmlns="" id="{37CB87B8-C293-4172-92CB-5A6B260A9911}"/>
              </a:ext>
            </a:extLst>
          </p:cNvPr>
          <p:cNvSpPr>
            <a:spLocks noGrp="1"/>
          </p:cNvSpPr>
          <p:nvPr>
            <p:ph type="body" sz="quarter" idx="20" hasCustomPrompt="1"/>
          </p:nvPr>
        </p:nvSpPr>
        <p:spPr>
          <a:xfrm>
            <a:off x="7693651"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0" name="Picture Placeholder 19">
            <a:extLst>
              <a:ext uri="{FF2B5EF4-FFF2-40B4-BE49-F238E27FC236}">
                <a16:creationId xmlns:a16="http://schemas.microsoft.com/office/drawing/2014/main" xmlns="" id="{3E8E0044-A58D-43FE-A641-0CAFFC620062}"/>
              </a:ext>
            </a:extLst>
          </p:cNvPr>
          <p:cNvSpPr>
            <a:spLocks noGrp="1"/>
          </p:cNvSpPr>
          <p:nvPr>
            <p:ph type="pic" sz="quarter" idx="21" hasCustomPrompt="1"/>
          </p:nvPr>
        </p:nvSpPr>
        <p:spPr>
          <a:xfrm>
            <a:off x="1758340" y="2957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1" name="Text Placeholder 2">
            <a:extLst>
              <a:ext uri="{FF2B5EF4-FFF2-40B4-BE49-F238E27FC236}">
                <a16:creationId xmlns:a16="http://schemas.microsoft.com/office/drawing/2014/main" xmlns="" id="{43E28C56-5783-4337-9D96-698FE5582A2E}"/>
              </a:ext>
            </a:extLst>
          </p:cNvPr>
          <p:cNvSpPr>
            <a:spLocks noGrp="1"/>
          </p:cNvSpPr>
          <p:nvPr>
            <p:ph type="body" sz="quarter" idx="22" hasCustomPrompt="1"/>
          </p:nvPr>
        </p:nvSpPr>
        <p:spPr>
          <a:xfrm>
            <a:off x="3088867" y="3190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3</a:t>
            </a:r>
          </a:p>
        </p:txBody>
      </p:sp>
      <p:sp>
        <p:nvSpPr>
          <p:cNvPr id="22" name="Text Placeholder 2">
            <a:extLst>
              <a:ext uri="{FF2B5EF4-FFF2-40B4-BE49-F238E27FC236}">
                <a16:creationId xmlns:a16="http://schemas.microsoft.com/office/drawing/2014/main" xmlns="" id="{03DD8706-19CE-4B18-B435-1B8EBC9D6F63}"/>
              </a:ext>
            </a:extLst>
          </p:cNvPr>
          <p:cNvSpPr>
            <a:spLocks noGrp="1"/>
          </p:cNvSpPr>
          <p:nvPr>
            <p:ph type="body" sz="quarter" idx="23" hasCustomPrompt="1"/>
          </p:nvPr>
        </p:nvSpPr>
        <p:spPr>
          <a:xfrm>
            <a:off x="3088867" y="3524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3" name="Picture Placeholder 19">
            <a:extLst>
              <a:ext uri="{FF2B5EF4-FFF2-40B4-BE49-F238E27FC236}">
                <a16:creationId xmlns:a16="http://schemas.microsoft.com/office/drawing/2014/main" xmlns="" id="{154DC02C-DF49-4166-8E8C-83B92BB515A3}"/>
              </a:ext>
            </a:extLst>
          </p:cNvPr>
          <p:cNvSpPr>
            <a:spLocks noGrp="1"/>
          </p:cNvSpPr>
          <p:nvPr>
            <p:ph type="pic" sz="quarter" idx="24" hasCustomPrompt="1"/>
          </p:nvPr>
        </p:nvSpPr>
        <p:spPr>
          <a:xfrm>
            <a:off x="6363124"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4" name="Text Placeholder 2">
            <a:extLst>
              <a:ext uri="{FF2B5EF4-FFF2-40B4-BE49-F238E27FC236}">
                <a16:creationId xmlns:a16="http://schemas.microsoft.com/office/drawing/2014/main" xmlns="" id="{0D389855-D3A3-4DEB-8A46-31D137D6F97D}"/>
              </a:ext>
            </a:extLst>
          </p:cNvPr>
          <p:cNvSpPr>
            <a:spLocks noGrp="1"/>
          </p:cNvSpPr>
          <p:nvPr>
            <p:ph type="body" sz="quarter" idx="25" hasCustomPrompt="1"/>
          </p:nvPr>
        </p:nvSpPr>
        <p:spPr>
          <a:xfrm>
            <a:off x="7693651"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6</a:t>
            </a:r>
          </a:p>
        </p:txBody>
      </p:sp>
      <p:sp>
        <p:nvSpPr>
          <p:cNvPr id="25" name="Text Placeholder 2">
            <a:extLst>
              <a:ext uri="{FF2B5EF4-FFF2-40B4-BE49-F238E27FC236}">
                <a16:creationId xmlns:a16="http://schemas.microsoft.com/office/drawing/2014/main" xmlns="" id="{8525DE8D-D94B-47A4-90AD-21FCC945217A}"/>
              </a:ext>
            </a:extLst>
          </p:cNvPr>
          <p:cNvSpPr>
            <a:spLocks noGrp="1"/>
          </p:cNvSpPr>
          <p:nvPr>
            <p:ph type="body" sz="quarter" idx="26" hasCustomPrompt="1"/>
          </p:nvPr>
        </p:nvSpPr>
        <p:spPr>
          <a:xfrm>
            <a:off x="7693651"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
        <p:nvSpPr>
          <p:cNvPr id="26" name="Picture Placeholder 19">
            <a:extLst>
              <a:ext uri="{FF2B5EF4-FFF2-40B4-BE49-F238E27FC236}">
                <a16:creationId xmlns:a16="http://schemas.microsoft.com/office/drawing/2014/main" xmlns="" id="{84F6A77C-9582-4BB2-90CC-4DC51D7549AE}"/>
              </a:ext>
            </a:extLst>
          </p:cNvPr>
          <p:cNvSpPr>
            <a:spLocks noGrp="1"/>
          </p:cNvSpPr>
          <p:nvPr>
            <p:ph type="pic" sz="quarter" idx="27" hasCustomPrompt="1"/>
          </p:nvPr>
        </p:nvSpPr>
        <p:spPr>
          <a:xfrm>
            <a:off x="1758340" y="4481345"/>
            <a:ext cx="1097566" cy="1097280"/>
          </a:xfrm>
          <a:prstGeom prst="ellipse">
            <a:avLst/>
          </a:prstGeom>
          <a:solidFill>
            <a:schemeClr val="bg1">
              <a:lumMod val="95000"/>
            </a:schemeClr>
          </a:solidFill>
        </p:spPr>
        <p:txBody>
          <a:bodyPr wrap="none" lIns="0" tIns="0" rIns="0" bIns="137160" anchor="b">
            <a:noAutofit/>
          </a:bodyPr>
          <a:lstStyle>
            <a:lvl1pPr marL="0" indent="0" algn="ctr">
              <a:buNone/>
              <a:defRPr sz="800" i="1">
                <a:solidFill>
                  <a:schemeClr val="tx1"/>
                </a:solidFill>
              </a:defRPr>
            </a:lvl1pPr>
          </a:lstStyle>
          <a:p>
            <a:r>
              <a:rPr lang="en-US" dirty="0"/>
              <a:t>Click to add picture</a:t>
            </a:r>
          </a:p>
        </p:txBody>
      </p:sp>
      <p:sp>
        <p:nvSpPr>
          <p:cNvPr id="28" name="Text Placeholder 2">
            <a:extLst>
              <a:ext uri="{FF2B5EF4-FFF2-40B4-BE49-F238E27FC236}">
                <a16:creationId xmlns:a16="http://schemas.microsoft.com/office/drawing/2014/main" xmlns="" id="{29A25E6F-1680-44EA-B113-5C16F4728915}"/>
              </a:ext>
            </a:extLst>
          </p:cNvPr>
          <p:cNvSpPr>
            <a:spLocks noGrp="1"/>
          </p:cNvSpPr>
          <p:nvPr>
            <p:ph type="body" sz="quarter" idx="28" hasCustomPrompt="1"/>
          </p:nvPr>
        </p:nvSpPr>
        <p:spPr>
          <a:xfrm>
            <a:off x="3088867" y="4714283"/>
            <a:ext cx="2286595" cy="296862"/>
          </a:xfrm>
        </p:spPr>
        <p:txBody>
          <a:bodyPr lIns="0" tIns="0" rIns="0" bIns="0" anchor="b">
            <a:noAutofit/>
          </a:bodyPr>
          <a:lstStyle>
            <a:lvl1pPr marL="0" indent="0" algn="l">
              <a:buNone/>
              <a:defRPr sz="1400">
                <a:solidFill>
                  <a:schemeClr val="bg2"/>
                </a:solidFill>
              </a:defRPr>
            </a:lvl1pPr>
          </a:lstStyle>
          <a:p>
            <a:pPr lvl="0"/>
            <a:r>
              <a:rPr lang="en-US" dirty="0"/>
              <a:t>Presenter 5</a:t>
            </a:r>
          </a:p>
        </p:txBody>
      </p:sp>
      <p:sp>
        <p:nvSpPr>
          <p:cNvPr id="29" name="Text Placeholder 2">
            <a:extLst>
              <a:ext uri="{FF2B5EF4-FFF2-40B4-BE49-F238E27FC236}">
                <a16:creationId xmlns:a16="http://schemas.microsoft.com/office/drawing/2014/main" xmlns="" id="{4D883057-323F-4A58-B78E-59B10B92544C}"/>
              </a:ext>
            </a:extLst>
          </p:cNvPr>
          <p:cNvSpPr>
            <a:spLocks noGrp="1"/>
          </p:cNvSpPr>
          <p:nvPr>
            <p:ph type="body" sz="quarter" idx="29" hasCustomPrompt="1"/>
          </p:nvPr>
        </p:nvSpPr>
        <p:spPr>
          <a:xfrm>
            <a:off x="3088867" y="5048201"/>
            <a:ext cx="2286595" cy="296862"/>
          </a:xfrm>
        </p:spPr>
        <p:txBody>
          <a:bodyPr lIns="0" tIns="0" rIns="0" bIns="0" anchor="t">
            <a:noAutofit/>
          </a:bodyPr>
          <a:lstStyle>
            <a:lvl1pPr marL="0" indent="0" algn="l">
              <a:buNone/>
              <a:defRPr sz="1400">
                <a:solidFill>
                  <a:schemeClr val="tx1"/>
                </a:solidFill>
              </a:defRPr>
            </a:lvl1pPr>
          </a:lstStyle>
          <a:p>
            <a:pPr lvl="0"/>
            <a:r>
              <a:rPr lang="en-US" dirty="0"/>
              <a:t>Company Name</a:t>
            </a:r>
          </a:p>
        </p:txBody>
      </p:sp>
    </p:spTree>
    <p:extLst>
      <p:ext uri="{BB962C8B-B14F-4D97-AF65-F5344CB8AC3E}">
        <p14:creationId xmlns:p14="http://schemas.microsoft.com/office/powerpoint/2010/main" val="226198174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itle and content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535966"/>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96213969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3703259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itle and content v3">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3" name="Text Placeholder 2"/>
          <p:cNvSpPr>
            <a:spLocks noGrp="1"/>
          </p:cNvSpPr>
          <p:nvPr>
            <p:ph type="body" sz="quarter" idx="14"/>
          </p:nvPr>
        </p:nvSpPr>
        <p:spPr>
          <a:xfrm>
            <a:off x="4038064" y="1409702"/>
            <a:ext cx="3658553" cy="4754880"/>
          </a:xfrm>
        </p:spPr>
        <p:txBody>
          <a:bodyPr/>
          <a:lstStyle/>
          <a:p>
            <a:pPr lvl="0"/>
            <a:r>
              <a:rPr lang="en-US" noProof="0" dirty="0"/>
              <a:t>Edit Master text styles</a:t>
            </a:r>
          </a:p>
          <a:p>
            <a:pPr lvl="1"/>
            <a:r>
              <a:rPr lang="en-US" noProof="0" dirty="0"/>
              <a:t>Second level</a:t>
            </a:r>
          </a:p>
          <a:p>
            <a:pPr lvl="2"/>
            <a:r>
              <a:rPr lang="en-US" noProof="0" dirty="0"/>
              <a:t>Third level</a:t>
            </a:r>
          </a:p>
          <a:p>
            <a:pPr lvl="3"/>
            <a:r>
              <a:rPr lang="en-US" noProof="0" dirty="0"/>
              <a:t>Fourth level</a:t>
            </a:r>
          </a:p>
          <a:p>
            <a:pPr lvl="4"/>
            <a:r>
              <a:rPr lang="en-US" noProof="0" dirty="0"/>
              <a:t>Fifth level</a:t>
            </a:r>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7" name="Text Placeholder 6"/>
          <p:cNvSpPr>
            <a:spLocks noGrp="1"/>
          </p:cNvSpPr>
          <p:nvPr>
            <p:ph type="body" sz="quarter" idx="15"/>
          </p:nvPr>
        </p:nvSpPr>
        <p:spPr>
          <a:xfrm>
            <a:off x="8188235" y="1409703"/>
            <a:ext cx="3658553" cy="4754880"/>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282695084"/>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only v1">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334938" y="245863"/>
            <a:ext cx="9154433" cy="315704"/>
          </a:xfrm>
        </p:spPr>
        <p:txBody>
          <a:bodyPr/>
          <a:lstStyle>
            <a:lvl1pPr marL="100584">
              <a:spcBef>
                <a:spcPts val="0"/>
              </a:spcBef>
              <a:defRPr sz="1600" baseline="0"/>
            </a:lvl1pPr>
          </a:lstStyle>
          <a:p>
            <a:r>
              <a:rPr lang="en-US" dirty="0"/>
              <a:t>SECTION HEADING</a:t>
            </a:r>
          </a:p>
        </p:txBody>
      </p:sp>
      <p:sp>
        <p:nvSpPr>
          <p:cNvPr id="17" name="Text Placeholder 16"/>
          <p:cNvSpPr>
            <a:spLocks noGrp="1"/>
          </p:cNvSpPr>
          <p:nvPr>
            <p:ph type="body" sz="quarter" idx="11" hasCustomPrompt="1"/>
          </p:nvPr>
        </p:nvSpPr>
        <p:spPr>
          <a:xfrm>
            <a:off x="334937" y="613084"/>
            <a:ext cx="10152484" cy="543708"/>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17921567"/>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Tree>
    <p:extLst>
      <p:ext uri="{BB962C8B-B14F-4D97-AF65-F5344CB8AC3E}">
        <p14:creationId xmlns:p14="http://schemas.microsoft.com/office/powerpoint/2010/main" val="364756529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lank with logo">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409845281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p:nvPr userDrawn="1"/>
        </p:nvCxnSpPr>
        <p:spPr>
          <a:xfrm>
            <a:off x="617066"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66801"/>
            <a:ext cx="5487829" cy="713232"/>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p:nvPr userDrawn="1"/>
        </p:nvCxnSpPr>
        <p:spPr>
          <a:xfrm>
            <a:off x="6444837" y="1898350"/>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7"/>
          </p:nvPr>
        </p:nvSpPr>
        <p:spPr>
          <a:xfrm>
            <a:off x="438962" y="2016668"/>
            <a:ext cx="5487829" cy="4117431"/>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18"/>
          </p:nvPr>
        </p:nvSpPr>
        <p:spPr>
          <a:xfrm>
            <a:off x="6266733" y="2016667"/>
            <a:ext cx="5487829" cy="411743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66740894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01009"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4" name="Rectangle 23">
            <a:extLst>
              <a:ext uri="{FF2B5EF4-FFF2-40B4-BE49-F238E27FC236}">
                <a16:creationId xmlns:a16="http://schemas.microsoft.com/office/drawing/2014/main" xmlns="" id="{911F2DDC-FE3D-47F1-B151-80B9AC9A2B70}"/>
              </a:ext>
            </a:extLst>
          </p:cNvPr>
          <p:cNvSpPr/>
          <p:nvPr userDrawn="1"/>
        </p:nvSpPr>
        <p:spPr>
          <a:xfrm>
            <a:off x="4267866"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0" name="Text Placeholder 4">
            <a:extLst>
              <a:ext uri="{FF2B5EF4-FFF2-40B4-BE49-F238E27FC236}">
                <a16:creationId xmlns:a16="http://schemas.microsoft.com/office/drawing/2014/main" xmlns="" id="{2FF590C8-B23E-4B58-825C-94072533798E}"/>
              </a:ext>
            </a:extLst>
          </p:cNvPr>
          <p:cNvSpPr>
            <a:spLocks noGrp="1"/>
          </p:cNvSpPr>
          <p:nvPr>
            <p:ph type="body" sz="quarter" idx="16" hasCustomPrompt="1"/>
          </p:nvPr>
        </p:nvSpPr>
        <p:spPr>
          <a:xfrm>
            <a:off x="4267866"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1" name="Straight Connector 30">
            <a:extLst>
              <a:ext uri="{FF2B5EF4-FFF2-40B4-BE49-F238E27FC236}">
                <a16:creationId xmlns:a16="http://schemas.microsoft.com/office/drawing/2014/main" xmlns="" id="{28967DD9-FE47-4475-A9A7-067F0E21789F}"/>
              </a:ext>
            </a:extLst>
          </p:cNvPr>
          <p:cNvCxnSpPr>
            <a:cxnSpLocks/>
          </p:cNvCxnSpPr>
          <p:nvPr userDrawn="1"/>
        </p:nvCxnSpPr>
        <p:spPr>
          <a:xfrm>
            <a:off x="4429913"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32" name="Rectangle 31">
            <a:extLst>
              <a:ext uri="{FF2B5EF4-FFF2-40B4-BE49-F238E27FC236}">
                <a16:creationId xmlns:a16="http://schemas.microsoft.com/office/drawing/2014/main" xmlns="" id="{C08E1826-9545-4505-B223-4C2468E7AED3}"/>
              </a:ext>
            </a:extLst>
          </p:cNvPr>
          <p:cNvSpPr/>
          <p:nvPr userDrawn="1"/>
        </p:nvSpPr>
        <p:spPr>
          <a:xfrm>
            <a:off x="8096771" y="1066801"/>
            <a:ext cx="365855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4" name="Text Placeholder 4">
            <a:extLst>
              <a:ext uri="{FF2B5EF4-FFF2-40B4-BE49-F238E27FC236}">
                <a16:creationId xmlns:a16="http://schemas.microsoft.com/office/drawing/2014/main" xmlns="" id="{BB585001-9257-45A9-92E7-3BCA73D57E9C}"/>
              </a:ext>
            </a:extLst>
          </p:cNvPr>
          <p:cNvSpPr>
            <a:spLocks noGrp="1"/>
          </p:cNvSpPr>
          <p:nvPr>
            <p:ph type="body" sz="quarter" idx="18" hasCustomPrompt="1"/>
          </p:nvPr>
        </p:nvSpPr>
        <p:spPr>
          <a:xfrm>
            <a:off x="8096771" y="1066801"/>
            <a:ext cx="3658553" cy="710484"/>
          </a:xfrm>
        </p:spPr>
        <p:txBody>
          <a:bodyPr lIns="182880" tIns="64008" rIns="182880" bIns="64008" anchor="b">
            <a:noAutofit/>
          </a:bodyPr>
          <a:lstStyle>
            <a:lvl1pPr marL="0" indent="0" algn="ctr">
              <a:lnSpc>
                <a:spcPct val="90000"/>
              </a:lnSpc>
              <a:spcBef>
                <a:spcPts val="0"/>
              </a:spcBef>
              <a:spcAft>
                <a:spcPts val="0"/>
              </a:spcAft>
              <a:buNone/>
              <a:defRPr sz="22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5" name="Straight Connector 34">
            <a:extLst>
              <a:ext uri="{FF2B5EF4-FFF2-40B4-BE49-F238E27FC236}">
                <a16:creationId xmlns:a16="http://schemas.microsoft.com/office/drawing/2014/main" xmlns="" id="{7945B1CF-4234-4EE4-9371-9C94C1D05433}"/>
              </a:ext>
            </a:extLst>
          </p:cNvPr>
          <p:cNvCxnSpPr>
            <a:cxnSpLocks/>
          </p:cNvCxnSpPr>
          <p:nvPr userDrawn="1"/>
        </p:nvCxnSpPr>
        <p:spPr>
          <a:xfrm>
            <a:off x="8258818" y="1898350"/>
            <a:ext cx="3334461"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19"/>
          </p:nvPr>
        </p:nvSpPr>
        <p:spPr>
          <a:xfrm>
            <a:off x="438962" y="2019416"/>
            <a:ext cx="3658553"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0"/>
          </p:nvPr>
        </p:nvSpPr>
        <p:spPr>
          <a:xfrm>
            <a:off x="4267866" y="2019416"/>
            <a:ext cx="365855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1"/>
          </p:nvPr>
        </p:nvSpPr>
        <p:spPr>
          <a:xfrm>
            <a:off x="8096771" y="2019416"/>
            <a:ext cx="3658554" cy="4114682"/>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52930417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 column text layout">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1"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548017"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3" name="Rectangle 52">
            <a:extLst>
              <a:ext uri="{FF2B5EF4-FFF2-40B4-BE49-F238E27FC236}">
                <a16:creationId xmlns:a16="http://schemas.microsoft.com/office/drawing/2014/main" xmlns="" id="{27ADBF00-25EC-4063-A5A1-A28DFBEFA8FB}"/>
              </a:ext>
            </a:extLst>
          </p:cNvPr>
          <p:cNvSpPr/>
          <p:nvPr userDrawn="1"/>
        </p:nvSpPr>
        <p:spPr>
          <a:xfrm>
            <a:off x="3311688"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5" name="Text Placeholder 4">
            <a:extLst>
              <a:ext uri="{FF2B5EF4-FFF2-40B4-BE49-F238E27FC236}">
                <a16:creationId xmlns:a16="http://schemas.microsoft.com/office/drawing/2014/main" xmlns="" id="{9782D4D5-C774-4C2F-A646-929DB1D5A813}"/>
              </a:ext>
            </a:extLst>
          </p:cNvPr>
          <p:cNvSpPr>
            <a:spLocks noGrp="1"/>
          </p:cNvSpPr>
          <p:nvPr>
            <p:ph type="body" sz="quarter" idx="16" hasCustomPrompt="1"/>
          </p:nvPr>
        </p:nvSpPr>
        <p:spPr>
          <a:xfrm>
            <a:off x="3311688"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57" name="Rectangle 56">
            <a:extLst>
              <a:ext uri="{FF2B5EF4-FFF2-40B4-BE49-F238E27FC236}">
                <a16:creationId xmlns:a16="http://schemas.microsoft.com/office/drawing/2014/main" xmlns="" id="{863DC7F1-9A08-485D-AB4F-EBA24FAD873D}"/>
              </a:ext>
            </a:extLst>
          </p:cNvPr>
          <p:cNvSpPr/>
          <p:nvPr userDrawn="1"/>
        </p:nvSpPr>
        <p:spPr>
          <a:xfrm>
            <a:off x="6184414"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59" name="Text Placeholder 4">
            <a:extLst>
              <a:ext uri="{FF2B5EF4-FFF2-40B4-BE49-F238E27FC236}">
                <a16:creationId xmlns:a16="http://schemas.microsoft.com/office/drawing/2014/main" xmlns="" id="{5BB687B2-DC0F-4085-A36C-576A4E6F0D3E}"/>
              </a:ext>
            </a:extLst>
          </p:cNvPr>
          <p:cNvSpPr>
            <a:spLocks noGrp="1"/>
          </p:cNvSpPr>
          <p:nvPr>
            <p:ph type="body" sz="quarter" idx="18" hasCustomPrompt="1"/>
          </p:nvPr>
        </p:nvSpPr>
        <p:spPr>
          <a:xfrm>
            <a:off x="6184414"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sp>
        <p:nvSpPr>
          <p:cNvPr id="61" name="Rectangle 60">
            <a:extLst>
              <a:ext uri="{FF2B5EF4-FFF2-40B4-BE49-F238E27FC236}">
                <a16:creationId xmlns:a16="http://schemas.microsoft.com/office/drawing/2014/main" xmlns="" id="{E7FA196A-9199-4FCC-9468-1A6324910F10}"/>
              </a:ext>
            </a:extLst>
          </p:cNvPr>
          <p:cNvSpPr/>
          <p:nvPr userDrawn="1"/>
        </p:nvSpPr>
        <p:spPr>
          <a:xfrm>
            <a:off x="9057141" y="1066801"/>
            <a:ext cx="2698183" cy="5067298"/>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3" name="Text Placeholder 4">
            <a:extLst>
              <a:ext uri="{FF2B5EF4-FFF2-40B4-BE49-F238E27FC236}">
                <a16:creationId xmlns:a16="http://schemas.microsoft.com/office/drawing/2014/main" xmlns="" id="{068DA545-6794-4A0B-B242-4603AC0E98DA}"/>
              </a:ext>
            </a:extLst>
          </p:cNvPr>
          <p:cNvSpPr>
            <a:spLocks noGrp="1"/>
          </p:cNvSpPr>
          <p:nvPr>
            <p:ph type="body" sz="quarter" idx="20" hasCustomPrompt="1"/>
          </p:nvPr>
        </p:nvSpPr>
        <p:spPr>
          <a:xfrm>
            <a:off x="9057141" y="1066801"/>
            <a:ext cx="2698183" cy="710484"/>
          </a:xfrm>
        </p:spPr>
        <p:txBody>
          <a:bodyPr lIns="137160" tIns="64008" rIns="137160" bIns="64008" anchor="b">
            <a:noAutofit/>
          </a:bodyPr>
          <a:lstStyle>
            <a:lvl1pPr marL="0" indent="0" algn="ctr">
              <a:lnSpc>
                <a:spcPct val="90000"/>
              </a:lnSpc>
              <a:spcBef>
                <a:spcPts val="0"/>
              </a:spcBef>
              <a:spcAft>
                <a:spcPts val="0"/>
              </a:spcAft>
              <a:buNone/>
              <a:defRPr sz="20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66" name="Straight Connector 65">
            <a:extLst>
              <a:ext uri="{FF2B5EF4-FFF2-40B4-BE49-F238E27FC236}">
                <a16:creationId xmlns:a16="http://schemas.microsoft.com/office/drawing/2014/main" xmlns="" id="{043053F1-B968-43EE-871F-8A29BE96FB96}"/>
              </a:ext>
            </a:extLst>
          </p:cNvPr>
          <p:cNvCxnSpPr>
            <a:cxnSpLocks/>
          </p:cNvCxnSpPr>
          <p:nvPr userDrawn="1"/>
        </p:nvCxnSpPr>
        <p:spPr>
          <a:xfrm>
            <a:off x="3420743"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7" name="Straight Connector 66">
            <a:extLst>
              <a:ext uri="{FF2B5EF4-FFF2-40B4-BE49-F238E27FC236}">
                <a16:creationId xmlns:a16="http://schemas.microsoft.com/office/drawing/2014/main" xmlns="" id="{EBF23B40-1E61-4543-B8B5-9D1F8DB33C7B}"/>
              </a:ext>
            </a:extLst>
          </p:cNvPr>
          <p:cNvCxnSpPr>
            <a:cxnSpLocks/>
          </p:cNvCxnSpPr>
          <p:nvPr userDrawn="1"/>
        </p:nvCxnSpPr>
        <p:spPr>
          <a:xfrm>
            <a:off x="6293469"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cxnSp>
        <p:nvCxnSpPr>
          <p:cNvPr id="68" name="Straight Connector 67">
            <a:extLst>
              <a:ext uri="{FF2B5EF4-FFF2-40B4-BE49-F238E27FC236}">
                <a16:creationId xmlns:a16="http://schemas.microsoft.com/office/drawing/2014/main" xmlns="" id="{FA912EC7-D485-416D-9148-096803B58069}"/>
              </a:ext>
            </a:extLst>
          </p:cNvPr>
          <p:cNvCxnSpPr>
            <a:cxnSpLocks/>
          </p:cNvCxnSpPr>
          <p:nvPr userDrawn="1"/>
        </p:nvCxnSpPr>
        <p:spPr>
          <a:xfrm>
            <a:off x="9166196" y="1898350"/>
            <a:ext cx="2480074"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2019416"/>
            <a:ext cx="2698182"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3311686" y="2019416"/>
            <a:ext cx="2698185"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3"/>
          </p:nvPr>
        </p:nvSpPr>
        <p:spPr>
          <a:xfrm>
            <a:off x="6184414" y="2019417"/>
            <a:ext cx="2698183"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6" name="Text Placeholder 15"/>
          <p:cNvSpPr>
            <a:spLocks noGrp="1"/>
          </p:cNvSpPr>
          <p:nvPr>
            <p:ph type="body" sz="quarter" idx="24"/>
          </p:nvPr>
        </p:nvSpPr>
        <p:spPr>
          <a:xfrm>
            <a:off x="9057458" y="2019416"/>
            <a:ext cx="2697866" cy="4114683"/>
          </a:xfrm>
        </p:spPr>
        <p:txBody>
          <a:body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9302365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4 grid text layout">
    <p:spTree>
      <p:nvGrpSpPr>
        <p:cNvPr id="1" name=""/>
        <p:cNvGrpSpPr/>
        <p:nvPr/>
      </p:nvGrpSpPr>
      <p:grpSpPr>
        <a:xfrm>
          <a:off x="0" y="0"/>
          <a:ext cx="0" cy="0"/>
          <a:chOff x="0" y="0"/>
          <a:chExt cx="0" cy="0"/>
        </a:xfrm>
      </p:grpSpPr>
      <p:sp>
        <p:nvSpPr>
          <p:cNvPr id="31" name="Rectangle 30">
            <a:extLst>
              <a:ext uri="{FF2B5EF4-FFF2-40B4-BE49-F238E27FC236}">
                <a16:creationId xmlns:a16="http://schemas.microsoft.com/office/drawing/2014/main" xmlns="" id="{E2608241-4E05-46E8-9D0E-8DBE082943F4}"/>
              </a:ext>
            </a:extLst>
          </p:cNvPr>
          <p:cNvSpPr/>
          <p:nvPr userDrawn="1"/>
        </p:nvSpPr>
        <p:spPr>
          <a:xfrm>
            <a:off x="438962"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32" name="Rectangle 31">
            <a:extLst>
              <a:ext uri="{FF2B5EF4-FFF2-40B4-BE49-F238E27FC236}">
                <a16:creationId xmlns:a16="http://schemas.microsoft.com/office/drawing/2014/main" xmlns="" id="{ED14D64C-114A-4518-B391-E06AA8DAFFD2}"/>
              </a:ext>
            </a:extLst>
          </p:cNvPr>
          <p:cNvSpPr/>
          <p:nvPr userDrawn="1"/>
        </p:nvSpPr>
        <p:spPr>
          <a:xfrm>
            <a:off x="6266733" y="3767989"/>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4" name="Rectangle 3">
            <a:extLst>
              <a:ext uri="{FF2B5EF4-FFF2-40B4-BE49-F238E27FC236}">
                <a16:creationId xmlns:a16="http://schemas.microsoft.com/office/drawing/2014/main" xmlns="" id="{D04FF6FD-F491-4A54-95BF-F82CCC6D03B5}"/>
              </a:ext>
            </a:extLst>
          </p:cNvPr>
          <p:cNvSpPr/>
          <p:nvPr userDrawn="1"/>
        </p:nvSpPr>
        <p:spPr>
          <a:xfrm>
            <a:off x="438962"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baseline="0"/>
            </a:lvl1pPr>
          </a:lstStyle>
          <a:p>
            <a:r>
              <a:rPr lang="en-US" dirty="0"/>
              <a:t>Section heading</a:t>
            </a:r>
          </a:p>
        </p:txBody>
      </p:sp>
      <p:sp>
        <p:nvSpPr>
          <p:cNvPr id="14" name="Text Placeholder 4">
            <a:extLst>
              <a:ext uri="{FF2B5EF4-FFF2-40B4-BE49-F238E27FC236}">
                <a16:creationId xmlns:a16="http://schemas.microsoft.com/office/drawing/2014/main" xmlns="" id="{E7002E75-2D96-4F0E-AC8A-DDBCF5CBF536}"/>
              </a:ext>
            </a:extLst>
          </p:cNvPr>
          <p:cNvSpPr>
            <a:spLocks noGrp="1"/>
          </p:cNvSpPr>
          <p:nvPr>
            <p:ph type="body" sz="quarter" idx="14" hasCustomPrompt="1"/>
          </p:nvPr>
        </p:nvSpPr>
        <p:spPr>
          <a:xfrm>
            <a:off x="438962"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 name="Straight Connector 2">
            <a:extLst>
              <a:ext uri="{FF2B5EF4-FFF2-40B4-BE49-F238E27FC236}">
                <a16:creationId xmlns:a16="http://schemas.microsoft.com/office/drawing/2014/main" xmlns="" id="{2F7D0692-8667-44A3-A1D3-D39E38AE92DD}"/>
              </a:ext>
            </a:extLst>
          </p:cNvPr>
          <p:cNvCxnSpPr>
            <a:cxnSpLocks/>
          </p:cNvCxnSpPr>
          <p:nvPr userDrawn="1"/>
        </p:nvCxnSpPr>
        <p:spPr>
          <a:xfrm>
            <a:off x="617066"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6" name="Rectangle 25">
            <a:extLst>
              <a:ext uri="{FF2B5EF4-FFF2-40B4-BE49-F238E27FC236}">
                <a16:creationId xmlns:a16="http://schemas.microsoft.com/office/drawing/2014/main" xmlns="" id="{10380C48-5BEB-4A6E-9DAB-A6429A58BD37}"/>
              </a:ext>
            </a:extLst>
          </p:cNvPr>
          <p:cNvSpPr/>
          <p:nvPr userDrawn="1"/>
        </p:nvSpPr>
        <p:spPr>
          <a:xfrm>
            <a:off x="6266733" y="1066801"/>
            <a:ext cx="5487829" cy="237079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sz="1800"/>
          </a:p>
        </p:txBody>
      </p:sp>
      <p:sp>
        <p:nvSpPr>
          <p:cNvPr id="28" name="Text Placeholder 4">
            <a:extLst>
              <a:ext uri="{FF2B5EF4-FFF2-40B4-BE49-F238E27FC236}">
                <a16:creationId xmlns:a16="http://schemas.microsoft.com/office/drawing/2014/main" xmlns="" id="{84C5DFFB-6FF4-4318-9D0D-9CD77029DABD}"/>
              </a:ext>
            </a:extLst>
          </p:cNvPr>
          <p:cNvSpPr>
            <a:spLocks noGrp="1"/>
          </p:cNvSpPr>
          <p:nvPr>
            <p:ph type="body" sz="quarter" idx="16" hasCustomPrompt="1"/>
          </p:nvPr>
        </p:nvSpPr>
        <p:spPr>
          <a:xfrm>
            <a:off x="6266733" y="1080073"/>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9" name="Straight Connector 28">
            <a:extLst>
              <a:ext uri="{FF2B5EF4-FFF2-40B4-BE49-F238E27FC236}">
                <a16:creationId xmlns:a16="http://schemas.microsoft.com/office/drawing/2014/main" xmlns="" id="{D142C5A8-D7C7-4F2D-9CDF-834CB6B5513A}"/>
              </a:ext>
            </a:extLst>
          </p:cNvPr>
          <p:cNvCxnSpPr>
            <a:cxnSpLocks/>
          </p:cNvCxnSpPr>
          <p:nvPr userDrawn="1"/>
        </p:nvCxnSpPr>
        <p:spPr>
          <a:xfrm>
            <a:off x="6444837" y="1700231"/>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2" name="Text Placeholder 4">
            <a:extLst>
              <a:ext uri="{FF2B5EF4-FFF2-40B4-BE49-F238E27FC236}">
                <a16:creationId xmlns:a16="http://schemas.microsoft.com/office/drawing/2014/main" xmlns="" id="{5C66F760-3895-44D3-9634-42CF098615A8}"/>
              </a:ext>
            </a:extLst>
          </p:cNvPr>
          <p:cNvSpPr>
            <a:spLocks noGrp="1"/>
          </p:cNvSpPr>
          <p:nvPr>
            <p:ph type="body" sz="quarter" idx="18" hasCustomPrompt="1"/>
          </p:nvPr>
        </p:nvSpPr>
        <p:spPr>
          <a:xfrm>
            <a:off x="438962"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23" name="Straight Connector 22">
            <a:extLst>
              <a:ext uri="{FF2B5EF4-FFF2-40B4-BE49-F238E27FC236}">
                <a16:creationId xmlns:a16="http://schemas.microsoft.com/office/drawing/2014/main" xmlns="" id="{5290E210-1D03-48FC-908F-C4D29CCF1398}"/>
              </a:ext>
            </a:extLst>
          </p:cNvPr>
          <p:cNvCxnSpPr>
            <a:cxnSpLocks/>
          </p:cNvCxnSpPr>
          <p:nvPr userDrawn="1"/>
        </p:nvCxnSpPr>
        <p:spPr>
          <a:xfrm>
            <a:off x="617066"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25" name="Text Placeholder 4">
            <a:extLst>
              <a:ext uri="{FF2B5EF4-FFF2-40B4-BE49-F238E27FC236}">
                <a16:creationId xmlns:a16="http://schemas.microsoft.com/office/drawing/2014/main" xmlns="" id="{04F20230-7417-458C-90FE-3DF401E4D1D5}"/>
              </a:ext>
            </a:extLst>
          </p:cNvPr>
          <p:cNvSpPr>
            <a:spLocks noGrp="1"/>
          </p:cNvSpPr>
          <p:nvPr>
            <p:ph type="body" sz="quarter" idx="20" hasCustomPrompt="1"/>
          </p:nvPr>
        </p:nvSpPr>
        <p:spPr>
          <a:xfrm>
            <a:off x="6266733" y="3767989"/>
            <a:ext cx="5487829" cy="502920"/>
          </a:xfrm>
        </p:spPr>
        <p:txBody>
          <a:bodyPr lIns="182880" tIns="45720" rIns="182880" bIns="45720" anchor="b">
            <a:noAutofit/>
          </a:bodyPr>
          <a:lstStyle>
            <a:lvl1pPr marL="0" indent="0" algn="ctr">
              <a:lnSpc>
                <a:spcPct val="90000"/>
              </a:lnSpc>
              <a:spcBef>
                <a:spcPts val="0"/>
              </a:spcBef>
              <a:spcAft>
                <a:spcPts val="0"/>
              </a:spcAft>
              <a:buNone/>
              <a:defRPr sz="1800" b="0">
                <a:solidFill>
                  <a:schemeClr val="accent5"/>
                </a:solidFill>
              </a:defRPr>
            </a:lvl1pPr>
            <a:lvl2pPr marL="233363" indent="-233363">
              <a:spcBef>
                <a:spcPts val="0"/>
              </a:spcBef>
              <a:spcAft>
                <a:spcPts val="600"/>
              </a:spcAft>
              <a:buFont typeface="Arial" panose="020B0604020202020204" pitchFamily="34" charset="0"/>
              <a:buChar char="•"/>
              <a:defRPr sz="1800"/>
            </a:lvl2pPr>
            <a:lvl3pPr marL="566738" indent="-231775">
              <a:spcBef>
                <a:spcPts val="200"/>
              </a:spcBef>
              <a:spcAft>
                <a:spcPts val="600"/>
              </a:spcAft>
              <a:buFont typeface="Calibri" panose="020F0502020204030204" pitchFamily="34" charset="0"/>
              <a:buChar char="–"/>
              <a:defRPr sz="1800"/>
            </a:lvl3pPr>
            <a:lvl4pPr marL="914400" indent="-231775">
              <a:spcBef>
                <a:spcPts val="200"/>
              </a:spcBef>
              <a:spcAft>
                <a:spcPts val="600"/>
              </a:spcAft>
              <a:buFont typeface="Arial" panose="020B0604020202020204" pitchFamily="34" charset="0"/>
              <a:buChar char="•"/>
              <a:defRPr sz="1800"/>
            </a:lvl4pPr>
            <a:lvl5pPr marL="1262063" indent="-231775">
              <a:spcBef>
                <a:spcPts val="200"/>
              </a:spcBef>
              <a:spcAft>
                <a:spcPts val="600"/>
              </a:spcAft>
              <a:buFont typeface="Calibri" panose="020F0502020204030204" pitchFamily="34" charset="0"/>
              <a:buChar char="–"/>
              <a:defRPr sz="1800"/>
            </a:lvl5pPr>
          </a:lstStyle>
          <a:p>
            <a:pPr lvl="0"/>
            <a:r>
              <a:rPr lang="en-US" dirty="0"/>
              <a:t>Add title here</a:t>
            </a:r>
          </a:p>
        </p:txBody>
      </p:sp>
      <p:cxnSp>
        <p:nvCxnSpPr>
          <p:cNvPr id="30" name="Straight Connector 29">
            <a:extLst>
              <a:ext uri="{FF2B5EF4-FFF2-40B4-BE49-F238E27FC236}">
                <a16:creationId xmlns:a16="http://schemas.microsoft.com/office/drawing/2014/main" xmlns="" id="{E85F50F5-008F-4B71-8FA6-64E17A0CF360}"/>
              </a:ext>
            </a:extLst>
          </p:cNvPr>
          <p:cNvCxnSpPr>
            <a:cxnSpLocks/>
          </p:cNvCxnSpPr>
          <p:nvPr userDrawn="1"/>
        </p:nvCxnSpPr>
        <p:spPr>
          <a:xfrm>
            <a:off x="6444837" y="4388146"/>
            <a:ext cx="5131623" cy="0"/>
          </a:xfrm>
          <a:prstGeom prst="line">
            <a:avLst/>
          </a:prstGeom>
          <a:ln w="6350">
            <a:solidFill>
              <a:schemeClr val="bg1">
                <a:lumMod val="75000"/>
              </a:schemeClr>
            </a:solidFill>
          </a:ln>
          <a:effectLst/>
        </p:spPr>
        <p:style>
          <a:lnRef idx="2">
            <a:schemeClr val="accent1"/>
          </a:lnRef>
          <a:fillRef idx="0">
            <a:schemeClr val="accent1"/>
          </a:fillRef>
          <a:effectRef idx="1">
            <a:schemeClr val="accent1"/>
          </a:effectRef>
          <a:fontRef idx="minor">
            <a:schemeClr val="tx1"/>
          </a:fontRef>
        </p:style>
      </p:cxnSp>
      <p:sp>
        <p:nvSpPr>
          <p:cNvPr id="5" name="Text Placeholder 4"/>
          <p:cNvSpPr>
            <a:spLocks noGrp="1"/>
          </p:cNvSpPr>
          <p:nvPr>
            <p:ph type="body" sz="quarter" idx="21"/>
          </p:nvPr>
        </p:nvSpPr>
        <p:spPr>
          <a:xfrm>
            <a:off x="438962"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8" name="Text Placeholder 7"/>
          <p:cNvSpPr>
            <a:spLocks noGrp="1"/>
          </p:cNvSpPr>
          <p:nvPr>
            <p:ph type="body" sz="quarter" idx="22"/>
          </p:nvPr>
        </p:nvSpPr>
        <p:spPr>
          <a:xfrm>
            <a:off x="6266733" y="1817468"/>
            <a:ext cx="5487829" cy="1620124"/>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1" name="Text Placeholder 10"/>
          <p:cNvSpPr>
            <a:spLocks noGrp="1"/>
          </p:cNvSpPr>
          <p:nvPr>
            <p:ph type="body" sz="quarter" idx="23"/>
          </p:nvPr>
        </p:nvSpPr>
        <p:spPr>
          <a:xfrm>
            <a:off x="6266733" y="4500507"/>
            <a:ext cx="5487829" cy="1638272"/>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3" name="Text Placeholder 12"/>
          <p:cNvSpPr>
            <a:spLocks noGrp="1"/>
          </p:cNvSpPr>
          <p:nvPr>
            <p:ph type="body" sz="quarter" idx="24"/>
          </p:nvPr>
        </p:nvSpPr>
        <p:spPr>
          <a:xfrm>
            <a:off x="438962" y="4505384"/>
            <a:ext cx="5487829" cy="1633395"/>
          </a:xfrm>
        </p:spPr>
        <p:txBody>
          <a:bodyPr>
            <a:noAutofit/>
          </a:bodyPr>
          <a:lstStyle>
            <a:lvl1pPr>
              <a:defRPr sz="1800"/>
            </a:lvl1pPr>
            <a:lvl2pPr>
              <a:defRPr sz="1600"/>
            </a:lvl2pPr>
            <a:lvl3pPr>
              <a:defRPr sz="1400"/>
            </a:lvl3pPr>
            <a:lvl4pPr>
              <a:defRPr sz="1200"/>
            </a:lvl4pPr>
            <a:lvl5pP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021039539"/>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Image on left">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188236" y="1409703"/>
            <a:ext cx="3564801" cy="1009033"/>
          </a:xfrm>
        </p:spPr>
        <p:txBody>
          <a:bodyPr lIns="0" tIns="0" rIns="0" bIns="0" anchor="b">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 on the right with images…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188236" y="2568887"/>
            <a:ext cx="3564801" cy="640080"/>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3302080"/>
            <a:ext cx="3567089" cy="2982173"/>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7" name="TextBox 6">
            <a:extLst>
              <a:ext uri="{FF2B5EF4-FFF2-40B4-BE49-F238E27FC236}">
                <a16:creationId xmlns:a16="http://schemas.microsoft.com/office/drawing/2014/main" xmlns="" id="{627C5B98-7084-40B5-BEB1-C88745735293}"/>
              </a:ext>
            </a:extLst>
          </p:cNvPr>
          <p:cNvSpPr txBox="1"/>
          <p:nvPr userDrawn="1"/>
        </p:nvSpPr>
        <p:spPr>
          <a:xfrm>
            <a:off x="11470597" y="6596679"/>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Avenir Roman"/>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Avenir Roman"/>
              <a:cs typeface="Avenir Roman"/>
            </a:endParaRPr>
          </a:p>
        </p:txBody>
      </p:sp>
      <p:sp>
        <p:nvSpPr>
          <p:cNvPr id="3" name="Picture Placeholder 2">
            <a:extLst>
              <a:ext uri="{FF2B5EF4-FFF2-40B4-BE49-F238E27FC236}">
                <a16:creationId xmlns:a16="http://schemas.microsoft.com/office/drawing/2014/main" xmlns="" id="{B481D2D6-D3F9-47BA-B7FD-5810A8C443CC}"/>
              </a:ext>
            </a:extLst>
          </p:cNvPr>
          <p:cNvSpPr>
            <a:spLocks noGrp="1"/>
          </p:cNvSpPr>
          <p:nvPr>
            <p:ph type="pic" sz="quarter" idx="14" hasCustomPrompt="1"/>
          </p:nvPr>
        </p:nvSpPr>
        <p:spPr>
          <a:xfrm>
            <a:off x="1" y="0"/>
            <a:ext cx="7745842" cy="6858000"/>
          </a:xfrm>
        </p:spPr>
        <p:txBody>
          <a:bodyPr tIns="914400" bIns="91440" anchor="ctr">
            <a:normAutofit/>
          </a:bodyPr>
          <a:lstStyle>
            <a:lvl1pPr marL="0" indent="0" algn="ctr">
              <a:buNone/>
              <a:defRPr sz="1800" i="0"/>
            </a:lvl1pPr>
          </a:lstStyle>
          <a:p>
            <a:r>
              <a:rPr lang="en-US" dirty="0"/>
              <a:t>Click to add picture</a:t>
            </a:r>
          </a:p>
        </p:txBody>
      </p:sp>
      <p:pic>
        <p:nvPicPr>
          <p:cNvPr id="13" name="Picture 12"/>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139596431"/>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Graph on righ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left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804180"/>
            <a:ext cx="2835378"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36675" y="3418610"/>
            <a:ext cx="2835378"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038064" y="1409700"/>
            <a:ext cx="7717260" cy="4354492"/>
          </a:xfrm>
        </p:spPr>
        <p:txBody>
          <a:bodyPr tIns="1554480" bIns="9144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2937393587"/>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Graph on lef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a:xfrm>
            <a:off x="438962" y="245863"/>
            <a:ext cx="9050409" cy="315704"/>
          </a:xfrm>
        </p:spPr>
        <p:txBody>
          <a:bodyPr/>
          <a:lstStyle>
            <a:lvl1pPr>
              <a:defRPr/>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8958632" y="1409703"/>
            <a:ext cx="2796693" cy="1183027"/>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Text placement</a:t>
            </a:r>
          </a:p>
          <a:p>
            <a:pPr lvl="0"/>
            <a:r>
              <a:rPr lang="en-US" dirty="0"/>
              <a:t>on the right</a:t>
            </a:r>
          </a:p>
          <a:p>
            <a:pPr lvl="0"/>
            <a:r>
              <a:rPr lang="en-US" dirty="0"/>
              <a:t>with graphs…</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8958632" y="2804180"/>
            <a:ext cx="2796693" cy="557526"/>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8958632" y="3418610"/>
            <a:ext cx="2796693" cy="2500131"/>
          </a:xfrm>
        </p:spPr>
        <p:txBody>
          <a:bodyPr lIns="0" tIns="0" rIns="0" bIns="0" anchor="t">
            <a:noAutofit/>
          </a:bodyPr>
          <a:lstStyle>
            <a:lvl1pPr marL="0" indent="0">
              <a:spcBef>
                <a:spcPts val="0"/>
              </a:spcBef>
              <a:spcAft>
                <a:spcPts val="1200"/>
              </a:spcAft>
              <a:buNone/>
              <a:defRPr sz="14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3" name="Content Placeholder 2">
            <a:extLst>
              <a:ext uri="{FF2B5EF4-FFF2-40B4-BE49-F238E27FC236}">
                <a16:creationId xmlns:a16="http://schemas.microsoft.com/office/drawing/2014/main" xmlns="" id="{E08AC9F2-845D-4282-82E8-B51C55688597}"/>
              </a:ext>
            </a:extLst>
          </p:cNvPr>
          <p:cNvSpPr>
            <a:spLocks noGrp="1"/>
          </p:cNvSpPr>
          <p:nvPr>
            <p:ph sz="quarter" idx="13" hasCustomPrompt="1"/>
          </p:nvPr>
        </p:nvSpPr>
        <p:spPr>
          <a:xfrm>
            <a:off x="438962" y="1409700"/>
            <a:ext cx="7717260" cy="4354492"/>
          </a:xfrm>
        </p:spPr>
        <p:txBody>
          <a:bodyPr tIns="1554480" anchor="ctr">
            <a:normAutofit/>
          </a:bodyPr>
          <a:lstStyle>
            <a:lvl1pPr marL="0" indent="0" algn="ctr">
              <a:buNone/>
              <a:defRPr sz="1800"/>
            </a:lvl1pPr>
          </a:lstStyle>
          <a:p>
            <a:pPr lvl="0"/>
            <a:r>
              <a:rPr lang="en-US" dirty="0"/>
              <a:t>Click to add graphics</a:t>
            </a:r>
          </a:p>
        </p:txBody>
      </p:sp>
    </p:spTree>
    <p:extLst>
      <p:ext uri="{BB962C8B-B14F-4D97-AF65-F5344CB8AC3E}">
        <p14:creationId xmlns:p14="http://schemas.microsoft.com/office/powerpoint/2010/main" val="1115162912"/>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Video layout">
    <p:spTree>
      <p:nvGrpSpPr>
        <p:cNvPr id="1" name=""/>
        <p:cNvGrpSpPr/>
        <p:nvPr/>
      </p:nvGrpSpPr>
      <p:grpSpPr>
        <a:xfrm>
          <a:off x="0" y="0"/>
          <a:ext cx="0" cy="0"/>
          <a:chOff x="0" y="0"/>
          <a:chExt cx="0" cy="0"/>
        </a:xfrm>
      </p:grpSpPr>
      <p:sp>
        <p:nvSpPr>
          <p:cNvPr id="4" name="Media Placeholder 3">
            <a:extLst>
              <a:ext uri="{FF2B5EF4-FFF2-40B4-BE49-F238E27FC236}">
                <a16:creationId xmlns:a16="http://schemas.microsoft.com/office/drawing/2014/main" xmlns="" id="{57F838CA-1797-4E5B-8118-8D29A3E14884}"/>
              </a:ext>
            </a:extLst>
          </p:cNvPr>
          <p:cNvSpPr>
            <a:spLocks noGrp="1"/>
          </p:cNvSpPr>
          <p:nvPr>
            <p:ph type="media" sz="quarter" idx="14" hasCustomPrompt="1"/>
          </p:nvPr>
        </p:nvSpPr>
        <p:spPr>
          <a:xfrm>
            <a:off x="1" y="0"/>
            <a:ext cx="12192000" cy="6858000"/>
          </a:xfrm>
        </p:spPr>
        <p:txBody>
          <a:bodyPr tIns="731520" anchor="ctr">
            <a:normAutofit/>
          </a:bodyPr>
          <a:lstStyle>
            <a:lvl1pPr marL="0" indent="0" algn="ctr">
              <a:buNone/>
              <a:defRPr sz="1600"/>
            </a:lvl1pPr>
          </a:lstStyle>
          <a:p>
            <a:r>
              <a:rPr lang="en-US" dirty="0"/>
              <a:t>Click to add video</a:t>
            </a:r>
          </a:p>
        </p:txBody>
      </p:sp>
    </p:spTree>
    <p:extLst>
      <p:ext uri="{BB962C8B-B14F-4D97-AF65-F5344CB8AC3E}">
        <p14:creationId xmlns:p14="http://schemas.microsoft.com/office/powerpoint/2010/main" val="2198527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Single column text layout">
    <p:spTree>
      <p:nvGrpSpPr>
        <p:cNvPr id="1" name=""/>
        <p:cNvGrpSpPr/>
        <p:nvPr/>
      </p:nvGrpSpPr>
      <p:grpSpPr>
        <a:xfrm>
          <a:off x="0" y="0"/>
          <a:ext cx="0" cy="0"/>
          <a:chOff x="0" y="0"/>
          <a:chExt cx="0" cy="0"/>
        </a:xfrm>
      </p:grpSpPr>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Single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4038064" y="1409702"/>
            <a:ext cx="7717260"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Tree>
    <p:extLst>
      <p:ext uri="{BB962C8B-B14F-4D97-AF65-F5344CB8AC3E}">
        <p14:creationId xmlns:p14="http://schemas.microsoft.com/office/powerpoint/2010/main" val="266983203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ouble column text layout">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xmlns="" id="{72C62C3E-B473-416F-A867-9AF790849B04}"/>
              </a:ext>
            </a:extLst>
          </p:cNvPr>
          <p:cNvSpPr>
            <a:spLocks noGrp="1"/>
          </p:cNvSpPr>
          <p:nvPr>
            <p:ph type="title" hasCustomPrompt="1"/>
          </p:nvPr>
        </p:nvSpPr>
        <p:spPr/>
        <p:txBody>
          <a:bodyPr/>
          <a:lstStyle>
            <a:lvl1pPr>
              <a:defRPr baseline="0"/>
            </a:lvl1pPr>
          </a:lstStyle>
          <a:p>
            <a:r>
              <a:rPr lang="en-US" dirty="0"/>
              <a:t>SECTION HEADING</a:t>
            </a:r>
          </a:p>
        </p:txBody>
      </p:sp>
      <p:sp>
        <p:nvSpPr>
          <p:cNvPr id="5" name="Text Placeholder 4">
            <a:extLst>
              <a:ext uri="{FF2B5EF4-FFF2-40B4-BE49-F238E27FC236}">
                <a16:creationId xmlns:a16="http://schemas.microsoft.com/office/drawing/2014/main" xmlns="" id="{FA384AA8-E329-48AE-A654-DB73F5111AE3}"/>
              </a:ext>
            </a:extLst>
          </p:cNvPr>
          <p:cNvSpPr>
            <a:spLocks noGrp="1"/>
          </p:cNvSpPr>
          <p:nvPr>
            <p:ph type="body" sz="quarter" idx="10" hasCustomPrompt="1"/>
          </p:nvPr>
        </p:nvSpPr>
        <p:spPr>
          <a:xfrm>
            <a:off x="438962" y="1409703"/>
            <a:ext cx="2835378" cy="1009033"/>
          </a:xfrm>
        </p:spPr>
        <p:txBody>
          <a:bodyPr lIns="0" tIns="0" rIns="0" bIns="0" anchor="t">
            <a:noAutofit/>
          </a:bodyPr>
          <a:lstStyle>
            <a:lvl1pPr marL="0" indent="0">
              <a:lnSpc>
                <a:spcPct val="90000"/>
              </a:lnSpc>
              <a:spcBef>
                <a:spcPts val="0"/>
              </a:spcBef>
              <a:spcAft>
                <a:spcPts val="0"/>
              </a:spcAft>
              <a:buNone/>
              <a:defRPr sz="3200" b="0">
                <a:solidFill>
                  <a:schemeClr val="accent5"/>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Double column text layout</a:t>
            </a:r>
          </a:p>
        </p:txBody>
      </p:sp>
      <p:sp>
        <p:nvSpPr>
          <p:cNvPr id="8" name="Text Placeholder 4">
            <a:extLst>
              <a:ext uri="{FF2B5EF4-FFF2-40B4-BE49-F238E27FC236}">
                <a16:creationId xmlns:a16="http://schemas.microsoft.com/office/drawing/2014/main" xmlns="" id="{4D28E0D2-FB60-4FE5-A488-EAC3FDC4F5D4}"/>
              </a:ext>
            </a:extLst>
          </p:cNvPr>
          <p:cNvSpPr>
            <a:spLocks noGrp="1"/>
          </p:cNvSpPr>
          <p:nvPr>
            <p:ph type="body" sz="quarter" idx="11" hasCustomPrompt="1"/>
          </p:nvPr>
        </p:nvSpPr>
        <p:spPr>
          <a:xfrm>
            <a:off x="438962" y="2508889"/>
            <a:ext cx="2835378" cy="1009033"/>
          </a:xfrm>
        </p:spPr>
        <p:txBody>
          <a:bodyPr lIns="0" tIns="0" rIns="0" bIns="0" anchor="t">
            <a:normAutofit/>
          </a:bodyPr>
          <a:lstStyle>
            <a:lvl1pPr marL="0" indent="0">
              <a:spcBef>
                <a:spcPts val="0"/>
              </a:spcBef>
              <a:spcAft>
                <a:spcPts val="0"/>
              </a:spcAft>
              <a:buNone/>
              <a:defRPr sz="1400" b="0">
                <a:solidFill>
                  <a:schemeClr val="bg2"/>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Sub heading text here…</a:t>
            </a:r>
          </a:p>
        </p:txBody>
      </p:sp>
      <p:sp>
        <p:nvSpPr>
          <p:cNvPr id="9" name="Text Placeholder 4">
            <a:extLst>
              <a:ext uri="{FF2B5EF4-FFF2-40B4-BE49-F238E27FC236}">
                <a16:creationId xmlns:a16="http://schemas.microsoft.com/office/drawing/2014/main" xmlns="" id="{C273D64F-4619-454D-AE59-A131CB2E91E5}"/>
              </a:ext>
            </a:extLst>
          </p:cNvPr>
          <p:cNvSpPr>
            <a:spLocks noGrp="1"/>
          </p:cNvSpPr>
          <p:nvPr>
            <p:ph type="body" sz="quarter" idx="12" hasCustomPrompt="1"/>
          </p:nvPr>
        </p:nvSpPr>
        <p:spPr>
          <a:xfrm>
            <a:off x="403806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sp>
        <p:nvSpPr>
          <p:cNvPr id="10" name="Text Placeholder 4">
            <a:extLst>
              <a:ext uri="{FF2B5EF4-FFF2-40B4-BE49-F238E27FC236}">
                <a16:creationId xmlns:a16="http://schemas.microsoft.com/office/drawing/2014/main" xmlns="" id="{D083492D-9303-43AC-B776-BB4E216D25FC}"/>
              </a:ext>
            </a:extLst>
          </p:cNvPr>
          <p:cNvSpPr>
            <a:spLocks noGrp="1"/>
          </p:cNvSpPr>
          <p:nvPr>
            <p:ph type="body" sz="quarter" idx="13" hasCustomPrompt="1"/>
          </p:nvPr>
        </p:nvSpPr>
        <p:spPr>
          <a:xfrm>
            <a:off x="8188235" y="1409702"/>
            <a:ext cx="3567089" cy="4754880"/>
          </a:xfrm>
        </p:spPr>
        <p:txBody>
          <a:bodyPr lIns="0" tIns="0" rIns="0" bIns="0" anchor="t">
            <a:noAutofit/>
          </a:bodyPr>
          <a:lstStyle>
            <a:lvl1pPr marL="0" indent="0">
              <a:spcBef>
                <a:spcPts val="0"/>
              </a:spcBef>
              <a:spcAft>
                <a:spcPts val="1200"/>
              </a:spcAft>
              <a:buNone/>
              <a:defRPr sz="1600" b="0">
                <a:solidFill>
                  <a:schemeClr val="tx1"/>
                </a:solidFill>
              </a:defRPr>
            </a:lvl1pPr>
            <a:lvl2pPr marL="0" indent="0">
              <a:spcBef>
                <a:spcPts val="0"/>
              </a:spcBef>
              <a:spcAft>
                <a:spcPts val="600"/>
              </a:spcAft>
              <a:buFont typeface="Arial" panose="020B0604020202020204" pitchFamily="34" charset="0"/>
              <a:buNone/>
              <a:defRPr/>
            </a:lvl2pPr>
            <a:lvl3pPr marL="566738" indent="-231775">
              <a:spcBef>
                <a:spcPts val="200"/>
              </a:spcBef>
              <a:spcAft>
                <a:spcPts val="600"/>
              </a:spcAft>
              <a:buFont typeface="Calibri" panose="020F0502020204030204" pitchFamily="34" charset="0"/>
              <a:buChar char="–"/>
              <a:defRPr/>
            </a:lvl3pPr>
            <a:lvl4pPr marL="914400" indent="-231775">
              <a:spcBef>
                <a:spcPts val="200"/>
              </a:spcBef>
              <a:spcAft>
                <a:spcPts val="600"/>
              </a:spcAft>
              <a:buFont typeface="Arial" panose="020B0604020202020204" pitchFamily="34" charset="0"/>
              <a:buChar char="•"/>
              <a:defRPr/>
            </a:lvl4pPr>
            <a:lvl5pPr marL="1262063" indent="-231775">
              <a:spcBef>
                <a:spcPts val="200"/>
              </a:spcBef>
              <a:spcAft>
                <a:spcPts val="600"/>
              </a:spcAft>
              <a:buFont typeface="Calibri" panose="020F0502020204030204" pitchFamily="34" charset="0"/>
              <a:buChar char="–"/>
              <a:defRPr/>
            </a:lvl5pPr>
          </a:lstStyle>
          <a:p>
            <a:pPr lvl="0"/>
            <a:r>
              <a:rPr lang="en-US" dirty="0"/>
              <a:t>Place holder for text description</a:t>
            </a:r>
          </a:p>
        </p:txBody>
      </p:sp>
      <p:pic>
        <p:nvPicPr>
          <p:cNvPr id="12" name="Picture 11">
            <a:extLst>
              <a:ext uri="{FF2B5EF4-FFF2-40B4-BE49-F238E27FC236}">
                <a16:creationId xmlns:a16="http://schemas.microsoft.com/office/drawing/2014/main" xmlns="" id="{3AFF631D-639E-49F9-AD67-8CEFCEC55099}"/>
              </a:ext>
            </a:extLst>
          </p:cNvPr>
          <p:cNvPicPr>
            <a:picLocks noChangeAspect="1"/>
          </p:cNvPicPr>
          <p:nvPr userDrawn="1"/>
        </p:nvPicPr>
        <p:blipFill>
          <a:blip r:embed="rId2"/>
          <a:stretch>
            <a:fillRect/>
          </a:stretch>
        </p:blipFill>
        <p:spPr>
          <a:xfrm>
            <a:off x="6590634" y="940740"/>
            <a:ext cx="5194713" cy="5193360"/>
          </a:xfrm>
          <a:prstGeom prst="rect">
            <a:avLst/>
          </a:prstGeom>
        </p:spPr>
      </p:pic>
    </p:spTree>
    <p:extLst>
      <p:ext uri="{BB962C8B-B14F-4D97-AF65-F5344CB8AC3E}">
        <p14:creationId xmlns:p14="http://schemas.microsoft.com/office/powerpoint/2010/main" val="771229885"/>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hank you">
    <p:spTree>
      <p:nvGrpSpPr>
        <p:cNvPr id="1" name=""/>
        <p:cNvGrpSpPr/>
        <p:nvPr/>
      </p:nvGrpSpPr>
      <p:grpSpPr>
        <a:xfrm>
          <a:off x="0" y="0"/>
          <a:ext cx="0" cy="0"/>
          <a:chOff x="0" y="0"/>
          <a:chExt cx="0" cy="0"/>
        </a:xfrm>
      </p:grpSpPr>
      <p:pic>
        <p:nvPicPr>
          <p:cNvPr id="82" name="Picture 81"/>
          <p:cNvPicPr>
            <a:picLocks noChangeAspect="1"/>
          </p:cNvPicPr>
          <p:nvPr userDrawn="1"/>
        </p:nvPicPr>
        <p:blipFill rotWithShape="1">
          <a:blip r:embed="rId2" cstate="print">
            <a:alphaModFix amt="4000"/>
            <a:extLst>
              <a:ext uri="{28A0092B-C50C-407E-A947-70E740481C1C}">
                <a14:useLocalDpi xmlns:a14="http://schemas.microsoft.com/office/drawing/2010/main" val="0"/>
              </a:ext>
            </a:extLst>
          </a:blip>
          <a:srcRect/>
          <a:stretch/>
        </p:blipFill>
        <p:spPr>
          <a:xfrm>
            <a:off x="7604521" y="0"/>
            <a:ext cx="4591311" cy="6858000"/>
          </a:xfrm>
          <a:prstGeom prst="rect">
            <a:avLst/>
          </a:prstGeom>
        </p:spPr>
      </p:pic>
      <p:pic>
        <p:nvPicPr>
          <p:cNvPr id="83" name="Picture 82"/>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0" y="0"/>
            <a:ext cx="12216767" cy="6858000"/>
          </a:xfrm>
          <a:prstGeom prst="rect">
            <a:avLst/>
          </a:prstGeom>
        </p:spPr>
      </p:pic>
      <p:sp>
        <p:nvSpPr>
          <p:cNvPr id="55" name="Rectangle 54"/>
          <p:cNvSpPr/>
          <p:nvPr userDrawn="1"/>
        </p:nvSpPr>
        <p:spPr>
          <a:xfrm>
            <a:off x="1" y="2"/>
            <a:ext cx="12192000" cy="6486377"/>
          </a:xfrm>
          <a:prstGeom prst="rect">
            <a:avLst/>
          </a:prstGeom>
          <a:gradFill>
            <a:gsLst>
              <a:gs pos="100000">
                <a:schemeClr val="bg1">
                  <a:alpha val="0"/>
                </a:schemeClr>
              </a:gs>
              <a:gs pos="34000">
                <a:schemeClr val="bg1"/>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2" name="Rectangle 1"/>
          <p:cNvSpPr/>
          <p:nvPr userDrawn="1"/>
        </p:nvSpPr>
        <p:spPr>
          <a:xfrm>
            <a:off x="7573465" y="0"/>
            <a:ext cx="4618536" cy="6858000"/>
          </a:xfrm>
          <a:prstGeom prst="rect">
            <a:avLst/>
          </a:prstGeom>
          <a:solidFill>
            <a:srgbClr val="1B417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349"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8" name="TextBox 7"/>
          <p:cNvSpPr txBox="1"/>
          <p:nvPr userDrawn="1"/>
        </p:nvSpPr>
        <p:spPr>
          <a:xfrm>
            <a:off x="7775369"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Infogain Corporation, HQ</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485 Alberto Way</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100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Los Gatos, CA 95032</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408-355-6000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9" name="TextBox 8"/>
          <p:cNvSpPr txBox="1"/>
          <p:nvPr userDrawn="1"/>
        </p:nvSpPr>
        <p:spPr>
          <a:xfrm>
            <a:off x="7775371" y="283434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111 W. Anderson Lane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E336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Austin, TX 78752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512-212-4070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0" name="TextBox 9"/>
          <p:cNvSpPr txBox="1"/>
          <p:nvPr userDrawn="1"/>
        </p:nvSpPr>
        <p:spPr>
          <a:xfrm>
            <a:off x="9921983" y="687987"/>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A-16 &amp; 21, Sector 60</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Gautam Budh Nagar </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Noida – 201 301, India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12 0244 5144</a:t>
            </a:r>
          </a:p>
        </p:txBody>
      </p:sp>
      <p:sp>
        <p:nvSpPr>
          <p:cNvPr id="11" name="TextBox 10"/>
          <p:cNvSpPr txBox="1"/>
          <p:nvPr userDrawn="1"/>
        </p:nvSpPr>
        <p:spPr>
          <a:xfrm>
            <a:off x="9909581" y="1760105"/>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Unit No. 74, 2</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nd</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Floor, SDF 3</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SEEPZ, Andheri East</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Mumbai – 400 096,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22 6114 6969</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2" name="TextBox 11"/>
          <p:cNvSpPr txBox="1"/>
          <p:nvPr userDrawn="1"/>
        </p:nvSpPr>
        <p:spPr>
          <a:xfrm>
            <a:off x="7775370" y="1761667"/>
            <a:ext cx="2009758"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41 Corporate Park</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390</a:t>
            </a:r>
            <a:b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Irvine, CA 92606</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it-IT"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949-223-5100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13" name="TextBox 12"/>
          <p:cNvSpPr txBox="1"/>
          <p:nvPr userDrawn="1"/>
        </p:nvSpPr>
        <p:spPr>
          <a:xfrm>
            <a:off x="9879784" y="2832222"/>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#7, 18th Main Road, 7th Block</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err="1">
                <a:ln>
                  <a:noFill/>
                </a:ln>
                <a:solidFill>
                  <a:srgbClr val="FFFFFF"/>
                </a:solidFill>
                <a:effectLst/>
                <a:uLnTx/>
                <a:uFillTx/>
                <a:latin typeface="Avenir Roman" panose="020B0503020203020204"/>
                <a:ea typeface="Lato" charset="0"/>
                <a:cs typeface="Lato" charset="0"/>
              </a:rPr>
              <a:t>Koramangala</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Bengaluru - 560 095, India</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+91 80 4110 4560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6" name="TextBox 35"/>
          <p:cNvSpPr txBox="1"/>
          <p:nvPr userDrawn="1"/>
        </p:nvSpPr>
        <p:spPr>
          <a:xfrm>
            <a:off x="7775369" y="4976456"/>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Millbank Tower, Citibase 21-24 Millbank, office no 1.7</a:t>
            </a:r>
            <a:b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London SW1P 4DP </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pt-BR"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+44 (0)20 3355 7594</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37" name="TextBox 36"/>
          <p:cNvSpPr txBox="1"/>
          <p:nvPr userDrawn="1"/>
        </p:nvSpPr>
        <p:spPr>
          <a:xfrm>
            <a:off x="9909581" y="3904340"/>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a:t>
            </a:r>
            <a:endParaRPr kumimoji="0" lang="pt-BR"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Office No. 255, Building No. 17 Dubai Internet City</a:t>
            </a:r>
            <a:br>
              <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Dubai, UAE</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+971-4-458-7336</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6" name="TextBox 55"/>
          <p:cNvSpPr txBox="1"/>
          <p:nvPr userDrawn="1"/>
        </p:nvSpPr>
        <p:spPr>
          <a:xfrm>
            <a:off x="7775370" y="3908673"/>
            <a:ext cx="200975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21410 North 19</a:t>
            </a:r>
            <a:r>
              <a:rPr kumimoji="0" lang="en-US" sz="1000" b="0" i="0" u="none" strike="noStrike" kern="1200" cap="none" spc="0" normalizeH="0" baseline="30000" noProof="0" dirty="0">
                <a:ln>
                  <a:noFill/>
                </a:ln>
                <a:solidFill>
                  <a:srgbClr val="FFFFFF"/>
                </a:solidFill>
                <a:effectLst/>
                <a:uLnTx/>
                <a:uFillTx/>
                <a:latin typeface="Avenir Roman" panose="020B0503020203020204"/>
                <a:ea typeface="Lato" charset="0"/>
                <a:cs typeface="Lato" charset="0"/>
              </a:rPr>
              <a:t>th</a:t>
            </a: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 Ave</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Suite 114</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Phoenix, AZ 85027</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602-455-1860</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sp>
        <p:nvSpPr>
          <p:cNvPr id="57" name="TextBox 56"/>
          <p:cNvSpPr txBox="1"/>
          <p:nvPr userDrawn="1"/>
        </p:nvSpPr>
        <p:spPr>
          <a:xfrm>
            <a:off x="9879784" y="4976456"/>
            <a:ext cx="2009197" cy="1028487"/>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a:t>
            </a:r>
            <a:endParaRPr kumimoji="0" lang="en-IN" sz="1000" b="1"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144 Robinson Road, #13-01 Robinson Square </a:t>
            </a:r>
            <a:b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b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Singapore 068908</a:t>
            </a:r>
          </a:p>
          <a:p>
            <a:pPr marL="0" marR="0" lvl="0" indent="0" algn="l" defTabSz="457200" rtl="0" eaLnBrk="1" fontAlgn="auto" latinLnBrk="0" hangingPunct="1">
              <a:lnSpc>
                <a:spcPct val="100000"/>
              </a:lnSpc>
              <a:spcBef>
                <a:spcPts val="0"/>
              </a:spcBef>
              <a:spcAft>
                <a:spcPts val="450"/>
              </a:spcAft>
              <a:buClrTx/>
              <a:buSzTx/>
              <a:buFontTx/>
              <a:buNone/>
              <a:tabLst/>
              <a:defRPr/>
            </a:pPr>
            <a:r>
              <a:rPr kumimoji="0" lang="en-US"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rPr>
              <a:t>Phone: +65 62741455</a:t>
            </a:r>
            <a:endParaRPr kumimoji="0" lang="en-IN" sz="1000" b="0" i="0" u="none" strike="noStrike" kern="1200" cap="none" spc="0" normalizeH="0" baseline="0" noProof="0" dirty="0">
              <a:ln>
                <a:noFill/>
              </a:ln>
              <a:solidFill>
                <a:srgbClr val="FFFFFF"/>
              </a:solidFill>
              <a:effectLst/>
              <a:uLnTx/>
              <a:uFillTx/>
              <a:latin typeface="Avenir Roman" panose="020B0503020203020204"/>
              <a:ea typeface="Lato" charset="0"/>
              <a:cs typeface="Lato" charset="0"/>
            </a:endParaRPr>
          </a:p>
        </p:txBody>
      </p:sp>
      <p:pic>
        <p:nvPicPr>
          <p:cNvPr id="5" name="Picture 4"/>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571732" y="4529860"/>
            <a:ext cx="2648305" cy="1076706"/>
          </a:xfrm>
          <a:prstGeom prst="rect">
            <a:avLst/>
          </a:prstGeom>
        </p:spPr>
      </p:pic>
      <p:sp>
        <p:nvSpPr>
          <p:cNvPr id="85" name="TextBox 84">
            <a:extLst>
              <a:ext uri="{FF2B5EF4-FFF2-40B4-BE49-F238E27FC236}">
                <a16:creationId xmlns:a16="http://schemas.microsoft.com/office/drawing/2014/main" xmlns="" id="{3230B90F-242E-4EDF-94F3-70B9791F7EF3}"/>
              </a:ext>
            </a:extLst>
          </p:cNvPr>
          <p:cNvSpPr txBox="1"/>
          <p:nvPr userDrawn="1"/>
        </p:nvSpPr>
        <p:spPr>
          <a:xfrm>
            <a:off x="11511853" y="6569254"/>
            <a:ext cx="325815" cy="230832"/>
          </a:xfrm>
          <a:prstGeom prst="rect">
            <a:avLst/>
          </a:prstGeom>
        </p:spPr>
        <p:txBody>
          <a:bodyPr wrap="none">
            <a:spAutoFit/>
          </a:bodyPr>
          <a:lstStyle>
            <a:defPPr>
              <a:defRPr lang="en-US"/>
            </a:defPPr>
            <a:lvl1pPr>
              <a:defRPr sz="900">
                <a:solidFill>
                  <a:prstClr val="white">
                    <a:lumMod val="50000"/>
                  </a:prstClr>
                </a:solidFill>
                <a:latin typeface="Avenir Roman"/>
                <a:cs typeface="Avenir Roman"/>
              </a:defRPr>
            </a:lvl1pPr>
          </a:lstStyle>
          <a:p>
            <a:pPr marL="0" marR="0" lvl="0" indent="0" algn="l" defTabSz="457200" rtl="0" eaLnBrk="1" fontAlgn="auto" latinLnBrk="0" hangingPunct="1">
              <a:lnSpc>
                <a:spcPct val="100000"/>
              </a:lnSpc>
              <a:spcBef>
                <a:spcPts val="0"/>
              </a:spcBef>
              <a:spcAft>
                <a:spcPts val="0"/>
              </a:spcAft>
              <a:buClrTx/>
              <a:buSzTx/>
              <a:buFontTx/>
              <a:buNone/>
              <a:tabLst/>
              <a:defRPr/>
            </a:pPr>
            <a:fld id="{D32B1299-5D1F-4CF7-9AC0-55CF30817FA5}" type="slidenum">
              <a:rPr kumimoji="0" lang="en-US" sz="900" b="0" i="0" u="none" strike="noStrike" kern="1200" cap="none" spc="0" normalizeH="0" baseline="0" noProof="0" smtClean="0">
                <a:ln>
                  <a:noFill/>
                </a:ln>
                <a:solidFill>
                  <a:prstClr val="white">
                    <a:lumMod val="50000"/>
                  </a:prstClr>
                </a:solidFill>
                <a:effectLst/>
                <a:uLnTx/>
                <a:uFillTx/>
                <a:latin typeface="Avenir Roman"/>
                <a:ea typeface="+mn-ea"/>
              </a:rPr>
              <a:pPr marL="0" marR="0" lvl="0" indent="0" algn="l" defTabSz="457200" rtl="0" eaLnBrk="1" fontAlgn="auto" latinLnBrk="0" hangingPunct="1">
                <a:lnSpc>
                  <a:spcPct val="100000"/>
                </a:lnSpc>
                <a:spcBef>
                  <a:spcPts val="0"/>
                </a:spcBef>
                <a:spcAft>
                  <a:spcPts val="0"/>
                </a:spcAft>
                <a:buClrTx/>
                <a:buSzTx/>
                <a:buFontTx/>
                <a:buNone/>
                <a:tabLst/>
                <a:defRPr/>
              </a:pPr>
              <a:t>‹#›</a:t>
            </a:fld>
            <a:endParaRPr kumimoji="0" lang="en-US" sz="900" b="0" i="0" u="none" strike="noStrike" kern="1200" cap="none" spc="0" normalizeH="0" baseline="0" noProof="0" dirty="0">
              <a:ln>
                <a:noFill/>
              </a:ln>
              <a:solidFill>
                <a:prstClr val="white">
                  <a:lumMod val="50000"/>
                </a:prstClr>
              </a:solidFill>
              <a:effectLst/>
              <a:uLnTx/>
              <a:uFillTx/>
              <a:latin typeface="Avenir Roman"/>
              <a:ea typeface="+mn-ea"/>
            </a:endParaRPr>
          </a:p>
        </p:txBody>
      </p:sp>
      <p:grpSp>
        <p:nvGrpSpPr>
          <p:cNvPr id="84" name="Group 83"/>
          <p:cNvGrpSpPr/>
          <p:nvPr userDrawn="1"/>
        </p:nvGrpSpPr>
        <p:grpSpPr>
          <a:xfrm>
            <a:off x="311395" y="493922"/>
            <a:ext cx="7115217" cy="3544058"/>
            <a:chOff x="415233" y="658562"/>
            <a:chExt cx="9487883" cy="4725411"/>
          </a:xfrm>
        </p:grpSpPr>
        <p:pic>
          <p:nvPicPr>
            <p:cNvPr id="86" name="Picture 85"/>
            <p:cNvPicPr>
              <a:picLocks noChangeAspect="1"/>
            </p:cNvPicPr>
            <p:nvPr userDrawn="1"/>
          </p:nvPicPr>
          <p:blipFill>
            <a:blip r:embed="rId5">
              <a:alphaModFix amt="60000"/>
              <a:extLst>
                <a:ext uri="{28A0092B-C50C-407E-A947-70E740481C1C}">
                  <a14:useLocalDpi xmlns:a14="http://schemas.microsoft.com/office/drawing/2010/main" val="0"/>
                </a:ext>
              </a:extLst>
            </a:blip>
            <a:stretch>
              <a:fillRect/>
            </a:stretch>
          </p:blipFill>
          <p:spPr>
            <a:xfrm>
              <a:off x="415233" y="658562"/>
              <a:ext cx="9487883" cy="4725411"/>
            </a:xfrm>
            <a:prstGeom prst="trapezoid">
              <a:avLst>
                <a:gd name="adj" fmla="val 0"/>
              </a:avLst>
            </a:prstGeom>
          </p:spPr>
        </p:pic>
        <p:grpSp>
          <p:nvGrpSpPr>
            <p:cNvPr id="87" name="Group 86"/>
            <p:cNvGrpSpPr/>
            <p:nvPr userDrawn="1"/>
          </p:nvGrpSpPr>
          <p:grpSpPr>
            <a:xfrm>
              <a:off x="1674327" y="2274851"/>
              <a:ext cx="188768" cy="361833"/>
              <a:chOff x="-1994126" y="1399268"/>
              <a:chExt cx="525462" cy="985838"/>
            </a:xfrm>
          </p:grpSpPr>
          <p:sp>
            <p:nvSpPr>
              <p:cNvPr id="115" name="Freeform 5"/>
              <p:cNvSpPr>
                <a:spLocks/>
              </p:cNvSpPr>
              <p:nvPr/>
            </p:nvSpPr>
            <p:spPr bwMode="auto">
              <a:xfrm>
                <a:off x="-1994126" y="1399268"/>
                <a:ext cx="525462" cy="985838"/>
              </a:xfrm>
              <a:custGeom>
                <a:avLst/>
                <a:gdLst>
                  <a:gd name="T0" fmla="*/ 140 w 140"/>
                  <a:gd name="T1" fmla="*/ 70 h 262"/>
                  <a:gd name="T2" fmla="*/ 136 w 140"/>
                  <a:gd name="T3" fmla="*/ 95 h 262"/>
                  <a:gd name="T4" fmla="*/ 66 w 140"/>
                  <a:gd name="T5" fmla="*/ 262 h 262"/>
                  <a:gd name="T6" fmla="*/ 4 w 140"/>
                  <a:gd name="T7" fmla="*/ 92 h 262"/>
                  <a:gd name="T8" fmla="*/ 0 w 140"/>
                  <a:gd name="T9" fmla="*/ 70 h 262"/>
                  <a:gd name="T10" fmla="*/ 70 w 140"/>
                  <a:gd name="T11" fmla="*/ 0 h 262"/>
                  <a:gd name="T12" fmla="*/ 140 w 140"/>
                  <a:gd name="T13" fmla="*/ 70 h 262"/>
                </a:gdLst>
                <a:ahLst/>
                <a:cxnLst>
                  <a:cxn ang="0">
                    <a:pos x="T0" y="T1"/>
                  </a:cxn>
                  <a:cxn ang="0">
                    <a:pos x="T2" y="T3"/>
                  </a:cxn>
                  <a:cxn ang="0">
                    <a:pos x="T4" y="T5"/>
                  </a:cxn>
                  <a:cxn ang="0">
                    <a:pos x="T6" y="T7"/>
                  </a:cxn>
                  <a:cxn ang="0">
                    <a:pos x="T8" y="T9"/>
                  </a:cxn>
                  <a:cxn ang="0">
                    <a:pos x="T10" y="T11"/>
                  </a:cxn>
                  <a:cxn ang="0">
                    <a:pos x="T12" y="T13"/>
                  </a:cxn>
                </a:cxnLst>
                <a:rect l="0" t="0" r="r" b="b"/>
                <a:pathLst>
                  <a:path w="140" h="262">
                    <a:moveTo>
                      <a:pt x="140" y="70"/>
                    </a:moveTo>
                    <a:cubicBezTo>
                      <a:pt x="140" y="79"/>
                      <a:pt x="139" y="87"/>
                      <a:pt x="136" y="95"/>
                    </a:cubicBezTo>
                    <a:cubicBezTo>
                      <a:pt x="127" y="122"/>
                      <a:pt x="66" y="262"/>
                      <a:pt x="66" y="262"/>
                    </a:cubicBezTo>
                    <a:cubicBezTo>
                      <a:pt x="66" y="262"/>
                      <a:pt x="9" y="109"/>
                      <a:pt x="4" y="92"/>
                    </a:cubicBezTo>
                    <a:cubicBezTo>
                      <a:pt x="2" y="85"/>
                      <a:pt x="0" y="78"/>
                      <a:pt x="0" y="70"/>
                    </a:cubicBezTo>
                    <a:cubicBezTo>
                      <a:pt x="0" y="31"/>
                      <a:pt x="32" y="0"/>
                      <a:pt x="70" y="0"/>
                    </a:cubicBezTo>
                    <a:cubicBezTo>
                      <a:pt x="109" y="0"/>
                      <a:pt x="140" y="31"/>
                      <a:pt x="140" y="70"/>
                    </a:cubicBezTo>
                    <a:close/>
                  </a:path>
                </a:pathLst>
              </a:custGeom>
              <a:solidFill>
                <a:srgbClr val="E15D26"/>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6" name="Oval 6"/>
              <p:cNvSpPr>
                <a:spLocks noChangeArrowheads="1"/>
              </p:cNvSpPr>
              <p:nvPr/>
            </p:nvSpPr>
            <p:spPr bwMode="auto">
              <a:xfrm>
                <a:off x="-1863952" y="1531031"/>
                <a:ext cx="268287" cy="266700"/>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8" name="Group 87"/>
            <p:cNvGrpSpPr/>
            <p:nvPr userDrawn="1"/>
          </p:nvGrpSpPr>
          <p:grpSpPr>
            <a:xfrm>
              <a:off x="1740462" y="2443835"/>
              <a:ext cx="187035" cy="360245"/>
              <a:chOff x="1387249" y="1191305"/>
              <a:chExt cx="525462" cy="990600"/>
            </a:xfrm>
          </p:grpSpPr>
          <p:sp>
            <p:nvSpPr>
              <p:cNvPr id="11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EBB12"/>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89" name="Group 88"/>
            <p:cNvGrpSpPr/>
            <p:nvPr userDrawn="1"/>
          </p:nvGrpSpPr>
          <p:grpSpPr>
            <a:xfrm>
              <a:off x="2235524" y="2500361"/>
              <a:ext cx="187035" cy="360245"/>
              <a:chOff x="1086061" y="1463637"/>
              <a:chExt cx="525462" cy="990599"/>
            </a:xfrm>
          </p:grpSpPr>
          <p:sp>
            <p:nvSpPr>
              <p:cNvPr id="111" name="Freeform 11"/>
              <p:cNvSpPr>
                <a:spLocks/>
              </p:cNvSpPr>
              <p:nvPr/>
            </p:nvSpPr>
            <p:spPr bwMode="auto">
              <a:xfrm>
                <a:off x="1086061" y="1463637"/>
                <a:ext cx="525462" cy="990599"/>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1B417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2" name="Oval 12"/>
              <p:cNvSpPr>
                <a:spLocks noChangeArrowheads="1"/>
              </p:cNvSpPr>
              <p:nvPr/>
            </p:nvSpPr>
            <p:spPr bwMode="auto">
              <a:xfrm>
                <a:off x="1217823" y="1595401"/>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0" name="Group 89"/>
            <p:cNvGrpSpPr/>
            <p:nvPr userDrawn="1"/>
          </p:nvGrpSpPr>
          <p:grpSpPr>
            <a:xfrm>
              <a:off x="6224559" y="2767033"/>
              <a:ext cx="187035" cy="360245"/>
              <a:chOff x="2073854" y="1134222"/>
              <a:chExt cx="525462" cy="990600"/>
            </a:xfrm>
          </p:grpSpPr>
          <p:sp>
            <p:nvSpPr>
              <p:cNvPr id="109" name="Freeform 11"/>
              <p:cNvSpPr>
                <a:spLocks/>
              </p:cNvSpPr>
              <p:nvPr/>
            </p:nvSpPr>
            <p:spPr bwMode="auto">
              <a:xfrm>
                <a:off x="2073854" y="1134222"/>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10" name="Oval 12"/>
              <p:cNvSpPr>
                <a:spLocks noChangeArrowheads="1"/>
              </p:cNvSpPr>
              <p:nvPr/>
            </p:nvSpPr>
            <p:spPr bwMode="auto">
              <a:xfrm>
                <a:off x="2205616" y="1265984"/>
                <a:ext cx="261937" cy="268289"/>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1" name="Group 90"/>
            <p:cNvGrpSpPr/>
            <p:nvPr userDrawn="1"/>
          </p:nvGrpSpPr>
          <p:grpSpPr>
            <a:xfrm>
              <a:off x="6857006" y="2767033"/>
              <a:ext cx="187035" cy="360245"/>
              <a:chOff x="1387249" y="1191305"/>
              <a:chExt cx="525462" cy="990600"/>
            </a:xfrm>
          </p:grpSpPr>
          <p:sp>
            <p:nvSpPr>
              <p:cNvPr id="10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0C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2" name="Group 91"/>
            <p:cNvGrpSpPr/>
            <p:nvPr userDrawn="1"/>
          </p:nvGrpSpPr>
          <p:grpSpPr>
            <a:xfrm>
              <a:off x="6775924" y="2916688"/>
              <a:ext cx="187035" cy="360245"/>
              <a:chOff x="1387249" y="1191305"/>
              <a:chExt cx="525462" cy="990600"/>
            </a:xfrm>
          </p:grpSpPr>
          <p:sp>
            <p:nvSpPr>
              <p:cNvPr id="105"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F9A535">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6"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3" name="Group 92"/>
            <p:cNvGrpSpPr/>
            <p:nvPr userDrawn="1"/>
          </p:nvGrpSpPr>
          <p:grpSpPr>
            <a:xfrm>
              <a:off x="4713704" y="1743233"/>
              <a:ext cx="187035" cy="360245"/>
              <a:chOff x="1387249" y="1191305"/>
              <a:chExt cx="525462" cy="990600"/>
            </a:xfrm>
          </p:grpSpPr>
          <p:sp>
            <p:nvSpPr>
              <p:cNvPr id="103"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7030A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4"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4" name="Group 93"/>
            <p:cNvGrpSpPr/>
            <p:nvPr userDrawn="1"/>
          </p:nvGrpSpPr>
          <p:grpSpPr>
            <a:xfrm>
              <a:off x="7562750" y="3424057"/>
              <a:ext cx="187035" cy="360245"/>
              <a:chOff x="1387249" y="1191305"/>
              <a:chExt cx="525462" cy="990600"/>
            </a:xfrm>
          </p:grpSpPr>
          <p:sp>
            <p:nvSpPr>
              <p:cNvPr id="101"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2"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5" name="Group 94"/>
            <p:cNvGrpSpPr/>
            <p:nvPr userDrawn="1"/>
          </p:nvGrpSpPr>
          <p:grpSpPr>
            <a:xfrm>
              <a:off x="6843791" y="2905166"/>
              <a:ext cx="187035" cy="360245"/>
              <a:chOff x="1387249" y="1191305"/>
              <a:chExt cx="525462" cy="990600"/>
            </a:xfrm>
          </p:grpSpPr>
          <p:sp>
            <p:nvSpPr>
              <p:cNvPr id="99"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07D97"/>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100"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nvGrpSpPr>
            <p:cNvPr id="96" name="Group 95"/>
            <p:cNvGrpSpPr/>
            <p:nvPr userDrawn="1"/>
          </p:nvGrpSpPr>
          <p:grpSpPr>
            <a:xfrm>
              <a:off x="6857005" y="3004321"/>
              <a:ext cx="187035" cy="360245"/>
              <a:chOff x="1387249" y="1191305"/>
              <a:chExt cx="525462" cy="990600"/>
            </a:xfrm>
          </p:grpSpPr>
          <p:sp>
            <p:nvSpPr>
              <p:cNvPr id="97" name="Freeform 11"/>
              <p:cNvSpPr>
                <a:spLocks/>
              </p:cNvSpPr>
              <p:nvPr/>
            </p:nvSpPr>
            <p:spPr bwMode="auto">
              <a:xfrm>
                <a:off x="1387249" y="1191305"/>
                <a:ext cx="525462" cy="990600"/>
              </a:xfrm>
              <a:custGeom>
                <a:avLst/>
                <a:gdLst>
                  <a:gd name="T0" fmla="*/ 140 w 140"/>
                  <a:gd name="T1" fmla="*/ 71 h 263"/>
                  <a:gd name="T2" fmla="*/ 136 w 140"/>
                  <a:gd name="T3" fmla="*/ 95 h 263"/>
                  <a:gd name="T4" fmla="*/ 66 w 140"/>
                  <a:gd name="T5" fmla="*/ 263 h 263"/>
                  <a:gd name="T6" fmla="*/ 3 w 140"/>
                  <a:gd name="T7" fmla="*/ 92 h 263"/>
                  <a:gd name="T8" fmla="*/ 0 w 140"/>
                  <a:gd name="T9" fmla="*/ 71 h 263"/>
                  <a:gd name="T10" fmla="*/ 70 w 140"/>
                  <a:gd name="T11" fmla="*/ 0 h 263"/>
                  <a:gd name="T12" fmla="*/ 140 w 140"/>
                  <a:gd name="T13" fmla="*/ 71 h 263"/>
                </a:gdLst>
                <a:ahLst/>
                <a:cxnLst>
                  <a:cxn ang="0">
                    <a:pos x="T0" y="T1"/>
                  </a:cxn>
                  <a:cxn ang="0">
                    <a:pos x="T2" y="T3"/>
                  </a:cxn>
                  <a:cxn ang="0">
                    <a:pos x="T4" y="T5"/>
                  </a:cxn>
                  <a:cxn ang="0">
                    <a:pos x="T6" y="T7"/>
                  </a:cxn>
                  <a:cxn ang="0">
                    <a:pos x="T8" y="T9"/>
                  </a:cxn>
                  <a:cxn ang="0">
                    <a:pos x="T10" y="T11"/>
                  </a:cxn>
                  <a:cxn ang="0">
                    <a:pos x="T12" y="T13"/>
                  </a:cxn>
                </a:cxnLst>
                <a:rect l="0" t="0" r="r" b="b"/>
                <a:pathLst>
                  <a:path w="140" h="263">
                    <a:moveTo>
                      <a:pt x="140" y="71"/>
                    </a:moveTo>
                    <a:cubicBezTo>
                      <a:pt x="140" y="79"/>
                      <a:pt x="138" y="87"/>
                      <a:pt x="136" y="95"/>
                    </a:cubicBezTo>
                    <a:cubicBezTo>
                      <a:pt x="126" y="122"/>
                      <a:pt x="66" y="263"/>
                      <a:pt x="66" y="263"/>
                    </a:cubicBezTo>
                    <a:cubicBezTo>
                      <a:pt x="66" y="263"/>
                      <a:pt x="8" y="110"/>
                      <a:pt x="3" y="92"/>
                    </a:cubicBezTo>
                    <a:cubicBezTo>
                      <a:pt x="1" y="85"/>
                      <a:pt x="0" y="78"/>
                      <a:pt x="0" y="71"/>
                    </a:cubicBezTo>
                    <a:cubicBezTo>
                      <a:pt x="0" y="32"/>
                      <a:pt x="31" y="0"/>
                      <a:pt x="70" y="0"/>
                    </a:cubicBezTo>
                    <a:cubicBezTo>
                      <a:pt x="109" y="0"/>
                      <a:pt x="140" y="32"/>
                      <a:pt x="140" y="71"/>
                    </a:cubicBezTo>
                    <a:close/>
                  </a:path>
                </a:pathLst>
              </a:custGeom>
              <a:solidFill>
                <a:srgbClr val="087058">
                  <a:lumMod val="75000"/>
                </a:srgb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sp>
            <p:nvSpPr>
              <p:cNvPr id="98" name="Oval 12"/>
              <p:cNvSpPr>
                <a:spLocks noChangeArrowheads="1"/>
              </p:cNvSpPr>
              <p:nvPr/>
            </p:nvSpPr>
            <p:spPr bwMode="auto">
              <a:xfrm>
                <a:off x="1519011" y="1323068"/>
                <a:ext cx="261937" cy="268288"/>
              </a:xfrm>
              <a:prstGeom prst="ellipse">
                <a:avLst/>
              </a:pr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321" b="0" i="0" u="none" strike="noStrike" kern="0" cap="none" spc="0" normalizeH="0" baseline="0" noProof="0">
                  <a:ln>
                    <a:noFill/>
                  </a:ln>
                  <a:solidFill>
                    <a:srgbClr val="000000"/>
                  </a:solidFill>
                  <a:effectLst/>
                  <a:uLnTx/>
                  <a:uFillTx/>
                  <a:latin typeface="Calibri" panose="020F0502020204030204"/>
                </a:endParaRPr>
              </a:p>
            </p:txBody>
          </p:sp>
        </p:grpSp>
      </p:grpSp>
      <p:sp>
        <p:nvSpPr>
          <p:cNvPr id="135" name="TextBox 134"/>
          <p:cNvSpPr txBox="1"/>
          <p:nvPr userDrawn="1"/>
        </p:nvSpPr>
        <p:spPr>
          <a:xfrm>
            <a:off x="3898270" y="4596825"/>
            <a:ext cx="1172834" cy="210965"/>
          </a:xfrm>
          <a:prstGeom prst="rect">
            <a:avLst/>
          </a:prstGeom>
        </p:spPr>
        <p:txBody>
          <a:bodyPr vert="horz" wrap="none" lIns="76065" tIns="38032" rIns="76065" bIns="38032" rtlCol="0" anchor="ctr">
            <a:noAutofit/>
          </a:bodyPr>
          <a:lstStyle/>
          <a:p>
            <a:pPr algn="l"/>
            <a:r>
              <a:rPr lang="en-IN" sz="1331" b="0" i="0" dirty="0">
                <a:solidFill>
                  <a:srgbClr val="1B417B"/>
                </a:solidFill>
                <a:latin typeface="Avenir Roman" panose="020B0503020203020204"/>
                <a:ea typeface="Lato" charset="0"/>
                <a:cs typeface="Lato" charset="0"/>
              </a:rPr>
              <a:t>Contact :</a:t>
            </a:r>
          </a:p>
        </p:txBody>
      </p:sp>
      <p:cxnSp>
        <p:nvCxnSpPr>
          <p:cNvPr id="136" name="Straight Connector 135"/>
          <p:cNvCxnSpPr/>
          <p:nvPr userDrawn="1"/>
        </p:nvCxnSpPr>
        <p:spPr>
          <a:xfrm>
            <a:off x="3898269" y="5302574"/>
            <a:ext cx="2740078" cy="0"/>
          </a:xfrm>
          <a:prstGeom prst="line">
            <a:avLst/>
          </a:prstGeom>
          <a:ln w="12700">
            <a:solidFill>
              <a:srgbClr val="1B417B"/>
            </a:solidFill>
            <a:prstDash val="solid"/>
          </a:ln>
        </p:spPr>
        <p:style>
          <a:lnRef idx="1">
            <a:schemeClr val="dk1"/>
          </a:lnRef>
          <a:fillRef idx="0">
            <a:schemeClr val="dk1"/>
          </a:fillRef>
          <a:effectRef idx="0">
            <a:schemeClr val="dk1"/>
          </a:effectRef>
          <a:fontRef idx="minor">
            <a:schemeClr val="tx1"/>
          </a:fontRef>
        </p:style>
      </p:cxnSp>
      <p:sp>
        <p:nvSpPr>
          <p:cNvPr id="137" name="Text Placeholder 23"/>
          <p:cNvSpPr>
            <a:spLocks noGrp="1"/>
          </p:cNvSpPr>
          <p:nvPr>
            <p:ph type="body" sz="quarter" idx="13"/>
          </p:nvPr>
        </p:nvSpPr>
        <p:spPr>
          <a:xfrm>
            <a:off x="3898269" y="4899493"/>
            <a:ext cx="2740078" cy="339328"/>
          </a:xfrm>
          <a:prstGeom prst="rect">
            <a:avLst/>
          </a:prstGeom>
        </p:spPr>
        <p:txBody>
          <a:bodyPr/>
          <a:lstStyle>
            <a:lvl1pPr marL="0" indent="0">
              <a:buNone/>
              <a:defRPr sz="1499" b="1" i="0">
                <a:solidFill>
                  <a:srgbClr val="1B417B"/>
                </a:solidFill>
                <a:latin typeface="Avenir Roman" panose="020B0503020203020204"/>
                <a:ea typeface="Avenir Roman" panose="020B0503020203020204"/>
                <a:cs typeface="Avenir Roman" panose="020B0503020203020204"/>
              </a:defRPr>
            </a:lvl1pPr>
            <a:lvl2pPr marL="457006" indent="0">
              <a:buNone/>
              <a:defRPr sz="1200"/>
            </a:lvl2pPr>
            <a:lvl3pPr marL="914012" indent="0">
              <a:buNone/>
              <a:defRPr sz="1050"/>
            </a:lvl3pPr>
            <a:lvl4pPr marL="1371018" indent="0">
              <a:buNone/>
              <a:defRPr sz="900"/>
            </a:lvl4pPr>
            <a:lvl5pPr marL="1828023" indent="0">
              <a:buNone/>
              <a:defRPr sz="900"/>
            </a:lvl5pPr>
          </a:lstStyle>
          <a:p>
            <a:pPr lvl="0"/>
            <a:r>
              <a:rPr lang="en-US" dirty="0"/>
              <a:t>Click to edit Master text styles</a:t>
            </a:r>
          </a:p>
        </p:txBody>
      </p:sp>
      <p:sp>
        <p:nvSpPr>
          <p:cNvPr id="138" name="Text Placeholder 27"/>
          <p:cNvSpPr>
            <a:spLocks noGrp="1"/>
          </p:cNvSpPr>
          <p:nvPr>
            <p:ph type="body" sz="quarter" idx="15" hasCustomPrompt="1"/>
          </p:nvPr>
        </p:nvSpPr>
        <p:spPr>
          <a:xfrm>
            <a:off x="3898712" y="5414817"/>
            <a:ext cx="2739635" cy="741760"/>
          </a:xfrm>
          <a:prstGeom prst="rect">
            <a:avLst/>
          </a:prstGeom>
        </p:spPr>
        <p:txBody>
          <a:bodyPr/>
          <a:lstStyle>
            <a:lvl1pPr marL="0" indent="0">
              <a:lnSpc>
                <a:spcPct val="100000"/>
              </a:lnSpc>
              <a:spcAft>
                <a:spcPts val="1349"/>
              </a:spcAft>
              <a:buNone/>
              <a:defRPr sz="1349" baseline="0">
                <a:solidFill>
                  <a:srgbClr val="1B417B"/>
                </a:solidFill>
                <a:latin typeface="Avenir Roman" panose="020B0503020203020204"/>
              </a:defRPr>
            </a:lvl1pPr>
            <a:lvl2pPr marL="457006" indent="0">
              <a:buNone/>
              <a:defRPr sz="1349">
                <a:solidFill>
                  <a:schemeClr val="bg1"/>
                </a:solidFill>
              </a:defRPr>
            </a:lvl2pPr>
            <a:lvl3pPr marL="914012" indent="0">
              <a:buNone/>
              <a:defRPr sz="1200">
                <a:solidFill>
                  <a:schemeClr val="bg1"/>
                </a:solidFill>
              </a:defRPr>
            </a:lvl3pPr>
            <a:lvl4pPr marL="1371018" indent="0">
              <a:buNone/>
              <a:defRPr sz="1050">
                <a:solidFill>
                  <a:schemeClr val="bg1"/>
                </a:solidFill>
              </a:defRPr>
            </a:lvl4pPr>
            <a:lvl5pPr marL="1828023" indent="0">
              <a:buNone/>
              <a:defRPr sz="1050">
                <a:solidFill>
                  <a:schemeClr val="bg1"/>
                </a:solidFill>
              </a:defRPr>
            </a:lvl5pPr>
          </a:lstStyle>
          <a:p>
            <a:pPr lvl="0"/>
            <a:r>
              <a:rPr lang="en-US" dirty="0"/>
              <a:t>Designation, </a:t>
            </a:r>
            <a:br>
              <a:rPr lang="en-US" dirty="0"/>
            </a:br>
            <a:r>
              <a:rPr lang="en-US" dirty="0"/>
              <a:t>Email address</a:t>
            </a:r>
          </a:p>
        </p:txBody>
      </p:sp>
    </p:spTree>
    <p:extLst>
      <p:ext uri="{BB962C8B-B14F-4D97-AF65-F5344CB8AC3E}">
        <p14:creationId xmlns:p14="http://schemas.microsoft.com/office/powerpoint/2010/main" val="3412036610"/>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pic>
        <p:nvPicPr>
          <p:cNvPr id="11" name="Content Placeholder 5"/>
          <p:cNvPicPr>
            <a:picLocks noChangeAspect="1"/>
          </p:cNvPicPr>
          <p:nvPr userDrawn="1"/>
        </p:nvPicPr>
        <p:blipFill>
          <a:blip r:embed="rId2" cstate="email">
            <a:extLst>
              <a:ext uri="{28A0092B-C50C-407E-A947-70E740481C1C}">
                <a14:useLocalDpi xmlns:a14="http://schemas.microsoft.com/office/drawing/2010/main"/>
              </a:ext>
            </a:extLst>
          </a:blip>
          <a:stretch>
            <a:fillRect/>
          </a:stretch>
        </p:blipFill>
        <p:spPr>
          <a:xfrm>
            <a:off x="0" y="2524"/>
            <a:ext cx="12188950" cy="6857999"/>
          </a:xfrm>
          <a:prstGeom prst="rect">
            <a:avLst/>
          </a:prstGeom>
        </p:spPr>
      </p:pic>
      <p:sp>
        <p:nvSpPr>
          <p:cNvPr id="8" name="Rectangle 7"/>
          <p:cNvSpPr/>
          <p:nvPr userDrawn="1"/>
        </p:nvSpPr>
        <p:spPr>
          <a:xfrm>
            <a:off x="11484429" y="6565557"/>
            <a:ext cx="276260" cy="292443"/>
          </a:xfrm>
          <a:prstGeom prst="rect">
            <a:avLst/>
          </a:prstGeom>
          <a:solidFill>
            <a:srgbClr val="26A8DF"/>
          </a:solidFill>
          <a:ln>
            <a:noFill/>
          </a:ln>
          <a:effectLst>
            <a:outerShdw blurRad="50800" dist="38100" dir="16200000" rotWithShape="0">
              <a:prstClr val="black">
                <a:alpha val="18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0F1269E9-5B8B-4D8F-B9F6-F90DDC202404}" type="slidenum">
              <a:rPr lang="en-US" sz="1000" smtClean="0"/>
              <a:pPr marL="0" marR="0" lvl="0" indent="0" algn="ctr" defTabSz="914400" rtl="0" eaLnBrk="1" fontAlgn="auto" latinLnBrk="0" hangingPunct="1">
                <a:lnSpc>
                  <a:spcPct val="100000"/>
                </a:lnSpc>
                <a:spcBef>
                  <a:spcPts val="0"/>
                </a:spcBef>
                <a:spcAft>
                  <a:spcPts val="0"/>
                </a:spcAft>
                <a:buClrTx/>
                <a:buSzTx/>
                <a:buFontTx/>
                <a:buNone/>
                <a:tabLst/>
                <a:defRPr/>
              </a:pPr>
              <a:t>‹#›</a:t>
            </a:fld>
            <a:endParaRPr lang="en-US" sz="1100" dirty="0"/>
          </a:p>
        </p:txBody>
      </p:sp>
      <p:sp>
        <p:nvSpPr>
          <p:cNvPr id="2" name="Title 1"/>
          <p:cNvSpPr>
            <a:spLocks noGrp="1"/>
          </p:cNvSpPr>
          <p:nvPr>
            <p:ph type="title"/>
          </p:nvPr>
        </p:nvSpPr>
        <p:spPr>
          <a:xfrm>
            <a:off x="224588" y="1"/>
            <a:ext cx="9986211" cy="1002632"/>
          </a:xfrm>
        </p:spPr>
        <p:txBody>
          <a:bodyPr>
            <a:normAutofit/>
          </a:bodyPr>
          <a:lstStyle>
            <a:lvl1pPr>
              <a:defRPr sz="3200">
                <a:solidFill>
                  <a:srgbClr val="27AAE2"/>
                </a:solidFill>
                <a:latin typeface="+mj-lt"/>
              </a:defRPr>
            </a:lvl1pPr>
          </a:lstStyle>
          <a:p>
            <a:r>
              <a:rPr lang="en-US" dirty="0"/>
              <a:t>Click to edit Master title style</a:t>
            </a:r>
          </a:p>
        </p:txBody>
      </p:sp>
      <p:sp>
        <p:nvSpPr>
          <p:cNvPr id="3" name="Content Placeholder 2"/>
          <p:cNvSpPr>
            <a:spLocks noGrp="1"/>
          </p:cNvSpPr>
          <p:nvPr>
            <p:ph idx="1"/>
          </p:nvPr>
        </p:nvSpPr>
        <p:spPr>
          <a:xfrm>
            <a:off x="224587" y="1167898"/>
            <a:ext cx="11606465" cy="5051927"/>
          </a:xfrm>
        </p:spPr>
        <p:txBody>
          <a:bodyPr>
            <a:normAutofit/>
          </a:bodyPr>
          <a:lstStyle>
            <a:lvl1pPr>
              <a:defRPr sz="1800"/>
            </a:lvl1pPr>
            <a:lvl2pPr>
              <a:defRPr sz="1600"/>
            </a:lvl2pPr>
            <a:lvl3pPr>
              <a:defRPr sz="1400"/>
            </a:lvl3pPr>
            <a:lvl4pPr>
              <a:defRPr sz="1200"/>
            </a:lvl4pPr>
            <a:lvl5pPr>
              <a:defRPr sz="10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Footer Placeholder 4"/>
          <p:cNvSpPr>
            <a:spLocks noGrp="1"/>
          </p:cNvSpPr>
          <p:nvPr>
            <p:ph type="ftr" sz="quarter" idx="11"/>
          </p:nvPr>
        </p:nvSpPr>
        <p:spPr/>
        <p:txBody>
          <a:bodyPr/>
          <a:lstStyle/>
          <a:p>
            <a:endParaRPr lang="en-US"/>
          </a:p>
        </p:txBody>
      </p:sp>
      <p:pic>
        <p:nvPicPr>
          <p:cNvPr id="9" name="Picture 8"/>
          <p:cNvPicPr>
            <a:picLocks noChangeAspect="1"/>
          </p:cNvPicPr>
          <p:nvPr userDrawn="1"/>
        </p:nvPicPr>
        <p:blipFill>
          <a:blip r:embed="rId3" cstate="email">
            <a:extLst>
              <a:ext uri="{28A0092B-C50C-407E-A947-70E740481C1C}">
                <a14:useLocalDpi xmlns:a14="http://schemas.microsoft.com/office/drawing/2010/main"/>
              </a:ext>
            </a:extLst>
          </a:blip>
          <a:stretch>
            <a:fillRect/>
          </a:stretch>
        </p:blipFill>
        <p:spPr>
          <a:xfrm>
            <a:off x="10368842" y="299372"/>
            <a:ext cx="1391847" cy="435398"/>
          </a:xfrm>
          <a:prstGeom prst="rect">
            <a:avLst/>
          </a:prstGeom>
        </p:spPr>
      </p:pic>
      <p:sp>
        <p:nvSpPr>
          <p:cNvPr id="12" name="TextBox 11"/>
          <p:cNvSpPr txBox="1"/>
          <p:nvPr userDrawn="1"/>
        </p:nvSpPr>
        <p:spPr>
          <a:xfrm>
            <a:off x="10451136" y="683192"/>
            <a:ext cx="1391871" cy="405555"/>
          </a:xfrm>
          <a:prstGeom prst="rect">
            <a:avLst/>
          </a:prstGeom>
          <a:noFill/>
        </p:spPr>
        <p:txBody>
          <a:bodyPr wrap="square" rtlCol="0">
            <a:spAutoFit/>
          </a:bodyPr>
          <a:lstStyle/>
          <a:p>
            <a:r>
              <a:rPr lang="en-IN" sz="1200" dirty="0">
                <a:hlinkClick r:id="rId4"/>
              </a:rPr>
              <a:t>www.infogain.com</a:t>
            </a:r>
            <a:endParaRPr lang="en-IN" sz="1200" dirty="0"/>
          </a:p>
        </p:txBody>
      </p:sp>
    </p:spTree>
    <p:extLst>
      <p:ext uri="{BB962C8B-B14F-4D97-AF65-F5344CB8AC3E}">
        <p14:creationId xmlns:p14="http://schemas.microsoft.com/office/powerpoint/2010/main" val="42870992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8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401893378"/>
      </p:ext>
    </p:extLst>
  </p:cSld>
  <p:clrMapOvr>
    <a:overrideClrMapping bg1="lt1" tx1="dk1" bg2="lt2" tx2="dk2" accent1="accent1" accent2="accent2" accent3="accent3" accent4="accent4" accent5="accent5" accent6="accent6" hlink="hlink" folHlink="folHlink"/>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1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627033950"/>
      </p:ext>
    </p:extLst>
  </p:cSld>
  <p:clrMapOvr>
    <a:overrideClrMapping bg1="dk1" tx1="lt1" bg2="dk2" tx2="lt2" accent1="accent1" accent2="accent2" accent3="accent3" accent4="accent4" accent5="accent5" accent6="accent6" hlink="hlink" folHlink="folHlink"/>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3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318749275"/>
      </p:ext>
    </p:extLst>
  </p:cSld>
  <p:clrMapOvr>
    <a:overrideClrMapping bg1="lt1" tx1="dk1" bg2="lt2" tx2="dk2" accent1="accent1" accent2="accent2" accent3="accent3" accent4="accent4" accent5="accent5" accent6="accent6" hlink="hlink" folHlink="folHlink"/>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58"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marL="0" marR="0" lvl="0" indent="0" algn="l" defTabSz="914126"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dirty="0">
                <a:ln>
                  <a:noFill/>
                </a:ln>
                <a:solidFill>
                  <a:schemeClr val="tx1"/>
                </a:solidFill>
                <a:effectLst/>
                <a:uLnTx/>
                <a:uFillTx/>
                <a:latin typeface="+mj-lt"/>
                <a:ea typeface="+mn-ea"/>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3376379661"/>
      </p:ext>
    </p:extLst>
  </p:cSld>
  <p:clrMapOvr>
    <a:overrideClrMapping bg1="lt1" tx1="dk1" bg2="lt2" tx2="dk2" accent1="accent1" accent2="accent2" accent3="accent3" accent4="accent4" accent5="accent5" accent6="accent6" hlink="hlink" folHlink="folHlink"/>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82"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3244807063"/>
      </p:ext>
    </p:extLst>
  </p:cSld>
  <p:clrMapOvr>
    <a:overrideClrMapping bg1="lt1" tx1="dk1" bg2="lt2" tx2="dk2" accent1="accent1" accent2="accent2" accent3="accent3" accent4="accent4" accent5="accent5" accent6="accent6" hlink="hlink" folHlink="folHlink"/>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306"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3803463182"/>
      </p:ext>
    </p:extLst>
  </p:cSld>
  <p:clrMapOvr>
    <a:overrideClrMapping bg1="dk1" tx1="lt1" bg2="dk2" tx2="lt2" accent1="accent1" accent2="accent2" accent3="accent3" accent4="accent4" accent5="accent5" accent6="accent6" hlink="hlink" folHlink="folHlink"/>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96045710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30"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444204196"/>
      </p:ext>
    </p:extLst>
  </p:cSld>
  <p:clrMapOvr>
    <a:overrideClrMapping bg1="lt1" tx1="dk1" bg2="lt2" tx2="dk2" accent1="accent1" accent2="accent2" accent3="accent3" accent4="accent4" accent5="accent5" accent6="accent6" hlink="hlink" folHlink="folHlink"/>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3559480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54" name="think-cell Slide" r:id="rId4" imgW="7772400" imgH="10058400" progId="TCLayout.ActiveDocument.1">
                  <p:embed/>
                </p:oleObj>
              </mc:Choice>
              <mc:Fallback>
                <p:oleObj name="think-cell Slide" r:id="rId4" imgW="7772400" imgH="10058400" progId="TCLayout.ActiveDocument.1">
                  <p:embed/>
                  <p:pic>
                    <p:nvPicPr>
                      <p:cNvPr id="13" name="think-cell data - do not delete" hidden="1">
                        <a:extLst>
                          <a:ext uri="{FF2B5EF4-FFF2-40B4-BE49-F238E27FC236}">
                            <a16:creationId xmlns:a16="http://schemas.microsoft.com/office/drawing/2014/main" xmlns="" id="{E5CD86D9-C09D-F89F-1467-4FE68C7BE3E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801812116"/>
      </p:ext>
    </p:extLst>
  </p:cSld>
  <p:clrMapOvr>
    <a:overrideClrMapping bg1="dk1" tx1="lt1" bg2="dk2" tx2="lt2" accent1="accent1" accent2="accent2" accent3="accent3" accent4="accent4" accent5="accent5" accent6="accent6" hlink="hlink" folHlink="folHlink"/>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7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t>Text </a:t>
            </a:r>
          </a:p>
          <a:p>
            <a:pPr algn="ctr"/>
            <a:r>
              <a:rPr lang="en-US" sz="13800"/>
              <a:t>layouts</a:t>
            </a:r>
          </a:p>
        </p:txBody>
      </p:sp>
    </p:spTree>
    <p:extLst>
      <p:ext uri="{BB962C8B-B14F-4D97-AF65-F5344CB8AC3E}">
        <p14:creationId xmlns:p14="http://schemas.microsoft.com/office/powerpoint/2010/main" val="173265446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0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163539166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2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356928914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5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98837965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7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3709905011"/>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9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1303689370"/>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2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6334173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4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253961301"/>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57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174628898"/>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59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3831445302"/>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561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277455561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664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95073920"/>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766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2145187474"/>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869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463470424"/>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971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pPr/>
              <a:t>‹#›</a:t>
            </a:fld>
            <a:endParaRPr lang="en-US"/>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solidFill>
              </a:rPr>
              <a:pPr algn="r"/>
              <a:t>‹#›</a:t>
            </a:fld>
            <a:endParaRPr lang="en-US" sz="1000">
              <a:solidFill>
                <a:schemeClr val="bg1"/>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solidFill>
              </a:rPr>
              <a:t>Copyright 2026, Strictly Confidential, All rights reserved</a:t>
            </a:r>
          </a:p>
        </p:txBody>
      </p:sp>
    </p:spTree>
    <p:extLst>
      <p:ext uri="{BB962C8B-B14F-4D97-AF65-F5344CB8AC3E}">
        <p14:creationId xmlns:p14="http://schemas.microsoft.com/office/powerpoint/2010/main" val="1028194737"/>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073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617001844"/>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176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957408921"/>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022264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278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894284AA-7349-B825-9CA5-6E9D608CDED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1972812"/>
      </p:ext>
    </p:extLst>
  </p:cSld>
  <p:clrMapOvr>
    <a:overrideClrMapping bg1="dk1" tx1="lt1" bg2="dk2" tx2="lt2" accent1="accent1" accent2="accent2" accent3="accent3" accent4="accent4" accent5="accent5" accent6="accent6" hlink="hlink" folHlink="folHlink"/>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381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490882401"/>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828564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483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996250744"/>
      </p:ext>
    </p:extLst>
  </p:cSld>
  <p:clrMapOvr>
    <a:overrideClrMapping bg1="dk1" tx1="lt1" bg2="dk2" tx2="lt2" accent1="accent1" accent2="accent2" accent3="accent3" accent4="accent4" accent5="accent5" accent6="accent6" hlink="hlink" folHlink="folHlink"/>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585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58385094"/>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688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08026809"/>
      </p:ext>
    </p:extLst>
  </p:cSld>
  <p:clrMapOvr>
    <a:overrideClrMapping bg1="dk1" tx1="lt1" bg2="dk2" tx2="lt2" accent1="accent1" accent2="accent2" accent3="accent3" accent4="accent4" accent5="accent5" accent6="accent6" hlink="hlink" folHlink="folHlink"/>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790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93758989"/>
      </p:ext>
    </p:extLst>
  </p:cSld>
  <p:clrMapOvr>
    <a:masterClrMapping/>
  </p:clrMapOvr>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0041137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893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11219420"/>
      </p:ext>
    </p:extLst>
  </p:cSld>
  <p:clrMapOvr>
    <a:overrideClrMapping bg1="dk1" tx1="lt1" bg2="dk2" tx2="lt2" accent1="accent1" accent2="accent2" accent3="accent3" accent4="accent4" accent5="accent5" accent6="accent6" hlink="hlink" folHlink="folHlink"/>
  </p:clrMapOvr>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3995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2761254"/>
      </p:ext>
    </p:extLst>
  </p:cSld>
  <p:clrMapOvr>
    <a:overrideClrMapping bg1="lt1" tx1="dk1" bg2="lt2" tx2="dk2" accent1="accent1" accent2="accent2" accent3="accent3" accent4="accent4" accent5="accent5" accent6="accent6" hlink="hlink" folHlink="folHlink"/>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097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03785534"/>
      </p:ext>
    </p:extLst>
  </p:cSld>
  <p:clrMapOvr>
    <a:overrideClrMapping bg1="dk1" tx1="lt1" bg2="dk2" tx2="lt2" accent1="accent1" accent2="accent2" accent3="accent3" accent4="accent4" accent5="accent5" accent6="accent6" hlink="hlink" folHlink="folHlink"/>
  </p:clrMapOvr>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200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7668371"/>
      </p:ext>
    </p:extLst>
  </p:cSld>
  <p:clrMapOvr>
    <a:overrideClrMapping bg1="lt1" tx1="dk1" bg2="lt2" tx2="dk2" accent1="accent1" accent2="accent2" accent3="accent3" accent4="accent4" accent5="accent5" accent6="accent6" hlink="hlink" folHlink="folHlink"/>
  </p:clrMapOvr>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2903842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302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968536738"/>
      </p:ext>
    </p:extLst>
  </p:cSld>
  <p:clrMapOvr>
    <a:overrideClrMapping bg1="dk1" tx1="lt1" bg2="dk2" tx2="lt2" accent1="accent1" accent2="accent2" accent3="accent3" accent4="accent4" accent5="accent5" accent6="accent6" hlink="hlink" folHlink="folHlink"/>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405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33833254"/>
      </p:ext>
    </p:extLst>
  </p:cSld>
  <p:clrMapOvr>
    <a:overrideClrMapping bg1="lt1" tx1="dk1" bg2="lt2" tx2="dk2" accent1="accent1" accent2="accent2" accent3="accent3" accent4="accent4" accent5="accent5" accent6="accent6" hlink="hlink" folHlink="folHlink"/>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0237317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507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FF7B9FDD-062C-9E90-3E3F-5DCDC9E0A83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214145648"/>
      </p:ext>
    </p:extLst>
  </p:cSld>
  <p:clrMapOvr>
    <a:overrideClrMapping bg1="dk1" tx1="lt1" bg2="dk2" tx2="lt2" accent1="accent1" accent2="accent2" accent3="accent3" accent4="accent4" accent5="accent5" accent6="accent6" hlink="hlink" folHlink="folHlink"/>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733292897"/>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29911104"/>
      </p:ext>
    </p:extLst>
  </p:cSld>
  <p:clrMapOvr>
    <a:overrideClrMapping bg1="dk1" tx1="lt1" bg2="dk2" tx2="lt2" accent1="accent1" accent2="accent2" accent3="accent3" accent4="accent4" accent5="accent5" accent6="accent6" hlink="hlink" folHlink="folHlink"/>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68247764"/>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982887658"/>
      </p:ext>
    </p:extLst>
  </p:cSld>
  <p:clrMapOvr>
    <a:overrideClrMapping bg1="dk1" tx1="lt1" bg2="dk2" tx2="lt2" accent1="accent1" accent2="accent2" accent3="accent3" accent4="accent4" accent5="accent5" accent6="accent6" hlink="hlink" folHlink="folHlink"/>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609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Data</a:t>
            </a:r>
          </a:p>
          <a:p>
            <a:pPr algn="ctr"/>
            <a:r>
              <a:rPr lang="en-US" sz="13800"/>
              <a:t>layouts</a:t>
            </a:r>
          </a:p>
        </p:txBody>
      </p:sp>
    </p:spTree>
    <p:extLst>
      <p:ext uri="{BB962C8B-B14F-4D97-AF65-F5344CB8AC3E}">
        <p14:creationId xmlns:p14="http://schemas.microsoft.com/office/powerpoint/2010/main" val="1024026700"/>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09232167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712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691836653"/>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99115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814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67999480"/>
      </p:ext>
    </p:extLst>
  </p:cSld>
  <p:clrMapOvr>
    <a:overrideClrMapping bg1="dk1" tx1="lt1" bg2="dk2" tx2="lt2" accent1="accent1" accent2="accent2" accent3="accent3" accent4="accent4" accent5="accent5" accent6="accent6" hlink="hlink" folHlink="folHlink"/>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4917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19070666"/>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19857800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0194"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EE477F8F-6692-5296-4EE7-501A58D2B200}"/>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284486658"/>
      </p:ext>
    </p:extLst>
  </p:cSld>
  <p:clrMapOvr>
    <a:overrideClrMapping bg1="dk1" tx1="lt1" bg2="dk2" tx2="lt2" accent1="accent1" accent2="accent2" accent3="accent3" accent4="accent4" accent5="accent5" accent6="accent6" hlink="hlink" folHlink="folHlink"/>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64681438"/>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466620873"/>
      </p:ext>
    </p:extLst>
  </p:cSld>
  <p:clrMapOvr>
    <a:overrideClrMapping bg1="dk1" tx1="lt1" bg2="dk2" tx2="lt2" accent1="accent1" accent2="accent2" accent3="accent3" accent4="accent4" accent5="accent5" accent6="accent6" hlink="hlink" folHlink="folHlink"/>
  </p:clrMapOvr>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121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t>Section divider</a:t>
            </a:r>
          </a:p>
          <a:p>
            <a:pPr algn="ctr"/>
            <a:r>
              <a:rPr lang="en-US" sz="13800"/>
              <a:t>layouts</a:t>
            </a:r>
          </a:p>
        </p:txBody>
      </p:sp>
    </p:spTree>
    <p:extLst>
      <p:ext uri="{BB962C8B-B14F-4D97-AF65-F5344CB8AC3E}">
        <p14:creationId xmlns:p14="http://schemas.microsoft.com/office/powerpoint/2010/main" val="792021328"/>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747132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224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4137114648"/>
      </p:ext>
    </p:extLst>
  </p:cSld>
  <p:clrMapOvr>
    <a:overrideClrMapping bg1="lt1" tx1="dk1" bg2="lt2" tx2="dk2" accent1="accent1" accent2="accent2" accent3="accent3" accent4="accent4" accent5="accent5" accent6="accent6" hlink="hlink" folHlink="folHlink"/>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63066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326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82189056"/>
      </p:ext>
    </p:extLst>
  </p:cSld>
  <p:clrMapOvr>
    <a:overrideClrMapping bg1="lt1" tx1="dk1" bg2="lt2" tx2="dk2" accent1="accent1" accent2="accent2" accent3="accent3" accent4="accent4" accent5="accent5" accent6="accent6" hlink="hlink" folHlink="folHlink"/>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1897438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429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627735879"/>
      </p:ext>
    </p:extLst>
  </p:cSld>
  <p:clrMapOvr>
    <a:overrideClrMapping bg1="dk1" tx1="lt1" bg2="dk2" tx2="lt2" accent1="accent1" accent2="accent2" accent3="accent3" accent4="accent4" accent5="accent5" accent6="accent6" hlink="hlink" folHlink="folHlink"/>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072492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5314"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765093722"/>
      </p:ext>
    </p:extLst>
  </p:cSld>
  <p:clrMapOvr>
    <a:overrideClrMapping bg1="dk1" tx1="lt1" bg2="dk2" tx2="lt2" accent1="accent1" accent2="accent2" accent3="accent3" accent4="accent4" accent5="accent5" accent6="accent6" hlink="hlink" folHlink="folHlink"/>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42813344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6338"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685114311"/>
      </p:ext>
    </p:extLst>
  </p:cSld>
  <p:clrMapOvr>
    <a:overrideClrMapping bg1="dk1" tx1="lt1" bg2="dk2" tx2="lt2" accent1="accent1" accent2="accent2" accent3="accent3" accent4="accent4" accent5="accent5" accent6="accent6" hlink="hlink" folHlink="folHlink"/>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03139182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7362"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2077188696"/>
      </p:ext>
    </p:extLst>
  </p:cSld>
  <p:clrMapOvr>
    <a:overrideClrMapping bg1="dk1" tx1="lt1" bg2="dk2" tx2="lt2" accent1="accent1" accent2="accent2" accent3="accent3" accent4="accent4" accent5="accent5" accent6="accent6" hlink="hlink" folHlink="folHlink"/>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0996986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8386"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87393522"/>
      </p:ext>
    </p:extLst>
  </p:cSld>
  <p:clrMapOvr>
    <a:overrideClrMapping bg1="dk1" tx1="lt1" bg2="dk2" tx2="lt2" accent1="accent1" accent2="accent2" accent3="accent3" accent4="accent4" accent5="accent5" accent6="accent6" hlink="hlink" folHlink="folHlink"/>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6089008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59410" name="think-cell Slide" r:id="rId4" imgW="7772400" imgH="10058400" progId="TCLayout.ActiveDocument.1">
                  <p:embed/>
                </p:oleObj>
              </mc:Choice>
              <mc:Fallback>
                <p:oleObj name="think-cell Slide" r:id="rId4" imgW="7772400" imgH="10058400" progId="TCLayout.ActiveDocument.1">
                  <p:embed/>
                  <p:pic>
                    <p:nvPicPr>
                      <p:cNvPr id="9" name="think-cell data - do not delete" hidden="1">
                        <a:extLst>
                          <a:ext uri="{FF2B5EF4-FFF2-40B4-BE49-F238E27FC236}">
                            <a16:creationId xmlns:a16="http://schemas.microsoft.com/office/drawing/2014/main" xmlns="" id="{7274B755-8240-83B9-3196-C74E801E1AF5}"/>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35177267"/>
      </p:ext>
    </p:extLst>
  </p:cSld>
  <p:clrMapOvr>
    <a:overrideClrMapping bg1="dk1" tx1="lt1" bg2="dk2" tx2="lt2" accent1="accent1" accent2="accent2" accent3="accent3" accent4="accent4" accent5="accent5" accent6="accent6" hlink="hlink" folHlink="folHlink"/>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043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t>Large text </a:t>
            </a:r>
          </a:p>
          <a:p>
            <a:pPr algn="ctr"/>
            <a:r>
              <a:rPr lang="en-US" sz="13800"/>
              <a:t>layouts</a:t>
            </a:r>
          </a:p>
        </p:txBody>
      </p:sp>
    </p:spTree>
    <p:extLst>
      <p:ext uri="{BB962C8B-B14F-4D97-AF65-F5344CB8AC3E}">
        <p14:creationId xmlns:p14="http://schemas.microsoft.com/office/powerpoint/2010/main" val="2680907376"/>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45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454910149"/>
      </p:ext>
    </p:extLst>
  </p:cSld>
  <p:clrMapOvr>
    <a:masterClrMapping/>
  </p:clrMapOvr>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248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3611418797"/>
      </p:ext>
    </p:extLst>
  </p:cSld>
  <p:clrMapOvr>
    <a:overrideClrMapping bg1="lt1" tx1="dk1" bg2="lt2" tx2="dk2" accent1="accent1" accent2="accent2" accent3="accent3" accent4="accent4" accent5="accent5" accent6="accent6" hlink="hlink" folHlink="folHlink"/>
  </p:clrMapOvr>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959877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350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575330997"/>
      </p:ext>
    </p:extLst>
  </p:cSld>
  <p:clrMapOvr>
    <a:overrideClrMapping bg1="dk1" tx1="lt1" bg2="dk2" tx2="lt2" accent1="accent1" accent2="accent2" accent3="accent3" accent4="accent4" accent5="accent5" accent6="accent6" hlink="hlink" folHlink="folHlink"/>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222163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453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1084336887"/>
      </p:ext>
    </p:extLst>
  </p:cSld>
  <p:clrMapOvr>
    <a:overrideClrMapping bg1="lt1" tx1="dk1" bg2="lt2" tx2="dk2" accent1="accent1" accent2="accent2" accent3="accent3" accent4="accent4" accent5="accent5" accent6="accent6" hlink="hlink" folHlink="folHlink"/>
  </p:clrMapOvr>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3884868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555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Tree>
    <p:extLst>
      <p:ext uri="{BB962C8B-B14F-4D97-AF65-F5344CB8AC3E}">
        <p14:creationId xmlns:p14="http://schemas.microsoft.com/office/powerpoint/2010/main" val="2585207842"/>
      </p:ext>
    </p:extLst>
  </p:cSld>
  <p:clrMapOvr>
    <a:overrideClrMapping bg1="dk1" tx1="lt1" bg2="dk2" tx2="lt2" accent1="accent1" accent2="accent2" accent3="accent3" accent4="accent4" accent5="accent5" accent6="accent6" hlink="hlink" folHlink="folHlink"/>
  </p:clrMapOvr>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657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663239371"/>
      </p:ext>
    </p:extLst>
  </p:cSld>
  <p:clrMapOvr>
    <a:overrideClrMapping bg1="lt1" tx1="dk1" bg2="lt2" tx2="dk2" accent1="accent1" accent2="accent2" accent3="accent3" accent4="accent4" accent5="accent5" accent6="accent6" hlink="hlink" folHlink="folHlink"/>
  </p:clrMapOvr>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1218237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760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510580788"/>
      </p:ext>
    </p:extLst>
  </p:cSld>
  <p:clrMapOvr>
    <a:overrideClrMapping bg1="dk1" tx1="lt1" bg2="dk2" tx2="lt2" accent1="accent1" accent2="accent2" accent3="accent3" accent4="accent4" accent5="accent5" accent6="accent6" hlink="hlink" folHlink="folHlink"/>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862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3353556208"/>
      </p:ext>
    </p:extLst>
  </p:cSld>
  <p:clrMapOvr>
    <a:overrideClrMapping bg1="dk1" tx1="lt1" bg2="dk2" tx2="lt2" accent1="accent1" accent2="accent2" accent3="accent3" accent4="accent4" accent5="accent5" accent6="accent6" hlink="hlink" folHlink="folHlink"/>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108311216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965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95CA49F4-48E9-A3DE-1498-C53E70898B28}"/>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009917161"/>
      </p:ext>
    </p:extLst>
  </p:cSld>
  <p:clrMapOvr>
    <a:overrideClrMapping bg1="lt1" tx1="dk1" bg2="lt2" tx2="dk2" accent1="accent1" accent2="accent2" accent3="accent3" accent4="accent4" accent5="accent5" accent6="accent6" hlink="hlink" folHlink="folHlink"/>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067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t>Text + Image</a:t>
            </a:r>
          </a:p>
          <a:p>
            <a:pPr algn="ctr"/>
            <a:r>
              <a:rPr lang="en-US" sz="13800"/>
              <a:t>layouts</a:t>
            </a:r>
          </a:p>
        </p:txBody>
      </p:sp>
    </p:spTree>
    <p:extLst>
      <p:ext uri="{BB962C8B-B14F-4D97-AF65-F5344CB8AC3E}">
        <p14:creationId xmlns:p14="http://schemas.microsoft.com/office/powerpoint/2010/main" val="97980201"/>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6967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1698"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9959411"/>
      </p:ext>
    </p:extLst>
  </p:cSld>
  <p:clrMapOvr>
    <a:overrideClrMapping bg1="lt1" tx1="dk1" bg2="lt2" tx2="dk2" accent1="accent1" accent2="accent2" accent3="accent3" accent4="accent4" accent5="accent5" accent6="accent6" hlink="hlink" folHlink="folHlink"/>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74925352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272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3109982044"/>
      </p:ext>
    </p:extLst>
  </p:cSld>
  <p:clrMapOvr>
    <a:overrideClrMapping bg1="dk1" tx1="lt1" bg2="dk2" tx2="lt2" accent1="accent1" accent2="accent2" accent3="accent3" accent4="accent4" accent5="accent5" accent6="accent6" hlink="hlink" folHlink="folHlink"/>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199539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374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307908238"/>
      </p:ext>
    </p:extLst>
  </p:cSld>
  <p:clrMapOvr>
    <a:overrideClrMapping bg1="dk1" tx1="lt1" bg2="dk2" tx2="lt2" accent1="accent1" accent2="accent2" accent3="accent3" accent4="accent4" accent5="accent5" accent6="accent6" hlink="hlink" folHlink="folHlink"/>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44386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4770"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FBCDB304-8E7D-662C-000E-F6107BE26C4C}"/>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886828760"/>
      </p:ext>
    </p:extLst>
  </p:cSld>
  <p:clrMapOvr>
    <a:overrideClrMapping bg1="dk1" tx1="lt1" bg2="dk2" tx2="lt2" accent1="accent1" accent2="accent2" accent3="accent3" accent4="accent4" accent5="accent5" accent6="accent6" hlink="hlink" folHlink="folHlink"/>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842018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579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2468471065"/>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16617100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681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pPr/>
              <a:t>‹#›</a:t>
            </a:fld>
            <a:endParaRPr lang="en-US"/>
          </a:p>
        </p:txBody>
      </p:sp>
    </p:spTree>
    <p:extLst>
      <p:ext uri="{BB962C8B-B14F-4D97-AF65-F5344CB8AC3E}">
        <p14:creationId xmlns:p14="http://schemas.microsoft.com/office/powerpoint/2010/main" val="19047549"/>
      </p:ext>
    </p:extLst>
  </p:cSld>
  <p:clrMapOvr>
    <a:overrideClrMapping bg1="dk1" tx1="lt1" bg2="dk2" tx2="lt2" accent1="accent1" accent2="accent2" accent3="accent3" accent4="accent4" accent5="accent5" accent6="accent6" hlink="hlink" folHlink="folHlink"/>
  </p:clrMapOvr>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8797977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784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5890174"/>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63858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886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71719178"/>
      </p:ext>
    </p:extLst>
  </p:cSld>
  <p:clrMapOvr>
    <a:overrideClrMapping bg1="dk1" tx1="lt1" bg2="dk2" tx2="lt2" accent1="accent1" accent2="accent2" accent3="accent3" accent4="accent4" accent5="accent5" accent6="accent6" hlink="hlink" folHlink="folHlink"/>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7989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53052436"/>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0914"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61210422"/>
      </p:ext>
    </p:extLst>
  </p:cSld>
  <p:clrMapOvr>
    <a:overrideClrMapping bg1="dk1" tx1="lt1" bg2="dk2" tx2="lt2" accent1="accent1" accent2="accent2" accent3="accent3" accent4="accent4" accent5="accent5" accent6="accent6" hlink="hlink" folHlink="folHlink"/>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1938"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85498001"/>
      </p:ext>
    </p:extLst>
  </p:cSld>
  <p:clrMapOvr>
    <a:masterClrMapping/>
  </p:clrMapOvr>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4551880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2962"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243544058"/>
      </p:ext>
    </p:extLst>
  </p:cSld>
  <p:clrMapOvr>
    <a:overrideClrMapping bg1="dk1" tx1="lt1" bg2="dk2" tx2="lt2" accent1="accent1" accent2="accent2" accent3="accent3" accent4="accent4" accent5="accent5" accent6="accent6" hlink="hlink" folHlink="folHlink"/>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3986"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17082583"/>
      </p:ext>
    </p:extLst>
  </p:cSld>
  <p:clrMapOvr>
    <a:masterClrMapping/>
  </p:clrMapOvr>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8046704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5010" name="think-cell Slide" r:id="rId4" imgW="7772400" imgH="10058400" progId="TCLayout.ActiveDocument.1">
                  <p:embed/>
                </p:oleObj>
              </mc:Choice>
              <mc:Fallback>
                <p:oleObj name="think-cell Slide" r:id="rId4" imgW="7772400" imgH="10058400" progId="TCLayout.ActiveDocument.1">
                  <p:embed/>
                  <p:pic>
                    <p:nvPicPr>
                      <p:cNvPr id="6" name="think-cell data - do not delete" hidden="1">
                        <a:extLst>
                          <a:ext uri="{FF2B5EF4-FFF2-40B4-BE49-F238E27FC236}">
                            <a16:creationId xmlns:a16="http://schemas.microsoft.com/office/drawing/2014/main" xmlns="" id="{380A0ECC-1D66-B098-5210-118057BE6507}"/>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29378398"/>
      </p:ext>
    </p:extLst>
  </p:cSld>
  <p:clrMapOvr>
    <a:overrideClrMapping bg1="dk1" tx1="lt1" bg2="dk2" tx2="lt2" accent1="accent1" accent2="accent2" accent3="accent3" accent4="accent4" accent5="accent5" accent6="accent6" hlink="hlink" folHlink="folHlink"/>
  </p:clrMapOvr>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603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t>Case</a:t>
            </a:r>
          </a:p>
          <a:p>
            <a:pPr algn="ctr"/>
            <a:r>
              <a:rPr lang="en-US" sz="13800"/>
              <a:t>layouts</a:t>
            </a:r>
          </a:p>
        </p:txBody>
      </p:sp>
    </p:spTree>
    <p:extLst>
      <p:ext uri="{BB962C8B-B14F-4D97-AF65-F5344CB8AC3E}">
        <p14:creationId xmlns:p14="http://schemas.microsoft.com/office/powerpoint/2010/main" val="89257111"/>
      </p:ext>
    </p:extLst>
  </p:cSld>
  <p:clrMapOvr>
    <a:masterClrMapping/>
  </p:clrMapOvr>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74"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7075"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4150625118"/>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8"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8099"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tx1"/>
                </a:solidFill>
              </a:rPr>
              <a:t>Tenarai</a:t>
            </a:r>
          </a:p>
        </p:txBody>
      </p:sp>
    </p:spTree>
    <p:extLst>
      <p:ext uri="{BB962C8B-B14F-4D97-AF65-F5344CB8AC3E}">
        <p14:creationId xmlns:p14="http://schemas.microsoft.com/office/powerpoint/2010/main" val="108864342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chemeClr val="tx1"/>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22"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89123" name="think-cell Slide" r:id="rId7" imgW="7772400" imgH="10058400" progId="TCLayout.ActiveDocument.1">
                  <p:embed/>
                </p:oleObj>
              </mc:Choice>
              <mc:Fallback>
                <p:oleObj name="think-cell Slide" r:id="rId7"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chemeClr val="bg1">
                    <a:lumMod val="50000"/>
                  </a:schemeClr>
                </a:solidFill>
              </a:rPr>
              <a:pPr algn="r"/>
              <a:t>‹#›</a:t>
            </a:fld>
            <a:endParaRPr lang="en-US" sz="1000">
              <a:solidFill>
                <a:schemeClr val="bg1">
                  <a:lumMod val="50000"/>
                </a:scheme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chemeClr val="bg1">
                    <a:lumMod val="50000"/>
                  </a:scheme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solidFill>
                  <a:schemeClr val="bg1">
                    <a:lumMod val="50000"/>
                  </a:schemeClr>
                </a:solidFill>
              </a:rPr>
              <a:t>Tenarai</a:t>
            </a:r>
          </a:p>
        </p:txBody>
      </p:sp>
    </p:spTree>
    <p:extLst>
      <p:ext uri="{BB962C8B-B14F-4D97-AF65-F5344CB8AC3E}">
        <p14:creationId xmlns:p14="http://schemas.microsoft.com/office/powerpoint/2010/main" val="3165285250"/>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6" name="think-cell Slide" r:id="rId5" imgW="7772400" imgH="10058400" progId="TCLayout.ActiveDocument.1">
                  <p:embed/>
                </p:oleObj>
              </mc:Choice>
              <mc:Fallback>
                <p:oleObj name="think-cell Slide" r:id="rId5"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0147" name="think-cell Slide" r:id="rId10" imgW="7772400" imgH="10058400" progId="TCLayout.ActiveDocument.1">
                  <p:embed/>
                </p:oleObj>
              </mc:Choice>
              <mc:Fallback>
                <p:oleObj name="think-cell Slide" r:id="rId10" imgW="7772400" imgH="10058400" progId="TCLayout.ActiveDocument.1">
                  <p:embed/>
                  <p:pic>
                    <p:nvPicPr>
                      <p:cNvPr id="9" name="think-cell data - do not delete" hidden="1">
                        <a:extLst>
                          <a:ext uri="{FF2B5EF4-FFF2-40B4-BE49-F238E27FC236}">
                            <a16:creationId xmlns:a16="http://schemas.microsoft.com/office/drawing/2014/main" xmlns="" id="{E9CF367F-EB2F-5DA8-CED2-E9AB28E8814E}"/>
                          </a:ext>
                        </a:extLst>
                      </p:cNvPr>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855943091"/>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115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311629579"/>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0495922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217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504095877"/>
      </p:ext>
    </p:extLst>
  </p:cSld>
  <p:clrMapOvr>
    <a:masterClrMapping/>
  </p:clrMapOvr>
</p:sldLayout>
</file>

<file path=ppt/slideLayouts/slideLayout123.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160943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320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1247471693"/>
      </p:ext>
    </p:extLst>
  </p:cSld>
  <p:clrMapOvr>
    <a:overrideClrMapping bg1="dk1" tx1="lt1" bg2="dk2" tx2="lt2" accent1="accent1" accent2="accent2" accent3="accent3" accent4="accent4" accent5="accent5" accent6="accent6" hlink="hlink" folHlink="folHlink"/>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422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848515806"/>
      </p:ext>
    </p:extLst>
  </p:cSld>
  <p:clrMapOvr>
    <a:overrideClrMapping bg1="lt1" tx1="dk1" bg2="lt2" tx2="dk2" accent1="accent1" accent2="accent2" accent3="accent3" accent4="accent4" accent5="accent5" accent6="accent6" hlink="hlink" folHlink="folHlink"/>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4257464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5250"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903302158"/>
      </p:ext>
    </p:extLst>
  </p:cSld>
  <p:clrMapOvr>
    <a:overrideClrMapping bg1="dk1" tx1="lt1" bg2="dk2" tx2="lt2" accent1="accent1" accent2="accent2" accent3="accent3" accent4="accent4" accent5="accent5" accent6="accent6" hlink="hlink" folHlink="folHlink"/>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6274"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84322370"/>
      </p:ext>
    </p:extLst>
  </p:cSld>
  <p:clrMapOvr>
    <a:overrideClrMapping bg1="lt1" tx1="dk1" bg2="lt2" tx2="dk2" accent1="accent1" accent2="accent2" accent3="accent3" accent4="accent4" accent5="accent5" accent6="accent6" hlink="hlink" folHlink="folHlink"/>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13664209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7298"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313964574"/>
      </p:ext>
    </p:extLst>
  </p:cSld>
  <p:clrMapOvr>
    <a:overrideClrMapping bg1="dk1" tx1="lt1" bg2="dk2" tx2="lt2" accent1="accent1" accent2="accent2" accent3="accent3" accent4="accent4" accent5="accent5" accent6="accent6" hlink="hlink" folHlink="folHlink"/>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8322"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10956709"/>
      </p:ext>
    </p:extLst>
  </p:cSld>
  <p:clrMapOvr>
    <a:overrideClrMapping bg1="lt1" tx1="dk1" bg2="lt2" tx2="dk2" accent1="accent1" accent2="accent2" accent3="accent3" accent4="accent4" accent5="accent5" accent6="accent6" hlink="hlink" folHlink="folHlink"/>
  </p:clrMapOvr>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14435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99346" name="think-cell Slide" r:id="rId4" imgW="7772400" imgH="10058400" progId="TCLayout.ActiveDocument.1">
                  <p:embed/>
                </p:oleObj>
              </mc:Choice>
              <mc:Fallback>
                <p:oleObj name="think-cell Slide" r:id="rId4" imgW="7772400" imgH="10058400" progId="TCLayout.ActiveDocument.1">
                  <p:embed/>
                  <p:pic>
                    <p:nvPicPr>
                      <p:cNvPr id="7" name="think-cell data - do not delete" hidden="1">
                        <a:extLst>
                          <a:ext uri="{FF2B5EF4-FFF2-40B4-BE49-F238E27FC236}">
                            <a16:creationId xmlns:a16="http://schemas.microsoft.com/office/drawing/2014/main" xmlns="" id="{A91C372E-D762-AB9F-6BD8-760F46CF0F5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673249528"/>
      </p:ext>
    </p:extLst>
  </p:cSld>
  <p:clrMapOvr>
    <a:overrideClrMapping bg1="dk1" tx1="lt1" bg2="dk2" tx2="lt2" accent1="accent1" accent2="accent2" accent3="accent3" accent4="accent4" accent5="accent5" accent6="accent6" hlink="hlink" folHlink="folHlink"/>
  </p:clrMapOvr>
</p:sldLayout>
</file>

<file path=ppt/slideLayouts/slideLayout130.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037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Agenda</a:t>
            </a:r>
          </a:p>
          <a:p>
            <a:pPr algn="ctr"/>
            <a:r>
              <a:rPr lang="en-US" sz="13800"/>
              <a:t>layouts</a:t>
            </a:r>
          </a:p>
        </p:txBody>
      </p:sp>
    </p:spTree>
    <p:extLst>
      <p:ext uri="{BB962C8B-B14F-4D97-AF65-F5344CB8AC3E}">
        <p14:creationId xmlns:p14="http://schemas.microsoft.com/office/powerpoint/2010/main" val="1990656230"/>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139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341871492"/>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4234032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241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43017E1-5C50-A1AB-8360-416C697FA07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8100926"/>
      </p:ext>
    </p:extLst>
  </p:cSld>
  <p:clrMapOvr>
    <a:overrideClrMapping bg1="dk1" tx1="lt1" bg2="dk2" tx2="lt2" accent1="accent1" accent2="accent2" accent3="accent3" accent4="accent4" accent5="accent5" accent6="accent6" hlink="hlink" folHlink="folHlink"/>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3442"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817438519"/>
      </p:ext>
    </p:extLst>
  </p:cSld>
  <p:clrMapOvr>
    <a:masterClrMapping/>
  </p:clrMapOvr>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26076848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4466" name="think-cell Slide" r:id="rId4" imgW="7772400" imgH="10058400" progId="TCLayout.ActiveDocument.1">
                  <p:embed/>
                </p:oleObj>
              </mc:Choice>
              <mc:Fallback>
                <p:oleObj name="think-cell Slide" r:id="rId4" imgW="7772400" imgH="10058400" progId="TCLayout.ActiveDocument.1">
                  <p:embed/>
                  <p:pic>
                    <p:nvPicPr>
                      <p:cNvPr id="8" name="think-cell data - do not delete" hidden="1">
                        <a:extLst>
                          <a:ext uri="{FF2B5EF4-FFF2-40B4-BE49-F238E27FC236}">
                            <a16:creationId xmlns:a16="http://schemas.microsoft.com/office/drawing/2014/main" xmlns="" id="{6FD185B2-CA96-F547-FFF0-7838243B1A2A}"/>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2519235016"/>
      </p:ext>
    </p:extLst>
  </p:cSld>
  <p:clrMapOvr>
    <a:overrideClrMapping bg1="dk1" tx1="lt1" bg2="dk2" tx2="lt2" accent1="accent1" accent2="accent2" accent3="accent3" accent4="accent4" accent5="accent5" accent6="accent6" hlink="hlink" folHlink="folHlink"/>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5490"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t>Speakers</a:t>
            </a:r>
          </a:p>
          <a:p>
            <a:pPr algn="ctr"/>
            <a:r>
              <a:rPr lang="en-US" sz="13800"/>
              <a:t>layouts</a:t>
            </a:r>
          </a:p>
        </p:txBody>
      </p:sp>
    </p:spTree>
    <p:extLst>
      <p:ext uri="{BB962C8B-B14F-4D97-AF65-F5344CB8AC3E}">
        <p14:creationId xmlns:p14="http://schemas.microsoft.com/office/powerpoint/2010/main" val="19722604"/>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651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908593213"/>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268450165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7538"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3204841962"/>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8562"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85278303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64997887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09586"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076283077"/>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43441017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0610"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3143115214"/>
      </p:ext>
    </p:extLst>
  </p:cSld>
  <p:clrMapOvr>
    <a:masterClrMapping/>
  </p:clrMapOvr>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8558889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1634" name="think-cell Slide" r:id="rId4" imgW="7772400" imgH="10058400" progId="TCLayout.ActiveDocument.1">
                  <p:embed/>
                </p:oleObj>
              </mc:Choice>
              <mc:Fallback>
                <p:oleObj name="think-cell Slide" r:id="rId4" imgW="7772400" imgH="10058400" progId="TCLayout.ActiveDocument.1">
                  <p:embed/>
                  <p:pic>
                    <p:nvPicPr>
                      <p:cNvPr id="10" name="think-cell data - do not delete" hidden="1">
                        <a:extLst>
                          <a:ext uri="{FF2B5EF4-FFF2-40B4-BE49-F238E27FC236}">
                            <a16:creationId xmlns:a16="http://schemas.microsoft.com/office/drawing/2014/main" xmlns="" id="{21E5D8FD-E588-E3E8-EB4C-56B07365DC66}"/>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45125405"/>
      </p:ext>
    </p:extLst>
  </p:cSld>
  <p:clrMapOvr>
    <a:masterClrMapping/>
  </p:clrMapOvr>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265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t>Closing</a:t>
            </a:r>
          </a:p>
          <a:p>
            <a:pPr algn="ctr"/>
            <a:r>
              <a:rPr lang="en-US" sz="13800"/>
              <a:t>layouts</a:t>
            </a:r>
          </a:p>
        </p:txBody>
      </p:sp>
    </p:spTree>
    <p:extLst>
      <p:ext uri="{BB962C8B-B14F-4D97-AF65-F5344CB8AC3E}">
        <p14:creationId xmlns:p14="http://schemas.microsoft.com/office/powerpoint/2010/main" val="530437540"/>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3682"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chemeClr val="bg1">
                    <a:lumMod val="65000"/>
                    <a:lumOff val="35000"/>
                  </a:schemeClr>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tx1"/>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tx1"/>
                </a:solidFill>
              </a:rPr>
              <a:t>Tenarai</a:t>
            </a:r>
            <a:endParaRPr lang="en-US" sz="1000" b="1">
              <a:solidFill>
                <a:schemeClr val="tx1"/>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58427825"/>
      </p:ext>
    </p:extLst>
  </p:cSld>
  <p:clrMapOvr>
    <a:overrideClrMapping bg1="dk1" tx1="lt1" bg2="dk2" tx2="lt2" accent1="accent1" accent2="accent2" accent3="accent3" accent4="accent4" accent5="accent5" accent6="accent6" hlink="hlink" folHlink="folHlink"/>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4706"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201907076"/>
      </p:ext>
    </p:extLst>
  </p:cSld>
  <p:clrMapOvr>
    <a:overrideClrMapping bg1="dk1" tx1="lt1" bg2="dk2" tx2="lt2" accent1="accent1" accent2="accent2" accent3="accent3" accent4="accent4" accent5="accent5" accent6="accent6" hlink="hlink" folHlink="folHlink"/>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115730" name="think-cell Slide" r:id="rId5" imgW="7772400" imgH="10058400" progId="TCLayout.ActiveDocument.1">
                  <p:embed/>
                </p:oleObj>
              </mc:Choice>
              <mc:Fallback>
                <p:oleObj name="think-cell Slide" r:id="rId5"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marL="0" marR="0" lvl="0" indent="0" algn="l" defTabSz="914172" rtl="0" eaLnBrk="1" fontAlgn="auto" latinLnBrk="0" hangingPunct="1">
              <a:lnSpc>
                <a:spcPct val="100000"/>
              </a:lnSpc>
              <a:spcBef>
                <a:spcPts val="0"/>
              </a:spcBef>
              <a:spcAft>
                <a:spcPts val="0"/>
              </a:spcAft>
              <a:buClrTx/>
              <a:buSzTx/>
              <a:buFontTx/>
              <a:buNone/>
              <a:tabLst/>
              <a:defRPr/>
            </a:pPr>
            <a:r>
              <a:rPr kumimoji="0" lang="en-US" sz="600" b="0" i="0" u="none" strike="noStrike" kern="1200" cap="none" spc="0" normalizeH="0" baseline="0" noProof="0">
                <a:ln>
                  <a:noFill/>
                </a:ln>
                <a:solidFill>
                  <a:srgbClr val="BEB4AA"/>
                </a:solidFill>
                <a:effectLst/>
                <a:uLnTx/>
                <a:uFillTx/>
                <a:latin typeface="Arial" panose="020B0604020202020204" pitchFamily="34" charset="0"/>
                <a:ea typeface="+mn-ea"/>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chemeClr val="bg1">
                    <a:lumMod val="65000"/>
                    <a:lumOff val="35000"/>
                  </a:scheme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err="1">
                <a:solidFill>
                  <a:schemeClr val="bg1"/>
                </a:solidFill>
              </a:rPr>
              <a:t>Tenarai</a:t>
            </a:r>
            <a:endParaRPr lang="en-US" sz="1000" b="1">
              <a:solidFill>
                <a:schemeClr val="bg1"/>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3929069579"/>
      </p:ext>
    </p:extLst>
  </p:cSld>
  <p:clrMapOvr>
    <a:overrideClrMapping bg1="dk1" tx1="lt1" bg2="dk2" tx2="lt2" accent1="accent1" accent2="accent2" accent3="accent3" accent4="accent4" accent5="accent5" accent6="accent6" hlink="hlink" folHlink="folHlink"/>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6754"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459494033"/>
      </p:ext>
    </p:extLst>
  </p:cSld>
  <p:clrMapOvr>
    <a:overrideClrMapping bg1="lt1" tx1="dk1" bg2="lt2" tx2="dk2" accent1="accent1" accent2="accent2" accent3="accent3" accent4="accent4" accent5="accent5" accent6="accent6" hlink="hlink" folHlink="folHlink"/>
  </p:clrMapOvr>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6042974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7778"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4FF04D78-C0F6-15F1-60C3-69F4D9EA6D3E}"/>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145878913"/>
      </p:ext>
    </p:extLst>
  </p:cSld>
  <p:clrMapOvr>
    <a:overrideClrMapping bg1="dk1" tx1="lt1" bg2="dk2" tx2="lt2" accent1="accent1" accent2="accent2" accent3="accent3" accent4="accent4" accent5="accent5" accent6="accent6" hlink="hlink" folHlink="folHlink"/>
  </p:clrMapOvr>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0946914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8802" name="think-cell Slide" r:id="rId4" imgW="7772400" imgH="10058400" progId="TCLayout.ActiveDocument.1">
                  <p:embed/>
                </p:oleObj>
              </mc:Choice>
              <mc:Fallback>
                <p:oleObj name="think-cell Slide" r:id="rId4" imgW="7772400" imgH="10058400" progId="TCLayout.ActiveDocument.1">
                  <p:embed/>
                  <p:pic>
                    <p:nvPicPr>
                      <p:cNvPr id="5" name="think-cell data - do not delete" hidden="1">
                        <a:extLst>
                          <a:ext uri="{FF2B5EF4-FFF2-40B4-BE49-F238E27FC236}">
                            <a16:creationId xmlns:a16="http://schemas.microsoft.com/office/drawing/2014/main" xmlns="" id="{0A21D431-D71E-4146-15FF-2E31F4280A81}"/>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t>If you see any </a:t>
            </a:r>
            <a:r>
              <a:rPr lang="en-US" sz="3600" b="1" i="1"/>
              <a:t>layouts after this one</a:t>
            </a:r>
            <a:r>
              <a:rPr lang="en-US" sz="3600" i="1"/>
              <a:t>,</a:t>
            </a:r>
            <a:r>
              <a:rPr lang="en-US" sz="3600"/>
              <a:t> do not use them. These layouts </a:t>
            </a:r>
            <a:r>
              <a:rPr lang="en-US" sz="3600" b="1" i="1"/>
              <a:t>are not </a:t>
            </a:r>
            <a:r>
              <a:rPr lang="en-US" sz="3600"/>
              <a:t>part of our template.</a:t>
            </a:r>
          </a:p>
          <a:p>
            <a:pPr algn="ctr"/>
            <a:r>
              <a:rPr lang="en-US" sz="13800" b="1" i="0"/>
              <a:t>Do not use</a:t>
            </a:r>
            <a:endParaRPr lang="en-US" sz="2000"/>
          </a:p>
          <a:p>
            <a:pPr algn="ctr"/>
            <a:r>
              <a:rPr lang="en-US" sz="2000"/>
              <a:t>Due to PowerPoint’s standard Copy/Paste functionality extra undesirable layouts can appear.</a:t>
            </a:r>
          </a:p>
          <a:p>
            <a:pPr algn="ctr">
              <a:spcBef>
                <a:spcPts val="600"/>
              </a:spcBef>
              <a:buClr>
                <a:srgbClr val="003755"/>
              </a:buClr>
            </a:pPr>
            <a:r>
              <a:rPr lang="en-US" sz="2000"/>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tx1"/>
              </a:solidFill>
            </a:endParaRPr>
          </a:p>
        </p:txBody>
      </p:sp>
    </p:spTree>
    <p:extLst>
      <p:ext uri="{BB962C8B-B14F-4D97-AF65-F5344CB8AC3E}">
        <p14:creationId xmlns:p14="http://schemas.microsoft.com/office/powerpoint/2010/main" val="3648743523"/>
      </p:ext>
    </p:extLst>
  </p:cSld>
  <p:clrMapOvr>
    <a:masterClrMapping/>
  </p:clrMapOvr>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172197999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835504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90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2409037093"/>
      </p:ext>
    </p:extLst>
  </p:cSld>
  <p:clrMapOvr>
    <a:overrideClrMapping bg1="lt1" tx1="dk1" bg2="lt2" tx2="dk2" accent1="accent1" accent2="accent2" accent3="accent3" accent4="accent4" accent5="accent5" accent6="accent6" hlink="hlink" folHlink="folHlink"/>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showMasterSp="0" preserve="1" userDrawn="1">
  <p:cSld name="Title Slid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4964903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00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75000"/>
              <a:lumOff val="2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36376758"/>
      </p:ext>
    </p:extLst>
  </p:cSld>
  <p:clrMapOvr>
    <a:overrideClrMapping bg1="dk1" tx1="lt1" bg2="dk2" tx2="lt2" accent1="accent1" accent2="accent2" accent3="accent3" accent4="accent4" accent5="accent5" accent6="accent6" hlink="hlink" folHlink="folHlink"/>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showMasterSp="0" preserve="1" userDrawn="1">
  <p:cSld name="1_Title Slide tan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42734056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10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1" y="2137803"/>
            <a:ext cx="4522787" cy="2139250"/>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6"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844913178"/>
      </p:ext>
    </p:extLst>
  </p:cSld>
  <p:clrMapOvr>
    <a:overrideClrMapping bg1="lt1" tx1="dk1" bg2="lt2" tx2="dk2" accent1="accent1" accent2="accent2" accent3="accent3" accent4="accent4" accent5="accent5" accent6="accent6" hlink="hlink" folHlink="folHlink"/>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showMasterSp="0" preserve="1" userDrawn="1">
  <p:cSld name="2_Title Slide Carbon with sub">
    <p:bg>
      <p:bgPr>
        <a:solidFill>
          <a:schemeClr val="tx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7579559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21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2" name="Picture Placeholder 21">
            <a:extLst>
              <a:ext uri="{FF2B5EF4-FFF2-40B4-BE49-F238E27FC236}">
                <a16:creationId xmlns:a16="http://schemas.microsoft.com/office/drawing/2014/main" xmlns="" id="{ED260B13-9D0C-D7D8-B795-B3DADBB0C051}"/>
              </a:ext>
            </a:extLst>
          </p:cNvPr>
          <p:cNvSpPr>
            <a:spLocks noGrp="1"/>
          </p:cNvSpPr>
          <p:nvPr>
            <p:ph type="pic" sz="quarter" idx="10"/>
          </p:nvPr>
        </p:nvSpPr>
        <p:spPr>
          <a:xfrm>
            <a:off x="5334000" y="0"/>
            <a:ext cx="6856134" cy="6856134"/>
          </a:xfrm>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chemeClr val="bg1">
              <a:lumMod val="95000"/>
              <a:alpha val="15000"/>
            </a:schemeClr>
          </a:solidFill>
        </p:spPr>
        <p:txBody>
          <a:bodyPr wrap="square">
            <a:noAutofit/>
          </a:bodyPr>
          <a:lstStyle/>
          <a:p>
            <a:r>
              <a:rPr lang="en-US"/>
              <a:t>Click icon to add picture</a:t>
            </a:r>
          </a:p>
        </p:txBody>
      </p:sp>
      <p:sp>
        <p:nvSpPr>
          <p:cNvPr id="2" name="Title 1"/>
          <p:cNvSpPr>
            <a:spLocks noGrp="1"/>
          </p:cNvSpPr>
          <p:nvPr>
            <p:ph type="ctrTitle"/>
          </p:nvPr>
        </p:nvSpPr>
        <p:spPr>
          <a:xfrm>
            <a:off x="463550" y="2137803"/>
            <a:ext cx="4522787" cy="2139250"/>
          </a:xfrm>
        </p:spPr>
        <p:txBody>
          <a:bodyPr vert="horz" anchor="t"/>
          <a:lstStyle>
            <a:lvl1pPr algn="l">
              <a:defRPr sz="4800">
                <a:solidFill>
                  <a:schemeClr val="bg1"/>
                </a:solidFill>
              </a:defRPr>
            </a:lvl1pPr>
          </a:lstStyle>
          <a:p>
            <a:r>
              <a:rPr lang="en-US" dirty="0"/>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Click to add date</a:t>
            </a:r>
            <a:br>
              <a:rPr lang="en-US" dirty="0"/>
            </a:br>
            <a:r>
              <a:rPr lang="en-US" dirty="0"/>
              <a:t>presenter</a:t>
            </a:r>
            <a:br>
              <a:rPr lang="en-US" dirty="0"/>
            </a:br>
            <a:r>
              <a:rPr lang="en-US" dirty="0"/>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Rectangle 3">
            <a:extLst>
              <a:ext uri="{FF2B5EF4-FFF2-40B4-BE49-F238E27FC236}">
                <a16:creationId xmlns:a16="http://schemas.microsoft.com/office/drawing/2014/main" xmlns="" id="{B6EC5BDD-FA11-9E4A-077F-9E7A240FE274}"/>
              </a:ext>
            </a:extLst>
          </p:cNvPr>
          <p:cNvSpPr/>
          <p:nvPr userDrawn="1"/>
        </p:nvSpPr>
        <p:spPr>
          <a:xfrm>
            <a:off x="351131" y="6569272"/>
            <a:ext cx="2457724" cy="215444"/>
          </a:xfrm>
          <a:prstGeom prst="rect">
            <a:avLst/>
          </a:prstGeom>
        </p:spPr>
        <p:txBody>
          <a:bodyPr wrap="none">
            <a:spAutoFit/>
          </a:bodyPr>
          <a:lstStyle/>
          <a:p>
            <a:pPr defTabSz="914126">
              <a:defRPr/>
            </a:pPr>
            <a:r>
              <a:rPr lang="en-US" sz="800" dirty="0">
                <a:solidFill>
                  <a:srgbClr val="000000"/>
                </a:solidFill>
                <a:latin typeface="Aptos Display"/>
                <a:cs typeface="Arial" panose="020B0604020202020204" pitchFamily="34" charset="0"/>
              </a:rPr>
              <a:t>Copyright 2026, Strictly Confidential, All rights reserved</a:t>
            </a:r>
          </a:p>
        </p:txBody>
      </p:sp>
      <p:sp>
        <p:nvSpPr>
          <p:cNvPr id="6" name="Text Placeholder 5">
            <a:extLst>
              <a:ext uri="{FF2B5EF4-FFF2-40B4-BE49-F238E27FC236}">
                <a16:creationId xmlns:a16="http://schemas.microsoft.com/office/drawing/2014/main" xmlns="" id="{F3E166E2-167C-03A2-FB2E-A293D36B3F0D}"/>
              </a:ext>
            </a:extLst>
          </p:cNvPr>
          <p:cNvSpPr>
            <a:spLocks noGrp="1"/>
          </p:cNvSpPr>
          <p:nvPr>
            <p:ph type="body" sz="quarter" idx="11" hasCustomPrompt="1"/>
          </p:nvPr>
        </p:nvSpPr>
        <p:spPr>
          <a:xfrm>
            <a:off x="463550" y="4358333"/>
            <a:ext cx="4522787" cy="1067435"/>
          </a:xfrm>
        </p:spPr>
        <p:txBody>
          <a:bodyPr/>
          <a:lstStyle>
            <a:lvl1pPr>
              <a:defRPr sz="1800">
                <a:solidFill>
                  <a:schemeClr val="bg1"/>
                </a:solidFill>
              </a:defRPr>
            </a:lvl1pPr>
            <a:lvl2pPr>
              <a:buNone/>
              <a:defRPr/>
            </a:lvl2pPr>
          </a:lstStyle>
          <a:p>
            <a:pPr lvl="0"/>
            <a:r>
              <a:rPr lang="en-US" dirty="0"/>
              <a:t>Click to edit Subtitle text styles</a:t>
            </a:r>
          </a:p>
        </p:txBody>
      </p:sp>
    </p:spTree>
    <p:extLst>
      <p:ext uri="{BB962C8B-B14F-4D97-AF65-F5344CB8AC3E}">
        <p14:creationId xmlns:p14="http://schemas.microsoft.com/office/powerpoint/2010/main" val="1396411958"/>
      </p:ext>
    </p:extLst>
  </p:cSld>
  <p:clrMapOvr>
    <a:overrideClrMapping bg1="lt1" tx1="dk1" bg2="lt2" tx2="dk2" accent1="accent1" accent2="accent2" accent3="accent3" accent4="accent4" accent5="accent5" accent6="accent6" hlink="hlink" folHlink="folHlink"/>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22225906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31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Tree>
    <p:extLst>
      <p:ext uri="{BB962C8B-B14F-4D97-AF65-F5344CB8AC3E}">
        <p14:creationId xmlns:p14="http://schemas.microsoft.com/office/powerpoint/2010/main" val="1199896033"/>
      </p:ext>
    </p:extLst>
  </p:cSld>
  <p:clrMapOvr>
    <a:overrideClrMapping bg1="lt1" tx1="dk1" bg2="lt2" tx2="dk2" accent1="accent1" accent2="accent2" accent3="accent3" accent4="accent4" accent5="accent5" accent6="accent6" hlink="hlink" folHlink="folHlink"/>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showMasterSp="0" preserve="1" userDrawn="1">
  <p:cSld name="1_Title Slide Image (Carbon)">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105208715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41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951722"/>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Tree>
    <p:extLst>
      <p:ext uri="{BB962C8B-B14F-4D97-AF65-F5344CB8AC3E}">
        <p14:creationId xmlns:p14="http://schemas.microsoft.com/office/powerpoint/2010/main" val="487606196"/>
      </p:ext>
    </p:extLst>
  </p:cSld>
  <p:clrMapOvr>
    <a:overrideClrMapping bg1="dk1" tx1="lt1" bg2="dk2" tx2="lt2" accent1="accent1" accent2="accent2" accent3="accent3" accent4="accent4" accent5="accent5" accent6="accent6" hlink="hlink" folHlink="folHlink"/>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showMasterSp="0" preserve="1" userDrawn="1">
  <p:cSld name="Title Slide Image with Sub">
    <p:bg>
      <p:bgRef idx="1001">
        <a:schemeClr val="bg2"/>
      </p:bgRef>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418605626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51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Picture Placeholder 4">
            <a:extLst>
              <a:ext uri="{FF2B5EF4-FFF2-40B4-BE49-F238E27FC236}">
                <a16:creationId xmlns:a16="http://schemas.microsoft.com/office/drawing/2014/main" xmlns="" id="{5074A656-4209-042E-A015-9A2825318D2A}"/>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5" name="Text Placeholder 5">
            <a:extLst>
              <a:ext uri="{FF2B5EF4-FFF2-40B4-BE49-F238E27FC236}">
                <a16:creationId xmlns:a16="http://schemas.microsoft.com/office/drawing/2014/main" xmlns="" id="{4807174D-FDC5-E4A1-2632-800C1838B05D}"/>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2522280710"/>
      </p:ext>
    </p:extLst>
  </p:cSld>
  <p:clrMapOvr>
    <a:overrideClrMapping bg1="lt1" tx1="dk1" bg2="lt2" tx2="dk2" accent1="accent1" accent2="accent2" accent3="accent3" accent4="accent4" accent5="accent5" accent6="accent6" hlink="hlink" folHlink="folHlink"/>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Image (Carbon) with sub">
    <p:bg>
      <p:bgPr>
        <a:solidFill>
          <a:schemeClr val="bg1"/>
        </a:solidFill>
        <a:effectLst/>
      </p:bgPr>
    </p:bg>
    <p:spTree>
      <p:nvGrpSpPr>
        <p:cNvPr id="1" name=""/>
        <p:cNvGrpSpPr/>
        <p:nvPr/>
      </p:nvGrpSpPr>
      <p:grpSpPr>
        <a:xfrm>
          <a:off x="0" y="0"/>
          <a:ext cx="0" cy="0"/>
          <a:chOff x="0" y="0"/>
          <a:chExt cx="0" cy="0"/>
        </a:xfrm>
      </p:grpSpPr>
      <p:graphicFrame>
        <p:nvGraphicFramePr>
          <p:cNvPr id="13" name="think-cell data - do not delete" hidden="1">
            <a:extLst>
              <a:ext uri="{FF2B5EF4-FFF2-40B4-BE49-F238E27FC236}">
                <a16:creationId xmlns:a16="http://schemas.microsoft.com/office/drawing/2014/main" xmlns="" id="{E5CD86D9-C09D-F89F-1467-4FE68C7BE3E6}"/>
              </a:ext>
            </a:extLst>
          </p:cNvPr>
          <p:cNvGraphicFramePr>
            <a:graphicFrameLocks noChangeAspect="1"/>
          </p:cNvGraphicFramePr>
          <p:nvPr userDrawn="1">
            <p:custDataLst>
              <p:tags r:id="rId2"/>
            </p:custDataLst>
            <p:extLst>
              <p:ext uri="{D42A27DB-BD31-4B8C-83A1-F6EECF244321}">
                <p14:modId xmlns:p14="http://schemas.microsoft.com/office/powerpoint/2010/main" val="31516075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62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5" name="Picture Placeholder 4">
            <a:extLst>
              <a:ext uri="{FF2B5EF4-FFF2-40B4-BE49-F238E27FC236}">
                <a16:creationId xmlns:a16="http://schemas.microsoft.com/office/drawing/2014/main" xmlns="" id="{94747D76-6149-DBD8-9CEB-464D55C94191}"/>
              </a:ext>
            </a:extLst>
          </p:cNvPr>
          <p:cNvSpPr>
            <a:spLocks noGrp="1" noChangeAspect="1"/>
          </p:cNvSpPr>
          <p:nvPr>
            <p:ph type="pic" sz="quarter" idx="10"/>
          </p:nvPr>
        </p:nvSpPr>
        <p:spPr>
          <a:xfrm>
            <a:off x="5334000" y="0"/>
            <a:ext cx="6858000" cy="6858000"/>
          </a:xfrm>
          <a:noFill/>
        </p:spPr>
        <p:txBody>
          <a:bodyPr/>
          <a:lstStyle/>
          <a:p>
            <a:r>
              <a:rPr lang="en-US"/>
              <a:t>Click icon to add picture</a:t>
            </a:r>
          </a:p>
        </p:txBody>
      </p:sp>
      <p:sp>
        <p:nvSpPr>
          <p:cNvPr id="2" name="Title 1"/>
          <p:cNvSpPr>
            <a:spLocks noGrp="1"/>
          </p:cNvSpPr>
          <p:nvPr>
            <p:ph type="ctrTitle"/>
          </p:nvPr>
        </p:nvSpPr>
        <p:spPr>
          <a:xfrm>
            <a:off x="463551" y="2137803"/>
            <a:ext cx="4522787" cy="2572528"/>
          </a:xfrm>
        </p:spPr>
        <p:txBody>
          <a:bodyPr vert="horz" anchor="t"/>
          <a:lstStyle>
            <a:lvl1pPr algn="l">
              <a:defRPr sz="4800"/>
            </a:lvl1pPr>
          </a:lstStyle>
          <a:p>
            <a:r>
              <a:rPr lang="en-US"/>
              <a:t>Click to edit Master title style</a:t>
            </a:r>
          </a:p>
        </p:txBody>
      </p:sp>
      <p:sp>
        <p:nvSpPr>
          <p:cNvPr id="3" name="Subtitle 2"/>
          <p:cNvSpPr>
            <a:spLocks noGrp="1"/>
          </p:cNvSpPr>
          <p:nvPr>
            <p:ph type="subTitle" idx="1" hasCustomPrompt="1"/>
          </p:nvPr>
        </p:nvSpPr>
        <p:spPr>
          <a:xfrm>
            <a:off x="463550" y="460375"/>
            <a:ext cx="4522787" cy="1006475"/>
          </a:xfrm>
        </p:spPr>
        <p:txBody>
          <a:bodyPr/>
          <a:lstStyle>
            <a:lvl1pPr marL="0" indent="0" algn="l">
              <a:spcBef>
                <a:spcPts val="0"/>
              </a:spcBef>
              <a:buNone/>
              <a:defRPr sz="1200" cap="all" baseline="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date</a:t>
            </a:r>
            <a:br>
              <a:rPr lang="en-US"/>
            </a:br>
            <a:r>
              <a:rPr lang="en-US"/>
              <a:t>presenter</a:t>
            </a:r>
            <a:br>
              <a:rPr lang="en-US"/>
            </a:br>
            <a:r>
              <a:rPr lang="en-US"/>
              <a:t>Title</a:t>
            </a:r>
          </a:p>
        </p:txBody>
      </p:sp>
      <p:pic>
        <p:nvPicPr>
          <p:cNvPr id="11" name="Graphic 10">
            <a:extLst>
              <a:ext uri="{FF2B5EF4-FFF2-40B4-BE49-F238E27FC236}">
                <a16:creationId xmlns:a16="http://schemas.microsoft.com/office/drawing/2014/main" xmlns="" id="{B96EE5D6-47A2-9236-B06C-AF27552BD94F}"/>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463551" y="6211044"/>
            <a:ext cx="1630243" cy="237744"/>
          </a:xfrm>
          <a:prstGeom prst="rect">
            <a:avLst/>
          </a:prstGeom>
        </p:spPr>
      </p:pic>
      <p:sp>
        <p:nvSpPr>
          <p:cNvPr id="4" name="Text Placeholder 5">
            <a:extLst>
              <a:ext uri="{FF2B5EF4-FFF2-40B4-BE49-F238E27FC236}">
                <a16:creationId xmlns:a16="http://schemas.microsoft.com/office/drawing/2014/main" xmlns="" id="{DFBA4D4C-B779-20CD-83F2-4B8BF48E5510}"/>
              </a:ext>
            </a:extLst>
          </p:cNvPr>
          <p:cNvSpPr>
            <a:spLocks noGrp="1"/>
          </p:cNvSpPr>
          <p:nvPr>
            <p:ph type="body" sz="quarter" idx="11" hasCustomPrompt="1"/>
          </p:nvPr>
        </p:nvSpPr>
        <p:spPr>
          <a:xfrm>
            <a:off x="463551" y="4750971"/>
            <a:ext cx="4551681" cy="1067435"/>
          </a:xfrm>
        </p:spPr>
        <p:txBody>
          <a:bodyPr/>
          <a:lstStyle>
            <a:lvl1pPr>
              <a:defRPr sz="1800"/>
            </a:lvl1pPr>
            <a:lvl2pPr>
              <a:buNone/>
              <a:defRPr/>
            </a:lvl2pPr>
          </a:lstStyle>
          <a:p>
            <a:pPr lvl="0"/>
            <a:r>
              <a:rPr lang="en-US" dirty="0"/>
              <a:t>Click to edit Subtitle text styles</a:t>
            </a:r>
          </a:p>
        </p:txBody>
      </p:sp>
    </p:spTree>
    <p:extLst>
      <p:ext uri="{BB962C8B-B14F-4D97-AF65-F5344CB8AC3E}">
        <p14:creationId xmlns:p14="http://schemas.microsoft.com/office/powerpoint/2010/main" val="1758978719"/>
      </p:ext>
    </p:extLst>
  </p:cSld>
  <p:clrMapOvr>
    <a:overrideClrMapping bg1="dk1" tx1="lt1" bg2="dk2" tx2="lt2" accent1="accent1" accent2="accent2" accent3="accent3" accent4="accent4" accent5="accent5" accent6="accent6" hlink="hlink" folHlink="folHlink"/>
  </p:clrMapOvr>
</p:sldLayout>
</file>

<file path=ppt/slideLayouts/slideLayout158.xml><?xml version="1.0" encoding="utf-8"?>
<p:sldLayout xmlns:a="http://schemas.openxmlformats.org/drawingml/2006/main" xmlns:r="http://schemas.openxmlformats.org/officeDocument/2006/relationships" xmlns:p="http://schemas.openxmlformats.org/presentationml/2006/main" showMasterSp="0" preserve="1" userDrawn="1">
  <p:cSld name="-">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4029495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72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6" y="1305349"/>
            <a:ext cx="5571718" cy="4247317"/>
          </a:xfrm>
          <a:prstGeom prst="rect">
            <a:avLst/>
          </a:prstGeom>
          <a:noFill/>
        </p:spPr>
        <p:txBody>
          <a:bodyPr wrap="none" lIns="0" tIns="0" rIns="0" bIns="0" rtlCol="0" anchor="ctr">
            <a:spAutoFit/>
          </a:bodyPr>
          <a:lstStyle/>
          <a:p>
            <a:pPr algn="ctr"/>
            <a:r>
              <a:rPr lang="en-US" sz="13800">
                <a:solidFill>
                  <a:srgbClr val="000000"/>
                </a:solidFill>
              </a:rPr>
              <a:t>Text </a:t>
            </a:r>
          </a:p>
          <a:p>
            <a:pPr algn="ctr"/>
            <a:r>
              <a:rPr lang="en-US" sz="13800">
                <a:solidFill>
                  <a:srgbClr val="000000"/>
                </a:solidFill>
              </a:rPr>
              <a:t>layouts</a:t>
            </a:r>
          </a:p>
        </p:txBody>
      </p:sp>
    </p:spTree>
    <p:extLst>
      <p:ext uri="{BB962C8B-B14F-4D97-AF65-F5344CB8AC3E}">
        <p14:creationId xmlns:p14="http://schemas.microsoft.com/office/powerpoint/2010/main" val="2007572986"/>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1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86540160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82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467295740"/>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preserve="1" userDrawn="1">
  <p:cSld name="4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6546051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392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Tree>
    <p:extLst>
      <p:ext uri="{BB962C8B-B14F-4D97-AF65-F5344CB8AC3E}">
        <p14:creationId xmlns:p14="http://schemas.microsoft.com/office/powerpoint/2010/main" val="2715001564"/>
      </p:ext>
    </p:extLst>
  </p:cSld>
  <p:clrMapOvr>
    <a:masterClrMapping/>
  </p:clrMapOvr>
</p:sldLayout>
</file>

<file path=ppt/slideLayouts/slideLayout161.xml><?xml version="1.0" encoding="utf-8"?>
<p:sldLayout xmlns:a="http://schemas.openxmlformats.org/drawingml/2006/main" xmlns:r="http://schemas.openxmlformats.org/officeDocument/2006/relationships" xmlns:p="http://schemas.openxmlformats.org/presentationml/2006/main" showMasterSp="0" preserve="1" userDrawn="1">
  <p:cSld name="5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1144295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03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a:solidFill>
                  <a:schemeClr val="bg1"/>
                </a:solidFill>
              </a:defRPr>
            </a:lvl1pPr>
          </a:lstStyle>
          <a:p>
            <a:r>
              <a:rPr lang="en-US" dirty="0"/>
              <a:t>Click to edit Master title style</a:t>
            </a:r>
          </a:p>
        </p:txBody>
      </p:sp>
      <p:sp>
        <p:nvSpPr>
          <p:cNvPr id="3" name="Slide Number Placeholder 5">
            <a:extLst>
              <a:ext uri="{FF2B5EF4-FFF2-40B4-BE49-F238E27FC236}">
                <a16:creationId xmlns:a16="http://schemas.microsoft.com/office/drawing/2014/main" xmlns="" id="{CC8AF0B6-0637-CB51-5AF0-8CB1F1E91D71}"/>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56D23D15-E61C-2B0F-9932-CD8A555451CC}"/>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5" name="TextBox 4">
            <a:extLst>
              <a:ext uri="{FF2B5EF4-FFF2-40B4-BE49-F238E27FC236}">
                <a16:creationId xmlns:a16="http://schemas.microsoft.com/office/drawing/2014/main" xmlns="" id="{1F217B56-9CBB-6830-CE79-981D5D5BA8F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6" name="TextBox 5">
            <a:extLst>
              <a:ext uri="{FF2B5EF4-FFF2-40B4-BE49-F238E27FC236}">
                <a16:creationId xmlns:a16="http://schemas.microsoft.com/office/drawing/2014/main" xmlns="" id="{C812D442-5F38-93DE-FFA5-DD2464B12E3F}"/>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556762253"/>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5_Text, segment tit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0671794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13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74029667"/>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6_Text, segment titl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20874683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23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a:solidFill>
                  <a:srgbClr val="8E867E"/>
                </a:solidFill>
                <a:latin typeface="+mn-lt"/>
              </a:defRPr>
            </a:lvl1pPr>
          </a:lstStyle>
          <a:p>
            <a:pPr lvl="0"/>
            <a:r>
              <a:rPr lang="en-US" dirty="0"/>
              <a:t>Segment Title</a:t>
            </a:r>
          </a:p>
        </p:txBody>
      </p:sp>
    </p:spTree>
    <p:extLst>
      <p:ext uri="{BB962C8B-B14F-4D97-AF65-F5344CB8AC3E}">
        <p14:creationId xmlns:p14="http://schemas.microsoft.com/office/powerpoint/2010/main" val="687671105"/>
      </p:ext>
    </p:extLst>
  </p:cSld>
  <p:clrMapOvr>
    <a:masterClrMapping/>
  </p:clrMapOvr>
</p:sldLayout>
</file>

<file path=ppt/slideLayouts/slideLayout164.xml><?xml version="1.0" encoding="utf-8"?>
<p:sldLayout xmlns:a="http://schemas.openxmlformats.org/drawingml/2006/main" xmlns:r="http://schemas.openxmlformats.org/officeDocument/2006/relationships" xmlns:p="http://schemas.openxmlformats.org/presentationml/2006/main" preserve="1" userDrawn="1">
  <p:cSld name="7_Text, segment 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9136443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33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lvl1pPr>
              <a:defRPr baseline="0">
                <a:solidFill>
                  <a:schemeClr val="bg1"/>
                </a:solidFill>
              </a:defRPr>
            </a:lvl1pPr>
          </a:lstStyle>
          <a:p>
            <a:r>
              <a:rPr lang="en-US" dirty="0"/>
              <a:t>Click to edit Master title style</a:t>
            </a:r>
          </a:p>
        </p:txBody>
      </p:sp>
      <p:sp>
        <p:nvSpPr>
          <p:cNvPr id="4" name="Content Placeholder 3">
            <a:extLst>
              <a:ext uri="{FF2B5EF4-FFF2-40B4-BE49-F238E27FC236}">
                <a16:creationId xmlns:a16="http://schemas.microsoft.com/office/drawing/2014/main" xmlns="" id="{E2720176-798F-D51D-82F6-564B7DE1CF0D}"/>
              </a:ext>
            </a:extLst>
          </p:cNvPr>
          <p:cNvSpPr>
            <a:spLocks noGrp="1"/>
          </p:cNvSpPr>
          <p:nvPr>
            <p:ph sz="quarter" idx="10" hasCustomPrompt="1"/>
          </p:nvPr>
        </p:nvSpPr>
        <p:spPr>
          <a:xfrm>
            <a:off x="565148" y="71439"/>
            <a:ext cx="4626612" cy="343090"/>
          </a:xfrm>
          <a:noFill/>
        </p:spPr>
        <p:txBody>
          <a:bodyPr lIns="36000" anchor="ctr"/>
          <a:lstStyle>
            <a:lvl1pPr>
              <a:defRPr sz="1400" b="0" baseline="0">
                <a:solidFill>
                  <a:srgbClr val="DAD2CB"/>
                </a:solidFill>
                <a:latin typeface="+mn-lt"/>
              </a:defRPr>
            </a:lvl1pPr>
          </a:lstStyle>
          <a:p>
            <a:pPr lvl="0"/>
            <a:r>
              <a:rPr lang="en-US" dirty="0"/>
              <a:t>Segment Title</a:t>
            </a:r>
          </a:p>
        </p:txBody>
      </p:sp>
      <p:sp>
        <p:nvSpPr>
          <p:cNvPr id="3" name="Slide Number Placeholder 5">
            <a:extLst>
              <a:ext uri="{FF2B5EF4-FFF2-40B4-BE49-F238E27FC236}">
                <a16:creationId xmlns:a16="http://schemas.microsoft.com/office/drawing/2014/main" xmlns="" id="{7828F419-9D5C-E883-4CC0-CCBA4E68824B}"/>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5" name="Page# static">
            <a:extLst>
              <a:ext uri="{FF2B5EF4-FFF2-40B4-BE49-F238E27FC236}">
                <a16:creationId xmlns:a16="http://schemas.microsoft.com/office/drawing/2014/main" xmlns="" id="{33E709FB-3860-930F-75A5-DF2DB1EB704B}"/>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431FF450-A988-F9C4-8920-02798A20AF9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55F1D2FB-B878-4758-E599-AB15A50C4F89}"/>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991162542"/>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preserve="1" userDrawn="1">
  <p:cSld name="6_Text, Subtitl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24004135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43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18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103140125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preserve="1" userDrawn="1">
  <p:cSld name="7_Text, Subtitle Tan">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140374780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54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8E867E"/>
                </a:solidFill>
              </a:defRPr>
            </a:lvl1pPr>
          </a:lstStyle>
          <a:p>
            <a:pPr lvl="0"/>
            <a:r>
              <a:rPr lang="en-US" dirty="0"/>
              <a:t>Click to edit Master text styles</a:t>
            </a:r>
          </a:p>
        </p:txBody>
      </p:sp>
    </p:spTree>
    <p:extLst>
      <p:ext uri="{BB962C8B-B14F-4D97-AF65-F5344CB8AC3E}">
        <p14:creationId xmlns:p14="http://schemas.microsoft.com/office/powerpoint/2010/main" val="422242047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preserve="1" userDrawn="1">
  <p:cSld name="8_Text, Subtitle bla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55910389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64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lvl1pPr>
              <a:defRPr baseline="0">
                <a:solidFill>
                  <a:schemeClr val="bg1"/>
                </a:solidFill>
              </a:defRPr>
            </a:lvl1pPr>
          </a:lstStyle>
          <a:p>
            <a:r>
              <a:rPr lang="en-US" dirty="0"/>
              <a:t>Click to edit Master title style</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p:nvPr>
        </p:nvSpPr>
        <p:spPr>
          <a:xfrm>
            <a:off x="566420" y="1218883"/>
            <a:ext cx="11104563" cy="477837"/>
          </a:xfrm>
        </p:spPr>
        <p:txBody>
          <a:bodyPr/>
          <a:lstStyle>
            <a:lvl1pPr>
              <a:defRPr sz="2000" baseline="0">
                <a:solidFill>
                  <a:srgbClr val="DAD2CB"/>
                </a:solidFill>
              </a:defRPr>
            </a:lvl1pPr>
          </a:lstStyle>
          <a:p>
            <a:pPr lvl="0"/>
            <a:r>
              <a:rPr lang="en-US" dirty="0"/>
              <a:t>Click to edit Master text styles</a:t>
            </a:r>
          </a:p>
        </p:txBody>
      </p:sp>
      <p:sp>
        <p:nvSpPr>
          <p:cNvPr id="3" name="Slide Number Placeholder 5">
            <a:extLst>
              <a:ext uri="{FF2B5EF4-FFF2-40B4-BE49-F238E27FC236}">
                <a16:creationId xmlns:a16="http://schemas.microsoft.com/office/drawing/2014/main" xmlns="" id="{5C04FE88-5B63-D42D-FB0F-8DCAA2CC1B5F}"/>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0C3F33B2-F41C-7E62-B0F4-3A640446E682}"/>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B27042B-4786-DA51-FE00-470E352278C5}"/>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32866130-ED2C-3529-A118-1BF6B828C553}"/>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4269683909"/>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preserve="1" userDrawn="1">
  <p:cSld name="7_Text, Subtitle 2 line whit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556236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74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607397208"/>
      </p:ext>
    </p:extLst>
  </p:cSld>
  <p:clrMapOvr>
    <a:masterClrMapping/>
  </p:clrMapOvr>
</p:sldLayout>
</file>

<file path=ppt/slideLayouts/slideLayout169.xml><?xml version="1.0" encoding="utf-8"?>
<p:sldLayout xmlns:a="http://schemas.openxmlformats.org/drawingml/2006/main" xmlns:r="http://schemas.openxmlformats.org/officeDocument/2006/relationships" xmlns:p="http://schemas.openxmlformats.org/presentationml/2006/main" preserve="1" userDrawn="1">
  <p:cSld name="8_Text, Subtitle 2 line white">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883322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84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8E867E"/>
                </a:solidFill>
              </a:defRPr>
            </a:lvl1pPr>
          </a:lstStyle>
          <a:p>
            <a:pPr lvl="0"/>
            <a:r>
              <a:rPr lang="en-US" dirty="0"/>
              <a:t>Click to edit Sub title text styles</a:t>
            </a:r>
          </a:p>
        </p:txBody>
      </p:sp>
    </p:spTree>
    <p:extLst>
      <p:ext uri="{BB962C8B-B14F-4D97-AF65-F5344CB8AC3E}">
        <p14:creationId xmlns:p14="http://schemas.microsoft.com/office/powerpoint/2010/main" val="3989971649"/>
      </p:ext>
    </p:extLst>
  </p:cSld>
  <p:clrMapOvr>
    <a:masterClrMapping/>
  </p:clrMapOvr>
</p:sldLayout>
</file>

<file path=ppt/slideLayouts/slideLayout170.xml><?xml version="1.0" encoding="utf-8"?>
<p:sldLayout xmlns:a="http://schemas.openxmlformats.org/drawingml/2006/main" xmlns:r="http://schemas.openxmlformats.org/officeDocument/2006/relationships" xmlns:p="http://schemas.openxmlformats.org/presentationml/2006/main" preserve="1" userDrawn="1">
  <p:cSld name="9_Text, Subtitle 2 line balck">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9666371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495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65149" y="460375"/>
            <a:ext cx="11066463" cy="990002"/>
          </a:xfrm>
        </p:spPr>
        <p:txBody>
          <a:bodyPr vert="horz"/>
          <a:lstStyle>
            <a:lvl1pPr>
              <a:defRPr baseline="0">
                <a:solidFill>
                  <a:schemeClr val="bg1"/>
                </a:solidFill>
              </a:defRPr>
            </a:lvl1pPr>
          </a:lstStyle>
          <a:p>
            <a:r>
              <a:rPr lang="en-US" dirty="0"/>
              <a:t>Click to edit Master title style 2 lines</a:t>
            </a:r>
          </a:p>
        </p:txBody>
      </p:sp>
      <p:sp>
        <p:nvSpPr>
          <p:cNvPr id="5" name="Text Placeholder 4">
            <a:extLst>
              <a:ext uri="{FF2B5EF4-FFF2-40B4-BE49-F238E27FC236}">
                <a16:creationId xmlns:a16="http://schemas.microsoft.com/office/drawing/2014/main" xmlns="" id="{1586D448-2D7E-CEB7-45D9-AA6C0E371678}"/>
              </a:ext>
            </a:extLst>
          </p:cNvPr>
          <p:cNvSpPr>
            <a:spLocks noGrp="1"/>
          </p:cNvSpPr>
          <p:nvPr>
            <p:ph type="body" sz="quarter" idx="10" hasCustomPrompt="1"/>
          </p:nvPr>
        </p:nvSpPr>
        <p:spPr>
          <a:xfrm>
            <a:off x="566420" y="1485583"/>
            <a:ext cx="11104563" cy="477837"/>
          </a:xfrm>
        </p:spPr>
        <p:txBody>
          <a:bodyPr/>
          <a:lstStyle>
            <a:lvl1pPr>
              <a:defRPr sz="1800" baseline="0">
                <a:solidFill>
                  <a:srgbClr val="BEB4AA"/>
                </a:solidFill>
              </a:defRPr>
            </a:lvl1pPr>
          </a:lstStyle>
          <a:p>
            <a:pPr lvl="0"/>
            <a:r>
              <a:rPr lang="en-US" dirty="0"/>
              <a:t>Click to edit Sub title text styles</a:t>
            </a:r>
          </a:p>
        </p:txBody>
      </p:sp>
      <p:sp>
        <p:nvSpPr>
          <p:cNvPr id="3" name="Slide Number Placeholder 5">
            <a:extLst>
              <a:ext uri="{FF2B5EF4-FFF2-40B4-BE49-F238E27FC236}">
                <a16:creationId xmlns:a16="http://schemas.microsoft.com/office/drawing/2014/main" xmlns="" id="{221AE987-34E9-A564-0E09-610171BEF8D0}"/>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4" name="Page# static">
            <a:extLst>
              <a:ext uri="{FF2B5EF4-FFF2-40B4-BE49-F238E27FC236}">
                <a16:creationId xmlns:a16="http://schemas.microsoft.com/office/drawing/2014/main" xmlns="" id="{F0A5C614-D4E6-0B1C-28F8-18F3C0215C0F}"/>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6" name="TextBox 5">
            <a:extLst>
              <a:ext uri="{FF2B5EF4-FFF2-40B4-BE49-F238E27FC236}">
                <a16:creationId xmlns:a16="http://schemas.microsoft.com/office/drawing/2014/main" xmlns="" id="{199D4CD5-5CA8-A6AE-C4DA-AC34CBB80A96}"/>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7" name="TextBox 6">
            <a:extLst>
              <a:ext uri="{FF2B5EF4-FFF2-40B4-BE49-F238E27FC236}">
                <a16:creationId xmlns:a16="http://schemas.microsoft.com/office/drawing/2014/main" xmlns="" id="{DB465DA4-4FF4-125F-8FD7-C47DE183D946}"/>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1721826898"/>
      </p:ext>
    </p:extLst>
  </p:cSld>
  <p:clrMapOvr>
    <a:masterClrMapping/>
  </p:clrMapOvr>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3_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4924186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05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2776420478"/>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showMasterSp="0" preserve="1" userDrawn="1">
  <p:cSld name="6_Text, 1 colm">
    <p:bg>
      <p:bgPr>
        <a:solidFill>
          <a:schemeClr val="tx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75311113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15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Slide Number Placeholder 5">
            <a:extLst>
              <a:ext uri="{FF2B5EF4-FFF2-40B4-BE49-F238E27FC236}">
                <a16:creationId xmlns:a16="http://schemas.microsoft.com/office/drawing/2014/main" xmlns="" id="{D8B7D274-6871-B216-3351-206532447276}"/>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
        <p:nvSpPr>
          <p:cNvPr id="3" name="Page# static">
            <a:extLst>
              <a:ext uri="{FF2B5EF4-FFF2-40B4-BE49-F238E27FC236}">
                <a16:creationId xmlns:a16="http://schemas.microsoft.com/office/drawing/2014/main" xmlns="" id="{D9C90822-4E17-2BF3-F599-CDBF42ACC741}"/>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4" name="TextBox 3">
            <a:extLst>
              <a:ext uri="{FF2B5EF4-FFF2-40B4-BE49-F238E27FC236}">
                <a16:creationId xmlns:a16="http://schemas.microsoft.com/office/drawing/2014/main" xmlns="" id="{C6B7901C-9B47-1346-B4DA-693BBAFF1CA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
        <p:nvSpPr>
          <p:cNvPr id="5" name="TextBox 4">
            <a:extLst>
              <a:ext uri="{FF2B5EF4-FFF2-40B4-BE49-F238E27FC236}">
                <a16:creationId xmlns:a16="http://schemas.microsoft.com/office/drawing/2014/main" xmlns="" id="{9409BF9A-824C-C273-8FFE-DCDB8505A75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solidFill>
              </a:rPr>
              <a:t>Copyright 2026, Strictly Confidential, All rights reserved</a:t>
            </a:r>
          </a:p>
        </p:txBody>
      </p:sp>
    </p:spTree>
    <p:extLst>
      <p:ext uri="{BB962C8B-B14F-4D97-AF65-F5344CB8AC3E}">
        <p14:creationId xmlns:p14="http://schemas.microsoft.com/office/powerpoint/2010/main" val="2156288071"/>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2_Text, 1 colm">
    <p:bg>
      <p:bgPr>
        <a:solidFill>
          <a:schemeClr val="bg2"/>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90264849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25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Tree>
    <p:extLst>
      <p:ext uri="{BB962C8B-B14F-4D97-AF65-F5344CB8AC3E}">
        <p14:creationId xmlns:p14="http://schemas.microsoft.com/office/powerpoint/2010/main" val="1605748601"/>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Text, 1 colm">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73771500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36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 Placeholder 6">
            <a:extLst>
              <a:ext uri="{FF2B5EF4-FFF2-40B4-BE49-F238E27FC236}">
                <a16:creationId xmlns:a16="http://schemas.microsoft.com/office/drawing/2014/main" xmlns="" id="{5DF034D4-F3BF-A3BC-2682-92693FE66700}"/>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571063638"/>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Text, 1 colm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94284AA-7349-B825-9CA5-6E9D608CDED6}"/>
              </a:ext>
            </a:extLst>
          </p:cNvPr>
          <p:cNvGraphicFramePr>
            <a:graphicFrameLocks noChangeAspect="1"/>
          </p:cNvGraphicFramePr>
          <p:nvPr userDrawn="1">
            <p:custDataLst>
              <p:tags r:id="rId2"/>
            </p:custDataLst>
            <p:extLst>
              <p:ext uri="{D42A27DB-BD31-4B8C-83A1-F6EECF244321}">
                <p14:modId xmlns:p14="http://schemas.microsoft.com/office/powerpoint/2010/main" val="34591491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46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idx="1"/>
          </p:nvPr>
        </p:nvSpPr>
        <p:spPr>
          <a:xfrm>
            <a:off x="565149" y="1617663"/>
            <a:ext cx="5381626"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6">
            <a:extLst>
              <a:ext uri="{FF2B5EF4-FFF2-40B4-BE49-F238E27FC236}">
                <a16:creationId xmlns:a16="http://schemas.microsoft.com/office/drawing/2014/main" xmlns="" id="{AF7CFF7C-DD05-FBD0-EC42-5B3B2623C61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808994887"/>
      </p:ext>
    </p:extLst>
  </p:cSld>
  <p:clrMapOvr>
    <a:overrideClrMapping bg1="dk1" tx1="lt1" bg2="dk2" tx2="lt2" accent1="accent1" accent2="accent2" accent3="accent3" accent4="accent4" accent5="accent5" accent6="accent6" hlink="hlink" folHlink="folHlink"/>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Text, 2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9506502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56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2039CF61-BC0B-0C5A-4B1F-29A1408D08E6}"/>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79E224EB-2584-4586-5CAE-B2DA13E47865}"/>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1476374897"/>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Text, 2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60064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66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p:txBody>
          <a:bodyPr vert="horz"/>
          <a:lstStyle/>
          <a:p>
            <a:r>
              <a:rPr lang="en-US"/>
              <a:t>Click to edit Master title style</a:t>
            </a:r>
          </a:p>
        </p:txBody>
      </p:sp>
      <p:sp>
        <p:nvSpPr>
          <p:cNvPr id="3" name="Content Placeholder 2"/>
          <p:cNvSpPr>
            <a:spLocks noGrp="1"/>
          </p:cNvSpPr>
          <p:nvPr>
            <p:ph sz="half" idx="1"/>
          </p:nvPr>
        </p:nvSpPr>
        <p:spPr>
          <a:xfrm>
            <a:off x="565149" y="1617663"/>
            <a:ext cx="4421189"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48400" y="1617663"/>
            <a:ext cx="442118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34BDFC45-26E7-B22B-E2E3-D1E25A860398}"/>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
        <p:nvSpPr>
          <p:cNvPr id="9" name="Slide Number Placeholder 8">
            <a:extLst>
              <a:ext uri="{FF2B5EF4-FFF2-40B4-BE49-F238E27FC236}">
                <a16:creationId xmlns:a16="http://schemas.microsoft.com/office/drawing/2014/main" xmlns="" id="{333DF1E7-E105-0A8E-CEAC-430E638AD763}"/>
              </a:ext>
            </a:extLst>
          </p:cNvPr>
          <p:cNvSpPr>
            <a:spLocks noGrp="1"/>
          </p:cNvSpPr>
          <p:nvPr>
            <p:ph type="sldNum" sz="quarter" idx="15"/>
          </p:nvPr>
        </p:nvSpPr>
        <p:spPr/>
        <p:txBody>
          <a:bodyPr/>
          <a:lstStyle/>
          <a:p>
            <a:fld id="{48F63A3B-78C7-47BE-AE5E-E10140E04643}" type="slidenum">
              <a:rPr lang="en-US" smtClean="0"/>
              <a:pPr/>
              <a:t>‹#›</a:t>
            </a:fld>
            <a:endParaRPr lang="en-US"/>
          </a:p>
        </p:txBody>
      </p:sp>
    </p:spTree>
    <p:extLst>
      <p:ext uri="{BB962C8B-B14F-4D97-AF65-F5344CB8AC3E}">
        <p14:creationId xmlns:p14="http://schemas.microsoft.com/office/powerpoint/2010/main" val="3817145116"/>
      </p:ext>
    </p:extLst>
  </p:cSld>
  <p:clrMapOvr>
    <a:overrideClrMapping bg1="dk1" tx1="lt1" bg2="dk2" tx2="lt2" accent1="accent1" accent2="accent2" accent3="accent3" accent4="accent4" accent5="accent5" accent6="accent6" hlink="hlink" folHlink="folHlink"/>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Text, 3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7429711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77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indent="0">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07D28B80-9D26-C148-BDC5-AAE69000AB65}"/>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608296106"/>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ext, 3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9810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87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49" y="1617663"/>
            <a:ext cx="3479801"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46576"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8151811" y="1617663"/>
            <a:ext cx="3479801"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6">
            <a:extLst>
              <a:ext uri="{FF2B5EF4-FFF2-40B4-BE49-F238E27FC236}">
                <a16:creationId xmlns:a16="http://schemas.microsoft.com/office/drawing/2014/main" xmlns="" id="{B0402912-59DF-6C93-730A-EB759B71CC4D}"/>
              </a:ext>
            </a:extLst>
          </p:cNvPr>
          <p:cNvSpPr>
            <a:spLocks noGrp="1"/>
          </p:cNvSpPr>
          <p:nvPr>
            <p:ph type="body" sz="quarter" idx="14"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715266619"/>
      </p:ext>
    </p:extLst>
  </p:cSld>
  <p:clrMapOvr>
    <a:overrideClrMapping bg1="dk1" tx1="lt1" bg2="dk2" tx2="lt2" accent1="accent1" accent2="accent2" accent3="accent3" accent4="accent4" accent5="accent5" accent6="accent6" hlink="hlink" folHlink="folHlink"/>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Text, 4 colms">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407427441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597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114DB186-44E3-D211-630F-C6A35B18B5B6}"/>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50851367"/>
      </p:ext>
    </p:extLst>
  </p:cSld>
  <p:clrMapOvr>
    <a:masterClrMapping/>
  </p:clrMapOvr>
</p:sldLayout>
</file>

<file path=ppt/slideLayouts/slideLayout181.xml><?xml version="1.0" encoding="utf-8"?>
<p:sldLayout xmlns:a="http://schemas.openxmlformats.org/drawingml/2006/main" xmlns:r="http://schemas.openxmlformats.org/officeDocument/2006/relationships" xmlns:p="http://schemas.openxmlformats.org/presentationml/2006/main" preserve="1" userDrawn="1">
  <p:cSld name="Text, 4 colm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73716056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07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p:nvPr>
        </p:nvSpPr>
        <p:spPr>
          <a:xfrm>
            <a:off x="565149" y="460375"/>
            <a:ext cx="11066463" cy="731520"/>
          </a:xfrm>
        </p:spPr>
        <p:txBody>
          <a:bodyPr vert="horz"/>
          <a:lstStyle/>
          <a:p>
            <a:r>
              <a:rPr lang="en-US"/>
              <a:t>Click to edit Master title style</a:t>
            </a:r>
          </a:p>
        </p:txBody>
      </p:sp>
      <p:sp>
        <p:nvSpPr>
          <p:cNvPr id="3" name="Content Placeholder 2"/>
          <p:cNvSpPr>
            <a:spLocks noGrp="1"/>
          </p:cNvSpPr>
          <p:nvPr>
            <p:ph sz="half" idx="1"/>
          </p:nvPr>
        </p:nvSpPr>
        <p:spPr>
          <a:xfrm>
            <a:off x="565150" y="1617663"/>
            <a:ext cx="2538414" cy="3773487"/>
          </a:xfrm>
        </p:spPr>
        <p:txBody>
          <a:bodyPr/>
          <a:lstStyle>
            <a:lvl1pPr>
              <a:defRPr sz="1600" b="1"/>
            </a:lvl1pPr>
            <a:lvl2pPr marL="0" indent="0">
              <a:spcBef>
                <a:spcPts val="1200"/>
              </a:spcBef>
              <a:buFontTx/>
              <a:buNone/>
              <a:defRPr/>
            </a:lvl2pPr>
            <a:lvl3pPr marL="231775" indent="-227013">
              <a:spcBef>
                <a:spcPts val="600"/>
              </a:spcBef>
              <a:tabLst/>
              <a:defRPr/>
            </a:lvl3pPr>
            <a:lvl4pPr marL="457200">
              <a:spcBef>
                <a:spcPts val="600"/>
              </a:spcBef>
              <a:defRPr/>
            </a:lvl4pPr>
            <a:lvl5pPr marL="685800">
              <a:spcBef>
                <a:spcPts val="600"/>
              </a:spcBef>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05189" y="1617663"/>
            <a:ext cx="2538414"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Content Placeholder 3">
            <a:extLst>
              <a:ext uri="{FF2B5EF4-FFF2-40B4-BE49-F238E27FC236}">
                <a16:creationId xmlns:a16="http://schemas.microsoft.com/office/drawing/2014/main" xmlns="" id="{55F3D43D-82CD-066B-8157-E896219583BF}"/>
              </a:ext>
            </a:extLst>
          </p:cNvPr>
          <p:cNvSpPr>
            <a:spLocks noGrp="1"/>
          </p:cNvSpPr>
          <p:nvPr>
            <p:ph sz="half" idx="13"/>
          </p:nvPr>
        </p:nvSpPr>
        <p:spPr>
          <a:xfrm>
            <a:off x="6248401" y="1617663"/>
            <a:ext cx="2539999"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3">
            <a:extLst>
              <a:ext uri="{FF2B5EF4-FFF2-40B4-BE49-F238E27FC236}">
                <a16:creationId xmlns:a16="http://schemas.microsoft.com/office/drawing/2014/main" xmlns="" id="{106D7F20-A54F-733E-A9C9-300FDBD522BB}"/>
              </a:ext>
            </a:extLst>
          </p:cNvPr>
          <p:cNvSpPr>
            <a:spLocks noGrp="1"/>
          </p:cNvSpPr>
          <p:nvPr>
            <p:ph sz="half" idx="14"/>
          </p:nvPr>
        </p:nvSpPr>
        <p:spPr>
          <a:xfrm>
            <a:off x="9090025" y="1617663"/>
            <a:ext cx="2536825" cy="3773487"/>
          </a:xfrm>
        </p:spPr>
        <p:txBody>
          <a:bodyPr/>
          <a:lstStyle>
            <a:lvl1pPr>
              <a:defRPr sz="1600" b="1"/>
            </a:lvl1pPr>
            <a:lvl2pPr marL="0" indent="0">
              <a:spcBef>
                <a:spcPts val="1200"/>
              </a:spcBef>
              <a:buNone/>
              <a:defRPr/>
            </a:lvl2pPr>
            <a:lvl3pPr marL="0">
              <a:defRPr/>
            </a:lvl3pPr>
            <a:lvl4pPr marL="457200">
              <a:defRPr/>
            </a:lvl4pPr>
            <a:lvl5pPr marL="68580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Text Placeholder 6">
            <a:extLst>
              <a:ext uri="{FF2B5EF4-FFF2-40B4-BE49-F238E27FC236}">
                <a16:creationId xmlns:a16="http://schemas.microsoft.com/office/drawing/2014/main" xmlns="" id="{55FFEBE0-720A-1ACB-64EA-FFAABCF68577}"/>
              </a:ext>
            </a:extLst>
          </p:cNvPr>
          <p:cNvSpPr>
            <a:spLocks noGrp="1"/>
          </p:cNvSpPr>
          <p:nvPr>
            <p:ph type="body" sz="quarter" idx="15"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647770894"/>
      </p:ext>
    </p:extLst>
  </p:cSld>
  <p:clrMapOvr>
    <a:overrideClrMapping bg1="dk1" tx1="lt1" bg2="dk2" tx2="lt2" accent1="accent1" accent2="accent2" accent3="accent3" accent4="accent4" accent5="accent5" accent6="accent6" hlink="hlink" folHlink="folHlink"/>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Text, 2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702214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18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6148388" y="1617663"/>
            <a:ext cx="558698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257739"/>
      </p:ext>
    </p:extLst>
  </p:cSld>
  <p:clrMapOvr>
    <a:overrideClrMapping bg1="lt1" tx1="dk1" bg2="lt2" tx2="dk2" accent1="accent1" accent2="accent2" accent3="accent3" accent4="accent4" accent5="accent5" accent6="accent6" hlink="hlink" folHlink="folHlink"/>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preserve="1" userDrawn="1">
  <p:cSld name="Text, 2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145119508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28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6148388" y="1617663"/>
            <a:ext cx="558698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3"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635387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3479800"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6353986" y="4648782"/>
            <a:ext cx="346946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553931655"/>
      </p:ext>
    </p:extLst>
  </p:cSld>
  <p:clrMapOvr>
    <a:overrideClrMapping bg1="dk1" tx1="lt1" bg2="dk2" tx2="lt2" accent1="accent1" accent2="accent2" accent3="accent3" accent4="accent4" accent5="accent5" accent6="accent6" hlink="hlink" folHlink="folHlink"/>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Text, 3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739314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38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3681413"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p:nvPr userDrawn="1"/>
        </p:nvSpPr>
        <p:spPr>
          <a:xfrm>
            <a:off x="4253436"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68397"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2950"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1525"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305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3" name="Rectangle 2">
            <a:extLst>
              <a:ext uri="{FF2B5EF4-FFF2-40B4-BE49-F238E27FC236}">
                <a16:creationId xmlns:a16="http://schemas.microsoft.com/office/drawing/2014/main" xmlns="" id="{03B89EE7-E754-D1FA-1426-29223B3B4CC6}"/>
              </a:ext>
            </a:extLst>
          </p:cNvPr>
          <p:cNvSpPr/>
          <p:nvPr userDrawn="1"/>
        </p:nvSpPr>
        <p:spPr>
          <a:xfrm>
            <a:off x="8043659" y="1617663"/>
            <a:ext cx="3681414"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3173"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3282"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272168082"/>
      </p:ext>
    </p:extLst>
  </p:cSld>
  <p:clrMapOvr>
    <a:overrideClrMapping bg1="lt1" tx1="dk1" bg2="lt2" tx2="dk2" accent1="accent1" accent2="accent2" accent3="accent3" accent4="accent4" accent5="accent5" accent6="accent6" hlink="hlink" folHlink="folHlink"/>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preserve="1" userDrawn="1">
  <p:cSld name="Text, 3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818433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48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3681413"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2" name="Rectangle 11">
            <a:extLst>
              <a:ext uri="{FF2B5EF4-FFF2-40B4-BE49-F238E27FC236}">
                <a16:creationId xmlns:a16="http://schemas.microsoft.com/office/drawing/2014/main" xmlns="" id="{B92D2E64-6BB9-928D-83F1-D878F96BBED4}"/>
              </a:ext>
            </a:extLst>
          </p:cNvPr>
          <p:cNvSpPr>
            <a:spLocks noGrp="1" noRot="1" noMove="1" noResize="1" noEditPoints="1" noAdjustHandles="1" noChangeArrowheads="1" noChangeShapeType="1"/>
          </p:cNvSpPr>
          <p:nvPr userDrawn="1"/>
        </p:nvSpPr>
        <p:spPr>
          <a:xfrm>
            <a:off x="4253436"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3" name="Rectangle 2">
            <a:extLst>
              <a:ext uri="{FF2B5EF4-FFF2-40B4-BE49-F238E27FC236}">
                <a16:creationId xmlns:a16="http://schemas.microsoft.com/office/drawing/2014/main" xmlns="" id="{03B89EE7-E754-D1FA-1426-29223B3B4CC6}"/>
              </a:ext>
            </a:extLst>
          </p:cNvPr>
          <p:cNvSpPr>
            <a:spLocks noGrp="1" noRot="1" noMove="1" noResize="1" noEditPoints="1" noAdjustHandles="1" noChangeArrowheads="1" noChangeShapeType="1"/>
          </p:cNvSpPr>
          <p:nvPr userDrawn="1"/>
        </p:nvSpPr>
        <p:spPr>
          <a:xfrm>
            <a:off x="8043659" y="1617663"/>
            <a:ext cx="3681414"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5" name="Picture Placeholder 13">
            <a:extLst>
              <a:ext uri="{FF2B5EF4-FFF2-40B4-BE49-F238E27FC236}">
                <a16:creationId xmlns:a16="http://schemas.microsoft.com/office/drawing/2014/main" xmlns="" id="{754D2A9F-A973-3F3C-9274-4715E5274C14}"/>
              </a:ext>
            </a:extLst>
          </p:cNvPr>
          <p:cNvSpPr>
            <a:spLocks noGrp="1"/>
          </p:cNvSpPr>
          <p:nvPr>
            <p:ph type="pic" sz="quarter" idx="14" hasCustomPrompt="1"/>
          </p:nvPr>
        </p:nvSpPr>
        <p:spPr>
          <a:xfrm>
            <a:off x="4446587"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53841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7" name="Text Placeholder 2">
            <a:extLst>
              <a:ext uri="{FF2B5EF4-FFF2-40B4-BE49-F238E27FC236}">
                <a16:creationId xmlns:a16="http://schemas.microsoft.com/office/drawing/2014/main" xmlns="" id="{B5442419-EE56-AC34-88CB-69C70F0FABCB}"/>
              </a:ext>
            </a:extLst>
          </p:cNvPr>
          <p:cNvSpPr>
            <a:spLocks noGrp="1"/>
          </p:cNvSpPr>
          <p:nvPr>
            <p:ph type="body" idx="15"/>
          </p:nvPr>
        </p:nvSpPr>
        <p:spPr>
          <a:xfrm>
            <a:off x="4446696"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4" name="Picture Placeholder 13">
            <a:extLst>
              <a:ext uri="{FF2B5EF4-FFF2-40B4-BE49-F238E27FC236}">
                <a16:creationId xmlns:a16="http://schemas.microsoft.com/office/drawing/2014/main" xmlns="" id="{5AFC5DED-0840-16E5-8F18-4379BF12D5F2}"/>
              </a:ext>
            </a:extLst>
          </p:cNvPr>
          <p:cNvSpPr>
            <a:spLocks noGrp="1"/>
          </p:cNvSpPr>
          <p:nvPr>
            <p:ph type="pic" sz="quarter" idx="16" hasCustomPrompt="1"/>
          </p:nvPr>
        </p:nvSpPr>
        <p:spPr>
          <a:xfrm>
            <a:off x="8236810" y="1768475"/>
            <a:ext cx="649288" cy="646113"/>
          </a:xfrm>
        </p:spPr>
        <p:txBody>
          <a:bodyPr/>
          <a:lstStyle>
            <a:lvl1pPr>
              <a:defRPr sz="800"/>
            </a:lvl1pPr>
          </a:lstStyle>
          <a:p>
            <a:r>
              <a:rPr lang="en-US"/>
              <a:t>Icon</a:t>
            </a:r>
          </a:p>
        </p:txBody>
      </p:sp>
      <p:sp>
        <p:nvSpPr>
          <p:cNvPr id="5" name="Text Placeholder 2">
            <a:extLst>
              <a:ext uri="{FF2B5EF4-FFF2-40B4-BE49-F238E27FC236}">
                <a16:creationId xmlns:a16="http://schemas.microsoft.com/office/drawing/2014/main" xmlns="" id="{1D9C80B5-F2B1-5142-E9EE-47BC3FF2F2C1}"/>
              </a:ext>
            </a:extLst>
          </p:cNvPr>
          <p:cNvSpPr>
            <a:spLocks noGrp="1"/>
          </p:cNvSpPr>
          <p:nvPr>
            <p:ph type="body" idx="17"/>
          </p:nvPr>
        </p:nvSpPr>
        <p:spPr>
          <a:xfrm>
            <a:off x="8236919" y="4648782"/>
            <a:ext cx="2539493"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93845289"/>
      </p:ext>
    </p:extLst>
  </p:cSld>
  <p:clrMapOvr>
    <a:overrideClrMapping bg1="dk1" tx1="lt1" bg2="dk2" tx2="lt2" accent1="accent1" accent2="accent2" accent3="accent3" accent4="accent4" accent5="accent5" accent6="accent6" hlink="hlink" folHlink="folHlink"/>
  </p:clrMapOvr>
</p:sldLayout>
</file>

<file path=ppt/slideLayouts/slideLayout186.xml><?xml version="1.0" encoding="utf-8"?>
<p:sldLayout xmlns:a="http://schemas.openxmlformats.org/drawingml/2006/main" xmlns:r="http://schemas.openxmlformats.org/officeDocument/2006/relationships" xmlns:p="http://schemas.openxmlformats.org/presentationml/2006/main" preserve="1" userDrawn="1">
  <p:cSld name="Text, 4 clms, icons">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33210731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59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p:nvPr userDrawn="1"/>
        </p:nvSpPr>
        <p:spPr>
          <a:xfrm>
            <a:off x="463550"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504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8172"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p:nvPr userDrawn="1"/>
        </p:nvSpPr>
        <p:spPr>
          <a:xfrm>
            <a:off x="3311452"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2294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6074"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p:nvPr userDrawn="1"/>
        </p:nvSpPr>
        <p:spPr>
          <a:xfrm>
            <a:off x="6159949"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7144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4571"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p:nvPr userDrawn="1"/>
        </p:nvSpPr>
        <p:spPr>
          <a:xfrm>
            <a:off x="9001466" y="1617663"/>
            <a:ext cx="2740025" cy="47879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1296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6088" y="4648782"/>
            <a:ext cx="233379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04561728"/>
      </p:ext>
    </p:extLst>
  </p:cSld>
  <p:clrMapOvr>
    <a:overrideClrMapping bg1="lt1" tx1="dk1" bg2="lt2" tx2="dk2" accent1="accent1" accent2="accent2" accent3="accent3" accent4="accent4" accent5="accent5" accent6="accent6" hlink="hlink" folHlink="folHlink"/>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preserve="1" userDrawn="1">
  <p:cSld name="Text, 4 clms, icons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FF7B9FDD-062C-9E90-3E3F-5DCDC9E0A836}"/>
              </a:ext>
            </a:extLst>
          </p:cNvPr>
          <p:cNvGraphicFramePr>
            <a:graphicFrameLocks noChangeAspect="1"/>
          </p:cNvGraphicFramePr>
          <p:nvPr userDrawn="1">
            <p:custDataLst>
              <p:tags r:id="rId2"/>
            </p:custDataLst>
            <p:extLst>
              <p:ext uri="{D42A27DB-BD31-4B8C-83A1-F6EECF244321}">
                <p14:modId xmlns:p14="http://schemas.microsoft.com/office/powerpoint/2010/main" val="221307401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69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1" name="Rectangle 10">
            <a:extLst>
              <a:ext uri="{FF2B5EF4-FFF2-40B4-BE49-F238E27FC236}">
                <a16:creationId xmlns:a16="http://schemas.microsoft.com/office/drawing/2014/main" xmlns="" id="{998F902B-8E6B-8695-067B-58AAF47545FB}"/>
              </a:ext>
            </a:extLst>
          </p:cNvPr>
          <p:cNvSpPr>
            <a:spLocks noGrp="1" noRot="1" noMove="1" noResize="1" noEditPoints="1" noAdjustHandles="1" noChangeArrowheads="1" noChangeShapeType="1"/>
          </p:cNvSpPr>
          <p:nvPr userDrawn="1"/>
        </p:nvSpPr>
        <p:spPr>
          <a:xfrm>
            <a:off x="463550"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p:cNvSpPr>
            <a:spLocks noGrp="1"/>
          </p:cNvSpPr>
          <p:nvPr>
            <p:ph type="title"/>
          </p:nvPr>
        </p:nvSpPr>
        <p:spPr/>
        <p:txBody>
          <a:bodyPr vert="horz"/>
          <a:lstStyle/>
          <a:p>
            <a:r>
              <a:rPr lang="en-US"/>
              <a:t>Click to edit Master title style</a:t>
            </a:r>
          </a:p>
        </p:txBody>
      </p:sp>
      <p:sp>
        <p:nvSpPr>
          <p:cNvPr id="14" name="Picture Placeholder 13">
            <a:extLst>
              <a:ext uri="{FF2B5EF4-FFF2-40B4-BE49-F238E27FC236}">
                <a16:creationId xmlns:a16="http://schemas.microsoft.com/office/drawing/2014/main" xmlns="" id="{3AE1AD7F-7DED-19A3-7306-2020154AC120}"/>
              </a:ext>
            </a:extLst>
          </p:cNvPr>
          <p:cNvSpPr>
            <a:spLocks noGrp="1"/>
          </p:cNvSpPr>
          <p:nvPr>
            <p:ph type="pic" sz="quarter" idx="13" hasCustomPrompt="1"/>
          </p:nvPr>
        </p:nvSpPr>
        <p:spPr>
          <a:xfrm>
            <a:off x="672034" y="1768475"/>
            <a:ext cx="649288" cy="646113"/>
          </a:xfrm>
        </p:spPr>
        <p:txBody>
          <a:bodyPr/>
          <a:lstStyle>
            <a:lvl1pPr>
              <a:defRPr sz="800"/>
            </a:lvl1pPr>
          </a:lstStyle>
          <a:p>
            <a:r>
              <a:rPr lang="en-US"/>
              <a:t>Icon</a:t>
            </a:r>
          </a:p>
        </p:txBody>
      </p:sp>
      <p:sp>
        <p:nvSpPr>
          <p:cNvPr id="16" name="Text Placeholder 2">
            <a:extLst>
              <a:ext uri="{FF2B5EF4-FFF2-40B4-BE49-F238E27FC236}">
                <a16:creationId xmlns:a16="http://schemas.microsoft.com/office/drawing/2014/main" xmlns="" id="{3FBE1A82-59ED-A9FC-9A02-F3B54EF611E8}"/>
              </a:ext>
            </a:extLst>
          </p:cNvPr>
          <p:cNvSpPr>
            <a:spLocks noGrp="1"/>
          </p:cNvSpPr>
          <p:nvPr>
            <p:ph type="body" idx="1"/>
          </p:nvPr>
        </p:nvSpPr>
        <p:spPr>
          <a:xfrm>
            <a:off x="665162"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8" name="Rectangle 7">
            <a:extLst>
              <a:ext uri="{FF2B5EF4-FFF2-40B4-BE49-F238E27FC236}">
                <a16:creationId xmlns:a16="http://schemas.microsoft.com/office/drawing/2014/main" xmlns="" id="{6B57E3F4-9F43-3E4F-CF14-23C7A7BC11D4}"/>
              </a:ext>
            </a:extLst>
          </p:cNvPr>
          <p:cNvSpPr>
            <a:spLocks noGrp="1" noRot="1" noMove="1" noResize="1" noEditPoints="1" noAdjustHandles="1" noChangeArrowheads="1" noChangeShapeType="1"/>
          </p:cNvSpPr>
          <p:nvPr userDrawn="1"/>
        </p:nvSpPr>
        <p:spPr>
          <a:xfrm>
            <a:off x="3311452"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9" name="Picture Placeholder 13">
            <a:extLst>
              <a:ext uri="{FF2B5EF4-FFF2-40B4-BE49-F238E27FC236}">
                <a16:creationId xmlns:a16="http://schemas.microsoft.com/office/drawing/2014/main" xmlns="" id="{22728A29-21C1-FE17-D872-29F33FF55B6B}"/>
              </a:ext>
            </a:extLst>
          </p:cNvPr>
          <p:cNvSpPr>
            <a:spLocks noGrp="1"/>
          </p:cNvSpPr>
          <p:nvPr>
            <p:ph type="pic" sz="quarter" idx="14" hasCustomPrompt="1"/>
          </p:nvPr>
        </p:nvSpPr>
        <p:spPr>
          <a:xfrm>
            <a:off x="3519936" y="1768475"/>
            <a:ext cx="649288" cy="646113"/>
          </a:xfrm>
        </p:spPr>
        <p:txBody>
          <a:bodyPr/>
          <a:lstStyle>
            <a:lvl1pPr>
              <a:defRPr sz="800"/>
            </a:lvl1pPr>
          </a:lstStyle>
          <a:p>
            <a:r>
              <a:rPr lang="en-US"/>
              <a:t>Icon</a:t>
            </a:r>
          </a:p>
        </p:txBody>
      </p:sp>
      <p:sp>
        <p:nvSpPr>
          <p:cNvPr id="13" name="Text Placeholder 2">
            <a:extLst>
              <a:ext uri="{FF2B5EF4-FFF2-40B4-BE49-F238E27FC236}">
                <a16:creationId xmlns:a16="http://schemas.microsoft.com/office/drawing/2014/main" xmlns="" id="{F8ED409C-9BB0-C0DE-2DC1-0D8C059AB7DE}"/>
              </a:ext>
            </a:extLst>
          </p:cNvPr>
          <p:cNvSpPr>
            <a:spLocks noGrp="1"/>
          </p:cNvSpPr>
          <p:nvPr>
            <p:ph type="body" idx="15"/>
          </p:nvPr>
        </p:nvSpPr>
        <p:spPr>
          <a:xfrm>
            <a:off x="3513064"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8" name="Rectangle 17">
            <a:extLst>
              <a:ext uri="{FF2B5EF4-FFF2-40B4-BE49-F238E27FC236}">
                <a16:creationId xmlns:a16="http://schemas.microsoft.com/office/drawing/2014/main" xmlns="" id="{D9C6F735-C3A7-934E-F16F-4C50B49CC156}"/>
              </a:ext>
            </a:extLst>
          </p:cNvPr>
          <p:cNvSpPr>
            <a:spLocks noGrp="1" noRot="1" noMove="1" noResize="1" noEditPoints="1" noAdjustHandles="1" noChangeArrowheads="1" noChangeShapeType="1"/>
          </p:cNvSpPr>
          <p:nvPr userDrawn="1"/>
        </p:nvSpPr>
        <p:spPr>
          <a:xfrm>
            <a:off x="6159949"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Picture Placeholder 13">
            <a:extLst>
              <a:ext uri="{FF2B5EF4-FFF2-40B4-BE49-F238E27FC236}">
                <a16:creationId xmlns:a16="http://schemas.microsoft.com/office/drawing/2014/main" xmlns="" id="{F6DF4CC7-B693-843D-35B9-07755D443698}"/>
              </a:ext>
            </a:extLst>
          </p:cNvPr>
          <p:cNvSpPr>
            <a:spLocks noGrp="1"/>
          </p:cNvSpPr>
          <p:nvPr>
            <p:ph type="pic" sz="quarter" idx="16" hasCustomPrompt="1"/>
          </p:nvPr>
        </p:nvSpPr>
        <p:spPr>
          <a:xfrm>
            <a:off x="6368433" y="1768475"/>
            <a:ext cx="649288" cy="646113"/>
          </a:xfrm>
        </p:spPr>
        <p:txBody>
          <a:bodyPr/>
          <a:lstStyle>
            <a:lvl1pPr>
              <a:defRPr sz="800"/>
            </a:lvl1pPr>
          </a:lstStyle>
          <a:p>
            <a:r>
              <a:rPr lang="en-US"/>
              <a:t>Icon</a:t>
            </a:r>
          </a:p>
        </p:txBody>
      </p:sp>
      <p:sp>
        <p:nvSpPr>
          <p:cNvPr id="20" name="Text Placeholder 2">
            <a:extLst>
              <a:ext uri="{FF2B5EF4-FFF2-40B4-BE49-F238E27FC236}">
                <a16:creationId xmlns:a16="http://schemas.microsoft.com/office/drawing/2014/main" xmlns="" id="{DA02A4FC-804F-D905-C80A-508F4B13855C}"/>
              </a:ext>
            </a:extLst>
          </p:cNvPr>
          <p:cNvSpPr>
            <a:spLocks noGrp="1"/>
          </p:cNvSpPr>
          <p:nvPr>
            <p:ph type="body" idx="17"/>
          </p:nvPr>
        </p:nvSpPr>
        <p:spPr>
          <a:xfrm>
            <a:off x="6361561"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21" name="Rectangle 20">
            <a:extLst>
              <a:ext uri="{FF2B5EF4-FFF2-40B4-BE49-F238E27FC236}">
                <a16:creationId xmlns:a16="http://schemas.microsoft.com/office/drawing/2014/main" xmlns="" id="{D3073047-8DDC-8072-C8AA-70E1791CFDFC}"/>
              </a:ext>
            </a:extLst>
          </p:cNvPr>
          <p:cNvSpPr>
            <a:spLocks noGrp="1" noRot="1" noMove="1" noResize="1" noEditPoints="1" noAdjustHandles="1" noChangeArrowheads="1" noChangeShapeType="1"/>
          </p:cNvSpPr>
          <p:nvPr userDrawn="1"/>
        </p:nvSpPr>
        <p:spPr>
          <a:xfrm>
            <a:off x="9001466" y="1617663"/>
            <a:ext cx="2740025" cy="4787900"/>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2" name="Picture Placeholder 13">
            <a:extLst>
              <a:ext uri="{FF2B5EF4-FFF2-40B4-BE49-F238E27FC236}">
                <a16:creationId xmlns:a16="http://schemas.microsoft.com/office/drawing/2014/main" xmlns="" id="{E7725F3D-5680-EE14-2B2D-2F8650B78913}"/>
              </a:ext>
            </a:extLst>
          </p:cNvPr>
          <p:cNvSpPr>
            <a:spLocks noGrp="1"/>
          </p:cNvSpPr>
          <p:nvPr>
            <p:ph type="pic" sz="quarter" idx="18" hasCustomPrompt="1"/>
          </p:nvPr>
        </p:nvSpPr>
        <p:spPr>
          <a:xfrm>
            <a:off x="9209950" y="1768475"/>
            <a:ext cx="649288" cy="646113"/>
          </a:xfrm>
        </p:spPr>
        <p:txBody>
          <a:bodyPr/>
          <a:lstStyle>
            <a:lvl1pPr>
              <a:defRPr sz="800"/>
            </a:lvl1pPr>
          </a:lstStyle>
          <a:p>
            <a:r>
              <a:rPr lang="en-US"/>
              <a:t>Icon</a:t>
            </a:r>
          </a:p>
        </p:txBody>
      </p:sp>
      <p:sp>
        <p:nvSpPr>
          <p:cNvPr id="23" name="Text Placeholder 2">
            <a:extLst>
              <a:ext uri="{FF2B5EF4-FFF2-40B4-BE49-F238E27FC236}">
                <a16:creationId xmlns:a16="http://schemas.microsoft.com/office/drawing/2014/main" xmlns="" id="{47911148-2128-D9C7-8E63-A4AABC6503AB}"/>
              </a:ext>
            </a:extLst>
          </p:cNvPr>
          <p:cNvSpPr>
            <a:spLocks noGrp="1"/>
          </p:cNvSpPr>
          <p:nvPr>
            <p:ph type="body" idx="19"/>
          </p:nvPr>
        </p:nvSpPr>
        <p:spPr>
          <a:xfrm>
            <a:off x="9203078" y="4648782"/>
            <a:ext cx="2336801" cy="1647243"/>
          </a:xfrm>
        </p:spPr>
        <p:txBody>
          <a:bodyPr/>
          <a:lstStyle>
            <a:lvl1pPr marL="0" indent="0">
              <a:spcBef>
                <a:spcPts val="1200"/>
              </a:spcBef>
              <a:buNone/>
              <a:defRPr sz="16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29942715"/>
      </p:ext>
    </p:extLst>
  </p:cSld>
  <p:clrMapOvr>
    <a:overrideClrMapping bg1="dk1" tx1="lt1" bg2="dk2" tx2="lt2" accent1="accent1" accent2="accent2" accent3="accent3" accent4="accent4" accent5="accent5" accent6="accent6" hlink="hlink" folHlink="folHlink"/>
  </p:clrMapOvr>
</p:sldLayout>
</file>

<file path=ppt/slideLayouts/slideLayout188.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71717D90-43C9-C972-4D0A-8F8DB9E4B985}"/>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26396353"/>
      </p:ext>
    </p:extLst>
  </p:cSld>
  <p:clrMapOvr>
    <a:masterClrMapping/>
  </p:clrMapOvr>
</p:sldLayout>
</file>

<file path=ppt/slideLayouts/slideLayout189.xml><?xml version="1.0" encoding="utf-8"?>
<p:sldLayout xmlns:a="http://schemas.openxmlformats.org/drawingml/2006/main" xmlns:r="http://schemas.openxmlformats.org/officeDocument/2006/relationships" xmlns:p="http://schemas.openxmlformats.org/presentationml/2006/main" preserve="1" userDrawn="1">
  <p:cSld name="Title Only (Carbon)">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6">
            <a:extLst>
              <a:ext uri="{FF2B5EF4-FFF2-40B4-BE49-F238E27FC236}">
                <a16:creationId xmlns:a16="http://schemas.microsoft.com/office/drawing/2014/main" xmlns="" id="{5B85D50D-E1D8-C209-D561-71978631B8F4}"/>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3047269123"/>
      </p:ext>
    </p:extLst>
  </p:cSld>
  <p:clrMapOvr>
    <a:overrideClrMapping bg1="dk1" tx1="lt1" bg2="dk2" tx2="lt2" accent1="accent1" accent2="accent2" accent3="accent3" accent4="accent4" accent5="accent5" accent6="accent6" hlink="hlink" folHlink="folHlink"/>
  </p:clrMapOvr>
</p:sldLayout>
</file>

<file path=ppt/slideLayouts/slideLayout190.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8AB8394B-8C24-A652-FDAD-A12D9786C379}"/>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02115820"/>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Blank (Carbon)">
    <p:bg>
      <p:bgPr>
        <a:solidFill>
          <a:schemeClr val="bg1"/>
        </a:solidFill>
        <a:effectLst/>
      </p:bgPr>
    </p:bg>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xmlns="" id="{D9A041E9-D37B-F094-0DEB-67D1437229D7}"/>
              </a:ext>
            </a:extLst>
          </p:cNvPr>
          <p:cNvSpPr>
            <a:spLocks noGrp="1"/>
          </p:cNvSpPr>
          <p:nvPr>
            <p:ph type="body" sz="quarter" idx="13" hasCustomPrompt="1"/>
          </p:nvPr>
        </p:nvSpPr>
        <p:spPr>
          <a:xfrm>
            <a:off x="565149" y="6004112"/>
            <a:ext cx="5381625"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60849756"/>
      </p:ext>
    </p:extLst>
  </p:cSld>
  <p:clrMapOvr>
    <a:overrideClrMapping bg1="dk1" tx1="lt1" bg2="dk2" tx2="lt2" accent1="accent1" accent2="accent2" accent3="accent3" accent4="accent4" accent5="accent5" accent6="accent6" hlink="hlink" folHlink="folHlink"/>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18658860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79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Data</a:t>
            </a:r>
          </a:p>
          <a:p>
            <a:pPr algn="ctr"/>
            <a:r>
              <a:rPr lang="en-US" sz="13800">
                <a:solidFill>
                  <a:srgbClr val="000000"/>
                </a:solidFill>
              </a:rPr>
              <a:t>layouts</a:t>
            </a:r>
          </a:p>
        </p:txBody>
      </p:sp>
    </p:spTree>
    <p:extLst>
      <p:ext uri="{BB962C8B-B14F-4D97-AF65-F5344CB8AC3E}">
        <p14:creationId xmlns:p14="http://schemas.microsoft.com/office/powerpoint/2010/main" val="1868601778"/>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preserve="1" userDrawn="1">
  <p:cSld name="Data 1">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6984567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89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37C2CDB7-C805-4574-12AD-751C92140439}"/>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ext Placeholder 6">
            <a:extLst>
              <a:ext uri="{FF2B5EF4-FFF2-40B4-BE49-F238E27FC236}">
                <a16:creationId xmlns:a16="http://schemas.microsoft.com/office/drawing/2014/main" xmlns="" id="{D4167920-63DE-54BB-E65F-1733269DFA65}"/>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825738098"/>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preserve="1" userDrawn="1">
  <p:cSld name="Data 1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4505495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699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315527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6DE963B-81EE-2860-268D-B3A54072AD04}"/>
              </a:ext>
            </a:extLst>
          </p:cNvPr>
          <p:cNvSpPr>
            <a:spLocks noGrp="1"/>
          </p:cNvSpPr>
          <p:nvPr>
            <p:ph type="title" hasCustomPrompt="1"/>
          </p:nvPr>
        </p:nvSpPr>
        <p:spPr>
          <a:xfrm>
            <a:off x="565149" y="460375"/>
            <a:ext cx="4421189" cy="731520"/>
          </a:xfrm>
        </p:spPr>
        <p:txBody>
          <a:bodyPr vert="horz"/>
          <a:lstStyle/>
          <a:p>
            <a:r>
              <a:rPr lang="en-US"/>
              <a:t>Click to add title</a:t>
            </a:r>
          </a:p>
        </p:txBody>
      </p:sp>
      <p:sp>
        <p:nvSpPr>
          <p:cNvPr id="2" name="Text Placeholder 6">
            <a:extLst>
              <a:ext uri="{FF2B5EF4-FFF2-40B4-BE49-F238E27FC236}">
                <a16:creationId xmlns:a16="http://schemas.microsoft.com/office/drawing/2014/main" xmlns="" id="{A936678D-9654-7C99-C080-9E3A2B10C629}"/>
              </a:ext>
            </a:extLst>
          </p:cNvPr>
          <p:cNvSpPr>
            <a:spLocks noGrp="1"/>
          </p:cNvSpPr>
          <p:nvPr>
            <p:ph type="body" sz="quarter" idx="14"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116866649"/>
      </p:ext>
    </p:extLst>
  </p:cSld>
  <p:clrMapOvr>
    <a:overrideClrMapping bg1="dk1" tx1="lt1" bg2="dk2" tx2="lt2" accent1="accent1" accent2="accent2" accent3="accent3" accent4="accent4" accent5="accent5" accent6="accent6" hlink="hlink" folHlink="folHlink"/>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Data 2">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27912736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10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41FFC367-0203-EC0E-10DF-B81D77491CB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4288492857"/>
      </p:ext>
    </p:extLst>
  </p:cSld>
  <p:clrMapOvr>
    <a:masterClrMapping/>
  </p:clrMapOvr>
</p:sldLayout>
</file>

<file path=ppt/slideLayouts/slideLayout196.xml><?xml version="1.0" encoding="utf-8"?>
<p:sldLayout xmlns:a="http://schemas.openxmlformats.org/drawingml/2006/main" xmlns:r="http://schemas.openxmlformats.org/officeDocument/2006/relationships" xmlns:p="http://schemas.openxmlformats.org/presentationml/2006/main" preserve="1" userDrawn="1">
  <p:cSld name="Data 2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EE477F8F-6692-5296-4EE7-501A58D2B200}"/>
              </a:ext>
            </a:extLst>
          </p:cNvPr>
          <p:cNvGraphicFramePr>
            <a:graphicFrameLocks noChangeAspect="1"/>
          </p:cNvGraphicFramePr>
          <p:nvPr userDrawn="1">
            <p:custDataLst>
              <p:tags r:id="rId2"/>
            </p:custDataLst>
            <p:extLst>
              <p:ext uri="{D42A27DB-BD31-4B8C-83A1-F6EECF244321}">
                <p14:modId xmlns:p14="http://schemas.microsoft.com/office/powerpoint/2010/main" val="65071068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20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Text Placeholder 11">
            <a:extLst>
              <a:ext uri="{FF2B5EF4-FFF2-40B4-BE49-F238E27FC236}">
                <a16:creationId xmlns:a16="http://schemas.microsoft.com/office/drawing/2014/main" xmlns="" id="{45FED2EC-A49F-30F9-9C6A-12C70193719E}"/>
              </a:ext>
            </a:extLst>
          </p:cNvPr>
          <p:cNvSpPr>
            <a:spLocks noGrp="1"/>
          </p:cNvSpPr>
          <p:nvPr>
            <p:ph type="body" sz="quarter" idx="13"/>
          </p:nvPr>
        </p:nvSpPr>
        <p:spPr>
          <a:xfrm>
            <a:off x="565150" y="2980224"/>
            <a:ext cx="2233891" cy="2109302"/>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954394C-9F22-4B5A-7E4B-43D03EE746EF}"/>
              </a:ext>
            </a:extLst>
          </p:cNvPr>
          <p:cNvSpPr>
            <a:spLocks noGrp="1"/>
          </p:cNvSpPr>
          <p:nvPr>
            <p:ph type="title"/>
          </p:nvPr>
        </p:nvSpPr>
        <p:spPr/>
        <p:txBody>
          <a:bodyPr vert="horz"/>
          <a:lstStyle/>
          <a:p>
            <a:r>
              <a:rPr lang="en-US"/>
              <a:t>Click to edit Master title style</a:t>
            </a:r>
          </a:p>
        </p:txBody>
      </p:sp>
      <p:sp>
        <p:nvSpPr>
          <p:cNvPr id="14" name="Chart Placeholder 13">
            <a:extLst>
              <a:ext uri="{FF2B5EF4-FFF2-40B4-BE49-F238E27FC236}">
                <a16:creationId xmlns:a16="http://schemas.microsoft.com/office/drawing/2014/main" xmlns="" id="{5113F86D-1D68-351E-ADD3-B7DE5D59EAE7}"/>
              </a:ext>
            </a:extLst>
          </p:cNvPr>
          <p:cNvSpPr>
            <a:spLocks noGrp="1"/>
          </p:cNvSpPr>
          <p:nvPr>
            <p:ph type="chart" sz="quarter" idx="14"/>
          </p:nvPr>
        </p:nvSpPr>
        <p:spPr>
          <a:xfrm>
            <a:off x="3203575" y="1466850"/>
            <a:ext cx="8578850" cy="4829175"/>
          </a:xfrm>
        </p:spPr>
        <p:txBody>
          <a:bodyPr/>
          <a:lstStyle/>
          <a:p>
            <a:r>
              <a:rPr lang="en-US"/>
              <a:t>Click icon to add chart</a:t>
            </a:r>
          </a:p>
        </p:txBody>
      </p:sp>
      <p:sp>
        <p:nvSpPr>
          <p:cNvPr id="2" name="Text Placeholder 6">
            <a:extLst>
              <a:ext uri="{FF2B5EF4-FFF2-40B4-BE49-F238E27FC236}">
                <a16:creationId xmlns:a16="http://schemas.microsoft.com/office/drawing/2014/main" xmlns="" id="{BA9A9E04-9AC1-B2EA-811C-A2EBF8AC04EE}"/>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335597385"/>
      </p:ext>
    </p:extLst>
  </p:cSld>
  <p:clrMapOvr>
    <a:overrideClrMapping bg1="dk1" tx1="lt1" bg2="dk2" tx2="lt2" accent1="accent1" accent2="accent2" accent3="accent3" accent4="accent4" accent5="accent5" accent6="accent6" hlink="hlink" folHlink="folHlink"/>
  </p:clrMapOvr>
</p:sldLayout>
</file>

<file path=ppt/slideLayouts/slideLayout197.xml><?xml version="1.0" encoding="utf-8"?>
<p:sldLayout xmlns:a="http://schemas.openxmlformats.org/drawingml/2006/main" xmlns:r="http://schemas.openxmlformats.org/officeDocument/2006/relationships" xmlns:p="http://schemas.openxmlformats.org/presentationml/2006/main" preserve="1" userDrawn="1">
  <p:cSld name="Data, full">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2425428598"/>
      </p:ext>
    </p:extLst>
  </p:cSld>
  <p:clrMapOvr>
    <a:masterClrMapping/>
  </p:clrMapOvr>
</p:sldLayout>
</file>

<file path=ppt/slideLayouts/slideLayout198.xml><?xml version="1.0" encoding="utf-8"?>
<p:sldLayout xmlns:a="http://schemas.openxmlformats.org/drawingml/2006/main" xmlns:r="http://schemas.openxmlformats.org/officeDocument/2006/relationships" xmlns:p="http://schemas.openxmlformats.org/presentationml/2006/main" preserve="1" userDrawn="1">
  <p:cSld name="Data, full (Carbon)">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BA19A38-4850-E5CA-EB9F-F82D965F923D}"/>
              </a:ext>
            </a:extLst>
          </p:cNvPr>
          <p:cNvSpPr>
            <a:spLocks noGrp="1"/>
          </p:cNvSpPr>
          <p:nvPr>
            <p:ph type="title"/>
          </p:nvPr>
        </p:nvSpPr>
        <p:spPr/>
        <p:txBody>
          <a:bodyPr/>
          <a:lstStyle/>
          <a:p>
            <a:r>
              <a:rPr lang="en-US"/>
              <a:t>Click to edit Master title style</a:t>
            </a:r>
          </a:p>
        </p:txBody>
      </p:sp>
      <p:sp>
        <p:nvSpPr>
          <p:cNvPr id="5" name="Content Placeholder 2">
            <a:extLst>
              <a:ext uri="{FF2B5EF4-FFF2-40B4-BE49-F238E27FC236}">
                <a16:creationId xmlns:a16="http://schemas.microsoft.com/office/drawing/2014/main" xmlns="" id="{0C5DB361-3B1E-9FE8-36F0-4FD95E6B270D}"/>
              </a:ext>
            </a:extLst>
          </p:cNvPr>
          <p:cNvSpPr>
            <a:spLocks noGrp="1"/>
          </p:cNvSpPr>
          <p:nvPr>
            <p:ph idx="1"/>
          </p:nvPr>
        </p:nvSpPr>
        <p:spPr>
          <a:xfrm>
            <a:off x="565149" y="1617663"/>
            <a:ext cx="11066462" cy="377348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6">
            <a:extLst>
              <a:ext uri="{FF2B5EF4-FFF2-40B4-BE49-F238E27FC236}">
                <a16:creationId xmlns:a16="http://schemas.microsoft.com/office/drawing/2014/main" xmlns="" id="{CAED40FF-941F-42AC-B9C9-FBF2A861FE5C}"/>
              </a:ext>
            </a:extLst>
          </p:cNvPr>
          <p:cNvSpPr>
            <a:spLocks noGrp="1"/>
          </p:cNvSpPr>
          <p:nvPr>
            <p:ph type="body" sz="quarter" idx="15" hasCustomPrompt="1"/>
          </p:nvPr>
        </p:nvSpPr>
        <p:spPr>
          <a:xfrm>
            <a:off x="565149" y="6004112"/>
            <a:ext cx="4421189" cy="291913"/>
          </a:xfrm>
        </p:spPr>
        <p:txBody>
          <a:bodyPr anchor="b"/>
          <a:lstStyle>
            <a:lvl1pPr>
              <a:spcBef>
                <a:spcPts val="0"/>
              </a:spcBef>
              <a:defRPr sz="800"/>
            </a:lvl1pPr>
          </a:lstStyle>
          <a:p>
            <a:pPr lvl="0"/>
            <a:r>
              <a:rPr lang="en-US"/>
              <a:t>Click to add source/footnote</a:t>
            </a:r>
          </a:p>
        </p:txBody>
      </p:sp>
    </p:spTree>
    <p:extLst>
      <p:ext uri="{BB962C8B-B14F-4D97-AF65-F5344CB8AC3E}">
        <p14:creationId xmlns:p14="http://schemas.microsoft.com/office/powerpoint/2010/main" val="1191196068"/>
      </p:ext>
    </p:extLst>
  </p:cSld>
  <p:clrMapOvr>
    <a:overrideClrMapping bg1="dk1" tx1="lt1" bg2="dk2" tx2="lt2" accent1="accent1" accent2="accent2" accent3="accent3" accent4="accent4" accent5="accent5" accent6="accent6" hlink="hlink" folHlink="folHlink"/>
  </p:clrMapOvr>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7045877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30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433400" y="1305349"/>
            <a:ext cx="11325216" cy="4247317"/>
          </a:xfrm>
          <a:prstGeom prst="rect">
            <a:avLst/>
          </a:prstGeom>
          <a:noFill/>
        </p:spPr>
        <p:txBody>
          <a:bodyPr wrap="none" lIns="0" tIns="0" rIns="0" bIns="0" rtlCol="0" anchor="ctr">
            <a:spAutoFit/>
          </a:bodyPr>
          <a:lstStyle/>
          <a:p>
            <a:pPr algn="ctr"/>
            <a:r>
              <a:rPr lang="en-US" sz="13800">
                <a:solidFill>
                  <a:srgbClr val="000000"/>
                </a:solidFill>
              </a:rPr>
              <a:t>Section divider</a:t>
            </a:r>
          </a:p>
          <a:p>
            <a:pPr algn="ctr"/>
            <a:r>
              <a:rPr lang="en-US" sz="13800">
                <a:solidFill>
                  <a:srgbClr val="000000"/>
                </a:solidFill>
              </a:rPr>
              <a:t>layouts</a:t>
            </a:r>
          </a:p>
        </p:txBody>
      </p:sp>
    </p:spTree>
    <p:extLst>
      <p:ext uri="{BB962C8B-B14F-4D97-AF65-F5344CB8AC3E}">
        <p14:creationId xmlns:p14="http://schemas.microsoft.com/office/powerpoint/2010/main" val="317858611"/>
      </p:ext>
    </p:extLst>
  </p:cSld>
  <p:clrMapOvr>
    <a:masterClrMapping/>
  </p:clrMapOvr>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Divider 1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93764051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40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27050"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030584707"/>
      </p:ext>
    </p:extLst>
  </p:cSld>
  <p:clrMapOvr>
    <a:overrideClrMapping bg1="lt1" tx1="dk1" bg2="lt2" tx2="dk2" accent1="accent1" accent2="accent2" accent3="accent3" accent4="accent4" accent5="accent5" accent6="accent6" hlink="hlink" folHlink="folHlink"/>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Divider 2 (Tan)">
    <p:bg>
      <p:bgRef idx="1001">
        <a:schemeClr val="bg2"/>
      </p:bgRef>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867624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51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tx1"/>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5E5751"/>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684780283"/>
      </p:ext>
    </p:extLst>
  </p:cSld>
  <p:clrMapOvr>
    <a:overrideClrMapping bg1="lt1" tx1="dk1" bg2="lt2" tx2="dk2" accent1="accent1" accent2="accent2" accent3="accent3" accent4="accent4" accent5="accent5" accent6="accent6" hlink="hlink" folHlink="folHlink"/>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Divider 1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25449044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61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45421116"/>
      </p:ext>
    </p:extLst>
  </p:cSld>
  <p:clrMapOvr>
    <a:overrideClrMapping bg1="dk1" tx1="lt1" bg2="dk2" tx2="lt2" accent1="accent1" accent2="accent2" accent3="accent3" accent4="accent4" accent5="accent5" accent6="accent6" hlink="hlink" folHlink="folHlink"/>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Divider 2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97233700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71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966480769"/>
      </p:ext>
    </p:extLst>
  </p:cSld>
  <p:clrMapOvr>
    <a:overrideClrMapping bg1="dk1" tx1="lt1" bg2="dk2" tx2="lt2" accent1="accent1" accent2="accent2" accent3="accent3" accent4="accent4" accent5="accent5" accent6="accent6" hlink="hlink" folHlink="folHlink"/>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Divider 3 (Tan 3)">
    <p:bg>
      <p:bgPr>
        <a:solidFill>
          <a:srgbClr val="47413D"/>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39942180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81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113068390"/>
      </p:ext>
    </p:extLst>
  </p:cSld>
  <p:clrMapOvr>
    <a:overrideClrMapping bg1="dk1" tx1="lt1" bg2="dk2" tx2="lt2" accent1="accent1" accent2="accent2" accent3="accent3" accent4="accent4" accent5="accent5" accent6="accent6" hlink="hlink" folHlink="folHlink"/>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Divider 1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345402771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792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rgbClr val="BEB4AA"/>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3473199204"/>
      </p:ext>
    </p:extLst>
  </p:cSld>
  <p:clrMapOvr>
    <a:overrideClrMapping bg1="dk1" tx1="lt1" bg2="dk2" tx2="lt2" accent1="accent1" accent2="accent2" accent3="accent3" accent4="accent4" accent5="accent5" accent6="accent6" hlink="hlink" folHlink="folHlink"/>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Divider 2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160608033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02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p:cNvSpPr>
            <a:spLocks noGrp="1"/>
          </p:cNvSpPr>
          <p:nvPr>
            <p:ph type="title" hasCustomPrompt="1"/>
          </p:nvPr>
        </p:nvSpPr>
        <p:spPr>
          <a:xfrm>
            <a:off x="530352" y="460376"/>
            <a:ext cx="6321425"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8129588" y="4032250"/>
            <a:ext cx="3652837" cy="2263775"/>
          </a:xfrm>
        </p:spPr>
        <p:txBody>
          <a:bodyPr/>
          <a:lstStyle>
            <a:lvl1pPr algn="r">
              <a:defRPr sz="16800" b="0" i="0">
                <a:solidFill>
                  <a:schemeClr val="bg2"/>
                </a:solidFill>
                <a:latin typeface="Aptos Light" panose="020B0004020202020204" pitchFamily="34" charset="0"/>
              </a:defRPr>
            </a:lvl1pPr>
          </a:lstStyle>
          <a:p>
            <a:pPr lvl="0"/>
            <a:r>
              <a:rPr lang="en-US"/>
              <a:t>00</a:t>
            </a:r>
          </a:p>
        </p:txBody>
      </p:sp>
    </p:spTree>
    <p:extLst>
      <p:ext uri="{BB962C8B-B14F-4D97-AF65-F5344CB8AC3E}">
        <p14:creationId xmlns:p14="http://schemas.microsoft.com/office/powerpoint/2010/main" val="1573496620"/>
      </p:ext>
    </p:extLst>
  </p:cSld>
  <p:clrMapOvr>
    <a:overrideClrMapping bg1="dk1" tx1="lt1" bg2="dk2" tx2="lt2" accent1="accent1" accent2="accent2" accent3="accent3" accent4="accent4" accent5="accent5" accent6="accent6" hlink="hlink" folHlink="folHlink"/>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Divider 3 (Carbon)">
    <p:bg>
      <p:bgPr>
        <a:solidFill>
          <a:schemeClr val="bg1"/>
        </a:solidFill>
        <a:effectLst/>
      </p:bgPr>
    </p:bg>
    <p:spTree>
      <p:nvGrpSpPr>
        <p:cNvPr id="1" name=""/>
        <p:cNvGrpSpPr/>
        <p:nvPr/>
      </p:nvGrpSpPr>
      <p:grpSpPr>
        <a:xfrm>
          <a:off x="0" y="0"/>
          <a:ext cx="0" cy="0"/>
          <a:chOff x="0" y="0"/>
          <a:chExt cx="0" cy="0"/>
        </a:xfrm>
      </p:grpSpPr>
      <p:graphicFrame>
        <p:nvGraphicFramePr>
          <p:cNvPr id="9" name="think-cell data - do not delete" hidden="1">
            <a:extLst>
              <a:ext uri="{FF2B5EF4-FFF2-40B4-BE49-F238E27FC236}">
                <a16:creationId xmlns:a16="http://schemas.microsoft.com/office/drawing/2014/main" xmlns="" id="{7274B755-8240-83B9-3196-C74E801E1AF5}"/>
              </a:ext>
            </a:extLst>
          </p:cNvPr>
          <p:cNvGraphicFramePr>
            <a:graphicFrameLocks noChangeAspect="1"/>
          </p:cNvGraphicFramePr>
          <p:nvPr userDrawn="1">
            <p:custDataLst>
              <p:tags r:id="rId2"/>
            </p:custDataLst>
            <p:extLst>
              <p:ext uri="{D42A27DB-BD31-4B8C-83A1-F6EECF244321}">
                <p14:modId xmlns:p14="http://schemas.microsoft.com/office/powerpoint/2010/main" val="42849229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12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Text Placeholder 15">
            <a:extLst>
              <a:ext uri="{FF2B5EF4-FFF2-40B4-BE49-F238E27FC236}">
                <a16:creationId xmlns:a16="http://schemas.microsoft.com/office/drawing/2014/main" xmlns="" id="{79093BE2-F3D8-BF59-AFFD-9E2E282D0BFF}"/>
              </a:ext>
            </a:extLst>
          </p:cNvPr>
          <p:cNvSpPr>
            <a:spLocks noGrp="1"/>
          </p:cNvSpPr>
          <p:nvPr>
            <p:ph type="body" sz="quarter" idx="13" hasCustomPrompt="1"/>
          </p:nvPr>
        </p:nvSpPr>
        <p:spPr>
          <a:xfrm>
            <a:off x="5768542" y="0"/>
            <a:ext cx="7342547" cy="7146388"/>
          </a:xfrm>
        </p:spPr>
        <p:txBody>
          <a:bodyPr anchor="ctr"/>
          <a:lstStyle>
            <a:lvl1pPr algn="l">
              <a:defRPr sz="57100" b="0" i="0" spc="-3000" baseline="0">
                <a:ln w="17653">
                  <a:solidFill>
                    <a:schemeClr val="bg2"/>
                  </a:solidFill>
                </a:ln>
                <a:noFill/>
                <a:latin typeface="+mj-lt"/>
              </a:defRPr>
            </a:lvl1pPr>
          </a:lstStyle>
          <a:p>
            <a:pPr lvl="0"/>
            <a:r>
              <a:rPr lang="en-US"/>
              <a:t>00</a:t>
            </a:r>
          </a:p>
        </p:txBody>
      </p:sp>
      <p:sp>
        <p:nvSpPr>
          <p:cNvPr id="2" name="Title 1"/>
          <p:cNvSpPr>
            <a:spLocks noGrp="1"/>
          </p:cNvSpPr>
          <p:nvPr>
            <p:ph type="title" hasCustomPrompt="1"/>
          </p:nvPr>
        </p:nvSpPr>
        <p:spPr>
          <a:xfrm>
            <a:off x="530352" y="460376"/>
            <a:ext cx="4722813" cy="2212974"/>
          </a:xfrm>
        </p:spPr>
        <p:txBody>
          <a:bodyPr vert="horz" anchor="t"/>
          <a:lstStyle>
            <a:lvl1pPr>
              <a:defRPr sz="4800"/>
            </a:lvl1pPr>
          </a:lstStyle>
          <a:p>
            <a:r>
              <a:rPr lang="en-US"/>
              <a:t>Click to add divider title</a:t>
            </a:r>
          </a:p>
        </p:txBody>
      </p:sp>
      <p:sp>
        <p:nvSpPr>
          <p:cNvPr id="3" name="Text Placeholder 2"/>
          <p:cNvSpPr>
            <a:spLocks noGrp="1"/>
          </p:cNvSpPr>
          <p:nvPr>
            <p:ph type="body" idx="1"/>
          </p:nvPr>
        </p:nvSpPr>
        <p:spPr>
          <a:xfrm>
            <a:off x="565150" y="2874963"/>
            <a:ext cx="2538413" cy="2212975"/>
          </a:xfrm>
        </p:spPr>
        <p:txBody>
          <a:bodyPr/>
          <a:lstStyle>
            <a:lvl1pPr marL="0" indent="0">
              <a:spcBef>
                <a:spcPts val="1200"/>
              </a:spcBef>
              <a:buNone/>
              <a:defRPr sz="1400" b="1">
                <a:solidFill>
                  <a:schemeClr val="tx1"/>
                </a:solidFill>
              </a:defRPr>
            </a:lvl1pPr>
            <a:lvl2pPr marL="6350" indent="0">
              <a:spcBef>
                <a:spcPts val="1200"/>
              </a:spcBef>
              <a:buNone/>
              <a:tabLst/>
              <a:defRPr sz="1400">
                <a:solidFill>
                  <a:srgbClr val="BEB4AA"/>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025901173"/>
      </p:ext>
    </p:extLst>
  </p:cSld>
  <p:clrMapOvr>
    <a:overrideClrMapping bg1="dk1" tx1="lt1" bg2="dk2" tx2="lt2" accent1="accent1" accent2="accent2" accent3="accent3" accent4="accent4" accent5="accent5" accent6="accent6" hlink="hlink" folHlink="folHlink"/>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04168798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22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232864" y="1305349"/>
            <a:ext cx="7726282" cy="4247317"/>
          </a:xfrm>
          <a:prstGeom prst="rect">
            <a:avLst/>
          </a:prstGeom>
          <a:noFill/>
        </p:spPr>
        <p:txBody>
          <a:bodyPr wrap="none" lIns="0" tIns="0" rIns="0" bIns="0" rtlCol="0" anchor="ctr">
            <a:spAutoFit/>
          </a:bodyPr>
          <a:lstStyle/>
          <a:p>
            <a:pPr algn="ctr"/>
            <a:r>
              <a:rPr lang="en-US" sz="13800">
                <a:solidFill>
                  <a:srgbClr val="000000"/>
                </a:solidFill>
              </a:rPr>
              <a:t>Large text </a:t>
            </a:r>
          </a:p>
          <a:p>
            <a:pPr algn="ctr"/>
            <a:r>
              <a:rPr lang="en-US" sz="13800">
                <a:solidFill>
                  <a:srgbClr val="000000"/>
                </a:solidFill>
              </a:rPr>
              <a:t>layouts</a:t>
            </a:r>
          </a:p>
        </p:txBody>
      </p:sp>
    </p:spTree>
    <p:extLst>
      <p:ext uri="{BB962C8B-B14F-4D97-AF65-F5344CB8AC3E}">
        <p14:creationId xmlns:p14="http://schemas.microsoft.com/office/powerpoint/2010/main" val="990869071"/>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Large Text">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58332353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33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2101737479"/>
      </p:ext>
    </p:extLst>
  </p:cSld>
  <p:clrMapOvr>
    <a:masterClrMapping/>
  </p:clrMapOvr>
</p:sldLayout>
</file>

<file path=ppt/slideLayouts/slideLayout210.xml><?xml version="1.0" encoding="utf-8"?>
<p:sldLayout xmlns:a="http://schemas.openxmlformats.org/drawingml/2006/main" xmlns:r="http://schemas.openxmlformats.org/officeDocument/2006/relationships" xmlns:p="http://schemas.openxmlformats.org/presentationml/2006/main" preserve="1" userDrawn="1">
  <p:cSld name="Large Text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9860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433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939919774"/>
      </p:ext>
    </p:extLst>
  </p:cSld>
  <p:clrMapOvr>
    <a:overrideClrMapping bg1="lt1" tx1="dk1" bg2="lt2" tx2="dk2" accent1="accent1" accent2="accent2" accent3="accent3" accent4="accent4" accent5="accent5" accent6="accent6" hlink="hlink" folHlink="folHlink"/>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Large Text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61986468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535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Tree>
    <p:extLst>
      <p:ext uri="{BB962C8B-B14F-4D97-AF65-F5344CB8AC3E}">
        <p14:creationId xmlns:p14="http://schemas.microsoft.com/office/powerpoint/2010/main" val="1516569473"/>
      </p:ext>
    </p:extLst>
  </p:cSld>
  <p:clrMapOvr>
    <a:overrideClrMapping bg1="dk1" tx1="lt1" bg2="dk2" tx2="lt2" accent1="accent1" accent2="accent2" accent3="accent3" accent4="accent4" accent5="accent5" accent6="accent6" hlink="hlink" folHlink="folHlink"/>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preserve="1" userDrawn="1">
  <p:cSld name="Large Text, patter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5113001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638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703D0EC0-800C-017B-115C-E6C2A79F739E}"/>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9" name="Page# static">
            <a:extLst>
              <a:ext uri="{FF2B5EF4-FFF2-40B4-BE49-F238E27FC236}">
                <a16:creationId xmlns:a16="http://schemas.microsoft.com/office/drawing/2014/main" xmlns="" id="{961FCCAC-9A14-EABD-E6FC-0250DF9CC614}"/>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3" name="TextBox 2">
            <a:extLst>
              <a:ext uri="{FF2B5EF4-FFF2-40B4-BE49-F238E27FC236}">
                <a16:creationId xmlns:a16="http://schemas.microsoft.com/office/drawing/2014/main" xmlns="" id="{C5A28A1E-C0C1-68F9-2CC0-E47E8E939C27}"/>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722347694"/>
      </p:ext>
    </p:extLst>
  </p:cSld>
  <p:clrMapOvr>
    <a:overrideClrMapping bg1="lt1" tx1="dk1" bg2="lt2" tx2="dk2" accent1="accent1" accent2="accent2" accent3="accent3" accent4="accent4" accent5="accent5" accent6="accent6" hlink="hlink" folHlink="folHlink"/>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Large Text, pattern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40772626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74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4" name="Graphic 3">
            <a:extLst>
              <a:ext uri="{FF2B5EF4-FFF2-40B4-BE49-F238E27FC236}">
                <a16:creationId xmlns:a16="http://schemas.microsoft.com/office/drawing/2014/main" xmlns="" id="{0EAE06A4-0CF9-D5F6-2C1C-A4EA49DA41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0" y="0"/>
            <a:ext cx="12192000" cy="6858000"/>
          </a:xfrm>
          <a:prstGeom prst="rect">
            <a:avLst/>
          </a:prstGeom>
        </p:spPr>
      </p:pic>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b"/>
          <a:lstStyle>
            <a:lvl1pPr>
              <a:lnSpc>
                <a:spcPct val="95000"/>
              </a:lnSpc>
              <a:spcBef>
                <a:spcPts val="0"/>
              </a:spcBef>
              <a:defRPr sz="4800">
                <a:solidFill>
                  <a:schemeClr val="tx1"/>
                </a:solidFill>
              </a:defRPr>
            </a:lvl1pPr>
            <a:lvl2pPr>
              <a:buNone/>
              <a:defRPr/>
            </a:lvl2pPr>
          </a:lstStyle>
          <a:p>
            <a:pPr lvl="0"/>
            <a:r>
              <a:rPr lang="en-US"/>
              <a:t>Click to add large statement</a:t>
            </a:r>
          </a:p>
        </p:txBody>
      </p:sp>
      <p:sp>
        <p:nvSpPr>
          <p:cNvPr id="12" name="Page# static">
            <a:extLst>
              <a:ext uri="{FF2B5EF4-FFF2-40B4-BE49-F238E27FC236}">
                <a16:creationId xmlns:a16="http://schemas.microsoft.com/office/drawing/2014/main" xmlns="" id="{CFD9CA61-A5D4-A8B1-D137-7AE49157FD8B}"/>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FFFFFF"/>
                </a:solidFill>
              </a:rPr>
              <a:pPr algn="r"/>
              <a:t>‹#›</a:t>
            </a:fld>
            <a:endParaRPr lang="en-US" sz="1000">
              <a:solidFill>
                <a:srgbClr val="FFFFFF"/>
              </a:solidFill>
            </a:endParaRPr>
          </a:p>
        </p:txBody>
      </p:sp>
      <p:sp>
        <p:nvSpPr>
          <p:cNvPr id="3" name="TextBox 2">
            <a:extLst>
              <a:ext uri="{FF2B5EF4-FFF2-40B4-BE49-F238E27FC236}">
                <a16:creationId xmlns:a16="http://schemas.microsoft.com/office/drawing/2014/main" xmlns="" id="{D2A8C3E6-DD95-5B46-D797-E225A8A1F31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solidFill>
              </a:rPr>
              <a:t>Tenarai</a:t>
            </a:r>
          </a:p>
        </p:txBody>
      </p:sp>
    </p:spTree>
    <p:extLst>
      <p:ext uri="{BB962C8B-B14F-4D97-AF65-F5344CB8AC3E}">
        <p14:creationId xmlns:p14="http://schemas.microsoft.com/office/powerpoint/2010/main" val="408292974"/>
      </p:ext>
    </p:extLst>
  </p:cSld>
  <p:clrMapOvr>
    <a:overrideClrMapping bg1="dk1" tx1="lt1" bg2="dk2" tx2="lt2" accent1="accent1" accent2="accent2" accent3="accent3" accent4="accent4" accent5="accent5" accent6="accent6" hlink="hlink" folHlink="folHlink"/>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preserve="1" userDrawn="1">
  <p:cSld name="Quote Large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0173603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84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chemeClr val="tx2"/>
          </a:solidFill>
          <a:ln w="9525" cap="flat">
            <a:no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812478625"/>
      </p:ext>
    </p:extLst>
  </p:cSld>
  <p:clrMapOvr>
    <a:overrideClrMapping bg1="lt1" tx1="dk1" bg2="lt2" tx2="dk2" accent1="accent1" accent2="accent2" accent3="accent3" accent4="accent4" accent5="accent5" accent6="accent6" hlink="hlink" folHlink="folHlink"/>
  </p:clrMapOvr>
</p:sldLayout>
</file>

<file path=ppt/slideLayouts/slideLayout215.xml><?xml version="1.0" encoding="utf-8"?>
<p:sldLayout xmlns:a="http://schemas.openxmlformats.org/drawingml/2006/main" xmlns:r="http://schemas.openxmlformats.org/officeDocument/2006/relationships" xmlns:p="http://schemas.openxmlformats.org/presentationml/2006/main" preserve="1" userDrawn="1">
  <p:cSld name="Quote Large (Carbon)">
    <p:bg>
      <p:bgRef idx="1001">
        <a:schemeClr val="bg1"/>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6192085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894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Move="1" noResize="1" noEditPoints="1" noAdjustHandles="1" noChangeArrowheads="1" noChangeShapeType="1"/>
          </p:cNvSpPr>
          <p:nvPr/>
        </p:nvSpPr>
        <p:spPr>
          <a:xfrm>
            <a:off x="8491622"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13" name="Graphic 6">
            <a:extLst>
              <a:ext uri="{FF2B5EF4-FFF2-40B4-BE49-F238E27FC236}">
                <a16:creationId xmlns:a16="http://schemas.microsoft.com/office/drawing/2014/main" xmlns="" id="{5704A31B-9B6E-C2A6-8DE0-7AD2C158968C}"/>
              </a:ext>
            </a:extLst>
          </p:cNvPr>
          <p:cNvSpPr>
            <a:spLocks noGrp="1" noRot="1" noMove="1" noResize="1" noEditPoints="1" noAdjustHandles="1" noChangeArrowheads="1" noChangeShapeType="1"/>
          </p:cNvSpPr>
          <p:nvPr userDrawn="1"/>
        </p:nvSpPr>
        <p:spPr>
          <a:xfrm>
            <a:off x="4512935" y="2692121"/>
            <a:ext cx="3401551" cy="3401551"/>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solidFill>
            <a:srgbClr val="1E321E"/>
          </a:solidFill>
          <a:ln w="9525" cap="flat">
            <a:no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617663"/>
            <a:ext cx="9158288" cy="3773488"/>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1868610825"/>
      </p:ext>
    </p:extLst>
  </p:cSld>
  <p:clrMapOvr>
    <a:overrideClrMapping bg1="dk1" tx1="lt1" bg2="dk2" tx2="lt2" accent1="accent1" accent2="accent2" accent3="accent3" accent4="accent4" accent5="accent5" accent6="accent6" hlink="hlink" folHlink="folHlink"/>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preserve="1" userDrawn="1">
  <p:cSld name="Quote Small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264404976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04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bg2"/>
            </a:solidFill>
            <a:prstDash val="solid"/>
            <a:miter/>
          </a:ln>
        </p:spPr>
        <p:txBody>
          <a:bodyPr/>
          <a:lstStyle/>
          <a:p>
            <a:endParaRPr lang="en-US">
              <a:solidFill>
                <a:srgbClr val="FFFFFF"/>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2278801549"/>
      </p:ext>
    </p:extLst>
  </p:cSld>
  <p:clrMapOvr>
    <a:overrideClrMapping bg1="dk1" tx1="lt1" bg2="dk2" tx2="lt2" accent1="accent1" accent2="accent2" accent3="accent3" accent4="accent4" accent5="accent5" accent6="accent6" hlink="hlink" folHlink="folHlink"/>
  </p:clrMapOvr>
</p:sldLayout>
</file>

<file path=ppt/slideLayouts/slideLayout217.xml><?xml version="1.0" encoding="utf-8"?>
<p:sldLayout xmlns:a="http://schemas.openxmlformats.org/drawingml/2006/main" xmlns:r="http://schemas.openxmlformats.org/officeDocument/2006/relationships" xmlns:p="http://schemas.openxmlformats.org/presentationml/2006/main" preserve="1" userDrawn="1">
  <p:cSld name="Quote Small (Tan)">
    <p:bg>
      <p:bgRef idx="1001">
        <a:schemeClr val="bg2"/>
      </p:bgRef>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95CA49F4-48E9-A3DE-1498-C53E70898B28}"/>
              </a:ext>
            </a:extLst>
          </p:cNvPr>
          <p:cNvGraphicFramePr>
            <a:graphicFrameLocks noChangeAspect="1"/>
          </p:cNvGraphicFramePr>
          <p:nvPr userDrawn="1">
            <p:custDataLst>
              <p:tags r:id="rId2"/>
            </p:custDataLst>
            <p:extLst>
              <p:ext uri="{D42A27DB-BD31-4B8C-83A1-F6EECF244321}">
                <p14:modId xmlns:p14="http://schemas.microsoft.com/office/powerpoint/2010/main" val="30960572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15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2" name="Graphic 6">
            <a:extLst>
              <a:ext uri="{FF2B5EF4-FFF2-40B4-BE49-F238E27FC236}">
                <a16:creationId xmlns:a16="http://schemas.microsoft.com/office/drawing/2014/main" xmlns="" id="{9BBEBE0E-152D-A16F-3630-C71A21EECEDC}"/>
              </a:ext>
            </a:extLst>
          </p:cNvPr>
          <p:cNvSpPr>
            <a:spLocks noGrp="1" noRot="1" noChangeAspect="1" noMove="1" noResize="1" noEditPoints="1" noAdjustHandles="1" noChangeArrowheads="1" noChangeShapeType="1"/>
          </p:cNvSpPr>
          <p:nvPr/>
        </p:nvSpPr>
        <p:spPr>
          <a:xfrm>
            <a:off x="10145268"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5" name="Graphic 6">
            <a:extLst>
              <a:ext uri="{FF2B5EF4-FFF2-40B4-BE49-F238E27FC236}">
                <a16:creationId xmlns:a16="http://schemas.microsoft.com/office/drawing/2014/main" xmlns="" id="{8A7C7FDA-9484-79E1-3FBC-E8E366DADB95}"/>
              </a:ext>
            </a:extLst>
          </p:cNvPr>
          <p:cNvSpPr>
            <a:spLocks noGrp="1" noRot="1" noChangeAspect="1" noMove="1" noResize="1" noEditPoints="1" noAdjustHandles="1" noChangeArrowheads="1" noChangeShapeType="1"/>
          </p:cNvSpPr>
          <p:nvPr userDrawn="1"/>
        </p:nvSpPr>
        <p:spPr>
          <a:xfrm>
            <a:off x="8239686" y="4191000"/>
            <a:ext cx="1655064" cy="1655064"/>
          </a:xfrm>
          <a:custGeom>
            <a:avLst/>
            <a:gdLst>
              <a:gd name="csX0" fmla="*/ 0 w 2543374"/>
              <a:gd name="csY0" fmla="*/ 0 h 2543374"/>
              <a:gd name="csX1" fmla="*/ 0 w 2543374"/>
              <a:gd name="csY1" fmla="*/ 1271683 h 2543374"/>
              <a:gd name="csX2" fmla="*/ 1271692 w 2543374"/>
              <a:gd name="csY2" fmla="*/ 1271683 h 2543374"/>
              <a:gd name="csX3" fmla="*/ 1271692 w 2543374"/>
              <a:gd name="csY3" fmla="*/ 2543375 h 2543374"/>
              <a:gd name="csX4" fmla="*/ 2543375 w 2543374"/>
              <a:gd name="csY4" fmla="*/ 2543375 h 2543374"/>
              <a:gd name="csX5" fmla="*/ 2543375 w 2543374"/>
              <a:gd name="csY5" fmla="*/ 0 h 2543374"/>
              <a:gd name="csX6" fmla="*/ 0 w 2543374"/>
              <a:gd name="csY6" fmla="*/ 0 h 2543374"/>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543374" h="2543374">
                <a:moveTo>
                  <a:pt x="0" y="0"/>
                </a:moveTo>
                <a:lnTo>
                  <a:pt x="0" y="1271683"/>
                </a:lnTo>
                <a:lnTo>
                  <a:pt x="1271692" y="1271683"/>
                </a:lnTo>
                <a:lnTo>
                  <a:pt x="1271692" y="2543375"/>
                </a:lnTo>
                <a:lnTo>
                  <a:pt x="2543375" y="2543375"/>
                </a:lnTo>
                <a:lnTo>
                  <a:pt x="2543375" y="0"/>
                </a:lnTo>
                <a:lnTo>
                  <a:pt x="0" y="0"/>
                </a:lnTo>
                <a:close/>
              </a:path>
            </a:pathLst>
          </a:custGeom>
          <a:noFill/>
          <a:ln w="63500" cap="sq">
            <a:solidFill>
              <a:schemeClr val="tx2"/>
            </a:solidFill>
            <a:prstDash val="solid"/>
            <a:miter/>
          </a:ln>
        </p:spPr>
        <p:txBody>
          <a:bodyPr/>
          <a:lstStyle/>
          <a:p>
            <a:endParaRPr lang="en-US">
              <a:solidFill>
                <a:srgbClr val="000000"/>
              </a:solidFill>
            </a:endParaRPr>
          </a:p>
        </p:txBody>
      </p:sp>
      <p:sp>
        <p:nvSpPr>
          <p:cNvPr id="2" name="Title 1">
            <a:extLst>
              <a:ext uri="{FF2B5EF4-FFF2-40B4-BE49-F238E27FC236}">
                <a16:creationId xmlns:a16="http://schemas.microsoft.com/office/drawing/2014/main" xmlns="" id="{D26C5000-532C-36A8-6F31-2029B6853E6C}"/>
              </a:ext>
            </a:extLst>
          </p:cNvPr>
          <p:cNvSpPr>
            <a:spLocks noGrp="1"/>
          </p:cNvSpPr>
          <p:nvPr>
            <p:ph type="title"/>
          </p:nvPr>
        </p:nvSpPr>
        <p:spPr>
          <a:xfrm>
            <a:off x="565150" y="460375"/>
            <a:ext cx="9158288" cy="731520"/>
          </a:xfrm>
        </p:spPr>
        <p:txBody>
          <a:bodyPr vert="horz"/>
          <a:lstStyle/>
          <a:p>
            <a:r>
              <a:rPr lang="en-US"/>
              <a:t>Click to edit Master title style</a:t>
            </a:r>
          </a:p>
        </p:txBody>
      </p:sp>
      <p:sp>
        <p:nvSpPr>
          <p:cNvPr id="6" name="Text Placeholder 5">
            <a:extLst>
              <a:ext uri="{FF2B5EF4-FFF2-40B4-BE49-F238E27FC236}">
                <a16:creationId xmlns:a16="http://schemas.microsoft.com/office/drawing/2014/main" xmlns="" id="{F4A1E27D-0E58-839D-68C6-A2C2E2F2BB78}"/>
              </a:ext>
            </a:extLst>
          </p:cNvPr>
          <p:cNvSpPr>
            <a:spLocks noGrp="1"/>
          </p:cNvSpPr>
          <p:nvPr>
            <p:ph type="body" sz="quarter" idx="12" hasCustomPrompt="1"/>
          </p:nvPr>
        </p:nvSpPr>
        <p:spPr>
          <a:xfrm>
            <a:off x="565150" y="1466851"/>
            <a:ext cx="9158288" cy="3924300"/>
          </a:xfrm>
        </p:spPr>
        <p:txBody>
          <a:bodyPr anchor="t"/>
          <a:lstStyle>
            <a:lvl1pPr>
              <a:lnSpc>
                <a:spcPct val="95000"/>
              </a:lnSpc>
              <a:spcBef>
                <a:spcPts val="0"/>
              </a:spcBef>
              <a:defRPr sz="4800">
                <a:solidFill>
                  <a:schemeClr val="tx1"/>
                </a:solidFill>
              </a:defRPr>
            </a:lvl1pPr>
            <a:lvl2pPr>
              <a:buNone/>
              <a:defRPr/>
            </a:lvl2pPr>
          </a:lstStyle>
          <a:p>
            <a:pPr lvl="0"/>
            <a:r>
              <a:rPr lang="en-US"/>
              <a:t>Click to add quote</a:t>
            </a:r>
          </a:p>
        </p:txBody>
      </p:sp>
    </p:spTree>
    <p:extLst>
      <p:ext uri="{BB962C8B-B14F-4D97-AF65-F5344CB8AC3E}">
        <p14:creationId xmlns:p14="http://schemas.microsoft.com/office/powerpoint/2010/main" val="4055401298"/>
      </p:ext>
    </p:extLst>
  </p:cSld>
  <p:clrMapOvr>
    <a:overrideClrMapping bg1="lt1" tx1="dk1" bg2="lt2" tx2="dk2" accent1="accent1" accent2="accent2" accent3="accent3" accent4="accent4" accent5="accent5" accent6="accent6" hlink="hlink" folHlink="folHlink"/>
  </p:clrMapOvr>
</p:sldLayout>
</file>

<file path=ppt/slideLayouts/slideLayout218.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821064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25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1437038" y="1305349"/>
            <a:ext cx="9317936" cy="4247317"/>
          </a:xfrm>
          <a:prstGeom prst="rect">
            <a:avLst/>
          </a:prstGeom>
          <a:noFill/>
        </p:spPr>
        <p:txBody>
          <a:bodyPr wrap="none" lIns="0" tIns="0" rIns="0" bIns="0" rtlCol="0" anchor="ctr">
            <a:spAutoFit/>
          </a:bodyPr>
          <a:lstStyle/>
          <a:p>
            <a:pPr algn="ctr"/>
            <a:r>
              <a:rPr lang="en-US" sz="13800">
                <a:solidFill>
                  <a:srgbClr val="000000"/>
                </a:solidFill>
              </a:rPr>
              <a:t>Text + Image</a:t>
            </a:r>
          </a:p>
          <a:p>
            <a:pPr algn="ctr"/>
            <a:r>
              <a:rPr lang="en-US" sz="13800">
                <a:solidFill>
                  <a:srgbClr val="000000"/>
                </a:solidFill>
              </a:rPr>
              <a:t>layouts</a:t>
            </a:r>
          </a:p>
        </p:txBody>
      </p:sp>
    </p:spTree>
    <p:extLst>
      <p:ext uri="{BB962C8B-B14F-4D97-AF65-F5344CB8AC3E}">
        <p14:creationId xmlns:p14="http://schemas.microsoft.com/office/powerpoint/2010/main" val="1289946805"/>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showMasterSp="0" preserve="1" userDrawn="1">
  <p:cSld name="Title Only + Image (white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0406977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35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D4560061-E12B-343E-74A9-8D141BE850FC}"/>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50000"/>
              <a:lumOff val="50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9EA11B80-ED54-BA49-69A0-DA418072FEF3}"/>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423848775"/>
      </p:ext>
    </p:extLst>
  </p:cSld>
  <p:clrMapOvr>
    <a:overrideClrMapping bg1="lt1" tx1="dk1" bg2="lt2" tx2="dk2" accent1="accent1" accent2="accent2" accent3="accent3" accent4="accent4" accent5="accent5" accent6="accent6" hlink="hlink" folHlink="folHlink"/>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showMasterSp="0" preserve="1" userDrawn="1">
  <p:cSld name="Title Only + Image (dark logo)">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38332014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45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7A1CDB2-CCE0-BB20-550A-00A6A2BF7F12}"/>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5" name="Title 4">
            <a:extLst>
              <a:ext uri="{FF2B5EF4-FFF2-40B4-BE49-F238E27FC236}">
                <a16:creationId xmlns:a16="http://schemas.microsoft.com/office/drawing/2014/main" xmlns="" id="{1E261A2D-5A29-90C5-B92E-37A00CDF7A06}"/>
              </a:ext>
            </a:extLst>
          </p:cNvPr>
          <p:cNvSpPr>
            <a:spLocks noGrp="1"/>
          </p:cNvSpPr>
          <p:nvPr>
            <p:ph type="title"/>
          </p:nvPr>
        </p:nvSpPr>
        <p:spPr/>
        <p:txBody>
          <a:bodyPr vert="horz"/>
          <a:lstStyle>
            <a:lvl1pPr>
              <a:defRPr>
                <a:solidFill>
                  <a:schemeClr val="bg1"/>
                </a:solidFill>
              </a:defRPr>
            </a:lvl1pPr>
          </a:lstStyle>
          <a:p>
            <a:r>
              <a:rPr lang="en-US"/>
              <a:t>Click to edit Master title style</a:t>
            </a:r>
            <a:endParaRPr lang="en-US" dirty="0"/>
          </a:p>
        </p:txBody>
      </p:sp>
      <p:sp>
        <p:nvSpPr>
          <p:cNvPr id="6" name="Slide Number Placeholder 5">
            <a:extLst>
              <a:ext uri="{FF2B5EF4-FFF2-40B4-BE49-F238E27FC236}">
                <a16:creationId xmlns:a16="http://schemas.microsoft.com/office/drawing/2014/main" xmlns="" id="{773BFFBA-BDD4-3A19-5F77-2115BCF77AE5}"/>
              </a:ext>
            </a:extLst>
          </p:cNvPr>
          <p:cNvSpPr>
            <a:spLocks noGrp="1"/>
          </p:cNvSpPr>
          <p:nvPr>
            <p:ph type="sldNum" sz="quarter" idx="15"/>
          </p:nvPr>
        </p:nvSpPr>
        <p:spPr>
          <a:noFill/>
        </p:spPr>
        <p:txBody>
          <a:bodyPr/>
          <a:lstStyle>
            <a:lvl1pPr>
              <a:defRPr>
                <a:solidFill>
                  <a:schemeClr val="bg1"/>
                </a:solidFill>
              </a:defRPr>
            </a:lvl1pPr>
          </a:lstStyle>
          <a:p>
            <a:fld id="{48F63A3B-78C7-47BE-AE5E-E10140E04643}" type="slidenum">
              <a:rPr lang="en-US" smtClean="0">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7260919"/>
      </p:ext>
    </p:extLst>
  </p:cSld>
  <p:clrMapOvr>
    <a:overrideClrMapping bg1="dk1" tx1="lt1" bg2="dk2" tx2="lt2" accent1="accent1" accent2="accent2" accent3="accent3" accent4="accent4" accent5="accent5" accent6="accent6" hlink="hlink" folHlink="folHlink"/>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Text + Image, overlay white">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231249982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55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203AE294-C7C7-AF77-7408-9188832D4394}"/>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tx1">
              <a:lumMod val="95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lvl1pPr>
              <a:defRPr>
                <a:solidFill>
                  <a:schemeClr val="bg1"/>
                </a:solidFill>
              </a:defRPr>
            </a:lvl1pPr>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tx1">
              <a:alpha val="65000"/>
            </a:schemeClr>
          </a:solidFill>
        </p:spPr>
        <p:txBody>
          <a:bodyPr wrap="square" lIns="914400" tIns="402336" rIns="1371600">
            <a:noAutofit/>
          </a:bodyPr>
          <a:lstStyle>
            <a:lvl1pPr>
              <a:defRPr sz="1800">
                <a:solidFill>
                  <a:schemeClr val="bg1"/>
                </a:solidFill>
              </a:defRPr>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CA7C3122-E6F9-FD8C-5516-A3734BC187BE}"/>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206523961"/>
      </p:ext>
    </p:extLst>
  </p:cSld>
  <p:clrMapOvr>
    <a:overrideClrMapping bg1="dk1" tx1="lt1" bg2="dk2" tx2="lt2" accent1="accent1" accent2="accent2" accent3="accent3" accent4="accent4" accent5="accent5" accent6="accent6" hlink="hlink" folHlink="folHlink"/>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Text + Image, overlay dark">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FBCDB304-8E7D-662C-000E-F6107BE26C4C}"/>
              </a:ext>
            </a:extLst>
          </p:cNvPr>
          <p:cNvGraphicFramePr>
            <a:graphicFrameLocks noChangeAspect="1"/>
          </p:cNvGraphicFramePr>
          <p:nvPr userDrawn="1">
            <p:custDataLst>
              <p:tags r:id="rId2"/>
            </p:custDataLst>
            <p:extLst>
              <p:ext uri="{D42A27DB-BD31-4B8C-83A1-F6EECF244321}">
                <p14:modId xmlns:p14="http://schemas.microsoft.com/office/powerpoint/2010/main" val="192631802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66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9" name="Picture Placeholder 8">
            <a:extLst>
              <a:ext uri="{FF2B5EF4-FFF2-40B4-BE49-F238E27FC236}">
                <a16:creationId xmlns:a16="http://schemas.microsoft.com/office/drawing/2014/main" xmlns="" id="{185C2D0C-55B8-E2AC-5B89-356BBDF1C98D}"/>
              </a:ext>
            </a:extLst>
          </p:cNvPr>
          <p:cNvSpPr>
            <a:spLocks noGrp="1"/>
          </p:cNvSpPr>
          <p:nvPr>
            <p:ph type="pic" sz="quarter" idx="13"/>
          </p:nvPr>
        </p:nvSpPr>
        <p:spPr>
          <a:xfrm>
            <a:off x="0" y="0"/>
            <a:ext cx="12188952" cy="6858000"/>
          </a:xfrm>
          <a:custGeom>
            <a:avLst/>
            <a:gdLst/>
            <a:ahLst/>
            <a:cxnLst/>
            <a:rect l="l" t="t" r="r" b="b"/>
            <a:pathLst>
              <a:path w="12188952" h="6858000">
                <a:moveTo>
                  <a:pt x="933438" y="6656401"/>
                </a:moveTo>
                <a:lnTo>
                  <a:pt x="933438" y="6665954"/>
                </a:lnTo>
                <a:cubicBezTo>
                  <a:pt x="931907" y="6667969"/>
                  <a:pt x="929861" y="6669763"/>
                  <a:pt x="927301" y="6671335"/>
                </a:cubicBezTo>
                <a:cubicBezTo>
                  <a:pt x="924742" y="6672907"/>
                  <a:pt x="921951" y="6673693"/>
                  <a:pt x="918928" y="6673693"/>
                </a:cubicBezTo>
                <a:cubicBezTo>
                  <a:pt x="916469" y="6673693"/>
                  <a:pt x="914464" y="6673088"/>
                  <a:pt x="912912" y="6671879"/>
                </a:cubicBezTo>
                <a:cubicBezTo>
                  <a:pt x="911360" y="6670670"/>
                  <a:pt x="910584" y="6668816"/>
                  <a:pt x="910584" y="6666317"/>
                </a:cubicBezTo>
                <a:cubicBezTo>
                  <a:pt x="910584" y="6662850"/>
                  <a:pt x="912277" y="6660341"/>
                  <a:pt x="915663" y="6658789"/>
                </a:cubicBezTo>
                <a:cubicBezTo>
                  <a:pt x="919048" y="6657238"/>
                  <a:pt x="924974" y="6656441"/>
                  <a:pt x="933438" y="6656401"/>
                </a:cubicBezTo>
                <a:close/>
                <a:moveTo>
                  <a:pt x="819138" y="6656401"/>
                </a:moveTo>
                <a:lnTo>
                  <a:pt x="819138" y="6665954"/>
                </a:lnTo>
                <a:cubicBezTo>
                  <a:pt x="817607" y="6667969"/>
                  <a:pt x="815561" y="6669763"/>
                  <a:pt x="813001" y="6671335"/>
                </a:cubicBezTo>
                <a:cubicBezTo>
                  <a:pt x="810442" y="6672907"/>
                  <a:pt x="807651" y="6673693"/>
                  <a:pt x="804628" y="6673693"/>
                </a:cubicBezTo>
                <a:cubicBezTo>
                  <a:pt x="802169" y="6673693"/>
                  <a:pt x="800164" y="6673088"/>
                  <a:pt x="798612" y="6671879"/>
                </a:cubicBezTo>
                <a:cubicBezTo>
                  <a:pt x="797060" y="6670670"/>
                  <a:pt x="796284" y="6668816"/>
                  <a:pt x="796284" y="6666317"/>
                </a:cubicBezTo>
                <a:cubicBezTo>
                  <a:pt x="796284" y="6662850"/>
                  <a:pt x="797977" y="6660341"/>
                  <a:pt x="801363" y="6658789"/>
                </a:cubicBezTo>
                <a:cubicBezTo>
                  <a:pt x="804749" y="6657238"/>
                  <a:pt x="810674" y="6656441"/>
                  <a:pt x="819138" y="6656401"/>
                </a:cubicBezTo>
                <a:close/>
                <a:moveTo>
                  <a:pt x="666590" y="6634877"/>
                </a:moveTo>
                <a:cubicBezTo>
                  <a:pt x="670217" y="6634877"/>
                  <a:pt x="673190" y="6635895"/>
                  <a:pt x="675508" y="6637930"/>
                </a:cubicBezTo>
                <a:cubicBezTo>
                  <a:pt x="677825" y="6639966"/>
                  <a:pt x="679045" y="6643039"/>
                  <a:pt x="679166" y="6647151"/>
                </a:cubicBezTo>
                <a:lnTo>
                  <a:pt x="653590" y="6647151"/>
                </a:lnTo>
                <a:cubicBezTo>
                  <a:pt x="653832" y="6643160"/>
                  <a:pt x="655132" y="6640117"/>
                  <a:pt x="657490" y="6638021"/>
                </a:cubicBezTo>
                <a:cubicBezTo>
                  <a:pt x="659848" y="6635925"/>
                  <a:pt x="662881" y="6634877"/>
                  <a:pt x="666590" y="6634877"/>
                </a:cubicBezTo>
                <a:close/>
                <a:moveTo>
                  <a:pt x="964260" y="6624659"/>
                </a:moveTo>
                <a:lnTo>
                  <a:pt x="964260" y="6683669"/>
                </a:lnTo>
                <a:lnTo>
                  <a:pt x="980282" y="6683669"/>
                </a:lnTo>
                <a:lnTo>
                  <a:pt x="980282" y="6624659"/>
                </a:lnTo>
                <a:close/>
                <a:moveTo>
                  <a:pt x="883637" y="6623873"/>
                </a:moveTo>
                <a:cubicBezTo>
                  <a:pt x="879284" y="6623873"/>
                  <a:pt x="875575" y="6624820"/>
                  <a:pt x="872512" y="6626715"/>
                </a:cubicBezTo>
                <a:cubicBezTo>
                  <a:pt x="869448" y="6628609"/>
                  <a:pt x="867151" y="6631330"/>
                  <a:pt x="865619" y="6634877"/>
                </a:cubicBezTo>
                <a:lnTo>
                  <a:pt x="865317" y="6624659"/>
                </a:lnTo>
                <a:lnTo>
                  <a:pt x="849960" y="6624659"/>
                </a:lnTo>
                <a:lnTo>
                  <a:pt x="849960" y="6683669"/>
                </a:lnTo>
                <a:lnTo>
                  <a:pt x="865982" y="6683669"/>
                </a:lnTo>
                <a:lnTo>
                  <a:pt x="865982" y="6644430"/>
                </a:lnTo>
                <a:cubicBezTo>
                  <a:pt x="867272" y="6642616"/>
                  <a:pt x="868803" y="6641195"/>
                  <a:pt x="870577" y="6640167"/>
                </a:cubicBezTo>
                <a:cubicBezTo>
                  <a:pt x="872351" y="6639139"/>
                  <a:pt x="874326" y="6638414"/>
                  <a:pt x="876502" y="6637991"/>
                </a:cubicBezTo>
                <a:cubicBezTo>
                  <a:pt x="878679" y="6637567"/>
                  <a:pt x="880956" y="6637356"/>
                  <a:pt x="883334" y="6637356"/>
                </a:cubicBezTo>
                <a:lnTo>
                  <a:pt x="884846" y="6637356"/>
                </a:lnTo>
                <a:lnTo>
                  <a:pt x="884846" y="6623873"/>
                </a:lnTo>
                <a:close/>
                <a:moveTo>
                  <a:pt x="743180" y="6623812"/>
                </a:moveTo>
                <a:cubicBezTo>
                  <a:pt x="738021" y="6623812"/>
                  <a:pt x="733829" y="6624790"/>
                  <a:pt x="730604" y="6626745"/>
                </a:cubicBezTo>
                <a:cubicBezTo>
                  <a:pt x="727380" y="6628700"/>
                  <a:pt x="724780" y="6630947"/>
                  <a:pt x="722805" y="6633486"/>
                </a:cubicBezTo>
                <a:lnTo>
                  <a:pt x="722502" y="6624659"/>
                </a:lnTo>
                <a:lnTo>
                  <a:pt x="707085" y="6624659"/>
                </a:lnTo>
                <a:lnTo>
                  <a:pt x="707085" y="6683669"/>
                </a:lnTo>
                <a:lnTo>
                  <a:pt x="723107" y="6683669"/>
                </a:lnTo>
                <a:lnTo>
                  <a:pt x="723107" y="6644309"/>
                </a:lnTo>
                <a:cubicBezTo>
                  <a:pt x="724800" y="6642173"/>
                  <a:pt x="726785" y="6640359"/>
                  <a:pt x="729062" y="6638867"/>
                </a:cubicBezTo>
                <a:cubicBezTo>
                  <a:pt x="731340" y="6637376"/>
                  <a:pt x="734071" y="6636630"/>
                  <a:pt x="737255" y="6636630"/>
                </a:cubicBezTo>
                <a:cubicBezTo>
                  <a:pt x="739391" y="6636630"/>
                  <a:pt x="741114" y="6637074"/>
                  <a:pt x="742424" y="6637960"/>
                </a:cubicBezTo>
                <a:cubicBezTo>
                  <a:pt x="743734" y="6638847"/>
                  <a:pt x="744692" y="6640097"/>
                  <a:pt x="745296" y="6641709"/>
                </a:cubicBezTo>
                <a:cubicBezTo>
                  <a:pt x="745901" y="6643321"/>
                  <a:pt x="746203" y="6645196"/>
                  <a:pt x="746203" y="6647332"/>
                </a:cubicBezTo>
                <a:lnTo>
                  <a:pt x="746203" y="6683669"/>
                </a:lnTo>
                <a:lnTo>
                  <a:pt x="762105" y="6683669"/>
                </a:lnTo>
                <a:lnTo>
                  <a:pt x="762105" y="6645276"/>
                </a:lnTo>
                <a:cubicBezTo>
                  <a:pt x="762104" y="6638263"/>
                  <a:pt x="760452" y="6632932"/>
                  <a:pt x="757147" y="6629284"/>
                </a:cubicBezTo>
                <a:cubicBezTo>
                  <a:pt x="753842" y="6625636"/>
                  <a:pt x="749186" y="6623812"/>
                  <a:pt x="743180" y="6623812"/>
                </a:cubicBezTo>
                <a:close/>
                <a:moveTo>
                  <a:pt x="923764" y="6623752"/>
                </a:moveTo>
                <a:cubicBezTo>
                  <a:pt x="918645" y="6623752"/>
                  <a:pt x="914141" y="6624397"/>
                  <a:pt x="910251" y="6625687"/>
                </a:cubicBezTo>
                <a:cubicBezTo>
                  <a:pt x="906362" y="6626977"/>
                  <a:pt x="903318" y="6629093"/>
                  <a:pt x="901122" y="6632035"/>
                </a:cubicBezTo>
                <a:cubicBezTo>
                  <a:pt x="898925" y="6634978"/>
                  <a:pt x="897827" y="6638968"/>
                  <a:pt x="897827" y="6644007"/>
                </a:cubicBezTo>
                <a:lnTo>
                  <a:pt x="912821" y="6644007"/>
                </a:lnTo>
                <a:cubicBezTo>
                  <a:pt x="912821" y="6640621"/>
                  <a:pt x="913849" y="6638172"/>
                  <a:pt x="915905" y="6636660"/>
                </a:cubicBezTo>
                <a:cubicBezTo>
                  <a:pt x="917960" y="6635149"/>
                  <a:pt x="920580" y="6634393"/>
                  <a:pt x="923764" y="6634393"/>
                </a:cubicBezTo>
                <a:cubicBezTo>
                  <a:pt x="926667" y="6634393"/>
                  <a:pt x="929035" y="6635099"/>
                  <a:pt x="930869" y="6636509"/>
                </a:cubicBezTo>
                <a:cubicBezTo>
                  <a:pt x="932703" y="6637920"/>
                  <a:pt x="933620" y="6640540"/>
                  <a:pt x="933620" y="6644369"/>
                </a:cubicBezTo>
                <a:lnTo>
                  <a:pt x="933620" y="6647513"/>
                </a:lnTo>
                <a:cubicBezTo>
                  <a:pt x="925840" y="6647675"/>
                  <a:pt x="919018" y="6648249"/>
                  <a:pt x="913154" y="6649236"/>
                </a:cubicBezTo>
                <a:cubicBezTo>
                  <a:pt x="907289" y="6650224"/>
                  <a:pt x="902724" y="6652098"/>
                  <a:pt x="899459" y="6654859"/>
                </a:cubicBezTo>
                <a:cubicBezTo>
                  <a:pt x="896194" y="6657620"/>
                  <a:pt x="894562" y="6661722"/>
                  <a:pt x="894562" y="6667163"/>
                </a:cubicBezTo>
                <a:cubicBezTo>
                  <a:pt x="894562" y="6671073"/>
                  <a:pt x="895459" y="6674328"/>
                  <a:pt x="897252" y="6676928"/>
                </a:cubicBezTo>
                <a:cubicBezTo>
                  <a:pt x="899046" y="6679528"/>
                  <a:pt x="901394" y="6681472"/>
                  <a:pt x="904296" y="6682762"/>
                </a:cubicBezTo>
                <a:cubicBezTo>
                  <a:pt x="907198" y="6684052"/>
                  <a:pt x="910322" y="6684697"/>
                  <a:pt x="913667" y="6684697"/>
                </a:cubicBezTo>
                <a:cubicBezTo>
                  <a:pt x="917980" y="6684697"/>
                  <a:pt x="921789" y="6683961"/>
                  <a:pt x="925095" y="6682490"/>
                </a:cubicBezTo>
                <a:cubicBezTo>
                  <a:pt x="928400" y="6681019"/>
                  <a:pt x="931302" y="6678852"/>
                  <a:pt x="933801" y="6675991"/>
                </a:cubicBezTo>
                <a:lnTo>
                  <a:pt x="934285" y="6683669"/>
                </a:lnTo>
                <a:lnTo>
                  <a:pt x="949279" y="6683669"/>
                </a:lnTo>
                <a:lnTo>
                  <a:pt x="949279" y="6644067"/>
                </a:lnTo>
                <a:cubicBezTo>
                  <a:pt x="949279" y="6640117"/>
                  <a:pt x="948654" y="6636822"/>
                  <a:pt x="947405" y="6634182"/>
                </a:cubicBezTo>
                <a:cubicBezTo>
                  <a:pt x="946155" y="6631541"/>
                  <a:pt x="944392" y="6629456"/>
                  <a:pt x="942114" y="6627924"/>
                </a:cubicBezTo>
                <a:cubicBezTo>
                  <a:pt x="939837" y="6626392"/>
                  <a:pt x="937147" y="6625314"/>
                  <a:pt x="934043" y="6624689"/>
                </a:cubicBezTo>
                <a:cubicBezTo>
                  <a:pt x="930939" y="6624064"/>
                  <a:pt x="927513" y="6623752"/>
                  <a:pt x="923764" y="6623752"/>
                </a:cubicBezTo>
                <a:close/>
                <a:moveTo>
                  <a:pt x="809465" y="6623752"/>
                </a:moveTo>
                <a:cubicBezTo>
                  <a:pt x="804346" y="6623752"/>
                  <a:pt x="799841" y="6624397"/>
                  <a:pt x="795951" y="6625687"/>
                </a:cubicBezTo>
                <a:cubicBezTo>
                  <a:pt x="792062" y="6626977"/>
                  <a:pt x="789019" y="6629093"/>
                  <a:pt x="786822" y="6632035"/>
                </a:cubicBezTo>
                <a:cubicBezTo>
                  <a:pt x="784625" y="6634978"/>
                  <a:pt x="783527" y="6638968"/>
                  <a:pt x="783527" y="6644007"/>
                </a:cubicBezTo>
                <a:lnTo>
                  <a:pt x="798521" y="6644007"/>
                </a:lnTo>
                <a:cubicBezTo>
                  <a:pt x="798521" y="6640621"/>
                  <a:pt x="799549" y="6638172"/>
                  <a:pt x="801605" y="6636660"/>
                </a:cubicBezTo>
                <a:cubicBezTo>
                  <a:pt x="803660" y="6635149"/>
                  <a:pt x="806280" y="6634393"/>
                  <a:pt x="809465" y="6634393"/>
                </a:cubicBezTo>
                <a:cubicBezTo>
                  <a:pt x="812367" y="6634393"/>
                  <a:pt x="814735" y="6635099"/>
                  <a:pt x="816569" y="6636509"/>
                </a:cubicBezTo>
                <a:cubicBezTo>
                  <a:pt x="818403" y="6637920"/>
                  <a:pt x="819320" y="6640540"/>
                  <a:pt x="819320" y="6644369"/>
                </a:cubicBezTo>
                <a:lnTo>
                  <a:pt x="819320" y="6647513"/>
                </a:lnTo>
                <a:cubicBezTo>
                  <a:pt x="811540" y="6647675"/>
                  <a:pt x="804718" y="6648249"/>
                  <a:pt x="798854" y="6649236"/>
                </a:cubicBezTo>
                <a:cubicBezTo>
                  <a:pt x="792989" y="6650224"/>
                  <a:pt x="788424" y="6652098"/>
                  <a:pt x="785159" y="6654859"/>
                </a:cubicBezTo>
                <a:cubicBezTo>
                  <a:pt x="781894" y="6657620"/>
                  <a:pt x="780262" y="6661722"/>
                  <a:pt x="780262" y="6667163"/>
                </a:cubicBezTo>
                <a:cubicBezTo>
                  <a:pt x="780262" y="6671073"/>
                  <a:pt x="781159" y="6674328"/>
                  <a:pt x="782952" y="6676928"/>
                </a:cubicBezTo>
                <a:cubicBezTo>
                  <a:pt x="784746" y="6679528"/>
                  <a:pt x="787094" y="6681472"/>
                  <a:pt x="789996" y="6682762"/>
                </a:cubicBezTo>
                <a:cubicBezTo>
                  <a:pt x="792898" y="6684052"/>
                  <a:pt x="796022" y="6684697"/>
                  <a:pt x="799367" y="6684697"/>
                </a:cubicBezTo>
                <a:cubicBezTo>
                  <a:pt x="803680" y="6684697"/>
                  <a:pt x="807489" y="6683961"/>
                  <a:pt x="810795" y="6682490"/>
                </a:cubicBezTo>
                <a:cubicBezTo>
                  <a:pt x="814100" y="6681019"/>
                  <a:pt x="817002" y="6678852"/>
                  <a:pt x="819501" y="6675991"/>
                </a:cubicBezTo>
                <a:lnTo>
                  <a:pt x="819985" y="6683669"/>
                </a:lnTo>
                <a:lnTo>
                  <a:pt x="834979" y="6683669"/>
                </a:lnTo>
                <a:lnTo>
                  <a:pt x="834979" y="6644067"/>
                </a:lnTo>
                <a:cubicBezTo>
                  <a:pt x="834979" y="6640117"/>
                  <a:pt x="834355" y="6636822"/>
                  <a:pt x="833105" y="6634182"/>
                </a:cubicBezTo>
                <a:cubicBezTo>
                  <a:pt x="831855" y="6631541"/>
                  <a:pt x="830092" y="6629456"/>
                  <a:pt x="827815" y="6627924"/>
                </a:cubicBezTo>
                <a:cubicBezTo>
                  <a:pt x="825537" y="6626392"/>
                  <a:pt x="822847" y="6625314"/>
                  <a:pt x="819743" y="6624689"/>
                </a:cubicBezTo>
                <a:cubicBezTo>
                  <a:pt x="816639" y="6624064"/>
                  <a:pt x="813213" y="6623752"/>
                  <a:pt x="809465" y="6623752"/>
                </a:cubicBezTo>
                <a:close/>
                <a:moveTo>
                  <a:pt x="666590" y="6623752"/>
                </a:moveTo>
                <a:cubicBezTo>
                  <a:pt x="660261" y="6623752"/>
                  <a:pt x="654931" y="6624971"/>
                  <a:pt x="650597" y="6627410"/>
                </a:cubicBezTo>
                <a:cubicBezTo>
                  <a:pt x="646264" y="6629849"/>
                  <a:pt x="642979" y="6633325"/>
                  <a:pt x="640742" y="6637839"/>
                </a:cubicBezTo>
                <a:cubicBezTo>
                  <a:pt x="638505" y="6642354"/>
                  <a:pt x="637387" y="6647735"/>
                  <a:pt x="637387" y="6653983"/>
                </a:cubicBezTo>
                <a:cubicBezTo>
                  <a:pt x="637387" y="6660432"/>
                  <a:pt x="638535" y="6665954"/>
                  <a:pt x="640833" y="6670549"/>
                </a:cubicBezTo>
                <a:cubicBezTo>
                  <a:pt x="643131" y="6675144"/>
                  <a:pt x="646516" y="6678661"/>
                  <a:pt x="650990" y="6681100"/>
                </a:cubicBezTo>
                <a:cubicBezTo>
                  <a:pt x="655465" y="6683538"/>
                  <a:pt x="660987" y="6684758"/>
                  <a:pt x="667557" y="6684758"/>
                </a:cubicBezTo>
                <a:cubicBezTo>
                  <a:pt x="672918" y="6684758"/>
                  <a:pt x="677604" y="6684002"/>
                  <a:pt x="681614" y="6682490"/>
                </a:cubicBezTo>
                <a:cubicBezTo>
                  <a:pt x="685625" y="6680979"/>
                  <a:pt x="688789" y="6678691"/>
                  <a:pt x="691107" y="6675628"/>
                </a:cubicBezTo>
                <a:cubicBezTo>
                  <a:pt x="693424" y="6672565"/>
                  <a:pt x="694684" y="6668735"/>
                  <a:pt x="694885" y="6664140"/>
                </a:cubicBezTo>
                <a:lnTo>
                  <a:pt x="679105" y="6664140"/>
                </a:lnTo>
                <a:cubicBezTo>
                  <a:pt x="679065" y="6667123"/>
                  <a:pt x="677997" y="6669370"/>
                  <a:pt x="675901" y="6670882"/>
                </a:cubicBezTo>
                <a:cubicBezTo>
                  <a:pt x="673805" y="6672393"/>
                  <a:pt x="671023" y="6673149"/>
                  <a:pt x="667557" y="6673149"/>
                </a:cubicBezTo>
                <a:cubicBezTo>
                  <a:pt x="664211" y="6673149"/>
                  <a:pt x="661511" y="6672413"/>
                  <a:pt x="659455" y="6670942"/>
                </a:cubicBezTo>
                <a:cubicBezTo>
                  <a:pt x="657399" y="6669471"/>
                  <a:pt x="655898" y="6667526"/>
                  <a:pt x="654951" y="6665108"/>
                </a:cubicBezTo>
                <a:cubicBezTo>
                  <a:pt x="654004" y="6662689"/>
                  <a:pt x="653490" y="6660089"/>
                  <a:pt x="653409" y="6657308"/>
                </a:cubicBezTo>
                <a:lnTo>
                  <a:pt x="694825" y="6657308"/>
                </a:lnTo>
                <a:cubicBezTo>
                  <a:pt x="694906" y="6656865"/>
                  <a:pt x="694966" y="6656230"/>
                  <a:pt x="695006" y="6655404"/>
                </a:cubicBezTo>
                <a:cubicBezTo>
                  <a:pt x="695047" y="6654577"/>
                  <a:pt x="695067" y="6653922"/>
                  <a:pt x="695067" y="6653439"/>
                </a:cubicBezTo>
                <a:cubicBezTo>
                  <a:pt x="695067" y="6643926"/>
                  <a:pt x="692517" y="6636600"/>
                  <a:pt x="687418" y="6631461"/>
                </a:cubicBezTo>
                <a:cubicBezTo>
                  <a:pt x="682320" y="6626322"/>
                  <a:pt x="675377" y="6623752"/>
                  <a:pt x="666590" y="6623752"/>
                </a:cubicBezTo>
                <a:close/>
                <a:moveTo>
                  <a:pt x="566238" y="6602288"/>
                </a:moveTo>
                <a:lnTo>
                  <a:pt x="566238" y="6616436"/>
                </a:lnTo>
                <a:lnTo>
                  <a:pt x="588004" y="6616436"/>
                </a:lnTo>
                <a:lnTo>
                  <a:pt x="588004" y="6683669"/>
                </a:lnTo>
                <a:lnTo>
                  <a:pt x="604993" y="6683669"/>
                </a:lnTo>
                <a:lnTo>
                  <a:pt x="604993" y="6616436"/>
                </a:lnTo>
                <a:lnTo>
                  <a:pt x="626638" y="6616436"/>
                </a:lnTo>
                <a:lnTo>
                  <a:pt x="626638" y="6602288"/>
                </a:lnTo>
                <a:close/>
                <a:moveTo>
                  <a:pt x="972301" y="6601321"/>
                </a:moveTo>
                <a:cubicBezTo>
                  <a:pt x="969359" y="6601321"/>
                  <a:pt x="967111" y="6602056"/>
                  <a:pt x="965560" y="6603528"/>
                </a:cubicBezTo>
                <a:cubicBezTo>
                  <a:pt x="964008" y="6604999"/>
                  <a:pt x="963232" y="6606863"/>
                  <a:pt x="963232" y="6609120"/>
                </a:cubicBezTo>
                <a:cubicBezTo>
                  <a:pt x="963232" y="6611337"/>
                  <a:pt x="964008" y="6613191"/>
                  <a:pt x="965560" y="6614683"/>
                </a:cubicBezTo>
                <a:cubicBezTo>
                  <a:pt x="967111" y="6616174"/>
                  <a:pt x="969359" y="6616920"/>
                  <a:pt x="972301" y="6616920"/>
                </a:cubicBezTo>
                <a:cubicBezTo>
                  <a:pt x="975244" y="6616920"/>
                  <a:pt x="977491" y="6616174"/>
                  <a:pt x="979043" y="6614683"/>
                </a:cubicBezTo>
                <a:cubicBezTo>
                  <a:pt x="980594" y="6613191"/>
                  <a:pt x="981370" y="6611337"/>
                  <a:pt x="981370" y="6609120"/>
                </a:cubicBezTo>
                <a:cubicBezTo>
                  <a:pt x="981370" y="6606863"/>
                  <a:pt x="980594" y="6604999"/>
                  <a:pt x="979043" y="6603528"/>
                </a:cubicBezTo>
                <a:cubicBezTo>
                  <a:pt x="977491" y="6602056"/>
                  <a:pt x="975244" y="6601321"/>
                  <a:pt x="972301" y="6601321"/>
                </a:cubicBezTo>
                <a:close/>
                <a:moveTo>
                  <a:pt x="0" y="0"/>
                </a:moveTo>
                <a:lnTo>
                  <a:pt x="12188952" y="0"/>
                </a:lnTo>
                <a:lnTo>
                  <a:pt x="12188952" y="6858000"/>
                </a:lnTo>
                <a:lnTo>
                  <a:pt x="0" y="6858000"/>
                </a:lnTo>
                <a:close/>
              </a:path>
            </a:pathLst>
          </a:custGeom>
          <a:solidFill>
            <a:schemeClr val="bg1">
              <a:lumMod val="50000"/>
              <a:lumOff val="50000"/>
            </a:schemeClr>
          </a:solidFill>
        </p:spPr>
        <p:txBody>
          <a:bodyPr wrap="square">
            <a:noAutofit/>
          </a:bodyPr>
          <a:lstStyle/>
          <a:p>
            <a:r>
              <a:rPr lang="en-US"/>
              <a:t>Click icon to add picture</a:t>
            </a:r>
          </a:p>
        </p:txBody>
      </p:sp>
      <p:sp>
        <p:nvSpPr>
          <p:cNvPr id="2" name="Title 1">
            <a:extLst>
              <a:ext uri="{FF2B5EF4-FFF2-40B4-BE49-F238E27FC236}">
                <a16:creationId xmlns:a16="http://schemas.microsoft.com/office/drawing/2014/main" xmlns="" id="{2A8160C1-257C-7AAE-C491-296AF113DC78}"/>
              </a:ext>
            </a:extLst>
          </p:cNvPr>
          <p:cNvSpPr>
            <a:spLocks noGrp="1"/>
          </p:cNvSpPr>
          <p:nvPr>
            <p:ph type="title"/>
          </p:nvPr>
        </p:nvSpPr>
        <p:spPr>
          <a:xfrm>
            <a:off x="565150" y="460374"/>
            <a:ext cx="3479800" cy="2212975"/>
          </a:xfrm>
        </p:spPr>
        <p:txBody>
          <a:bodyPr vert="horz"/>
          <a:lstStyle/>
          <a:p>
            <a:r>
              <a:rPr lang="en-US"/>
              <a:t>Click to edit Master title style</a:t>
            </a:r>
          </a:p>
        </p:txBody>
      </p:sp>
      <p:sp>
        <p:nvSpPr>
          <p:cNvPr id="13" name="Text Placeholder 12">
            <a:extLst>
              <a:ext uri="{FF2B5EF4-FFF2-40B4-BE49-F238E27FC236}">
                <a16:creationId xmlns:a16="http://schemas.microsoft.com/office/drawing/2014/main" xmlns="" id="{70DF3DD5-61B4-B393-5871-2AF2ADD0C804}"/>
              </a:ext>
            </a:extLst>
          </p:cNvPr>
          <p:cNvSpPr>
            <a:spLocks noGrp="1"/>
          </p:cNvSpPr>
          <p:nvPr>
            <p:ph type="body" sz="quarter" idx="14"/>
          </p:nvPr>
        </p:nvSpPr>
        <p:spPr>
          <a:xfrm>
            <a:off x="5334000" y="0"/>
            <a:ext cx="6858000" cy="6858000"/>
          </a:xfrm>
          <a:custGeom>
            <a:avLst/>
            <a:gdLst>
              <a:gd name="csX0" fmla="*/ 0 w 6858000"/>
              <a:gd name="csY0" fmla="*/ 0 h 6858000"/>
              <a:gd name="csX1" fmla="*/ 6858000 w 6858000"/>
              <a:gd name="csY1" fmla="*/ 0 h 6858000"/>
              <a:gd name="csX2" fmla="*/ 6858000 w 6858000"/>
              <a:gd name="csY2" fmla="*/ 6858000 h 6858000"/>
              <a:gd name="csX3" fmla="*/ 3429007 w 6858000"/>
              <a:gd name="csY3" fmla="*/ 6858000 h 6858000"/>
              <a:gd name="csX4" fmla="*/ 3429007 w 6858000"/>
              <a:gd name="csY4" fmla="*/ 3428993 h 6858000"/>
              <a:gd name="csX5" fmla="*/ 0 w 6858000"/>
              <a:gd name="csY5" fmla="*/ 3428993 h 6858000"/>
            </a:gdLst>
            <a:ahLst/>
            <a:cxnLst>
              <a:cxn ang="0">
                <a:pos x="csX0" y="csY0"/>
              </a:cxn>
              <a:cxn ang="0">
                <a:pos x="csX1" y="csY1"/>
              </a:cxn>
              <a:cxn ang="0">
                <a:pos x="csX2" y="csY2"/>
              </a:cxn>
              <a:cxn ang="0">
                <a:pos x="csX3" y="csY3"/>
              </a:cxn>
              <a:cxn ang="0">
                <a:pos x="csX4" y="csY4"/>
              </a:cxn>
              <a:cxn ang="0">
                <a:pos x="csX5" y="csY5"/>
              </a:cxn>
            </a:cxnLst>
            <a:rect l="l" t="t" r="r" b="b"/>
            <a:pathLst>
              <a:path w="6858000" h="6858000">
                <a:moveTo>
                  <a:pt x="0" y="0"/>
                </a:moveTo>
                <a:lnTo>
                  <a:pt x="6858000" y="0"/>
                </a:lnTo>
                <a:lnTo>
                  <a:pt x="6858000" y="6858000"/>
                </a:lnTo>
                <a:lnTo>
                  <a:pt x="3429007" y="6858000"/>
                </a:lnTo>
                <a:lnTo>
                  <a:pt x="3429007" y="3428993"/>
                </a:lnTo>
                <a:lnTo>
                  <a:pt x="0" y="3428993"/>
                </a:lnTo>
                <a:close/>
              </a:path>
            </a:pathLst>
          </a:custGeom>
          <a:solidFill>
            <a:schemeClr val="bg1">
              <a:alpha val="30000"/>
            </a:schemeClr>
          </a:solidFill>
        </p:spPr>
        <p:txBody>
          <a:bodyPr wrap="square" lIns="914400" tIns="402336" rIns="1371600">
            <a:noAutofit/>
          </a:bodyPr>
          <a:lstStyle>
            <a:lvl1pPr>
              <a:defRPr sz="1800"/>
            </a:lvl1pPr>
            <a:lvl2pPr>
              <a:defRPr sz="1600"/>
            </a:lvl2pPr>
            <a:lvl3pPr>
              <a:defRPr sz="1600"/>
            </a:lvl3pPr>
            <a:lvl4pPr>
              <a:defRPr sz="1600"/>
            </a:lvl4pPr>
            <a:lvl5pPr>
              <a:defRPr sz="1600"/>
            </a:lvl5pPr>
          </a:lstStyle>
          <a:p>
            <a:pPr lvl="0"/>
            <a:r>
              <a:rPr lang="en-US"/>
              <a:t>Click to edit Master text styles</a:t>
            </a:r>
          </a:p>
        </p:txBody>
      </p:sp>
      <p:sp>
        <p:nvSpPr>
          <p:cNvPr id="6" name="Slide Number Placeholder 5">
            <a:extLst>
              <a:ext uri="{FF2B5EF4-FFF2-40B4-BE49-F238E27FC236}">
                <a16:creationId xmlns:a16="http://schemas.microsoft.com/office/drawing/2014/main" xmlns="" id="{34A4401C-3313-2C03-438B-0B7C7043CEB2}"/>
              </a:ext>
            </a:extLst>
          </p:cNvPr>
          <p:cNvSpPr>
            <a:spLocks noGrp="1"/>
          </p:cNvSpPr>
          <p:nvPr>
            <p:ph type="sldNum" sz="quarter" idx="16"/>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1521226675"/>
      </p:ext>
    </p:extLst>
  </p:cSld>
  <p:clrMapOvr>
    <a:overrideClrMapping bg1="dk1" tx1="lt1" bg2="dk2" tx2="lt2" accent1="accent1" accent2="accent2" accent3="accent3" accent4="accent4" accent5="accent5" accent6="accent6" hlink="hlink" folHlink="folHlink"/>
  </p:clrMapOvr>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Text + Image, 33% lef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1306974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76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10" name="Text Placeholder 9">
            <a:extLst>
              <a:ext uri="{FF2B5EF4-FFF2-40B4-BE49-F238E27FC236}">
                <a16:creationId xmlns:a16="http://schemas.microsoft.com/office/drawing/2014/main" xmlns="" id="{88403ECA-F93D-BE4E-2FD5-BD8E047A9F00}"/>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7" name="Slide Number Placeholder 6">
            <a:extLst>
              <a:ext uri="{FF2B5EF4-FFF2-40B4-BE49-F238E27FC236}">
                <a16:creationId xmlns:a16="http://schemas.microsoft.com/office/drawing/2014/main" xmlns="" id="{1B7C2440-A050-99BC-6EE3-70279BE5C5F5}"/>
              </a:ext>
            </a:extLst>
          </p:cNvPr>
          <p:cNvSpPr>
            <a:spLocks noGrp="1"/>
          </p:cNvSpPr>
          <p:nvPr>
            <p:ph type="sldNum" sz="quarter" idx="15"/>
          </p:nvPr>
        </p:nvSpPr>
        <p:spPr/>
        <p:txBody>
          <a:bodyPr/>
          <a:lstStyle>
            <a:lvl1pPr>
              <a:defRPr>
                <a:solidFill>
                  <a:schemeClr val="bg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4123124671"/>
      </p:ext>
    </p:extLst>
  </p:cSld>
  <p:clrMapOvr>
    <a:masterClrMapping/>
  </p:clrMapOvr>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Text + Image, 33% Lef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403986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86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0"/>
            <a:ext cx="7845425" cy="6858000"/>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388A1134-0987-22DD-8DD0-0A995B637E4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9" name="Slide Number Placeholder 8">
            <a:extLst>
              <a:ext uri="{FF2B5EF4-FFF2-40B4-BE49-F238E27FC236}">
                <a16:creationId xmlns:a16="http://schemas.microsoft.com/office/drawing/2014/main" xmlns="" id="{1E8D5F67-F09B-F6C0-93DE-F3E9F433FD94}"/>
              </a:ext>
            </a:extLst>
          </p:cNvPr>
          <p:cNvSpPr>
            <a:spLocks noGrp="1"/>
          </p:cNvSpPr>
          <p:nvPr>
            <p:ph type="sldNum" sz="quarter" idx="15"/>
          </p:nvPr>
        </p:nvSpPr>
        <p:spPr/>
        <p:txBody>
          <a:bodyPr/>
          <a:lstStyle>
            <a:lvl1pPr>
              <a:defRPr>
                <a:solidFill>
                  <a:schemeClr val="tx1"/>
                </a:solidFill>
              </a:defRPr>
            </a:lvl1pPr>
          </a:lstStyle>
          <a:p>
            <a:fld id="{48F63A3B-78C7-47BE-AE5E-E10140E04643}" type="slidenum">
              <a:rPr lang="en-US" smtClean="0">
                <a:solidFill>
                  <a:srgbClr val="FFFFFF"/>
                </a:solidFill>
              </a:rPr>
              <a:pPr/>
              <a:t>‹#›</a:t>
            </a:fld>
            <a:endParaRPr lang="en-US">
              <a:solidFill>
                <a:srgbClr val="FFFFFF"/>
              </a:solidFill>
            </a:endParaRPr>
          </a:p>
        </p:txBody>
      </p:sp>
    </p:spTree>
    <p:extLst>
      <p:ext uri="{BB962C8B-B14F-4D97-AF65-F5344CB8AC3E}">
        <p14:creationId xmlns:p14="http://schemas.microsoft.com/office/powerpoint/2010/main" val="2799683860"/>
      </p:ext>
    </p:extLst>
  </p:cSld>
  <p:clrMapOvr>
    <a:overrideClrMapping bg1="dk1" tx1="lt1" bg2="dk2" tx2="lt2" accent1="accent1" accent2="accent2" accent3="accent3" accent4="accent4" accent5="accent5" accent6="accent6" hlink="hlink" folHlink="folHlink"/>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preserve="1" userDrawn="1">
  <p:cSld name="Text + Image, inset">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7496910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996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95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737250338"/>
      </p:ext>
    </p:extLst>
  </p:cSld>
  <p:clrMapOvr>
    <a:masterClrMapping/>
  </p:clrMapOvr>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Text + Image, inset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6245650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07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4346575" y="260350"/>
            <a:ext cx="7516368" cy="6035675"/>
          </a:xfrm>
          <a:solidFill>
            <a:schemeClr val="bg1">
              <a:lumMod val="50000"/>
              <a:lumOff val="50000"/>
            </a:schemeClr>
          </a:solidFill>
        </p:spPr>
        <p:txBody>
          <a:bodyPr/>
          <a:lstStyle/>
          <a:p>
            <a:r>
              <a:rPr lang="en-US"/>
              <a:t>Click icon to add picture</a:t>
            </a:r>
          </a:p>
        </p:txBody>
      </p:sp>
      <p:sp>
        <p:nvSpPr>
          <p:cNvPr id="2" name="Title 1">
            <a:extLst>
              <a:ext uri="{FF2B5EF4-FFF2-40B4-BE49-F238E27FC236}">
                <a16:creationId xmlns:a16="http://schemas.microsoft.com/office/drawing/2014/main" xmlns="" id="{8B01CD1D-9029-606D-2AC9-2E64DB47B2D3}"/>
              </a:ext>
            </a:extLst>
          </p:cNvPr>
          <p:cNvSpPr>
            <a:spLocks noGrp="1"/>
          </p:cNvSpPr>
          <p:nvPr>
            <p:ph type="title" hasCustomPrompt="1"/>
          </p:nvPr>
        </p:nvSpPr>
        <p:spPr>
          <a:xfrm>
            <a:off x="565150" y="460374"/>
            <a:ext cx="2538414" cy="1006475"/>
          </a:xfrm>
        </p:spPr>
        <p:txBody>
          <a:bodyPr vert="horz"/>
          <a:lstStyle/>
          <a:p>
            <a:r>
              <a:rPr lang="en-US"/>
              <a:t>Click to add short title</a:t>
            </a:r>
          </a:p>
        </p:txBody>
      </p:sp>
      <p:sp>
        <p:nvSpPr>
          <p:cNvPr id="7" name="Text Placeholder 9">
            <a:extLst>
              <a:ext uri="{FF2B5EF4-FFF2-40B4-BE49-F238E27FC236}">
                <a16:creationId xmlns:a16="http://schemas.microsoft.com/office/drawing/2014/main" xmlns="" id="{C8533EED-4FDE-C8A5-79CA-8C8A0202D107}"/>
              </a:ext>
            </a:extLst>
          </p:cNvPr>
          <p:cNvSpPr>
            <a:spLocks noGrp="1"/>
          </p:cNvSpPr>
          <p:nvPr>
            <p:ph type="body" sz="quarter" idx="13"/>
          </p:nvPr>
        </p:nvSpPr>
        <p:spPr>
          <a:xfrm>
            <a:off x="565150" y="1768475"/>
            <a:ext cx="2538413" cy="4527550"/>
          </a:xfrm>
        </p:spPr>
        <p:txBody>
          <a:bodyPr/>
          <a:lstStyle>
            <a:lvl1pPr>
              <a:spcBef>
                <a:spcPts val="1200"/>
              </a:spcBef>
              <a:defRPr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796937857"/>
      </p:ext>
    </p:extLst>
  </p:cSld>
  <p:clrMapOvr>
    <a:overrideClrMapping bg1="dk1" tx1="lt1" bg2="dk2" tx2="lt2" accent1="accent1" accent2="accent2" accent3="accent3" accent4="accent4" accent5="accent5" accent6="accent6" hlink="hlink" folHlink="folHlink"/>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Text + Image, 2">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1996392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17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56911038"/>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Text + Image, 2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46793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27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539496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12" name="Picture Placeholder 7">
            <a:extLst>
              <a:ext uri="{FF2B5EF4-FFF2-40B4-BE49-F238E27FC236}">
                <a16:creationId xmlns:a16="http://schemas.microsoft.com/office/drawing/2014/main" xmlns="" id="{F3162975-62F4-436D-4FC6-1EF79CDD4AC2}"/>
              </a:ext>
            </a:extLst>
          </p:cNvPr>
          <p:cNvSpPr>
            <a:spLocks noGrp="1"/>
          </p:cNvSpPr>
          <p:nvPr>
            <p:ph type="pic" sz="quarter" idx="14"/>
          </p:nvPr>
        </p:nvSpPr>
        <p:spPr>
          <a:xfrm>
            <a:off x="6248400" y="1481052"/>
            <a:ext cx="5394960"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2C720AD6-ACB0-70C4-C4D3-72062B4A44CD}"/>
              </a:ext>
            </a:extLst>
          </p:cNvPr>
          <p:cNvSpPr>
            <a:spLocks noGrp="1"/>
          </p:cNvSpPr>
          <p:nvPr>
            <p:ph type="body" sz="quarter" idx="15"/>
          </p:nvPr>
        </p:nvSpPr>
        <p:spPr>
          <a:xfrm>
            <a:off x="6248399" y="4191001"/>
            <a:ext cx="539496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133383088"/>
      </p:ext>
    </p:extLst>
  </p:cSld>
  <p:clrMapOvr>
    <a:overrideClrMapping bg1="dk1" tx1="lt1" bg2="dk2" tx2="lt2" accent1="accent1" accent2="accent2" accent3="accent3" accent4="accent4" accent5="accent5" accent6="accent6" hlink="hlink" folHlink="folHlink"/>
  </p:clrMapOvr>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Text + Image, 3">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357728713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37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899920229"/>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preserve="1" userDrawn="1">
  <p:cSld name="Text + Image, 3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198710448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48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3479800"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4355373" y="1481052"/>
            <a:ext cx="3479800"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4355372"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8145596" y="1481052"/>
            <a:ext cx="3479800"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8145595" y="4191001"/>
            <a:ext cx="34798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30336317"/>
      </p:ext>
    </p:extLst>
  </p:cSld>
  <p:clrMapOvr>
    <a:overrideClrMapping bg1="dk1" tx1="lt1" bg2="dk2" tx2="lt2" accent1="accent1" accent2="accent2" accent3="accent3" accent4="accent4" accent5="accent5" accent6="accent6" hlink="hlink" folHlink="folHlink"/>
  </p:clrMapOvr>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ext + Image, 4">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0335989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58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95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95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95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95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5E5751"/>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855891793"/>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Text + Image, 4 (Carbon)">
    <p:bg>
      <p:bgPr>
        <a:solidFill>
          <a:schemeClr val="bg1"/>
        </a:solidFill>
        <a:effectLst/>
      </p:bgPr>
    </p:bg>
    <p:spTree>
      <p:nvGrpSpPr>
        <p:cNvPr id="1" name=""/>
        <p:cNvGrpSpPr/>
        <p:nvPr/>
      </p:nvGrpSpPr>
      <p:grpSpPr>
        <a:xfrm>
          <a:off x="0" y="0"/>
          <a:ext cx="0" cy="0"/>
          <a:chOff x="0" y="0"/>
          <a:chExt cx="0" cy="0"/>
        </a:xfrm>
      </p:grpSpPr>
      <p:graphicFrame>
        <p:nvGraphicFramePr>
          <p:cNvPr id="6" name="think-cell data - do not delete" hidden="1">
            <a:extLst>
              <a:ext uri="{FF2B5EF4-FFF2-40B4-BE49-F238E27FC236}">
                <a16:creationId xmlns:a16="http://schemas.microsoft.com/office/drawing/2014/main" xmlns="" id="{380A0ECC-1D66-B098-5210-118057BE6507}"/>
              </a:ext>
            </a:extLst>
          </p:cNvPr>
          <p:cNvGraphicFramePr>
            <a:graphicFrameLocks noChangeAspect="1"/>
          </p:cNvGraphicFramePr>
          <p:nvPr userDrawn="1">
            <p:custDataLst>
              <p:tags r:id="rId2"/>
            </p:custDataLst>
            <p:extLst>
              <p:ext uri="{D42A27DB-BD31-4B8C-83A1-F6EECF244321}">
                <p14:modId xmlns:p14="http://schemas.microsoft.com/office/powerpoint/2010/main" val="25074786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68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8" name="Picture Placeholder 7">
            <a:extLst>
              <a:ext uri="{FF2B5EF4-FFF2-40B4-BE49-F238E27FC236}">
                <a16:creationId xmlns:a16="http://schemas.microsoft.com/office/drawing/2014/main" xmlns="" id="{65A0BD3C-982A-53AE-710F-83E577BFB7DE}"/>
              </a:ext>
            </a:extLst>
          </p:cNvPr>
          <p:cNvSpPr>
            <a:spLocks noGrp="1"/>
          </p:cNvSpPr>
          <p:nvPr>
            <p:ph type="pic" sz="quarter" idx="12"/>
          </p:nvPr>
        </p:nvSpPr>
        <p:spPr>
          <a:xfrm>
            <a:off x="565150" y="1481052"/>
            <a:ext cx="2542032" cy="2416683"/>
          </a:xfrm>
          <a:solidFill>
            <a:schemeClr val="bg1">
              <a:lumMod val="50000"/>
              <a:lumOff val="50000"/>
            </a:schemeClr>
          </a:solidFill>
        </p:spPr>
        <p:txBody>
          <a:bodyPr/>
          <a:lstStyle/>
          <a:p>
            <a:r>
              <a:rPr lang="en-US"/>
              <a:t>Click icon to add picture</a:t>
            </a:r>
          </a:p>
        </p:txBody>
      </p:sp>
      <p:sp>
        <p:nvSpPr>
          <p:cNvPr id="7" name="Text Placeholder 9">
            <a:extLst>
              <a:ext uri="{FF2B5EF4-FFF2-40B4-BE49-F238E27FC236}">
                <a16:creationId xmlns:a16="http://schemas.microsoft.com/office/drawing/2014/main" xmlns="" id="{E900B526-266F-B612-5C34-062E50CF80F6}"/>
              </a:ext>
            </a:extLst>
          </p:cNvPr>
          <p:cNvSpPr>
            <a:spLocks noGrp="1"/>
          </p:cNvSpPr>
          <p:nvPr>
            <p:ph type="body" sz="quarter" idx="13"/>
          </p:nvPr>
        </p:nvSpPr>
        <p:spPr>
          <a:xfrm>
            <a:off x="565149" y="4191001"/>
            <a:ext cx="2542032"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5" name="Title 4">
            <a:extLst>
              <a:ext uri="{FF2B5EF4-FFF2-40B4-BE49-F238E27FC236}">
                <a16:creationId xmlns:a16="http://schemas.microsoft.com/office/drawing/2014/main" xmlns="" id="{370CD32A-0F00-F059-B64C-771616DEB459}"/>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2" name="Picture Placeholder 7">
            <a:extLst>
              <a:ext uri="{FF2B5EF4-FFF2-40B4-BE49-F238E27FC236}">
                <a16:creationId xmlns:a16="http://schemas.microsoft.com/office/drawing/2014/main" xmlns="" id="{C426DFC7-77AC-5D09-1D2D-DF1BDDB507BC}"/>
              </a:ext>
            </a:extLst>
          </p:cNvPr>
          <p:cNvSpPr>
            <a:spLocks noGrp="1"/>
          </p:cNvSpPr>
          <p:nvPr>
            <p:ph type="pic" sz="quarter" idx="14"/>
          </p:nvPr>
        </p:nvSpPr>
        <p:spPr>
          <a:xfrm>
            <a:off x="3406627" y="1481052"/>
            <a:ext cx="2542032" cy="2416683"/>
          </a:xfrm>
          <a:solidFill>
            <a:schemeClr val="bg1">
              <a:lumMod val="50000"/>
              <a:lumOff val="50000"/>
            </a:schemeClr>
          </a:solidFill>
        </p:spPr>
        <p:txBody>
          <a:bodyPr/>
          <a:lstStyle/>
          <a:p>
            <a:r>
              <a:rPr lang="en-US"/>
              <a:t>Click icon to add picture</a:t>
            </a:r>
          </a:p>
        </p:txBody>
      </p:sp>
      <p:sp>
        <p:nvSpPr>
          <p:cNvPr id="9" name="Text Placeholder 9">
            <a:extLst>
              <a:ext uri="{FF2B5EF4-FFF2-40B4-BE49-F238E27FC236}">
                <a16:creationId xmlns:a16="http://schemas.microsoft.com/office/drawing/2014/main" xmlns="" id="{E61938BC-BFC8-5C34-14B6-ABA4979B2378}"/>
              </a:ext>
            </a:extLst>
          </p:cNvPr>
          <p:cNvSpPr>
            <a:spLocks noGrp="1"/>
          </p:cNvSpPr>
          <p:nvPr>
            <p:ph type="body" sz="quarter" idx="15"/>
          </p:nvPr>
        </p:nvSpPr>
        <p:spPr>
          <a:xfrm>
            <a:off x="3408658"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0" name="Picture Placeholder 7">
            <a:extLst>
              <a:ext uri="{FF2B5EF4-FFF2-40B4-BE49-F238E27FC236}">
                <a16:creationId xmlns:a16="http://schemas.microsoft.com/office/drawing/2014/main" xmlns="" id="{F0E6370C-4B6C-16C6-400E-ADA71B718584}"/>
              </a:ext>
            </a:extLst>
          </p:cNvPr>
          <p:cNvSpPr>
            <a:spLocks noGrp="1"/>
          </p:cNvSpPr>
          <p:nvPr>
            <p:ph type="pic" sz="quarter" idx="16"/>
          </p:nvPr>
        </p:nvSpPr>
        <p:spPr>
          <a:xfrm>
            <a:off x="6248104" y="1481052"/>
            <a:ext cx="2542032" cy="2416683"/>
          </a:xfrm>
          <a:solidFill>
            <a:schemeClr val="bg1">
              <a:lumMod val="50000"/>
              <a:lumOff val="50000"/>
            </a:schemeClr>
          </a:solidFill>
        </p:spPr>
        <p:txBody>
          <a:bodyPr/>
          <a:lstStyle/>
          <a:p>
            <a:r>
              <a:rPr lang="en-US"/>
              <a:t>Click icon to add picture</a:t>
            </a:r>
          </a:p>
        </p:txBody>
      </p:sp>
      <p:sp>
        <p:nvSpPr>
          <p:cNvPr id="11" name="Text Placeholder 9">
            <a:extLst>
              <a:ext uri="{FF2B5EF4-FFF2-40B4-BE49-F238E27FC236}">
                <a16:creationId xmlns:a16="http://schemas.microsoft.com/office/drawing/2014/main" xmlns="" id="{BDDDA5D0-45B3-08F4-D76C-47407E4CD0CF}"/>
              </a:ext>
            </a:extLst>
          </p:cNvPr>
          <p:cNvSpPr>
            <a:spLocks noGrp="1"/>
          </p:cNvSpPr>
          <p:nvPr>
            <p:ph type="body" sz="quarter" idx="17"/>
          </p:nvPr>
        </p:nvSpPr>
        <p:spPr>
          <a:xfrm>
            <a:off x="6250135"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
        <p:nvSpPr>
          <p:cNvPr id="12" name="Picture Placeholder 7">
            <a:extLst>
              <a:ext uri="{FF2B5EF4-FFF2-40B4-BE49-F238E27FC236}">
                <a16:creationId xmlns:a16="http://schemas.microsoft.com/office/drawing/2014/main" xmlns="" id="{F46AC7D4-BC15-6A84-4467-242C1C4BAFE1}"/>
              </a:ext>
            </a:extLst>
          </p:cNvPr>
          <p:cNvSpPr>
            <a:spLocks noGrp="1"/>
          </p:cNvSpPr>
          <p:nvPr>
            <p:ph type="pic" sz="quarter" idx="18"/>
          </p:nvPr>
        </p:nvSpPr>
        <p:spPr>
          <a:xfrm>
            <a:off x="9089580" y="1481052"/>
            <a:ext cx="2542032" cy="2416683"/>
          </a:xfrm>
          <a:solidFill>
            <a:schemeClr val="bg1">
              <a:lumMod val="50000"/>
              <a:lumOff val="50000"/>
            </a:schemeClr>
          </a:solidFill>
        </p:spPr>
        <p:txBody>
          <a:bodyPr/>
          <a:lstStyle/>
          <a:p>
            <a:r>
              <a:rPr lang="en-US"/>
              <a:t>Click icon to add picture</a:t>
            </a:r>
          </a:p>
        </p:txBody>
      </p:sp>
      <p:sp>
        <p:nvSpPr>
          <p:cNvPr id="13" name="Text Placeholder 9">
            <a:extLst>
              <a:ext uri="{FF2B5EF4-FFF2-40B4-BE49-F238E27FC236}">
                <a16:creationId xmlns:a16="http://schemas.microsoft.com/office/drawing/2014/main" xmlns="" id="{9903FE93-7DD1-D9EC-1426-97509BCD2DCB}"/>
              </a:ext>
            </a:extLst>
          </p:cNvPr>
          <p:cNvSpPr>
            <a:spLocks noGrp="1"/>
          </p:cNvSpPr>
          <p:nvPr>
            <p:ph type="body" sz="quarter" idx="19"/>
          </p:nvPr>
        </p:nvSpPr>
        <p:spPr>
          <a:xfrm>
            <a:off x="9091612" y="4191001"/>
            <a:ext cx="2540000" cy="2105024"/>
          </a:xfrm>
        </p:spPr>
        <p:txBody>
          <a:bodyPr/>
          <a:lstStyle>
            <a:lvl1pPr>
              <a:spcBef>
                <a:spcPts val="1200"/>
              </a:spcBef>
              <a:defRPr sz="1600" b="1"/>
            </a:lvl1pPr>
            <a:lvl2pPr marL="0" indent="0">
              <a:spcBef>
                <a:spcPts val="1200"/>
              </a:spcBef>
              <a:buNone/>
              <a:defRPr>
                <a:solidFill>
                  <a:srgbClr val="BEB4AA"/>
                </a:solidFill>
              </a:defRPr>
            </a:lvl2pPr>
            <a:lvl3pPr>
              <a:spcBef>
                <a:spcPts val="0"/>
              </a:spcBef>
              <a:defRPr/>
            </a:lvl3pPr>
            <a:lvl4pPr>
              <a:spcBef>
                <a:spcPts val="0"/>
              </a:spcBef>
              <a:defRPr/>
            </a:lvl4pPr>
            <a:lvl5pPr>
              <a:spcBef>
                <a:spcPts val="0"/>
              </a:spcBef>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88871333"/>
      </p:ext>
    </p:extLst>
  </p:cSld>
  <p:clrMapOvr>
    <a:overrideClrMapping bg1="dk1" tx1="lt1" bg2="dk2" tx2="lt2" accent1="accent1" accent2="accent2" accent3="accent3" accent4="accent4" accent5="accent5" accent6="accent6" hlink="hlink" folHlink="folHlink"/>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37508618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78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310147" y="1305349"/>
            <a:ext cx="5571717" cy="4247317"/>
          </a:xfrm>
          <a:prstGeom prst="rect">
            <a:avLst/>
          </a:prstGeom>
          <a:noFill/>
        </p:spPr>
        <p:txBody>
          <a:bodyPr wrap="none" lIns="0" tIns="0" rIns="0" bIns="0" rtlCol="0" anchor="ctr">
            <a:spAutoFit/>
          </a:bodyPr>
          <a:lstStyle/>
          <a:p>
            <a:pPr algn="ctr"/>
            <a:r>
              <a:rPr lang="en-US" sz="13800">
                <a:solidFill>
                  <a:srgbClr val="000000"/>
                </a:solidFill>
              </a:rPr>
              <a:t>Case</a:t>
            </a:r>
          </a:p>
          <a:p>
            <a:pPr algn="ctr"/>
            <a:r>
              <a:rPr lang="en-US" sz="13800">
                <a:solidFill>
                  <a:srgbClr val="000000"/>
                </a:solidFill>
              </a:rPr>
              <a:t>layouts</a:t>
            </a:r>
          </a:p>
        </p:txBody>
      </p:sp>
    </p:spTree>
    <p:extLst>
      <p:ext uri="{BB962C8B-B14F-4D97-AF65-F5344CB8AC3E}">
        <p14:creationId xmlns:p14="http://schemas.microsoft.com/office/powerpoint/2010/main" val="465531071"/>
      </p:ext>
    </p:extLst>
  </p:cSld>
  <p:clrMapOvr>
    <a:masterClrMapping/>
  </p:clrMapOvr>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6_Case">
    <p:bg>
      <p:bgPr>
        <a:solidFill>
          <a:schemeClr val="bg2"/>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46" name="Rectangle 45">
            <a:extLst>
              <a:ext uri="{FF2B5EF4-FFF2-40B4-BE49-F238E27FC236}">
                <a16:creationId xmlns:a16="http://schemas.microsoft.com/office/drawing/2014/main" xmlns="" id="{EDF65D57-7405-B1F1-189F-3EA07B19BDD8}"/>
              </a:ext>
            </a:extLst>
          </p:cNvPr>
          <p:cNvSpPr/>
          <p:nvPr userDrawn="1"/>
        </p:nvSpPr>
        <p:spPr>
          <a:xfrm>
            <a:off x="5525393" y="5300630"/>
            <a:ext cx="6316085" cy="1124607"/>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53997667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2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407613272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8923"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chemeClr val="tx1">
                    <a:lumMod val="65000"/>
                    <a:lumOff val="3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95236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45" name="TextBox 44">
            <a:extLst>
              <a:ext uri="{FF2B5EF4-FFF2-40B4-BE49-F238E27FC236}">
                <a16:creationId xmlns:a16="http://schemas.microsoft.com/office/drawing/2014/main" xmlns="" id="{E7B7D991-8F48-A2FE-48B9-5DE04A8FC96C}"/>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930839048"/>
      </p:ext>
    </p:extLst>
  </p:cSld>
  <p:clrMapOvr>
    <a:masterClrMapping/>
  </p:clrMapOvr>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7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1" name="Rectangle 10">
            <a:extLst>
              <a:ext uri="{FF2B5EF4-FFF2-40B4-BE49-F238E27FC236}">
                <a16:creationId xmlns:a16="http://schemas.microsoft.com/office/drawing/2014/main" xmlns="" id="{ACF7983F-BA5F-CFFA-A0A8-08DDC8806E6C}"/>
              </a:ext>
            </a:extLst>
          </p:cNvPr>
          <p:cNvSpPr/>
          <p:nvPr userDrawn="1"/>
        </p:nvSpPr>
        <p:spPr>
          <a:xfrm>
            <a:off x="5525393" y="5300630"/>
            <a:ext cx="6316085" cy="1124607"/>
          </a:xfrm>
          <a:prstGeom prst="rect">
            <a:avLst/>
          </a:prstGeom>
          <a:solidFill>
            <a:srgbClr val="DAD2C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3315002800"/>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6"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6820632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09947"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baseline="0">
                <a:solidFill>
                  <a:srgbClr val="8E867E"/>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881247" cy="168321"/>
          </a:xfrm>
        </p:spPr>
        <p:txBody>
          <a:bodyPr/>
          <a:lstStyle>
            <a:lvl1pPr marL="182880" indent="-182880">
              <a:lnSpc>
                <a:spcPct val="100000"/>
              </a:lnSpc>
              <a:spcBef>
                <a:spcPts val="0"/>
              </a:spcBef>
              <a:buFont typeface="Arial" panose="020B0604020202020204" pitchFamily="34" charset="0"/>
              <a:buNone/>
              <a:defRPr sz="1100" b="1" kern="1200" cap="all" spc="200" baseline="0">
                <a:solidFill>
                  <a:srgbClr val="8E867E"/>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200" baseline="0">
                <a:solidFill>
                  <a:srgbClr val="5E575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1527769"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rgbClr val="8E867E"/>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 </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sp>
        <p:nvSpPr>
          <p:cNvPr id="8" name="TextBox 7">
            <a:extLst>
              <a:ext uri="{FF2B5EF4-FFF2-40B4-BE49-F238E27FC236}">
                <a16:creationId xmlns:a16="http://schemas.microsoft.com/office/drawing/2014/main" xmlns="" id="{132D2CBB-6B5E-C0DC-5A56-451205979AAE}"/>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Tree>
    <p:extLst>
      <p:ext uri="{BB962C8B-B14F-4D97-AF65-F5344CB8AC3E}">
        <p14:creationId xmlns:p14="http://schemas.microsoft.com/office/powerpoint/2010/main" val="2072111206"/>
      </p:ext>
    </p:extLst>
  </p:cSld>
  <p:clrMapOvr>
    <a:masterClrMapping/>
  </p:clrMapOvr>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8_Case">
    <p:bg>
      <p:bgPr>
        <a:solidFill>
          <a:schemeClr val="tx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985640" y="1"/>
            <a:ext cx="7246467" cy="6857999"/>
          </a:xfrm>
          <a:prstGeom prst="rect">
            <a:avLst/>
          </a:prstGeom>
          <a:solidFill>
            <a:srgbClr val="1E1E1E"/>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19" name="Rectangle 18">
            <a:extLst>
              <a:ext uri="{FF2B5EF4-FFF2-40B4-BE49-F238E27FC236}">
                <a16:creationId xmlns:a16="http://schemas.microsoft.com/office/drawing/2014/main" xmlns="" id="{EBFAB308-4AAB-3B8F-BC70-3145A0D359C1}"/>
              </a:ext>
            </a:extLst>
          </p:cNvPr>
          <p:cNvSpPr/>
          <p:nvPr userDrawn="1"/>
        </p:nvSpPr>
        <p:spPr>
          <a:xfrm>
            <a:off x="5525393" y="5300630"/>
            <a:ext cx="6316085" cy="1124607"/>
          </a:xfrm>
          <a:prstGeom prst="rect">
            <a:avLst/>
          </a:prstGeom>
          <a:solidFill>
            <a:srgbClr val="16161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sz="1200" dirty="0">
              <a:solidFill>
                <a:srgbClr val="000000"/>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2429785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70"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49" y="460375"/>
            <a:ext cx="4109385" cy="1124586"/>
          </a:xfrm>
        </p:spPr>
        <p:txBody>
          <a:bodyPr vert="horz"/>
          <a:lstStyle>
            <a:lvl1pPr>
              <a:defRPr b="0">
                <a:solidFill>
                  <a:schemeClr val="bg1"/>
                </a:solidFill>
              </a:defRPr>
            </a:lvl1pPr>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hasCustomPrompt="1"/>
          </p:nvPr>
        </p:nvSpPr>
        <p:spPr>
          <a:xfrm>
            <a:off x="565149" y="1764273"/>
            <a:ext cx="4109386" cy="470928"/>
          </a:xfrm>
        </p:spPr>
        <p:txBody>
          <a:bodyPr/>
          <a:lstStyle>
            <a:lvl1pPr>
              <a:spcBef>
                <a:spcPts val="1200"/>
              </a:spcBef>
              <a:defRPr sz="1100" b="1">
                <a:solidFill>
                  <a:schemeClr val="bg1"/>
                </a:solidFill>
              </a:defRPr>
            </a:lvl1pPr>
            <a:lvl2pPr marL="0" indent="0">
              <a:spcBef>
                <a:spcPts val="1200"/>
              </a:spcBef>
              <a:buNone/>
              <a:defRPr>
                <a:solidFill>
                  <a:srgbClr val="5E5751"/>
                </a:solidFill>
              </a:defRPr>
            </a:lvl2pPr>
          </a:lstStyle>
          <a:p>
            <a:pPr lvl="0"/>
            <a:r>
              <a:rPr lang="en-US" dirty="0"/>
              <a:t>Sub Heading</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solidFill>
                  <a:schemeClr val="bg1">
                    <a:lumMod val="50000"/>
                  </a:schemeClr>
                </a:solidFill>
              </a:defRPr>
            </a:lvl1pPr>
          </a:lstStyle>
          <a:p>
            <a:fld id="{48F63A3B-78C7-47BE-AE5E-E10140E04643}" type="slidenum">
              <a:rPr lang="en-US" smtClean="0">
                <a:solidFill>
                  <a:srgbClr val="FFFFFF">
                    <a:lumMod val="50000"/>
                  </a:srgbClr>
                </a:solidFill>
              </a:rPr>
              <a:pPr/>
              <a:t>‹#›</a:t>
            </a:fld>
            <a:endParaRPr lang="en-US">
              <a:solidFill>
                <a:srgbClr val="FFFFFF">
                  <a:lumMod val="50000"/>
                </a:srgbClr>
              </a:solidFill>
            </a:endParaRPr>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hasCustomPrompt="1"/>
          </p:nvPr>
        </p:nvSpPr>
        <p:spPr>
          <a:xfrm>
            <a:off x="5523488" y="460375"/>
            <a:ext cx="6101458"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0" tIns="45720" rIns="91440" bIns="45720" rtlCol="0" anchor="ctr">
            <a:noAutofit/>
          </a:bodyPr>
          <a:lstStyle>
            <a:lvl1pPr>
              <a:buNone/>
              <a:defRPr kumimoji="0" lang="en-US" sz="1100" b="1" kern="1000" cap="all" spc="300" normalizeH="0" baseline="0" dirty="0" smtClean="0">
                <a:ln>
                  <a:noFill/>
                </a:ln>
                <a:solidFill>
                  <a:schemeClr val="tx2"/>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it-IT" dirty="0"/>
              <a:t>Title</a:t>
            </a:r>
            <a:endParaRPr lang="en-US" dirty="0"/>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hasCustomPrompt="1"/>
          </p:nvPr>
        </p:nvSpPr>
        <p:spPr>
          <a:xfrm>
            <a:off x="5525393" y="1277449"/>
            <a:ext cx="6316085" cy="1015880"/>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91778956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0971" name="think-cell Slide" r:id="rId7" imgW="7772400" imgH="10058400" progId="TCLayout.ActiveDocument.1">
                  <p:embed/>
                </p:oleObj>
              </mc:Choice>
              <mc:Fallback>
                <p:oleObj name="think-cell Slide" r:id="rId7"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53888"/>
          </a:xfrm>
          <a:prstGeom prst="rect">
            <a:avLst/>
          </a:prstGeom>
          <a:noFill/>
        </p:spPr>
        <p:txBody>
          <a:bodyPr wrap="square" lIns="0" tIns="0" rIns="0" bIns="0" rtlCol="0">
            <a:spAutoFit/>
          </a:bodyPr>
          <a:lstStyle/>
          <a:p>
            <a:pPr algn="r"/>
            <a:fld id="{62A6DD37-EB78-B147-89E4-8AE27B51EE89}" type="slidenum">
              <a:rPr lang="en-US" sz="1000" smtClean="0">
                <a:solidFill>
                  <a:srgbClr val="FFFFFF">
                    <a:lumMod val="50000"/>
                  </a:srgbClr>
                </a:solidFill>
              </a:rPr>
              <a:pPr algn="r"/>
              <a:t>‹#›</a:t>
            </a:fld>
            <a:endParaRPr lang="en-US" sz="1000">
              <a:solidFill>
                <a:srgbClr val="FFFFFF">
                  <a:lumMod val="50000"/>
                </a:srgbClr>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FFFFFF">
                    <a:lumMod val="50000"/>
                  </a:srgbClr>
                </a:solidFill>
              </a:rPr>
              <a:t>Copyright 2026, Strictly Confidential, All rights reserved</a:t>
            </a:r>
          </a:p>
        </p:txBody>
      </p:sp>
      <p:sp>
        <p:nvSpPr>
          <p:cNvPr id="26" name="Text Placeholder 11">
            <a:extLst>
              <a:ext uri="{FF2B5EF4-FFF2-40B4-BE49-F238E27FC236}">
                <a16:creationId xmlns:a16="http://schemas.microsoft.com/office/drawing/2014/main" xmlns="" id="{F51F3B15-2605-2A5A-B0F4-B4BBFD52367C}"/>
              </a:ext>
            </a:extLst>
          </p:cNvPr>
          <p:cNvSpPr>
            <a:spLocks noGrp="1"/>
          </p:cNvSpPr>
          <p:nvPr>
            <p:ph type="body" sz="quarter" idx="21" hasCustomPrompt="1"/>
          </p:nvPr>
        </p:nvSpPr>
        <p:spPr>
          <a:xfrm>
            <a:off x="565148" y="2374334"/>
            <a:ext cx="4109387" cy="1054666"/>
          </a:xfrm>
        </p:spPr>
        <p:txBody>
          <a:bodyPr/>
          <a:lstStyle>
            <a:lvl1pPr>
              <a:spcBef>
                <a:spcPts val="1200"/>
              </a:spcBef>
              <a:defRPr sz="1100" b="0">
                <a:solidFill>
                  <a:schemeClr val="bg1">
                    <a:lumMod val="75000"/>
                  </a:schemeClr>
                </a:solidFill>
              </a:defRPr>
            </a:lvl1pPr>
            <a:lvl2pPr marL="0" indent="0">
              <a:spcBef>
                <a:spcPts val="1200"/>
              </a:spcBef>
              <a:buNone/>
              <a:defRPr>
                <a:solidFill>
                  <a:srgbClr val="5E5751"/>
                </a:solidFill>
              </a:defRPr>
            </a:lvl2pPr>
          </a:lstStyle>
          <a:p>
            <a:pPr lvl="0"/>
            <a:r>
              <a:rPr lang="en-US" dirty="0"/>
              <a:t>Body text</a:t>
            </a:r>
          </a:p>
        </p:txBody>
      </p:sp>
      <p:sp>
        <p:nvSpPr>
          <p:cNvPr id="30" name="Text Placeholder 24">
            <a:extLst>
              <a:ext uri="{FF2B5EF4-FFF2-40B4-BE49-F238E27FC236}">
                <a16:creationId xmlns:a16="http://schemas.microsoft.com/office/drawing/2014/main" xmlns="" id="{D738CE7C-9AC6-FCC5-F504-B9842892C1D3}"/>
              </a:ext>
            </a:extLst>
          </p:cNvPr>
          <p:cNvSpPr>
            <a:spLocks noGrp="1"/>
          </p:cNvSpPr>
          <p:nvPr>
            <p:ph type="body" sz="quarter" idx="22" hasCustomPrompt="1"/>
          </p:nvPr>
        </p:nvSpPr>
        <p:spPr>
          <a:xfrm>
            <a:off x="5525393" y="897678"/>
            <a:ext cx="1992072" cy="215019"/>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CHALLENGE</a:t>
            </a:r>
            <a:endParaRPr lang="en-US" dirty="0"/>
          </a:p>
        </p:txBody>
      </p:sp>
      <p:cxnSp>
        <p:nvCxnSpPr>
          <p:cNvPr id="32" name="Straight Connector 31">
            <a:extLst>
              <a:ext uri="{FF2B5EF4-FFF2-40B4-BE49-F238E27FC236}">
                <a16:creationId xmlns:a16="http://schemas.microsoft.com/office/drawing/2014/main" xmlns="" id="{4FB4D2BC-094E-AA94-9C06-9E34623A44FC}"/>
              </a:ext>
            </a:extLst>
          </p:cNvPr>
          <p:cNvCxnSpPr>
            <a:cxnSpLocks/>
          </p:cNvCxnSpPr>
          <p:nvPr userDrawn="1"/>
        </p:nvCxnSpPr>
        <p:spPr>
          <a:xfrm>
            <a:off x="5525393" y="1157468"/>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4" name="Text Placeholder 24">
            <a:extLst>
              <a:ext uri="{FF2B5EF4-FFF2-40B4-BE49-F238E27FC236}">
                <a16:creationId xmlns:a16="http://schemas.microsoft.com/office/drawing/2014/main" xmlns="" id="{817F6CD0-4A9E-ED23-AD80-A9611F4C61BD}"/>
              </a:ext>
            </a:extLst>
          </p:cNvPr>
          <p:cNvSpPr>
            <a:spLocks noGrp="1"/>
          </p:cNvSpPr>
          <p:nvPr>
            <p:ph type="body" sz="quarter" idx="23" hasCustomPrompt="1"/>
          </p:nvPr>
        </p:nvSpPr>
        <p:spPr>
          <a:xfrm>
            <a:off x="5525393" y="3026014"/>
            <a:ext cx="6316085" cy="2109866"/>
          </a:xfrm>
        </p:spPr>
        <p:txBody>
          <a:bodyPr/>
          <a:lstStyle>
            <a:lvl1pPr marL="0" indent="0">
              <a:lnSpc>
                <a:spcPct val="100000"/>
              </a:lnSpc>
              <a:spcBef>
                <a:spcPts val="0"/>
              </a:spcBef>
              <a:buFont typeface="Arial" panose="020B0604020202020204" pitchFamily="34" charset="0"/>
              <a:buNone/>
              <a:defRPr sz="1050">
                <a:solidFill>
                  <a:schemeClr val="bg1">
                    <a:lumMod val="65000"/>
                  </a:schemeClr>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Body text</a:t>
            </a:r>
          </a:p>
        </p:txBody>
      </p:sp>
      <p:sp>
        <p:nvSpPr>
          <p:cNvPr id="35" name="Text Placeholder 24">
            <a:extLst>
              <a:ext uri="{FF2B5EF4-FFF2-40B4-BE49-F238E27FC236}">
                <a16:creationId xmlns:a16="http://schemas.microsoft.com/office/drawing/2014/main" xmlns="" id="{87E1CC24-D75A-C013-9495-53F0C22A2596}"/>
              </a:ext>
            </a:extLst>
          </p:cNvPr>
          <p:cNvSpPr>
            <a:spLocks noGrp="1"/>
          </p:cNvSpPr>
          <p:nvPr>
            <p:ph type="body" sz="quarter" idx="24" hasCustomPrompt="1"/>
          </p:nvPr>
        </p:nvSpPr>
        <p:spPr>
          <a:xfrm>
            <a:off x="5525393" y="2646243"/>
            <a:ext cx="2241927" cy="168321"/>
          </a:xfrm>
        </p:spPr>
        <p:txBody>
          <a:bodyPr/>
          <a:lstStyle>
            <a:lvl1pPr marL="182880" indent="-182880">
              <a:lnSpc>
                <a:spcPct val="100000"/>
              </a:lnSpc>
              <a:spcBef>
                <a:spcPts val="0"/>
              </a:spcBef>
              <a:buFont typeface="Arial" panose="020B0604020202020204" pitchFamily="34" charset="0"/>
              <a:buNone/>
              <a:defRPr lang="en-US" sz="1100" b="1" kern="1200" cap="all" spc="200" baseline="0" dirty="0">
                <a:solidFill>
                  <a:schemeClr val="tx1">
                    <a:lumMod val="50000"/>
                    <a:lumOff val="50000"/>
                  </a:schemeClr>
                </a:solidFill>
                <a:latin typeface="+mn-lt"/>
                <a:ea typeface="+mn-ea"/>
                <a:cs typeface="+mn-cs"/>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marL="182880" lvl="0" indent="-182880" algn="l" defTabSz="914400" rtl="0" eaLnBrk="1" latinLnBrk="0" hangingPunct="1">
              <a:lnSpc>
                <a:spcPct val="100000"/>
              </a:lnSpc>
              <a:spcBef>
                <a:spcPts val="0"/>
              </a:spcBef>
              <a:buFont typeface="Arial" panose="020B0604020202020204" pitchFamily="34" charset="0"/>
              <a:buNone/>
            </a:pPr>
            <a:r>
              <a:rPr lang="en-IN" dirty="0"/>
              <a:t>THE SOLUTION</a:t>
            </a:r>
            <a:endParaRPr lang="en-US" dirty="0"/>
          </a:p>
        </p:txBody>
      </p:sp>
      <p:cxnSp>
        <p:nvCxnSpPr>
          <p:cNvPr id="37" name="Straight Connector 36">
            <a:extLst>
              <a:ext uri="{FF2B5EF4-FFF2-40B4-BE49-F238E27FC236}">
                <a16:creationId xmlns:a16="http://schemas.microsoft.com/office/drawing/2014/main" xmlns="" id="{BB5BF001-32D9-CBB3-F078-84937C85200A}"/>
              </a:ext>
            </a:extLst>
          </p:cNvPr>
          <p:cNvCxnSpPr>
            <a:cxnSpLocks/>
          </p:cNvCxnSpPr>
          <p:nvPr userDrawn="1"/>
        </p:nvCxnSpPr>
        <p:spPr>
          <a:xfrm>
            <a:off x="5525393" y="2906033"/>
            <a:ext cx="6316085" cy="0"/>
          </a:xfrm>
          <a:prstGeom prst="line">
            <a:avLst/>
          </a:prstGeom>
          <a:ln w="6350">
            <a:solidFill>
              <a:srgbClr val="5E5751"/>
            </a:solidFill>
          </a:ln>
        </p:spPr>
        <p:style>
          <a:lnRef idx="2">
            <a:schemeClr val="accent1"/>
          </a:lnRef>
          <a:fillRef idx="0">
            <a:schemeClr val="accent1"/>
          </a:fillRef>
          <a:effectRef idx="1">
            <a:schemeClr val="accent1"/>
          </a:effectRef>
          <a:fontRef idx="minor">
            <a:schemeClr val="tx1"/>
          </a:fontRef>
        </p:style>
      </p:cxnSp>
      <p:sp>
        <p:nvSpPr>
          <p:cNvPr id="38" name="Text Placeholder 24">
            <a:extLst>
              <a:ext uri="{FF2B5EF4-FFF2-40B4-BE49-F238E27FC236}">
                <a16:creationId xmlns:a16="http://schemas.microsoft.com/office/drawing/2014/main" xmlns="" id="{34F17F95-E697-A94F-DB38-E4237349443E}"/>
              </a:ext>
            </a:extLst>
          </p:cNvPr>
          <p:cNvSpPr>
            <a:spLocks noGrp="1"/>
          </p:cNvSpPr>
          <p:nvPr>
            <p:ph type="body" sz="quarter" idx="25" hasCustomPrompt="1"/>
          </p:nvPr>
        </p:nvSpPr>
        <p:spPr>
          <a:xfrm>
            <a:off x="5525393" y="5300630"/>
            <a:ext cx="6316085" cy="1124607"/>
          </a:xfrm>
        </p:spPr>
        <p:txBody>
          <a:bodyPr lIns="180000" tIns="72000"/>
          <a:lstStyle>
            <a:lvl1pPr marL="0" indent="0">
              <a:lnSpc>
                <a:spcPct val="100000"/>
              </a:lnSpc>
              <a:spcBef>
                <a:spcPts val="0"/>
              </a:spcBef>
              <a:buFont typeface="Arial" panose="020B0604020202020204" pitchFamily="34" charset="0"/>
              <a:buNone/>
              <a:defRPr sz="1050">
                <a:solidFill>
                  <a:schemeClr val="bg1"/>
                </a:solidFill>
              </a:defRPr>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b="1" dirty="0"/>
              <a:t>The result text</a:t>
            </a:r>
            <a:endParaRPr lang="en-US" dirty="0"/>
          </a:p>
        </p:txBody>
      </p:sp>
      <p:cxnSp>
        <p:nvCxnSpPr>
          <p:cNvPr id="40" name="Straight Connector 39">
            <a:extLst>
              <a:ext uri="{FF2B5EF4-FFF2-40B4-BE49-F238E27FC236}">
                <a16:creationId xmlns:a16="http://schemas.microsoft.com/office/drawing/2014/main" xmlns="" id="{CD84A50B-F2B1-C6BE-E6EE-6BEF58E99BCB}"/>
              </a:ext>
            </a:extLst>
          </p:cNvPr>
          <p:cNvCxnSpPr>
            <a:cxnSpLocks/>
          </p:cNvCxnSpPr>
          <p:nvPr userDrawn="1"/>
        </p:nvCxnSpPr>
        <p:spPr>
          <a:xfrm>
            <a:off x="5525393" y="5300630"/>
            <a:ext cx="0" cy="1124607"/>
          </a:xfrm>
          <a:prstGeom prst="line">
            <a:avLst/>
          </a:prstGeom>
          <a:ln w="28575">
            <a:solidFill>
              <a:schemeClr val="tx2"/>
            </a:solidFill>
          </a:ln>
        </p:spPr>
        <p:style>
          <a:lnRef idx="2">
            <a:schemeClr val="accent1"/>
          </a:lnRef>
          <a:fillRef idx="0">
            <a:schemeClr val="accent1"/>
          </a:fillRef>
          <a:effectRef idx="1">
            <a:schemeClr val="accent1"/>
          </a:effectRef>
          <a:fontRef idx="minor">
            <a:schemeClr val="tx1"/>
          </a:fontRef>
        </p:style>
      </p:cxnSp>
      <p:sp>
        <p:nvSpPr>
          <p:cNvPr id="11" name="TextBox 10">
            <a:extLst>
              <a:ext uri="{FF2B5EF4-FFF2-40B4-BE49-F238E27FC236}">
                <a16:creationId xmlns:a16="http://schemas.microsoft.com/office/drawing/2014/main" xmlns="" id="{09D0CC24-D7A4-EBC9-ED92-E511AB8246E9}"/>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FFFFFF">
                    <a:lumMod val="50000"/>
                  </a:srgbClr>
                </a:solidFill>
              </a:rPr>
              <a:t>Tenarai</a:t>
            </a:r>
          </a:p>
        </p:txBody>
      </p:sp>
    </p:spTree>
    <p:extLst>
      <p:ext uri="{BB962C8B-B14F-4D97-AF65-F5344CB8AC3E}">
        <p14:creationId xmlns:p14="http://schemas.microsoft.com/office/powerpoint/2010/main" val="1149561108"/>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p:cSld name="1_Cas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xmlns="" id="{D59692DF-901F-96E4-737C-0C9F729D125A}"/>
              </a:ext>
            </a:extLst>
          </p:cNvPr>
          <p:cNvSpPr/>
          <p:nvPr/>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196728310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9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358668" cy="2329125"/>
          </a:xfrm>
        </p:spPr>
        <p:txBody>
          <a:bodyPr vert="horz"/>
          <a:lstStyle/>
          <a:p>
            <a:r>
              <a:rPr lang="en-US" dirty="0"/>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49" y="3067291"/>
            <a:ext cx="3358668" cy="3228733"/>
          </a:xfrm>
        </p:spPr>
        <p:txBody>
          <a:bodyPr/>
          <a:lstStyle>
            <a:lvl1pPr>
              <a:spcBef>
                <a:spcPts val="1200"/>
              </a:spcBef>
              <a:defRPr sz="1600" b="1"/>
            </a:lvl1pPr>
            <a:lvl2pPr marL="0" indent="0">
              <a:spcBef>
                <a:spcPts val="1200"/>
              </a:spcBef>
              <a:buNone/>
              <a:defRPr>
                <a:solidFill>
                  <a:srgbClr val="5E5751"/>
                </a:solidFill>
              </a:defRPr>
            </a:lvl2pPr>
          </a:lstStyle>
          <a:p>
            <a:pPr lvl="0"/>
            <a:r>
              <a:rPr lang="en-US" dirty="0"/>
              <a:t>Click to edit Master text styles</a:t>
            </a:r>
          </a:p>
          <a:p>
            <a:pPr lvl="1"/>
            <a:r>
              <a:rPr lang="en-US" dirty="0"/>
              <a:t>Second level</a:t>
            </a:r>
          </a:p>
        </p:txBody>
      </p:sp>
      <p:sp>
        <p:nvSpPr>
          <p:cNvPr id="4" name="Slide Number Placeholder 5">
            <a:extLst>
              <a:ext uri="{FF2B5EF4-FFF2-40B4-BE49-F238E27FC236}">
                <a16:creationId xmlns:a16="http://schemas.microsoft.com/office/drawing/2014/main" xmlns="" id="{26B7F6E9-13B6-CFE0-DB26-235893298308}"/>
              </a:ext>
            </a:extLst>
          </p:cNvPr>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5" name="Page# static">
            <a:extLst>
              <a:ext uri="{FF2B5EF4-FFF2-40B4-BE49-F238E27FC236}">
                <a16:creationId xmlns:a16="http://schemas.microsoft.com/office/drawing/2014/main" xmlns="" id="{07C6CA1E-06E0-1FDA-6640-6A806400C7EC}"/>
              </a:ext>
            </a:extLst>
          </p:cNvPr>
          <p:cNvSpPr txBox="1"/>
          <p:nvPr/>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6" name="TextBox 5">
            <a:extLst>
              <a:ext uri="{FF2B5EF4-FFF2-40B4-BE49-F238E27FC236}">
                <a16:creationId xmlns:a16="http://schemas.microsoft.com/office/drawing/2014/main" xmlns="" id="{7DB752B6-A013-4EB6-8E20-8EA33B1FE962}"/>
              </a:ext>
            </a:extLst>
          </p:cNvPr>
          <p:cNvSpPr txBox="1"/>
          <p:nvPr/>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1" name="Straight Connector 10">
            <a:extLst>
              <a:ext uri="{FF2B5EF4-FFF2-40B4-BE49-F238E27FC236}">
                <a16:creationId xmlns:a16="http://schemas.microsoft.com/office/drawing/2014/main" xmlns="" id="{0E9F2B9A-52E4-5369-DE70-8BFDBBCC0D18}"/>
              </a:ext>
            </a:extLst>
          </p:cNvPr>
          <p:cNvCxnSpPr>
            <a:cxnSpLocks/>
          </p:cNvCxnSpPr>
          <p:nvPr/>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3" name="Picture 12">
            <a:extLst>
              <a:ext uri="{FF2B5EF4-FFF2-40B4-BE49-F238E27FC236}">
                <a16:creationId xmlns:a16="http://schemas.microsoft.com/office/drawing/2014/main" xmlns="" id="{C0E0F2B1-911D-23F5-0F11-045F8FF1FA0E}"/>
              </a:ext>
            </a:extLst>
          </p:cNvPr>
          <p:cNvPicPr>
            <a:picLocks noChangeAspect="1"/>
          </p:cNvPicPr>
          <p:nvPr/>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23" name="Straight Connector 22">
            <a:extLst>
              <a:ext uri="{FF2B5EF4-FFF2-40B4-BE49-F238E27FC236}">
                <a16:creationId xmlns:a16="http://schemas.microsoft.com/office/drawing/2014/main" xmlns="" id="{E1DC7703-A219-49E7-FEA0-BEFC89E1F97D}"/>
              </a:ext>
            </a:extLst>
          </p:cNvPr>
          <p:cNvCxnSpPr>
            <a:cxnSpLocks/>
          </p:cNvCxnSpPr>
          <p:nvPr/>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xmlns="" id="{00FD386C-28AE-B74F-02DC-04E3555D6840}"/>
              </a:ext>
            </a:extLst>
          </p:cNvPr>
          <p:cNvCxnSpPr>
            <a:cxnSpLocks/>
          </p:cNvCxnSpPr>
          <p:nvPr/>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36" name="Picture 35">
            <a:extLst>
              <a:ext uri="{FF2B5EF4-FFF2-40B4-BE49-F238E27FC236}">
                <a16:creationId xmlns:a16="http://schemas.microsoft.com/office/drawing/2014/main" xmlns="" id="{326B9CEE-3F61-9895-D003-98F8E1D78142}"/>
              </a:ext>
            </a:extLst>
          </p:cNvPr>
          <p:cNvPicPr>
            <a:picLocks noChangeAspect="1"/>
          </p:cNvPicPr>
          <p:nvPr/>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65" name="Picture 64">
            <a:extLst>
              <a:ext uri="{FF2B5EF4-FFF2-40B4-BE49-F238E27FC236}">
                <a16:creationId xmlns:a16="http://schemas.microsoft.com/office/drawing/2014/main" xmlns="" id="{9BA95AFC-6701-9FCC-EF2C-3DFAAF6DE781}"/>
              </a:ext>
            </a:extLst>
          </p:cNvPr>
          <p:cNvPicPr>
            <a:picLocks noChangeAspect="1"/>
          </p:cNvPicPr>
          <p:nvPr/>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
        <p:nvSpPr>
          <p:cNvPr id="15" name="Text Placeholder 13">
            <a:extLst>
              <a:ext uri="{FF2B5EF4-FFF2-40B4-BE49-F238E27FC236}">
                <a16:creationId xmlns:a16="http://schemas.microsoft.com/office/drawing/2014/main" xmlns="" id="{391FDC00-B1D7-9C33-205E-89C2DDA560F1}"/>
              </a:ext>
            </a:extLst>
          </p:cNvPr>
          <p:cNvSpPr>
            <a:spLocks noGrp="1"/>
          </p:cNvSpPr>
          <p:nvPr>
            <p:ph type="body" sz="quarter" idx="15"/>
          </p:nvPr>
        </p:nvSpPr>
        <p:spPr>
          <a:xfrm>
            <a:off x="5050831" y="647287"/>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16" name="Text Placeholder 13">
            <a:extLst>
              <a:ext uri="{FF2B5EF4-FFF2-40B4-BE49-F238E27FC236}">
                <a16:creationId xmlns:a16="http://schemas.microsoft.com/office/drawing/2014/main" xmlns="" id="{CA3606B1-576E-7889-44A2-AC25BD122E54}"/>
              </a:ext>
            </a:extLst>
          </p:cNvPr>
          <p:cNvSpPr>
            <a:spLocks noGrp="1"/>
          </p:cNvSpPr>
          <p:nvPr>
            <p:ph type="body" sz="quarter" idx="16"/>
          </p:nvPr>
        </p:nvSpPr>
        <p:spPr>
          <a:xfrm>
            <a:off x="5050831" y="2481629"/>
            <a:ext cx="6465523"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buNone/>
              <a:defRPr kumimoji="0" lang="en-US" b="1" spc="0" normalizeH="0" baseline="0" dirty="0" smtClean="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lvl="0" fontAlgn="auto">
              <a:buSzTx/>
              <a:tabLst/>
            </a:pPr>
            <a:r>
              <a:rPr lang="en-US" dirty="0"/>
              <a:t>Click to edit Master text styles</a:t>
            </a:r>
          </a:p>
        </p:txBody>
      </p:sp>
      <p:sp>
        <p:nvSpPr>
          <p:cNvPr id="22" name="Text Placeholder 13">
            <a:extLst>
              <a:ext uri="{FF2B5EF4-FFF2-40B4-BE49-F238E27FC236}">
                <a16:creationId xmlns:a16="http://schemas.microsoft.com/office/drawing/2014/main" xmlns="" id="{DEDA8E94-A7BA-2A7C-EA6E-8F98BCFEB728}"/>
              </a:ext>
            </a:extLst>
          </p:cNvPr>
          <p:cNvSpPr>
            <a:spLocks noGrp="1"/>
          </p:cNvSpPr>
          <p:nvPr>
            <p:ph type="body" sz="quarter" idx="18" hasCustomPrompt="1"/>
          </p:nvPr>
        </p:nvSpPr>
        <p:spPr>
          <a:xfrm>
            <a:off x="5050831" y="4698550"/>
            <a:ext cx="1235667" cy="256338"/>
          </a:xfrm>
          <a:noFill/>
          <a:ln w="57150">
            <a:noFill/>
          </a:ln>
        </p:spPr>
        <p:style>
          <a:lnRef idx="2">
            <a:schemeClr val="accent1">
              <a:shade val="15000"/>
            </a:schemeClr>
          </a:lnRef>
          <a:fillRef idx="1">
            <a:schemeClr val="accent1"/>
          </a:fillRef>
          <a:effectRef idx="0">
            <a:schemeClr val="accent1"/>
          </a:effectRef>
          <a:fontRef idx="minor">
            <a:schemeClr val="lt1"/>
          </a:fontRef>
        </p:style>
        <p:txBody>
          <a:bodyPr wrap="square" lIns="91440" tIns="45720" rIns="91440" bIns="45720" rtlCol="0" anchor="ctr">
            <a:noAutofit/>
          </a:bodyPr>
          <a:lstStyle>
            <a:lvl1pPr algn="l">
              <a:buNone/>
              <a:defRPr kumimoji="0" lang="en-US" b="1" spc="0" normalizeH="0" baseline="0">
                <a:ln>
                  <a:noFill/>
                </a:ln>
                <a:solidFill>
                  <a:srgbClr val="47413D"/>
                </a:solidFill>
                <a:effectLst/>
                <a:uLnTx/>
                <a:uFillTx/>
              </a:defRPr>
            </a:lvl1pPr>
            <a:lvl2pPr>
              <a:defRPr lang="en-US" sz="1800" dirty="0" smtClean="0">
                <a:solidFill>
                  <a:schemeClr val="lt1"/>
                </a:solidFill>
              </a:defRPr>
            </a:lvl2pPr>
            <a:lvl3pPr>
              <a:defRPr lang="en-US" sz="1800" dirty="0" smtClean="0">
                <a:solidFill>
                  <a:schemeClr val="lt1"/>
                </a:solidFill>
              </a:defRPr>
            </a:lvl3pPr>
            <a:lvl4pPr>
              <a:defRPr lang="en-US" sz="1800" dirty="0" smtClean="0">
                <a:solidFill>
                  <a:schemeClr val="lt1"/>
                </a:solidFill>
              </a:defRPr>
            </a:lvl4pPr>
            <a:lvl5pPr>
              <a:defRPr lang="en-IN" sz="1800" dirty="0">
                <a:solidFill>
                  <a:schemeClr val="lt1"/>
                </a:solidFill>
              </a:defRPr>
            </a:lvl5pPr>
          </a:lstStyle>
          <a:p>
            <a:pPr algn="l">
              <a:defRPr/>
            </a:pPr>
            <a:r>
              <a:rPr lang="en-US" sz="1400" dirty="0">
                <a:solidFill>
                  <a:srgbClr val="47413D"/>
                </a:solidFill>
                <a:latin typeface="+mn-lt"/>
              </a:rPr>
              <a:t>Impact</a:t>
            </a:r>
            <a:endParaRPr lang="en-IN" sz="1400" dirty="0">
              <a:solidFill>
                <a:srgbClr val="47413D"/>
              </a:solidFill>
              <a:latin typeface="+mn-lt"/>
            </a:endParaRPr>
          </a:p>
        </p:txBody>
      </p:sp>
      <p:sp>
        <p:nvSpPr>
          <p:cNvPr id="25" name="Text Placeholder 24">
            <a:extLst>
              <a:ext uri="{FF2B5EF4-FFF2-40B4-BE49-F238E27FC236}">
                <a16:creationId xmlns:a16="http://schemas.microsoft.com/office/drawing/2014/main" xmlns="" id="{3069DD77-514E-A4EF-9422-DD760605E2A7}"/>
              </a:ext>
            </a:extLst>
          </p:cNvPr>
          <p:cNvSpPr>
            <a:spLocks noGrp="1"/>
          </p:cNvSpPr>
          <p:nvPr>
            <p:ph type="body" sz="quarter" idx="19"/>
          </p:nvPr>
        </p:nvSpPr>
        <p:spPr>
          <a:xfrm>
            <a:off x="5050831" y="1036357"/>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27" name="Text Placeholder 24">
            <a:extLst>
              <a:ext uri="{FF2B5EF4-FFF2-40B4-BE49-F238E27FC236}">
                <a16:creationId xmlns:a16="http://schemas.microsoft.com/office/drawing/2014/main" xmlns="" id="{B19AFB08-B154-3AE2-9763-B7A80F0CD723}"/>
              </a:ext>
            </a:extLst>
          </p:cNvPr>
          <p:cNvSpPr>
            <a:spLocks noGrp="1"/>
          </p:cNvSpPr>
          <p:nvPr>
            <p:ph type="body" sz="quarter" idx="20"/>
          </p:nvPr>
        </p:nvSpPr>
        <p:spPr>
          <a:xfrm>
            <a:off x="5050831" y="2870699"/>
            <a:ext cx="6576019" cy="1015880"/>
          </a:xfrm>
        </p:spPr>
        <p:txBody>
          <a:bodyPr/>
          <a:lstStyle>
            <a:lvl1pPr marL="182880" indent="-182880">
              <a:lnSpc>
                <a:spcPct val="100000"/>
              </a:lnSpc>
              <a:spcBef>
                <a:spcPts val="0"/>
              </a:spcBef>
              <a:buFont typeface="Arial" panose="020B0604020202020204" pitchFamily="34" charset="0"/>
              <a:buChar char="•"/>
              <a:defRPr sz="1200"/>
            </a:lvl1pPr>
            <a:lvl2pPr>
              <a:buFont typeface="Arial" panose="020B0604020202020204" pitchFamily="34" charset="0"/>
              <a:buChar char="•"/>
              <a:defRPr sz="1200"/>
            </a:lvl2pPr>
            <a:lvl3pPr>
              <a:buFont typeface="Arial" panose="020B0604020202020204" pitchFamily="34" charset="0"/>
              <a:buChar char="•"/>
              <a:defRPr sz="1200"/>
            </a:lvl3pPr>
            <a:lvl4pPr>
              <a:buFont typeface="Arial" panose="020B0604020202020204" pitchFamily="34" charset="0"/>
              <a:buChar char="•"/>
              <a:defRPr sz="1200"/>
            </a:lvl4pPr>
            <a:lvl5pPr>
              <a:buFont typeface="Arial" panose="020B0604020202020204" pitchFamily="34" charset="0"/>
              <a:buChar char="•"/>
              <a:defRPr sz="1200"/>
            </a:lvl5pPr>
          </a:lstStyle>
          <a:p>
            <a:pPr lvl="0"/>
            <a:r>
              <a:rPr lang="en-US" dirty="0"/>
              <a:t>Click to edit Master text styles</a:t>
            </a:r>
          </a:p>
        </p:txBody>
      </p:sp>
      <p:sp>
        <p:nvSpPr>
          <p:cNvPr id="8" name="Rectangle 7">
            <a:extLst>
              <a:ext uri="{FF2B5EF4-FFF2-40B4-BE49-F238E27FC236}">
                <a16:creationId xmlns:a16="http://schemas.microsoft.com/office/drawing/2014/main" xmlns="" id="{1580CECB-9733-8E17-F7D6-AEBC84C01F54}"/>
              </a:ext>
            </a:extLst>
          </p:cNvPr>
          <p:cNvSpPr/>
          <p:nvPr userDrawn="1"/>
        </p:nvSpPr>
        <p:spPr>
          <a:xfrm>
            <a:off x="4304260" y="1"/>
            <a:ext cx="7927848" cy="6857999"/>
          </a:xfrm>
          <a:prstGeom prst="rect">
            <a:avLst/>
          </a:prstGeom>
          <a:solidFill>
            <a:schemeClr val="bg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graphicFrame>
        <p:nvGraphicFramePr>
          <p:cNvPr id="9" name="think-cell data - do not delete" hidden="1">
            <a:extLst>
              <a:ext uri="{FF2B5EF4-FFF2-40B4-BE49-F238E27FC236}">
                <a16:creationId xmlns:a16="http://schemas.microsoft.com/office/drawing/2014/main" xmlns="" id="{E9CF367F-EB2F-5DA8-CED2-E9AB28E8814E}"/>
              </a:ext>
            </a:extLst>
          </p:cNvPr>
          <p:cNvGraphicFramePr>
            <a:graphicFrameLocks noChangeAspect="1"/>
          </p:cNvGraphicFramePr>
          <p:nvPr userDrawn="1">
            <p:custDataLst>
              <p:tags r:id="rId3"/>
            </p:custDataLst>
            <p:extLst>
              <p:ext uri="{D42A27DB-BD31-4B8C-83A1-F6EECF244321}">
                <p14:modId xmlns:p14="http://schemas.microsoft.com/office/powerpoint/2010/main" val="210738198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1995" name="think-cell Slide" r:id="rId10" imgW="7772400" imgH="10058400" progId="TCLayout.ActiveDocument.1">
                  <p:embed/>
                </p:oleObj>
              </mc:Choice>
              <mc:Fallback>
                <p:oleObj name="think-cell Slide" r:id="rId10" imgW="7772400" imgH="10058400" progId="TCLayout.ActiveDocument.1">
                  <p:embed/>
                  <p:pic>
                    <p:nvPicPr>
                      <p:cNvPr id="0" name=""/>
                      <p:cNvPicPr/>
                      <p:nvPr/>
                    </p:nvPicPr>
                    <p:blipFill>
                      <a:blip r:embed="rId6"/>
                      <a:stretch>
                        <a:fillRect/>
                      </a:stretch>
                    </p:blipFill>
                    <p:spPr>
                      <a:xfrm>
                        <a:off x="1588" y="1588"/>
                        <a:ext cx="1227" cy="1588"/>
                      </a:xfrm>
                      <a:prstGeom prst="rect">
                        <a:avLst/>
                      </a:prstGeom>
                    </p:spPr>
                  </p:pic>
                </p:oleObj>
              </mc:Fallback>
            </mc:AlternateContent>
          </a:graphicData>
        </a:graphic>
      </p:graphicFrame>
      <p:sp>
        <p:nvSpPr>
          <p:cNvPr id="10" name="Page# static">
            <a:extLst>
              <a:ext uri="{FF2B5EF4-FFF2-40B4-BE49-F238E27FC236}">
                <a16:creationId xmlns:a16="http://schemas.microsoft.com/office/drawing/2014/main" xmlns="" id="{A98E8C05-9004-BA75-1DF7-359D93DA85A9}"/>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14" name="TextBox 13">
            <a:extLst>
              <a:ext uri="{FF2B5EF4-FFF2-40B4-BE49-F238E27FC236}">
                <a16:creationId xmlns:a16="http://schemas.microsoft.com/office/drawing/2014/main" xmlns="" id="{FC8B8D77-6DA4-6ED0-5E89-D7CC77BD7E80}"/>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cxnSp>
        <p:nvCxnSpPr>
          <p:cNvPr id="17" name="Straight Connector 16">
            <a:extLst>
              <a:ext uri="{FF2B5EF4-FFF2-40B4-BE49-F238E27FC236}">
                <a16:creationId xmlns:a16="http://schemas.microsoft.com/office/drawing/2014/main" xmlns="" id="{7DED35B3-FE32-22B2-FE4B-F71536D0475E}"/>
              </a:ext>
            </a:extLst>
          </p:cNvPr>
          <p:cNvCxnSpPr>
            <a:cxnSpLocks/>
          </p:cNvCxnSpPr>
          <p:nvPr userDrawn="1"/>
        </p:nvCxnSpPr>
        <p:spPr>
          <a:xfrm>
            <a:off x="4985641" y="558800"/>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xmlns="" id="{BF19F648-E713-19E4-8E80-E336B132E799}"/>
              </a:ext>
            </a:extLst>
          </p:cNvPr>
          <p:cNvPicPr>
            <a:picLocks noChangeAspect="1"/>
          </p:cNvPicPr>
          <p:nvPr userDrawn="1"/>
        </p:nvPicPr>
        <p:blipFill>
          <a:blip r:embed="rId7">
            <a:duotone>
              <a:schemeClr val="accent1">
                <a:shade val="45000"/>
                <a:satMod val="135000"/>
              </a:schemeClr>
              <a:prstClr val="white"/>
            </a:duotone>
          </a:blip>
          <a:stretch>
            <a:fillRect/>
          </a:stretch>
        </p:blipFill>
        <p:spPr>
          <a:xfrm>
            <a:off x="4507657" y="623103"/>
            <a:ext cx="304706" cy="304706"/>
          </a:xfrm>
          <a:prstGeom prst="rect">
            <a:avLst/>
          </a:prstGeom>
        </p:spPr>
      </p:pic>
      <p:cxnSp>
        <p:nvCxnSpPr>
          <p:cNvPr id="19" name="Straight Connector 18">
            <a:extLst>
              <a:ext uri="{FF2B5EF4-FFF2-40B4-BE49-F238E27FC236}">
                <a16:creationId xmlns:a16="http://schemas.microsoft.com/office/drawing/2014/main" xmlns="" id="{AE27C355-0CBF-1E79-F265-A00BA34BBCBF}"/>
              </a:ext>
            </a:extLst>
          </p:cNvPr>
          <p:cNvCxnSpPr>
            <a:cxnSpLocks/>
          </p:cNvCxnSpPr>
          <p:nvPr userDrawn="1"/>
        </p:nvCxnSpPr>
        <p:spPr>
          <a:xfrm>
            <a:off x="4985641" y="2393142"/>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xmlns="" id="{56B8D5F7-A361-8AD4-52B8-082036B1721F}"/>
              </a:ext>
            </a:extLst>
          </p:cNvPr>
          <p:cNvCxnSpPr>
            <a:cxnSpLocks/>
          </p:cNvCxnSpPr>
          <p:nvPr userDrawn="1"/>
        </p:nvCxnSpPr>
        <p:spPr>
          <a:xfrm>
            <a:off x="4985641" y="4610063"/>
            <a:ext cx="0" cy="433313"/>
          </a:xfrm>
          <a:prstGeom prst="line">
            <a:avLst/>
          </a:prstGeom>
          <a:ln w="6350">
            <a:solidFill>
              <a:srgbClr val="DAD2CB"/>
            </a:solidFill>
          </a:ln>
        </p:spPr>
        <p:style>
          <a:lnRef idx="2">
            <a:schemeClr val="accent1"/>
          </a:lnRef>
          <a:fillRef idx="0">
            <a:schemeClr val="accent1"/>
          </a:fillRef>
          <a:effectRef idx="1">
            <a:schemeClr val="accent1"/>
          </a:effectRef>
          <a:fontRef idx="minor">
            <a:schemeClr val="tx1"/>
          </a:fontRef>
        </p:style>
      </p:cxnSp>
      <p:pic>
        <p:nvPicPr>
          <p:cNvPr id="21" name="Picture 20">
            <a:extLst>
              <a:ext uri="{FF2B5EF4-FFF2-40B4-BE49-F238E27FC236}">
                <a16:creationId xmlns:a16="http://schemas.microsoft.com/office/drawing/2014/main" xmlns="" id="{D9214AAD-F1D4-D149-48E4-A4CA0897E294}"/>
              </a:ext>
            </a:extLst>
          </p:cNvPr>
          <p:cNvPicPr>
            <a:picLocks noChangeAspect="1"/>
          </p:cNvPicPr>
          <p:nvPr userDrawn="1"/>
        </p:nvPicPr>
        <p:blipFill>
          <a:blip r:embed="rId8">
            <a:duotone>
              <a:schemeClr val="accent1">
                <a:shade val="45000"/>
                <a:satMod val="135000"/>
              </a:schemeClr>
              <a:prstClr val="white"/>
            </a:duotone>
          </a:blip>
          <a:stretch>
            <a:fillRect/>
          </a:stretch>
        </p:blipFill>
        <p:spPr>
          <a:xfrm>
            <a:off x="4507657" y="4674366"/>
            <a:ext cx="304706" cy="304706"/>
          </a:xfrm>
          <a:prstGeom prst="rect">
            <a:avLst/>
          </a:prstGeom>
        </p:spPr>
      </p:pic>
      <p:pic>
        <p:nvPicPr>
          <p:cNvPr id="24" name="Picture 23">
            <a:extLst>
              <a:ext uri="{FF2B5EF4-FFF2-40B4-BE49-F238E27FC236}">
                <a16:creationId xmlns:a16="http://schemas.microsoft.com/office/drawing/2014/main" xmlns="" id="{97757A16-D1D2-AF1B-D2D6-6B02D3A65248}"/>
              </a:ext>
            </a:extLst>
          </p:cNvPr>
          <p:cNvPicPr>
            <a:picLocks noChangeAspect="1"/>
          </p:cNvPicPr>
          <p:nvPr userDrawn="1"/>
        </p:nvPicPr>
        <p:blipFill>
          <a:blip r:embed="rId9">
            <a:duotone>
              <a:schemeClr val="accent1">
                <a:shade val="45000"/>
                <a:satMod val="135000"/>
              </a:schemeClr>
              <a:prstClr val="white"/>
            </a:duotone>
          </a:blip>
          <a:stretch>
            <a:fillRect/>
          </a:stretch>
        </p:blipFill>
        <p:spPr>
          <a:xfrm>
            <a:off x="4507657" y="2457445"/>
            <a:ext cx="304706" cy="304706"/>
          </a:xfrm>
          <a:prstGeom prst="rect">
            <a:avLst/>
          </a:prstGeom>
        </p:spPr>
      </p:pic>
    </p:spTree>
    <p:extLst>
      <p:ext uri="{BB962C8B-B14F-4D97-AF65-F5344CB8AC3E}">
        <p14:creationId xmlns:p14="http://schemas.microsoft.com/office/powerpoint/2010/main" val="422307954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p:cSld name="2_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p:custDataLst>
              <p:tags r:id="rId2"/>
            </p:custDataLst>
            <p:extLst>
              <p:ext uri="{D42A27DB-BD31-4B8C-83A1-F6EECF244321}">
                <p14:modId xmlns:p14="http://schemas.microsoft.com/office/powerpoint/2010/main" val="2545785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30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474616600"/>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ase">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07402527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40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0" name="Picture Placeholder 9">
            <a:extLst>
              <a:ext uri="{FF2B5EF4-FFF2-40B4-BE49-F238E27FC236}">
                <a16:creationId xmlns:a16="http://schemas.microsoft.com/office/drawing/2014/main" xmlns="" id="{4D7F28B9-3CD7-58BB-E8E5-1B72C75CB7B0}"/>
              </a:ext>
            </a:extLst>
          </p:cNvPr>
          <p:cNvSpPr>
            <a:spLocks noGrp="1"/>
          </p:cNvSpPr>
          <p:nvPr>
            <p:ph type="pic" sz="quarter" idx="12"/>
          </p:nvPr>
        </p:nvSpPr>
        <p:spPr>
          <a:xfrm>
            <a:off x="4267200" y="-1"/>
            <a:ext cx="7927848" cy="6857999"/>
          </a:xfrm>
          <a:solidFill>
            <a:srgbClr val="DAD2C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5E575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591070875"/>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as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79968096"/>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50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3" name="Picture Placeholder 9">
            <a:extLst>
              <a:ext uri="{FF2B5EF4-FFF2-40B4-BE49-F238E27FC236}">
                <a16:creationId xmlns:a16="http://schemas.microsoft.com/office/drawing/2014/main" xmlns="" id="{5C6055F8-9989-D9E2-3C90-326C85A7A212}"/>
              </a:ext>
            </a:extLst>
          </p:cNvPr>
          <p:cNvSpPr>
            <a:spLocks noGrp="1"/>
          </p:cNvSpPr>
          <p:nvPr>
            <p:ph type="pic" sz="quarter" idx="12"/>
          </p:nvPr>
        </p:nvSpPr>
        <p:spPr>
          <a:xfrm>
            <a:off x="4267200" y="-1"/>
            <a:ext cx="7927848" cy="6857999"/>
          </a:xfrm>
          <a:solidFill>
            <a:srgbClr val="2F2C29"/>
          </a:solidFill>
        </p:spPr>
        <p:txBody>
          <a:bodyPr/>
          <a:lstStyle/>
          <a:p>
            <a:r>
              <a:rPr lang="en-US"/>
              <a:t>Click icon to add picture</a:t>
            </a:r>
          </a:p>
        </p:txBody>
      </p:sp>
    </p:spTree>
    <p:extLst>
      <p:ext uri="{BB962C8B-B14F-4D97-AF65-F5344CB8AC3E}">
        <p14:creationId xmlns:p14="http://schemas.microsoft.com/office/powerpoint/2010/main" val="808329495"/>
      </p:ext>
    </p:extLst>
  </p:cSld>
  <p:clrMapOvr>
    <a:overrideClrMapping bg1="dk1" tx1="lt1" bg2="dk2" tx2="lt2" accent1="accent1" accent2="accent2" accent3="accent3" accent4="accent4" accent5="accent5" accent6="accent6" hlink="hlink" folHlink="folHlink"/>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Case, mobile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21132737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607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784746153"/>
      </p:ext>
    </p:extLst>
  </p:cSld>
  <p:clrMapOvr>
    <a:overrideClrMapping bg1="lt1" tx1="dk1" bg2="lt2" tx2="dk2" accent1="accent1" accent2="accent2" accent3="accent3" accent4="accent4" accent5="accent5" accent6="accent6" hlink="hlink" folHlink="folHlink"/>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Case, mobile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30903947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710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4" name="Picture 33">
            <a:extLst>
              <a:ext uri="{FF2B5EF4-FFF2-40B4-BE49-F238E27FC236}">
                <a16:creationId xmlns:a16="http://schemas.microsoft.com/office/drawing/2014/main" xmlns="" id="{669AC99F-9E1F-AA4F-D805-0DA4D123B8E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4486657" y="967796"/>
            <a:ext cx="2316555" cy="4935841"/>
          </a:xfrm>
          <a:prstGeom prst="rect">
            <a:avLst/>
          </a:prstGeom>
        </p:spPr>
      </p:pic>
      <p:pic>
        <p:nvPicPr>
          <p:cNvPr id="35" name="Picture 34">
            <a:extLst>
              <a:ext uri="{FF2B5EF4-FFF2-40B4-BE49-F238E27FC236}">
                <a16:creationId xmlns:a16="http://schemas.microsoft.com/office/drawing/2014/main" xmlns="" id="{69C7691F-1149-9C9C-9465-09104B41577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7061335" y="967796"/>
            <a:ext cx="2316555" cy="4935841"/>
          </a:xfrm>
          <a:prstGeom prst="rect">
            <a:avLst/>
          </a:prstGeom>
        </p:spPr>
      </p:pic>
      <p:pic>
        <p:nvPicPr>
          <p:cNvPr id="36" name="Picture 35">
            <a:extLst>
              <a:ext uri="{FF2B5EF4-FFF2-40B4-BE49-F238E27FC236}">
                <a16:creationId xmlns:a16="http://schemas.microsoft.com/office/drawing/2014/main" xmlns="" id="{1970DA38-8844-7E04-11C7-1715CD52AED9}"/>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9631865" y="967796"/>
            <a:ext cx="2316555" cy="4935841"/>
          </a:xfrm>
          <a:prstGeom prst="rect">
            <a:avLst/>
          </a:pr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4584700"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8" name="Picture Placeholder 8">
            <a:extLst>
              <a:ext uri="{FF2B5EF4-FFF2-40B4-BE49-F238E27FC236}">
                <a16:creationId xmlns:a16="http://schemas.microsoft.com/office/drawing/2014/main" xmlns="" id="{BBC75C68-F35A-EB20-E1B4-6BB6CC31F183}"/>
              </a:ext>
            </a:extLst>
          </p:cNvPr>
          <p:cNvSpPr>
            <a:spLocks noGrp="1"/>
          </p:cNvSpPr>
          <p:nvPr>
            <p:ph type="pic" sz="quarter" idx="15"/>
          </p:nvPr>
        </p:nvSpPr>
        <p:spPr>
          <a:xfrm>
            <a:off x="716771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
        <p:nvSpPr>
          <p:cNvPr id="39" name="Picture Placeholder 8">
            <a:extLst>
              <a:ext uri="{FF2B5EF4-FFF2-40B4-BE49-F238E27FC236}">
                <a16:creationId xmlns:a16="http://schemas.microsoft.com/office/drawing/2014/main" xmlns="" id="{D0DE5F3A-508C-BF15-E5FE-9DC32F0E4F86}"/>
              </a:ext>
            </a:extLst>
          </p:cNvPr>
          <p:cNvSpPr>
            <a:spLocks noGrp="1"/>
          </p:cNvSpPr>
          <p:nvPr>
            <p:ph type="pic" sz="quarter" idx="16"/>
          </p:nvPr>
        </p:nvSpPr>
        <p:spPr>
          <a:xfrm>
            <a:off x="9730704" y="1082676"/>
            <a:ext cx="2108200" cy="4686300"/>
          </a:xfrm>
          <a:prstGeom prst="roundRect">
            <a:avLst>
              <a:gd name="adj" fmla="val 15346"/>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493304497"/>
      </p:ext>
    </p:extLst>
  </p:cSld>
  <p:clrMapOvr>
    <a:overrideClrMapping bg1="dk1" tx1="lt1" bg2="dk2" tx2="lt2" accent1="accent1" accent2="accent2" accent3="accent3" accent4="accent4" accent5="accent5" accent6="accent6" hlink="hlink" folHlink="folHlink"/>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Case, laptop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62292197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812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2842190896"/>
      </p:ext>
    </p:extLst>
  </p:cSld>
  <p:clrMapOvr>
    <a:overrideClrMapping bg1="lt1" tx1="dk1" bg2="lt2" tx2="dk2" accent1="accent1" accent2="accent2" accent3="accent3" accent4="accent4" accent5="accent5" accent6="accent6" hlink="hlink" folHlink="folHlink"/>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Case, laptop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74057845"/>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1915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11" name="Picture 10">
            <a:extLst>
              <a:ext uri="{FF2B5EF4-FFF2-40B4-BE49-F238E27FC236}">
                <a16:creationId xmlns:a16="http://schemas.microsoft.com/office/drawing/2014/main" xmlns="" id="{718121F4-F386-EB6F-41E4-6D1400E6145B}"/>
              </a:ext>
            </a:extLst>
          </p:cNvPr>
          <p:cNvPicPr>
            <a:picLocks noChangeAspect="1"/>
          </p:cNvPicPr>
          <p:nvPr userDrawn="1"/>
        </p:nvPicPr>
        <p:blipFill>
          <a:blip r:embed="rId6" cstate="print">
            <a:extLst>
              <a:ext uri="{28A0092B-C50C-407E-A947-70E740481C1C}">
                <a14:useLocalDpi xmlns:a14="http://schemas.microsoft.com/office/drawing/2010/main"/>
              </a:ext>
            </a:extLst>
          </a:blip>
          <a:srcRect/>
          <a:stretch>
            <a:fillRect/>
          </a:stretch>
        </p:blipFill>
        <p:spPr>
          <a:xfrm>
            <a:off x="4419600" y="963611"/>
            <a:ext cx="7772400" cy="4333788"/>
          </a:xfrm>
          <a:custGeom>
            <a:avLst/>
            <a:gdLst>
              <a:gd name="csX0" fmla="*/ 967795 w 7772400"/>
              <a:gd name="csY0" fmla="*/ 137674 h 4333788"/>
              <a:gd name="csX1" fmla="*/ 866565 w 7772400"/>
              <a:gd name="csY1" fmla="*/ 238904 h 4333788"/>
              <a:gd name="csX2" fmla="*/ 866565 w 7772400"/>
              <a:gd name="csY2" fmla="*/ 4068926 h 4333788"/>
              <a:gd name="csX3" fmla="*/ 6906944 w 7772400"/>
              <a:gd name="csY3" fmla="*/ 4068926 h 4333788"/>
              <a:gd name="csX4" fmla="*/ 6906944 w 7772400"/>
              <a:gd name="csY4" fmla="*/ 238904 h 4333788"/>
              <a:gd name="csX5" fmla="*/ 6805714 w 7772400"/>
              <a:gd name="csY5" fmla="*/ 137674 h 4333788"/>
              <a:gd name="csX6" fmla="*/ 0 w 7772400"/>
              <a:gd name="csY6" fmla="*/ 0 h 4333788"/>
              <a:gd name="csX7" fmla="*/ 7772400 w 7772400"/>
              <a:gd name="csY7" fmla="*/ 0 h 4333788"/>
              <a:gd name="csX8" fmla="*/ 7772400 w 7772400"/>
              <a:gd name="csY8" fmla="*/ 4333788 h 4333788"/>
              <a:gd name="csX9" fmla="*/ 0 w 7772400"/>
              <a:gd name="csY9" fmla="*/ 4333788 h 43337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Lst>
            <a:rect l="l" t="t" r="r" b="b"/>
            <a:pathLst>
              <a:path w="7772400" h="4333788">
                <a:moveTo>
                  <a:pt x="967795" y="137674"/>
                </a:moveTo>
                <a:cubicBezTo>
                  <a:pt x="911887" y="137674"/>
                  <a:pt x="866565" y="182996"/>
                  <a:pt x="866565" y="238904"/>
                </a:cubicBezTo>
                <a:lnTo>
                  <a:pt x="866565" y="4068926"/>
                </a:lnTo>
                <a:lnTo>
                  <a:pt x="6906944" y="4068926"/>
                </a:lnTo>
                <a:lnTo>
                  <a:pt x="6906944" y="238904"/>
                </a:lnTo>
                <a:cubicBezTo>
                  <a:pt x="6906944" y="182996"/>
                  <a:pt x="6861622" y="137674"/>
                  <a:pt x="6805714" y="137674"/>
                </a:cubicBezTo>
                <a:close/>
                <a:moveTo>
                  <a:pt x="0" y="0"/>
                </a:moveTo>
                <a:lnTo>
                  <a:pt x="7772400" y="0"/>
                </a:lnTo>
                <a:lnTo>
                  <a:pt x="7772400" y="4333788"/>
                </a:lnTo>
                <a:lnTo>
                  <a:pt x="0" y="4333788"/>
                </a:lnTo>
                <a:close/>
              </a:path>
            </a:pathLst>
          </a:custGeom>
        </p:spPr>
      </p:pic>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565150" y="1768475"/>
            <a:ext cx="3155271" cy="4527550"/>
          </a:xfrm>
        </p:spPr>
        <p:txBody>
          <a:bodyPr/>
          <a:lstStyle>
            <a:lvl1pPr>
              <a:spcBef>
                <a:spcPts val="1200"/>
              </a:spcBef>
              <a:defRPr sz="1600" b="1"/>
            </a:lvl1pPr>
            <a:lvl2pPr marL="0" indent="0">
              <a:spcBef>
                <a:spcPts val="1200"/>
              </a:spcBef>
              <a:buNone/>
              <a:defRPr>
                <a:solidFill>
                  <a:srgbClr val="BEB4AA"/>
                </a:solidFill>
              </a:defRPr>
            </a:lvl2pPr>
          </a:lstStyle>
          <a:p>
            <a:pPr lvl="0"/>
            <a:r>
              <a:rPr lang="en-US"/>
              <a:t>Click to edit Master text styles</a:t>
            </a:r>
          </a:p>
          <a:p>
            <a:pPr lvl="1"/>
            <a:r>
              <a:rPr lang="en-US"/>
              <a:t>Second level</a:t>
            </a:r>
          </a:p>
        </p:txBody>
      </p:sp>
      <p:sp>
        <p:nvSpPr>
          <p:cNvPr id="9" name="Picture Placeholder 8">
            <a:extLst>
              <a:ext uri="{FF2B5EF4-FFF2-40B4-BE49-F238E27FC236}">
                <a16:creationId xmlns:a16="http://schemas.microsoft.com/office/drawing/2014/main" xmlns="" id="{1B2A1423-4B70-2BC1-DC51-7E074E13C985}"/>
              </a:ext>
            </a:extLst>
          </p:cNvPr>
          <p:cNvSpPr>
            <a:spLocks noGrp="1"/>
          </p:cNvSpPr>
          <p:nvPr>
            <p:ph type="pic" sz="quarter" idx="14"/>
          </p:nvPr>
        </p:nvSpPr>
        <p:spPr>
          <a:xfrm>
            <a:off x="5286166" y="1101285"/>
            <a:ext cx="6040380" cy="3931252"/>
          </a:xfrm>
          <a:prstGeom prst="round2SameRect">
            <a:avLst>
              <a:gd name="adj1" fmla="val 3015"/>
              <a:gd name="adj2" fmla="val 0"/>
            </a:avLst>
          </a:prstGeo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328778206"/>
      </p:ext>
    </p:extLst>
  </p:cSld>
  <p:clrMapOvr>
    <a:overrideClrMapping bg1="dk1" tx1="lt1" bg2="dk2" tx2="lt2" accent1="accent1" accent2="accent2" accent3="accent3" accent4="accent4" accent5="accent5" accent6="accent6" hlink="hlink" folHlink="folHlink"/>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Case, Social Media  (Tan)">
    <p:bg>
      <p:bgRef idx="1001">
        <a:schemeClr val="bg2"/>
      </p:bgRef>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43345244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017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989882" y="1768475"/>
            <a:ext cx="2956893" cy="3721606"/>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6249613" y="1768475"/>
            <a:ext cx="2956893" cy="3721606"/>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269850" y="1768475"/>
            <a:ext cx="2956893" cy="3721606"/>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9509344" y="1768475"/>
            <a:ext cx="2956893" cy="3721606"/>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1029430402"/>
      </p:ext>
    </p:extLst>
  </p:cSld>
  <p:clrMapOvr>
    <a:overrideClrMapping bg1="lt1" tx1="dk1" bg2="lt2" tx2="dk2" accent1="accent1" accent2="accent2" accent3="accent3" accent4="accent4" accent5="accent5" accent6="accent6" hlink="hlink" folHlink="folHlink"/>
  </p:clrMapOvr>
</p:sldLayout>
</file>

<file path=ppt/slideLayouts/slideLayout246.xml><?xml version="1.0" encoding="utf-8"?>
<p:sldLayout xmlns:a="http://schemas.openxmlformats.org/drawingml/2006/main" xmlns:r="http://schemas.openxmlformats.org/officeDocument/2006/relationships" xmlns:p="http://schemas.openxmlformats.org/presentationml/2006/main" preserve="1" userDrawn="1">
  <p:cSld name="Case, Social Media (Carbon)">
    <p:bg>
      <p:bgPr>
        <a:solidFill>
          <a:schemeClr val="bg1"/>
        </a:solidFill>
        <a:effectLst/>
      </p:bgPr>
    </p:bg>
    <p:spTree>
      <p:nvGrpSpPr>
        <p:cNvPr id="1" name=""/>
        <p:cNvGrpSpPr/>
        <p:nvPr/>
      </p:nvGrpSpPr>
      <p:grpSpPr>
        <a:xfrm>
          <a:off x="0" y="0"/>
          <a:ext cx="0" cy="0"/>
          <a:chOff x="0" y="0"/>
          <a:chExt cx="0" cy="0"/>
        </a:xfrm>
      </p:grpSpPr>
      <p:graphicFrame>
        <p:nvGraphicFramePr>
          <p:cNvPr id="7" name="think-cell data - do not delete" hidden="1">
            <a:extLst>
              <a:ext uri="{FF2B5EF4-FFF2-40B4-BE49-F238E27FC236}">
                <a16:creationId xmlns:a16="http://schemas.microsoft.com/office/drawing/2014/main" xmlns="" id="{A91C372E-D762-AB9F-6BD8-760F46CF0F51}"/>
              </a:ext>
            </a:extLst>
          </p:cNvPr>
          <p:cNvGraphicFramePr>
            <a:graphicFrameLocks noChangeAspect="1"/>
          </p:cNvGraphicFramePr>
          <p:nvPr userDrawn="1">
            <p:custDataLst>
              <p:tags r:id="rId2"/>
            </p:custDataLst>
            <p:extLst>
              <p:ext uri="{D42A27DB-BD31-4B8C-83A1-F6EECF244321}">
                <p14:modId xmlns:p14="http://schemas.microsoft.com/office/powerpoint/2010/main" val="50831304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119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12921C1-F0E9-0377-E863-93E92C254D31}"/>
              </a:ext>
            </a:extLst>
          </p:cNvPr>
          <p:cNvSpPr>
            <a:spLocks noGrp="1"/>
          </p:cNvSpPr>
          <p:nvPr>
            <p:ph type="title" hasCustomPrompt="1"/>
          </p:nvPr>
        </p:nvSpPr>
        <p:spPr>
          <a:xfrm>
            <a:off x="565150" y="460374"/>
            <a:ext cx="3155271" cy="1006475"/>
          </a:xfrm>
        </p:spPr>
        <p:txBody>
          <a:bodyPr vert="horz"/>
          <a:lstStyle/>
          <a:p>
            <a:r>
              <a:rPr lang="en-US"/>
              <a:t>Click to add short title</a:t>
            </a:r>
          </a:p>
        </p:txBody>
      </p:sp>
      <p:sp>
        <p:nvSpPr>
          <p:cNvPr id="12" name="Text Placeholder 11">
            <a:extLst>
              <a:ext uri="{FF2B5EF4-FFF2-40B4-BE49-F238E27FC236}">
                <a16:creationId xmlns:a16="http://schemas.microsoft.com/office/drawing/2014/main" xmlns="" id="{CAAE340A-70A3-4483-6842-118E0545B576}"/>
              </a:ext>
            </a:extLst>
          </p:cNvPr>
          <p:cNvSpPr>
            <a:spLocks noGrp="1"/>
          </p:cNvSpPr>
          <p:nvPr>
            <p:ph type="body" sz="quarter" idx="13"/>
          </p:nvPr>
        </p:nvSpPr>
        <p:spPr>
          <a:xfrm>
            <a:off x="6250327" y="460374"/>
            <a:ext cx="3473111" cy="1006475"/>
          </a:xfrm>
        </p:spPr>
        <p:txBody>
          <a:bodyPr/>
          <a:lstStyle>
            <a:lvl1pPr>
              <a:defRPr b="1"/>
            </a:lvl1pPr>
            <a:lvl2pPr marL="0" indent="0">
              <a:spcBef>
                <a:spcPts val="0"/>
              </a:spcBef>
              <a:buNone/>
              <a:defRPr>
                <a:solidFill>
                  <a:srgbClr val="8E867E"/>
                </a:solidFill>
              </a:defRPr>
            </a:lvl2pPr>
          </a:lstStyle>
          <a:p>
            <a:pPr lvl="0"/>
            <a:r>
              <a:rPr lang="en-US"/>
              <a:t>Click to edit Master text styles</a:t>
            </a:r>
          </a:p>
          <a:p>
            <a:pPr lvl="1"/>
            <a:r>
              <a:rPr lang="en-US"/>
              <a:t>Second level</a:t>
            </a:r>
          </a:p>
        </p:txBody>
      </p:sp>
      <p:pic>
        <p:nvPicPr>
          <p:cNvPr id="6" name="Graphic 5">
            <a:extLst>
              <a:ext uri="{FF2B5EF4-FFF2-40B4-BE49-F238E27FC236}">
                <a16:creationId xmlns:a16="http://schemas.microsoft.com/office/drawing/2014/main" xmlns="" id="{25E49CCA-F737-5786-8174-B0564AEC164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989882" y="1768474"/>
            <a:ext cx="2956893" cy="3721608"/>
          </a:xfrm>
          <a:prstGeom prst="rect">
            <a:avLst/>
          </a:prstGeom>
        </p:spPr>
      </p:pic>
      <p:pic>
        <p:nvPicPr>
          <p:cNvPr id="8" name="Graphic 7">
            <a:extLst>
              <a:ext uri="{FF2B5EF4-FFF2-40B4-BE49-F238E27FC236}">
                <a16:creationId xmlns:a16="http://schemas.microsoft.com/office/drawing/2014/main" xmlns="" id="{226AC344-E1CE-70B2-B97E-30637E49AB0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6249613" y="1768474"/>
            <a:ext cx="2956893" cy="3721608"/>
          </a:xfrm>
          <a:prstGeom prst="rect">
            <a:avLst/>
          </a:prstGeom>
        </p:spPr>
      </p:pic>
      <p:pic>
        <p:nvPicPr>
          <p:cNvPr id="9" name="Graphic 8">
            <a:extLst>
              <a:ext uri="{FF2B5EF4-FFF2-40B4-BE49-F238E27FC236}">
                <a16:creationId xmlns:a16="http://schemas.microsoft.com/office/drawing/2014/main" xmlns="" id="{FCEB8D3E-A5C6-310F-74E2-78E550DF1E71}"/>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269850" y="1768474"/>
            <a:ext cx="2956893" cy="3721608"/>
          </a:xfrm>
          <a:prstGeom prst="rect">
            <a:avLst/>
          </a:prstGeom>
        </p:spPr>
      </p:pic>
      <p:pic>
        <p:nvPicPr>
          <p:cNvPr id="10" name="Graphic 9">
            <a:extLst>
              <a:ext uri="{FF2B5EF4-FFF2-40B4-BE49-F238E27FC236}">
                <a16:creationId xmlns:a16="http://schemas.microsoft.com/office/drawing/2014/main" xmlns="" id="{47F66854-B8B3-FA25-DFD9-036CBFA383D7}"/>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9509344" y="1768474"/>
            <a:ext cx="2956893" cy="3721608"/>
          </a:xfrm>
          <a:prstGeom prst="rect">
            <a:avLst/>
          </a:prstGeom>
        </p:spPr>
      </p:pic>
      <p:sp>
        <p:nvSpPr>
          <p:cNvPr id="13" name="Picture Placeholder 12">
            <a:extLst>
              <a:ext uri="{FF2B5EF4-FFF2-40B4-BE49-F238E27FC236}">
                <a16:creationId xmlns:a16="http://schemas.microsoft.com/office/drawing/2014/main" xmlns="" id="{52B67BAC-F68E-DD3A-DCA7-6CDA13093294}"/>
              </a:ext>
            </a:extLst>
          </p:cNvPr>
          <p:cNvSpPr>
            <a:spLocks noGrp="1"/>
          </p:cNvSpPr>
          <p:nvPr>
            <p:ph type="pic" sz="quarter" idx="14"/>
          </p:nvPr>
        </p:nvSpPr>
        <p:spPr>
          <a:xfrm>
            <a:off x="-266469" y="2149886"/>
            <a:ext cx="2953512" cy="2959585"/>
          </a:xfrm>
          <a:solidFill>
            <a:schemeClr val="bg1">
              <a:lumMod val="50000"/>
              <a:lumOff val="50000"/>
            </a:schemeClr>
          </a:solidFill>
        </p:spPr>
        <p:txBody>
          <a:bodyPr/>
          <a:lstStyle/>
          <a:p>
            <a:r>
              <a:rPr lang="en-US"/>
              <a:t>Click icon to add picture</a:t>
            </a:r>
          </a:p>
        </p:txBody>
      </p:sp>
      <p:sp>
        <p:nvSpPr>
          <p:cNvPr id="14" name="Picture Placeholder 12">
            <a:extLst>
              <a:ext uri="{FF2B5EF4-FFF2-40B4-BE49-F238E27FC236}">
                <a16:creationId xmlns:a16="http://schemas.microsoft.com/office/drawing/2014/main" xmlns="" id="{92A6E3AA-4010-F3C8-DB6D-5D6BAC94EDD3}"/>
              </a:ext>
            </a:extLst>
          </p:cNvPr>
          <p:cNvSpPr>
            <a:spLocks noGrp="1"/>
          </p:cNvSpPr>
          <p:nvPr>
            <p:ph type="pic" sz="quarter" idx="15"/>
          </p:nvPr>
        </p:nvSpPr>
        <p:spPr>
          <a:xfrm>
            <a:off x="2993263" y="2149886"/>
            <a:ext cx="2953512" cy="2959585"/>
          </a:xfrm>
          <a:solidFill>
            <a:schemeClr val="bg1">
              <a:lumMod val="50000"/>
              <a:lumOff val="50000"/>
            </a:schemeClr>
          </a:solidFill>
        </p:spPr>
        <p:txBody>
          <a:bodyPr/>
          <a:lstStyle/>
          <a:p>
            <a:r>
              <a:rPr lang="en-US"/>
              <a:t>Click icon to add picture</a:t>
            </a:r>
          </a:p>
        </p:txBody>
      </p:sp>
      <p:sp>
        <p:nvSpPr>
          <p:cNvPr id="15" name="Picture Placeholder 12">
            <a:extLst>
              <a:ext uri="{FF2B5EF4-FFF2-40B4-BE49-F238E27FC236}">
                <a16:creationId xmlns:a16="http://schemas.microsoft.com/office/drawing/2014/main" xmlns="" id="{A5F86528-100B-394F-245D-BB6C50C4BA2C}"/>
              </a:ext>
            </a:extLst>
          </p:cNvPr>
          <p:cNvSpPr>
            <a:spLocks noGrp="1"/>
          </p:cNvSpPr>
          <p:nvPr>
            <p:ph type="pic" sz="quarter" idx="16"/>
          </p:nvPr>
        </p:nvSpPr>
        <p:spPr>
          <a:xfrm>
            <a:off x="6252994" y="2149886"/>
            <a:ext cx="2953512" cy="2959585"/>
          </a:xfrm>
          <a:solidFill>
            <a:schemeClr val="bg1">
              <a:lumMod val="50000"/>
              <a:lumOff val="50000"/>
            </a:schemeClr>
          </a:solidFill>
        </p:spPr>
        <p:txBody>
          <a:bodyPr/>
          <a:lstStyle/>
          <a:p>
            <a:r>
              <a:rPr lang="en-US"/>
              <a:t>Click icon to add picture</a:t>
            </a:r>
          </a:p>
        </p:txBody>
      </p:sp>
      <p:sp>
        <p:nvSpPr>
          <p:cNvPr id="16" name="Picture Placeholder 12">
            <a:extLst>
              <a:ext uri="{FF2B5EF4-FFF2-40B4-BE49-F238E27FC236}">
                <a16:creationId xmlns:a16="http://schemas.microsoft.com/office/drawing/2014/main" xmlns="" id="{F4212F00-26F9-885F-580A-F8C386D648DD}"/>
              </a:ext>
            </a:extLst>
          </p:cNvPr>
          <p:cNvSpPr>
            <a:spLocks noGrp="1"/>
          </p:cNvSpPr>
          <p:nvPr>
            <p:ph type="pic" sz="quarter" idx="17"/>
          </p:nvPr>
        </p:nvSpPr>
        <p:spPr>
          <a:xfrm>
            <a:off x="9512725" y="2149886"/>
            <a:ext cx="2953512" cy="2959585"/>
          </a:xfrm>
          <a:solidFill>
            <a:schemeClr val="bg1">
              <a:lumMod val="50000"/>
              <a:lumOff val="50000"/>
            </a:schemeClr>
          </a:solidFill>
        </p:spPr>
        <p:txBody>
          <a:bodyPr/>
          <a:lstStyle/>
          <a:p>
            <a:r>
              <a:rPr lang="en-US"/>
              <a:t>Click icon to add picture</a:t>
            </a:r>
          </a:p>
        </p:txBody>
      </p:sp>
    </p:spTree>
    <p:extLst>
      <p:ext uri="{BB962C8B-B14F-4D97-AF65-F5344CB8AC3E}">
        <p14:creationId xmlns:p14="http://schemas.microsoft.com/office/powerpoint/2010/main" val="445686510"/>
      </p:ext>
    </p:extLst>
  </p:cSld>
  <p:clrMapOvr>
    <a:overrideClrMapping bg1="dk1" tx1="lt1" bg2="dk2" tx2="lt2" accent1="accent1" accent2="accent2" accent3="accent3" accent4="accent4" accent5="accent5" accent6="accent6" hlink="hlink" folHlink="folHlink"/>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255089615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222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Agenda</a:t>
            </a:r>
          </a:p>
          <a:p>
            <a:pPr algn="ctr"/>
            <a:r>
              <a:rPr lang="en-US" sz="13800">
                <a:solidFill>
                  <a:srgbClr val="000000"/>
                </a:solidFill>
              </a:rPr>
              <a:t>layouts</a:t>
            </a:r>
          </a:p>
        </p:txBody>
      </p:sp>
    </p:spTree>
    <p:extLst>
      <p:ext uri="{BB962C8B-B14F-4D97-AF65-F5344CB8AC3E}">
        <p14:creationId xmlns:p14="http://schemas.microsoft.com/office/powerpoint/2010/main" val="59193866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218903251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324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F5F0EB"/>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5E5751"/>
                </a:solidFill>
                <a:latin typeface="+mn-lt"/>
              </a:defRPr>
            </a:lvl3pPr>
            <a:lvl4pPr marL="2514600" indent="-628650">
              <a:spcBef>
                <a:spcPts val="0"/>
              </a:spcBef>
              <a:spcAft>
                <a:spcPts val="600"/>
              </a:spcAft>
              <a:buNone/>
              <a:tabLst/>
              <a:defRPr sz="1600">
                <a:solidFill>
                  <a:srgbClr val="5E5751"/>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4266721279"/>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Agenda (Carbon)">
    <p:bg>
      <p:bgPr>
        <a:solidFill>
          <a:schemeClr val="bg1"/>
        </a:solidFill>
        <a:effectLst/>
      </p:bgPr>
    </p:bg>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43017E1-5C50-A1AB-8360-416C697FA071}"/>
              </a:ext>
            </a:extLst>
          </p:cNvPr>
          <p:cNvGraphicFramePr>
            <a:graphicFrameLocks noChangeAspect="1"/>
          </p:cNvGraphicFramePr>
          <p:nvPr userDrawn="1">
            <p:custDataLst>
              <p:tags r:id="rId2"/>
            </p:custDataLst>
            <p:extLst>
              <p:ext uri="{D42A27DB-BD31-4B8C-83A1-F6EECF244321}">
                <p14:modId xmlns:p14="http://schemas.microsoft.com/office/powerpoint/2010/main" val="30273486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427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16" name="Rectangle 15">
            <a:extLst>
              <a:ext uri="{FF2B5EF4-FFF2-40B4-BE49-F238E27FC236}">
                <a16:creationId xmlns:a16="http://schemas.microsoft.com/office/drawing/2014/main" xmlns="" id="{33889F7A-DE98-F358-02C5-D65EB1DD488E}"/>
              </a:ext>
            </a:extLst>
          </p:cNvPr>
          <p:cNvSpPr>
            <a:spLocks noGrp="1" noRot="1" noMove="1" noResize="1" noEditPoints="1" noAdjustHandles="1" noChangeArrowheads="1" noChangeShapeType="1"/>
          </p:cNvSpPr>
          <p:nvPr userDrawn="1"/>
        </p:nvSpPr>
        <p:spPr>
          <a:xfrm>
            <a:off x="5946775" y="409575"/>
            <a:ext cx="5838381" cy="5991733"/>
          </a:xfrm>
          <a:prstGeom prst="rect">
            <a:avLst/>
          </a:prstGeom>
          <a:solidFill>
            <a:srgbClr val="2F2C2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xmlns="" id="{EC5F68A8-0C58-24DF-315E-5F7C105CEFD9}"/>
              </a:ext>
            </a:extLst>
          </p:cNvPr>
          <p:cNvSpPr>
            <a:spLocks noGrp="1"/>
          </p:cNvSpPr>
          <p:nvPr>
            <p:ph type="title" hasCustomPrompt="1"/>
          </p:nvPr>
        </p:nvSpPr>
        <p:spPr>
          <a:xfrm>
            <a:off x="565149" y="460375"/>
            <a:ext cx="3479801" cy="2514600"/>
          </a:xfrm>
        </p:spPr>
        <p:txBody>
          <a:bodyPr vert="horz"/>
          <a:lstStyle>
            <a:lvl1pPr>
              <a:defRPr sz="4800"/>
            </a:lvl1pPr>
          </a:lstStyle>
          <a:p>
            <a:r>
              <a:rPr lang="en-US"/>
              <a:t>Agenda title</a:t>
            </a:r>
          </a:p>
        </p:txBody>
      </p:sp>
      <p:sp>
        <p:nvSpPr>
          <p:cNvPr id="17" name="Text Placeholder 11">
            <a:extLst>
              <a:ext uri="{FF2B5EF4-FFF2-40B4-BE49-F238E27FC236}">
                <a16:creationId xmlns:a16="http://schemas.microsoft.com/office/drawing/2014/main" xmlns="" id="{E734E431-CF7E-DBDA-44CF-DF97B6F2F634}"/>
              </a:ext>
            </a:extLst>
          </p:cNvPr>
          <p:cNvSpPr>
            <a:spLocks noGrp="1"/>
          </p:cNvSpPr>
          <p:nvPr>
            <p:ph type="body" sz="quarter" idx="12" hasCustomPrompt="1"/>
          </p:nvPr>
        </p:nvSpPr>
        <p:spPr>
          <a:xfrm>
            <a:off x="6248400" y="558800"/>
            <a:ext cx="5383213" cy="5142992"/>
          </a:xfrm>
        </p:spPr>
        <p:txBody>
          <a:bodyPr/>
          <a:lstStyle>
            <a:lvl1pPr marL="0" indent="0">
              <a:spcBef>
                <a:spcPts val="0"/>
              </a:spcBef>
              <a:spcAft>
                <a:spcPts val="600"/>
              </a:spcAft>
              <a:tabLst>
                <a:tab pos="1879600" algn="l"/>
                <a:tab pos="2508250" algn="l"/>
              </a:tabLst>
              <a:defRPr sz="1600">
                <a:solidFill>
                  <a:schemeClr val="tx1"/>
                </a:solidFill>
                <a:latin typeface="+mn-lt"/>
              </a:defRPr>
            </a:lvl1pPr>
            <a:lvl2pPr marL="2514600" indent="-628650">
              <a:spcBef>
                <a:spcPts val="0"/>
              </a:spcBef>
              <a:spcAft>
                <a:spcPts val="600"/>
              </a:spcAft>
              <a:buNone/>
              <a:tabLst/>
              <a:defRPr sz="1600">
                <a:solidFill>
                  <a:schemeClr val="tx1"/>
                </a:solidFill>
                <a:latin typeface="+mn-lt"/>
              </a:defRPr>
            </a:lvl2pPr>
            <a:lvl3pPr marL="4763" indent="0">
              <a:spcBef>
                <a:spcPts val="0"/>
              </a:spcBef>
              <a:spcAft>
                <a:spcPts val="600"/>
              </a:spcAft>
              <a:buNone/>
              <a:tabLst>
                <a:tab pos="1879600" algn="l"/>
                <a:tab pos="2508250" algn="l"/>
              </a:tabLst>
              <a:defRPr sz="1600">
                <a:solidFill>
                  <a:srgbClr val="BEB4AA"/>
                </a:solidFill>
                <a:latin typeface="+mn-lt"/>
              </a:defRPr>
            </a:lvl3pPr>
            <a:lvl4pPr marL="2514600" indent="-628650">
              <a:spcBef>
                <a:spcPts val="0"/>
              </a:spcBef>
              <a:spcAft>
                <a:spcPts val="600"/>
              </a:spcAft>
              <a:buNone/>
              <a:tabLst/>
              <a:defRPr sz="1600">
                <a:solidFill>
                  <a:srgbClr val="BEB4AA"/>
                </a:solidFill>
                <a:latin typeface="+mn-lt"/>
              </a:defRPr>
            </a:lvl4pPr>
            <a:lvl5pPr>
              <a:defRPr sz="1600"/>
            </a:lvl5pPr>
          </a:lstStyle>
          <a:p>
            <a:pPr lvl="0"/>
            <a:r>
              <a:rPr lang="en-US" dirty="0"/>
              <a:t>Phase ##	01	Use tabs to format </a:t>
            </a:r>
          </a:p>
          <a:p>
            <a:pPr lvl="1"/>
            <a:r>
              <a:rPr lang="en-US" dirty="0"/>
              <a:t>Second level</a:t>
            </a:r>
          </a:p>
          <a:p>
            <a:pPr lvl="2"/>
            <a:r>
              <a:rPr lang="en-US" dirty="0"/>
              <a:t>Phase ##	02	Use tabs to format</a:t>
            </a:r>
          </a:p>
          <a:p>
            <a:pPr lvl="3"/>
            <a:r>
              <a:rPr lang="en-US" dirty="0"/>
              <a:t>Fourth level</a:t>
            </a:r>
          </a:p>
        </p:txBody>
      </p:sp>
    </p:spTree>
    <p:extLst>
      <p:ext uri="{BB962C8B-B14F-4D97-AF65-F5344CB8AC3E}">
        <p14:creationId xmlns:p14="http://schemas.microsoft.com/office/powerpoint/2010/main" val="590701100"/>
      </p:ext>
    </p:extLst>
  </p:cSld>
  <p:clrMapOvr>
    <a:overrideClrMapping bg1="dk1" tx1="lt1" bg2="dk2" tx2="lt2" accent1="accent1" accent2="accent2" accent3="accent3" accent4="accent4" accent5="accent5" accent6="accent6" hlink="hlink" folHlink="folHlink"/>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preserve="1" userDrawn="1">
  <p:cSld name="Agenda, table">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81937865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529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1343137585"/>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Agenda, table (Carbon)">
    <p:bg>
      <p:bgPr>
        <a:solidFill>
          <a:schemeClr val="bg1"/>
        </a:solidFill>
        <a:effectLst/>
      </p:bgPr>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6FD185B2-CA96-F547-FFF0-7838243B1A2A}"/>
              </a:ext>
            </a:extLst>
          </p:cNvPr>
          <p:cNvGraphicFramePr>
            <a:graphicFrameLocks noChangeAspect="1"/>
          </p:cNvGraphicFramePr>
          <p:nvPr userDrawn="1">
            <p:custDataLst>
              <p:tags r:id="rId2"/>
            </p:custDataLst>
            <p:extLst>
              <p:ext uri="{D42A27DB-BD31-4B8C-83A1-F6EECF244321}">
                <p14:modId xmlns:p14="http://schemas.microsoft.com/office/powerpoint/2010/main" val="38214433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631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D11BFDB8-62FD-B783-90CD-5011EC3F9DB0}"/>
              </a:ext>
            </a:extLst>
          </p:cNvPr>
          <p:cNvSpPr>
            <a:spLocks noGrp="1"/>
          </p:cNvSpPr>
          <p:nvPr>
            <p:ph type="title" hasCustomPrompt="1"/>
          </p:nvPr>
        </p:nvSpPr>
        <p:spPr/>
        <p:txBody>
          <a:bodyPr vert="horz"/>
          <a:lstStyle>
            <a:lvl1pPr>
              <a:defRPr sz="4800"/>
            </a:lvl1pPr>
          </a:lstStyle>
          <a:p>
            <a:r>
              <a:rPr lang="en-US"/>
              <a:t>Agenda title</a:t>
            </a:r>
          </a:p>
        </p:txBody>
      </p:sp>
      <p:sp>
        <p:nvSpPr>
          <p:cNvPr id="12" name="Table Placeholder 11">
            <a:extLst>
              <a:ext uri="{FF2B5EF4-FFF2-40B4-BE49-F238E27FC236}">
                <a16:creationId xmlns:a16="http://schemas.microsoft.com/office/drawing/2014/main" xmlns="" id="{8C62C179-ADF8-3E0D-22F0-94F67DB4CB1E}"/>
              </a:ext>
            </a:extLst>
          </p:cNvPr>
          <p:cNvSpPr>
            <a:spLocks noGrp="1"/>
          </p:cNvSpPr>
          <p:nvPr>
            <p:ph type="tbl" sz="quarter" idx="12"/>
          </p:nvPr>
        </p:nvSpPr>
        <p:spPr>
          <a:xfrm>
            <a:off x="565150" y="1466850"/>
            <a:ext cx="11066463" cy="4981575"/>
          </a:xfrm>
        </p:spPr>
        <p:txBody>
          <a:bodyPr/>
          <a:lstStyle/>
          <a:p>
            <a:r>
              <a:rPr lang="en-US"/>
              <a:t>Click icon to add table</a:t>
            </a:r>
          </a:p>
        </p:txBody>
      </p:sp>
    </p:spTree>
    <p:extLst>
      <p:ext uri="{BB962C8B-B14F-4D97-AF65-F5344CB8AC3E}">
        <p14:creationId xmlns:p14="http://schemas.microsoft.com/office/powerpoint/2010/main" val="715954589"/>
      </p:ext>
    </p:extLst>
  </p:cSld>
  <p:clrMapOvr>
    <a:overrideClrMapping bg1="dk1" tx1="lt1" bg2="dk2" tx2="lt2" accent1="accent1" accent2="accent2" accent3="accent3" accent4="accent4" accent5="accent5" accent6="accent6" hlink="hlink" folHlink="folHlink"/>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30296208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734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2569560" y="1305349"/>
            <a:ext cx="7052893" cy="4247317"/>
          </a:xfrm>
          <a:prstGeom prst="rect">
            <a:avLst/>
          </a:prstGeom>
          <a:noFill/>
        </p:spPr>
        <p:txBody>
          <a:bodyPr wrap="none" lIns="0" tIns="0" rIns="0" bIns="0" rtlCol="0" anchor="ctr">
            <a:spAutoFit/>
          </a:bodyPr>
          <a:lstStyle/>
          <a:p>
            <a:pPr algn="ctr"/>
            <a:r>
              <a:rPr lang="en-US" sz="13800">
                <a:solidFill>
                  <a:srgbClr val="000000"/>
                </a:solidFill>
              </a:rPr>
              <a:t>Speakers</a:t>
            </a:r>
          </a:p>
          <a:p>
            <a:pPr algn="ctr"/>
            <a:r>
              <a:rPr lang="en-US" sz="13800">
                <a:solidFill>
                  <a:srgbClr val="000000"/>
                </a:solidFill>
              </a:rPr>
              <a:t>layouts</a:t>
            </a:r>
          </a:p>
        </p:txBody>
      </p:sp>
    </p:spTree>
    <p:extLst>
      <p:ext uri="{BB962C8B-B14F-4D97-AF65-F5344CB8AC3E}">
        <p14:creationId xmlns:p14="http://schemas.microsoft.com/office/powerpoint/2010/main" val="2765443025"/>
      </p:ext>
    </p:extLst>
  </p:cSld>
  <p:clrMapOvr>
    <a:masterClrMapping/>
  </p:clrMapOvr>
</p:sldLayout>
</file>

<file path=ppt/slideLayouts/slideLayout253.xml><?xml version="1.0" encoding="utf-8"?>
<p:sldLayout xmlns:a="http://schemas.openxmlformats.org/drawingml/2006/main" xmlns:r="http://schemas.openxmlformats.org/officeDocument/2006/relationships" xmlns:p="http://schemas.openxmlformats.org/presentationml/2006/main" preserve="1" userDrawn="1">
  <p:cSld name="Speaker, 1">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037288894"/>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836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254" y="1637435"/>
            <a:ext cx="2527309" cy="255356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3405188" y="1637434"/>
            <a:ext cx="2554626" cy="2553566"/>
          </a:xfrm>
        </p:spPr>
        <p:txBody>
          <a:bodyPr/>
          <a:lstStyle>
            <a:lvl1pPr>
              <a:spcBef>
                <a:spcPts val="0"/>
              </a:spcBef>
              <a:defRPr sz="2400" b="0"/>
            </a:lvl1pPr>
            <a:lvl2pPr marL="0" indent="0">
              <a:spcBef>
                <a:spcPts val="1200"/>
              </a:spcBef>
              <a:buNone/>
              <a:defRPr sz="2400">
                <a:solidFill>
                  <a:srgbClr val="5E5751"/>
                </a:solidFill>
              </a:defRPr>
            </a:lvl2pPr>
          </a:lstStyle>
          <a:p>
            <a:pPr lvl="0"/>
            <a:r>
              <a:rPr lang="en-US" err="1"/>
              <a:t>Firstname</a:t>
            </a:r>
            <a:r>
              <a:rPr lang="en-US"/>
              <a:t> Lastname</a:t>
            </a:r>
          </a:p>
          <a:p>
            <a:pPr lvl="1"/>
            <a:r>
              <a:rPr lang="en-US"/>
              <a:t>Job title</a:t>
            </a:r>
          </a:p>
        </p:txBody>
      </p:sp>
      <p:sp>
        <p:nvSpPr>
          <p:cNvPr id="13" name="Text Placeholder 9">
            <a:extLst>
              <a:ext uri="{FF2B5EF4-FFF2-40B4-BE49-F238E27FC236}">
                <a16:creationId xmlns:a16="http://schemas.microsoft.com/office/drawing/2014/main" xmlns="" id="{00076557-BFE9-5F8B-B4A1-ED0C0029638E}"/>
              </a:ext>
            </a:extLst>
          </p:cNvPr>
          <p:cNvSpPr>
            <a:spLocks noGrp="1"/>
          </p:cNvSpPr>
          <p:nvPr>
            <p:ph type="body" sz="quarter" idx="12" hasCustomPrompt="1"/>
          </p:nvPr>
        </p:nvSpPr>
        <p:spPr>
          <a:xfrm>
            <a:off x="6248400" y="1637435"/>
            <a:ext cx="3776663" cy="2553565"/>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459879857"/>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preserve="1" userDrawn="1">
  <p:cSld name="Speaker, 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436765792"/>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2939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4817" y="1637435"/>
            <a:ext cx="1564021" cy="1564021"/>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2428504" y="1637434"/>
            <a:ext cx="3517940"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6263986" y="1637435"/>
            <a:ext cx="1563976" cy="1563976"/>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8129589" y="1637434"/>
            <a:ext cx="3516024" cy="1035916"/>
          </a:xfrm>
        </p:spPr>
        <p:txBody>
          <a:bodyPr/>
          <a:lstStyle>
            <a:lvl1pPr>
              <a:spcBef>
                <a:spcPts val="0"/>
              </a:spcBef>
              <a:defRPr sz="2400" b="0"/>
            </a:lvl1pPr>
            <a:lvl2pPr marL="0" indent="0">
              <a:spcBef>
                <a:spcPts val="0"/>
              </a:spcBef>
              <a:buNone/>
              <a:defRPr sz="2400">
                <a:solidFill>
                  <a:srgbClr val="5E5751"/>
                </a:solidFill>
              </a:defRPr>
            </a:lvl2pPr>
          </a:lstStyle>
          <a:p>
            <a:pPr lvl="0"/>
            <a:r>
              <a:rPr lang="en-US" err="1"/>
              <a:t>Firstname</a:t>
            </a:r>
            <a:r>
              <a:rPr lang="en-US"/>
              <a:t> Lastname</a:t>
            </a:r>
          </a:p>
          <a:p>
            <a:pPr lvl="1"/>
            <a:r>
              <a:rPr lang="en-US"/>
              <a:t>Job title</a:t>
            </a:r>
          </a:p>
        </p:txBody>
      </p:sp>
      <p:sp>
        <p:nvSpPr>
          <p:cNvPr id="9" name="Text Placeholder 9">
            <a:extLst>
              <a:ext uri="{FF2B5EF4-FFF2-40B4-BE49-F238E27FC236}">
                <a16:creationId xmlns:a16="http://schemas.microsoft.com/office/drawing/2014/main" xmlns="" id="{43A263B2-272B-44F1-9D39-AEA893A1C856}"/>
              </a:ext>
            </a:extLst>
          </p:cNvPr>
          <p:cNvSpPr>
            <a:spLocks noGrp="1"/>
          </p:cNvSpPr>
          <p:nvPr>
            <p:ph type="body" sz="quarter" idx="12" hasCustomPrompt="1"/>
          </p:nvPr>
        </p:nvSpPr>
        <p:spPr>
          <a:xfrm>
            <a:off x="2428504" y="2974975"/>
            <a:ext cx="3517940"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
        <p:nvSpPr>
          <p:cNvPr id="12" name="Text Placeholder 9">
            <a:extLst>
              <a:ext uri="{FF2B5EF4-FFF2-40B4-BE49-F238E27FC236}">
                <a16:creationId xmlns:a16="http://schemas.microsoft.com/office/drawing/2014/main" xmlns="" id="{061D7D79-B6DD-C3D3-D30D-2056D760FFAA}"/>
              </a:ext>
            </a:extLst>
          </p:cNvPr>
          <p:cNvSpPr>
            <a:spLocks noGrp="1"/>
          </p:cNvSpPr>
          <p:nvPr>
            <p:ph type="body" sz="quarter" idx="16" hasCustomPrompt="1"/>
          </p:nvPr>
        </p:nvSpPr>
        <p:spPr>
          <a:xfrm>
            <a:off x="8122427" y="2974975"/>
            <a:ext cx="3517939" cy="2670047"/>
          </a:xfrm>
        </p:spPr>
        <p:txBody>
          <a:bodyPr/>
          <a:lstStyle>
            <a:lvl1pPr>
              <a:defRPr sz="1600">
                <a:solidFill>
                  <a:schemeClr val="tx1"/>
                </a:solidFill>
              </a:defRPr>
            </a:lvl1pPr>
            <a:lvl2pPr>
              <a:buNone/>
              <a:defRPr sz="1600"/>
            </a:lvl2pPr>
            <a:lvl3pPr>
              <a:defRPr sz="1600"/>
            </a:lvl3pPr>
            <a:lvl4pPr>
              <a:defRPr sz="1600"/>
            </a:lvl4pPr>
            <a:lvl5pPr>
              <a:defRPr sz="1600"/>
            </a:lvl5pPr>
          </a:lstStyle>
          <a:p>
            <a:pPr lvl="0"/>
            <a:r>
              <a:rPr lang="en-US"/>
              <a:t>Click to add short biography</a:t>
            </a:r>
          </a:p>
        </p:txBody>
      </p:sp>
    </p:spTree>
    <p:extLst>
      <p:ext uri="{BB962C8B-B14F-4D97-AF65-F5344CB8AC3E}">
        <p14:creationId xmlns:p14="http://schemas.microsoft.com/office/powerpoint/2010/main" val="2524254148"/>
      </p:ext>
    </p:extLst>
  </p:cSld>
  <p:clrMapOvr>
    <a:masterClrMapping/>
  </p:clrMapOvr>
</p:sldLayout>
</file>

<file path=ppt/slideLayouts/slideLayout255.xml><?xml version="1.0" encoding="utf-8"?>
<p:sldLayout xmlns:a="http://schemas.openxmlformats.org/drawingml/2006/main" xmlns:r="http://schemas.openxmlformats.org/officeDocument/2006/relationships" xmlns:p="http://schemas.openxmlformats.org/presentationml/2006/main" preserve="1" userDrawn="1">
  <p:cSld name="Speaker, 3">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35529567"/>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041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49799" y="1637435"/>
            <a:ext cx="2511552" cy="2511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434979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8143458" y="1637434"/>
            <a:ext cx="2511551" cy="2511551"/>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8143459" y="4327525"/>
            <a:ext cx="2511552" cy="762000"/>
          </a:xfrm>
        </p:spPr>
        <p:txBody>
          <a:bodyPr/>
          <a:lstStyle>
            <a:lvl1pPr>
              <a:spcBef>
                <a:spcPts val="0"/>
              </a:spcBef>
              <a:defRPr sz="1800" b="0"/>
            </a:lvl1pPr>
            <a:lvl2pPr marL="0" indent="0">
              <a:spcBef>
                <a:spcPts val="0"/>
              </a:spcBef>
              <a:buNone/>
              <a:defRPr sz="18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145786142"/>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preserve="1" userDrawn="1">
  <p:cSld name="Speaker, 4">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630332651"/>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1438"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49" y="1637435"/>
            <a:ext cx="2514600" cy="2514600"/>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65149"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3412998" y="1637435"/>
            <a:ext cx="2514600" cy="2514600"/>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3412998"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7EBD53F4-AA15-026E-C06F-BFCDCD680F32}"/>
              </a:ext>
            </a:extLst>
          </p:cNvPr>
          <p:cNvSpPr>
            <a:spLocks noGrp="1" noChangeAspect="1"/>
          </p:cNvSpPr>
          <p:nvPr>
            <p:ph type="pic" sz="quarter" idx="16"/>
          </p:nvPr>
        </p:nvSpPr>
        <p:spPr>
          <a:xfrm>
            <a:off x="6256365" y="1637435"/>
            <a:ext cx="2514600" cy="2514600"/>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B6945004-3FBB-EB03-5646-97F9F63ABEAD}"/>
              </a:ext>
            </a:extLst>
          </p:cNvPr>
          <p:cNvSpPr>
            <a:spLocks noGrp="1"/>
          </p:cNvSpPr>
          <p:nvPr>
            <p:ph type="body" sz="quarter" idx="17" hasCustomPrompt="1"/>
          </p:nvPr>
        </p:nvSpPr>
        <p:spPr>
          <a:xfrm>
            <a:off x="6256364"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
        <p:nvSpPr>
          <p:cNvPr id="7" name="Picture Placeholder 7">
            <a:extLst>
              <a:ext uri="{FF2B5EF4-FFF2-40B4-BE49-F238E27FC236}">
                <a16:creationId xmlns:a16="http://schemas.microsoft.com/office/drawing/2014/main" xmlns="" id="{D16ABBBF-2339-2E06-7C84-AF01ECF613A3}"/>
              </a:ext>
            </a:extLst>
          </p:cNvPr>
          <p:cNvSpPr>
            <a:spLocks noGrp="1" noChangeAspect="1"/>
          </p:cNvSpPr>
          <p:nvPr>
            <p:ph type="pic" sz="quarter" idx="18"/>
          </p:nvPr>
        </p:nvSpPr>
        <p:spPr>
          <a:xfrm>
            <a:off x="9087852" y="1637435"/>
            <a:ext cx="2514600" cy="2514600"/>
          </a:xfrm>
          <a:solidFill>
            <a:srgbClr val="F5F0EB"/>
          </a:solidFill>
        </p:spPr>
        <p:txBody>
          <a:bodyPr/>
          <a:lstStyle/>
          <a:p>
            <a:r>
              <a:rPr lang="en-US"/>
              <a:t>Click icon to add picture</a:t>
            </a:r>
          </a:p>
        </p:txBody>
      </p:sp>
      <p:sp>
        <p:nvSpPr>
          <p:cNvPr id="9" name="Text Placeholder 11">
            <a:extLst>
              <a:ext uri="{FF2B5EF4-FFF2-40B4-BE49-F238E27FC236}">
                <a16:creationId xmlns:a16="http://schemas.microsoft.com/office/drawing/2014/main" xmlns="" id="{0799ED43-EE89-E750-7B23-AFCCA755762E}"/>
              </a:ext>
            </a:extLst>
          </p:cNvPr>
          <p:cNvSpPr>
            <a:spLocks noGrp="1"/>
          </p:cNvSpPr>
          <p:nvPr>
            <p:ph type="body" sz="quarter" idx="19" hasCustomPrompt="1"/>
          </p:nvPr>
        </p:nvSpPr>
        <p:spPr>
          <a:xfrm>
            <a:off x="9087851" y="4327525"/>
            <a:ext cx="2514600" cy="762000"/>
          </a:xfrm>
        </p:spPr>
        <p:txBody>
          <a:bodyPr/>
          <a:lstStyle>
            <a:lvl1pPr>
              <a:spcBef>
                <a:spcPts val="0"/>
              </a:spcBef>
              <a:defRPr sz="1600" b="0"/>
            </a:lvl1pPr>
            <a:lvl2pPr marL="0" indent="0">
              <a:spcBef>
                <a:spcPts val="0"/>
              </a:spcBef>
              <a:buNone/>
              <a:defRPr sz="16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786960867"/>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preserve="1" userDrawn="1">
  <p:cSld name="Speaker, 6">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1003190049"/>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2462"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76463" y="1775000"/>
            <a:ext cx="1552375" cy="1552375"/>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576463"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Text Placeholder 11">
            <a:extLst>
              <a:ext uri="{FF2B5EF4-FFF2-40B4-BE49-F238E27FC236}">
                <a16:creationId xmlns:a16="http://schemas.microsoft.com/office/drawing/2014/main" xmlns="" id="{F71FED85-DAF8-E75C-B88D-72336814AFD6}"/>
              </a:ext>
            </a:extLst>
          </p:cNvPr>
          <p:cNvSpPr>
            <a:spLocks noGrp="1"/>
          </p:cNvSpPr>
          <p:nvPr>
            <p:ph type="body" sz="quarter" idx="19" hasCustomPrompt="1"/>
          </p:nvPr>
        </p:nvSpPr>
        <p:spPr>
          <a:xfrm>
            <a:off x="576463" y="1254086"/>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(optional)</a:t>
            </a:r>
          </a:p>
        </p:txBody>
      </p:sp>
      <p:sp>
        <p:nvSpPr>
          <p:cNvPr id="26" name="Text Placeholder 11">
            <a:extLst>
              <a:ext uri="{FF2B5EF4-FFF2-40B4-BE49-F238E27FC236}">
                <a16:creationId xmlns:a16="http://schemas.microsoft.com/office/drawing/2014/main" xmlns="" id="{80D331FB-07CC-CBB0-1C97-15E6031B1502}"/>
              </a:ext>
            </a:extLst>
          </p:cNvPr>
          <p:cNvSpPr>
            <a:spLocks noGrp="1"/>
          </p:cNvSpPr>
          <p:nvPr>
            <p:ph type="body" sz="quarter" idx="20" hasCustomPrompt="1"/>
          </p:nvPr>
        </p:nvSpPr>
        <p:spPr>
          <a:xfrm>
            <a:off x="576463" y="4501783"/>
            <a:ext cx="5521125" cy="279827"/>
          </a:xfrm>
        </p:spPr>
        <p:txBody>
          <a:bodyPr/>
          <a:lstStyle>
            <a:lvl1pPr>
              <a:spcBef>
                <a:spcPts val="0"/>
              </a:spcBef>
              <a:defRPr sz="1600" b="1">
                <a:solidFill>
                  <a:schemeClr val="tx1"/>
                </a:solidFill>
              </a:defRPr>
            </a:lvl1pPr>
            <a:lvl2pPr marL="0" indent="0">
              <a:spcBef>
                <a:spcPts val="0"/>
              </a:spcBef>
              <a:buNone/>
              <a:defRPr sz="1200">
                <a:solidFill>
                  <a:srgbClr val="5E5751"/>
                </a:solidFill>
              </a:defRPr>
            </a:lvl2pPr>
          </a:lstStyle>
          <a:p>
            <a:pPr lvl="0"/>
            <a:r>
              <a:rPr lang="en-US" dirty="0"/>
              <a:t>Header over logos (optional)</a:t>
            </a:r>
          </a:p>
        </p:txBody>
      </p:sp>
      <p:sp>
        <p:nvSpPr>
          <p:cNvPr id="31" name="Picture Placeholder 7">
            <a:extLst>
              <a:ext uri="{FF2B5EF4-FFF2-40B4-BE49-F238E27FC236}">
                <a16:creationId xmlns:a16="http://schemas.microsoft.com/office/drawing/2014/main" xmlns="" id="{3B6500AD-6C0E-2707-679D-0A899C4EA95D}"/>
              </a:ext>
            </a:extLst>
          </p:cNvPr>
          <p:cNvSpPr>
            <a:spLocks noGrp="1" noChangeAspect="1"/>
          </p:cNvSpPr>
          <p:nvPr>
            <p:ph type="pic" sz="quarter" idx="21"/>
          </p:nvPr>
        </p:nvSpPr>
        <p:spPr>
          <a:xfrm>
            <a:off x="2467064" y="1775000"/>
            <a:ext cx="1552375" cy="1552375"/>
          </a:xfrm>
          <a:solidFill>
            <a:srgbClr val="F5F0EB"/>
          </a:solidFill>
        </p:spPr>
        <p:txBody>
          <a:bodyPr/>
          <a:lstStyle/>
          <a:p>
            <a:r>
              <a:rPr lang="en-US"/>
              <a:t>Click icon to add picture</a:t>
            </a:r>
          </a:p>
        </p:txBody>
      </p:sp>
      <p:sp>
        <p:nvSpPr>
          <p:cNvPr id="32" name="Text Placeholder 11">
            <a:extLst>
              <a:ext uri="{FF2B5EF4-FFF2-40B4-BE49-F238E27FC236}">
                <a16:creationId xmlns:a16="http://schemas.microsoft.com/office/drawing/2014/main" xmlns="" id="{F4A0A85C-8282-CFF2-07DC-5B20BB9E9834}"/>
              </a:ext>
            </a:extLst>
          </p:cNvPr>
          <p:cNvSpPr>
            <a:spLocks noGrp="1"/>
          </p:cNvSpPr>
          <p:nvPr>
            <p:ph type="body" sz="quarter" idx="22" hasCustomPrompt="1"/>
          </p:nvPr>
        </p:nvSpPr>
        <p:spPr>
          <a:xfrm>
            <a:off x="2467064"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3" name="Picture Placeholder 7">
            <a:extLst>
              <a:ext uri="{FF2B5EF4-FFF2-40B4-BE49-F238E27FC236}">
                <a16:creationId xmlns:a16="http://schemas.microsoft.com/office/drawing/2014/main" xmlns="" id="{D078D3FA-853F-C115-1493-DF9FB1C6F215}"/>
              </a:ext>
            </a:extLst>
          </p:cNvPr>
          <p:cNvSpPr>
            <a:spLocks noGrp="1" noChangeAspect="1"/>
          </p:cNvSpPr>
          <p:nvPr>
            <p:ph type="pic" sz="quarter" idx="23"/>
          </p:nvPr>
        </p:nvSpPr>
        <p:spPr>
          <a:xfrm>
            <a:off x="4357665" y="1775000"/>
            <a:ext cx="1552375" cy="1552375"/>
          </a:xfrm>
          <a:solidFill>
            <a:srgbClr val="F5F0EB"/>
          </a:solidFill>
        </p:spPr>
        <p:txBody>
          <a:bodyPr/>
          <a:lstStyle/>
          <a:p>
            <a:r>
              <a:rPr lang="en-US"/>
              <a:t>Click icon to add picture</a:t>
            </a:r>
          </a:p>
        </p:txBody>
      </p:sp>
      <p:sp>
        <p:nvSpPr>
          <p:cNvPr id="34" name="Text Placeholder 11">
            <a:extLst>
              <a:ext uri="{FF2B5EF4-FFF2-40B4-BE49-F238E27FC236}">
                <a16:creationId xmlns:a16="http://schemas.microsoft.com/office/drawing/2014/main" xmlns="" id="{05A7CFBA-E0A6-8DD1-C303-4DD735628AC8}"/>
              </a:ext>
            </a:extLst>
          </p:cNvPr>
          <p:cNvSpPr>
            <a:spLocks noGrp="1"/>
          </p:cNvSpPr>
          <p:nvPr>
            <p:ph type="body" sz="quarter" idx="24" hasCustomPrompt="1"/>
          </p:nvPr>
        </p:nvSpPr>
        <p:spPr>
          <a:xfrm>
            <a:off x="4357665"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5" name="Picture Placeholder 7">
            <a:extLst>
              <a:ext uri="{FF2B5EF4-FFF2-40B4-BE49-F238E27FC236}">
                <a16:creationId xmlns:a16="http://schemas.microsoft.com/office/drawing/2014/main" xmlns="" id="{B6102AE7-F278-B5A9-F2C5-1FBF4197ECDB}"/>
              </a:ext>
            </a:extLst>
          </p:cNvPr>
          <p:cNvSpPr>
            <a:spLocks noGrp="1" noChangeAspect="1"/>
          </p:cNvSpPr>
          <p:nvPr>
            <p:ph type="pic" sz="quarter" idx="25"/>
          </p:nvPr>
        </p:nvSpPr>
        <p:spPr>
          <a:xfrm>
            <a:off x="6248266" y="1775000"/>
            <a:ext cx="1552375" cy="1552375"/>
          </a:xfrm>
          <a:solidFill>
            <a:srgbClr val="F5F0EB"/>
          </a:solidFill>
        </p:spPr>
        <p:txBody>
          <a:bodyPr/>
          <a:lstStyle/>
          <a:p>
            <a:r>
              <a:rPr lang="en-US"/>
              <a:t>Click icon to add picture</a:t>
            </a:r>
          </a:p>
        </p:txBody>
      </p:sp>
      <p:sp>
        <p:nvSpPr>
          <p:cNvPr id="36" name="Text Placeholder 11">
            <a:extLst>
              <a:ext uri="{FF2B5EF4-FFF2-40B4-BE49-F238E27FC236}">
                <a16:creationId xmlns:a16="http://schemas.microsoft.com/office/drawing/2014/main" xmlns="" id="{C2A82CB5-B9E0-2A6D-25BE-D13CD2814ADE}"/>
              </a:ext>
            </a:extLst>
          </p:cNvPr>
          <p:cNvSpPr>
            <a:spLocks noGrp="1"/>
          </p:cNvSpPr>
          <p:nvPr>
            <p:ph type="body" sz="quarter" idx="26" hasCustomPrompt="1"/>
          </p:nvPr>
        </p:nvSpPr>
        <p:spPr>
          <a:xfrm>
            <a:off x="62482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7" name="Picture Placeholder 7">
            <a:extLst>
              <a:ext uri="{FF2B5EF4-FFF2-40B4-BE49-F238E27FC236}">
                <a16:creationId xmlns:a16="http://schemas.microsoft.com/office/drawing/2014/main" xmlns="" id="{70B59503-4A68-E260-B103-EA49A509D2C1}"/>
              </a:ext>
            </a:extLst>
          </p:cNvPr>
          <p:cNvSpPr>
            <a:spLocks noGrp="1" noChangeAspect="1"/>
          </p:cNvSpPr>
          <p:nvPr>
            <p:ph type="pic" sz="quarter" idx="27"/>
          </p:nvPr>
        </p:nvSpPr>
        <p:spPr>
          <a:xfrm>
            <a:off x="8138867" y="1775000"/>
            <a:ext cx="1552375" cy="1552375"/>
          </a:xfrm>
          <a:solidFill>
            <a:srgbClr val="F5F0EB"/>
          </a:solidFill>
        </p:spPr>
        <p:txBody>
          <a:bodyPr/>
          <a:lstStyle/>
          <a:p>
            <a:r>
              <a:rPr lang="en-US"/>
              <a:t>Click icon to add picture</a:t>
            </a:r>
          </a:p>
        </p:txBody>
      </p:sp>
      <p:sp>
        <p:nvSpPr>
          <p:cNvPr id="38" name="Text Placeholder 11">
            <a:extLst>
              <a:ext uri="{FF2B5EF4-FFF2-40B4-BE49-F238E27FC236}">
                <a16:creationId xmlns:a16="http://schemas.microsoft.com/office/drawing/2014/main" xmlns="" id="{A0995BA9-2C1D-3A52-7C7F-BC37A2466C4A}"/>
              </a:ext>
            </a:extLst>
          </p:cNvPr>
          <p:cNvSpPr>
            <a:spLocks noGrp="1"/>
          </p:cNvSpPr>
          <p:nvPr>
            <p:ph type="body" sz="quarter" idx="28" hasCustomPrompt="1"/>
          </p:nvPr>
        </p:nvSpPr>
        <p:spPr>
          <a:xfrm>
            <a:off x="8138867"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39" name="Picture Placeholder 7">
            <a:extLst>
              <a:ext uri="{FF2B5EF4-FFF2-40B4-BE49-F238E27FC236}">
                <a16:creationId xmlns:a16="http://schemas.microsoft.com/office/drawing/2014/main" xmlns="" id="{FE049F1E-C38A-F65C-3614-91F97F14616A}"/>
              </a:ext>
            </a:extLst>
          </p:cNvPr>
          <p:cNvSpPr>
            <a:spLocks noGrp="1" noChangeAspect="1"/>
          </p:cNvSpPr>
          <p:nvPr>
            <p:ph type="pic" sz="quarter" idx="29"/>
          </p:nvPr>
        </p:nvSpPr>
        <p:spPr>
          <a:xfrm>
            <a:off x="10029466" y="1775000"/>
            <a:ext cx="1552375" cy="1552375"/>
          </a:xfrm>
          <a:solidFill>
            <a:srgbClr val="F5F0EB"/>
          </a:solidFill>
        </p:spPr>
        <p:txBody>
          <a:bodyPr/>
          <a:lstStyle/>
          <a:p>
            <a:r>
              <a:rPr lang="en-US"/>
              <a:t>Click icon to add picture</a:t>
            </a:r>
          </a:p>
        </p:txBody>
      </p:sp>
      <p:sp>
        <p:nvSpPr>
          <p:cNvPr id="40" name="Text Placeholder 11">
            <a:extLst>
              <a:ext uri="{FF2B5EF4-FFF2-40B4-BE49-F238E27FC236}">
                <a16:creationId xmlns:a16="http://schemas.microsoft.com/office/drawing/2014/main" xmlns="" id="{06C2ADEC-2DA0-0CA9-F153-77DFAA70DA1B}"/>
              </a:ext>
            </a:extLst>
          </p:cNvPr>
          <p:cNvSpPr>
            <a:spLocks noGrp="1"/>
          </p:cNvSpPr>
          <p:nvPr>
            <p:ph type="body" sz="quarter" idx="30" hasCustomPrompt="1"/>
          </p:nvPr>
        </p:nvSpPr>
        <p:spPr>
          <a:xfrm>
            <a:off x="10029466" y="3530626"/>
            <a:ext cx="1552375" cy="660374"/>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2078235520"/>
      </p:ext>
    </p:extLst>
  </p:cSld>
  <p:clrMapOvr>
    <a:masterClrMapping/>
  </p:clrMapOvr>
</p:sldLayout>
</file>

<file path=ppt/slideLayouts/slideLayout258.xml><?xml version="1.0" encoding="utf-8"?>
<p:sldLayout xmlns:a="http://schemas.openxmlformats.org/drawingml/2006/main" xmlns:r="http://schemas.openxmlformats.org/officeDocument/2006/relationships" xmlns:p="http://schemas.openxmlformats.org/presentationml/2006/main" preserve="1" userDrawn="1">
  <p:cSld name="Speaker, 12">
    <p:spTree>
      <p:nvGrpSpPr>
        <p:cNvPr id="1" name=""/>
        <p:cNvGrpSpPr/>
        <p:nvPr/>
      </p:nvGrpSpPr>
      <p:grpSpPr>
        <a:xfrm>
          <a:off x="0" y="0"/>
          <a:ext cx="0" cy="0"/>
          <a:chOff x="0" y="0"/>
          <a:chExt cx="0" cy="0"/>
        </a:xfrm>
      </p:grpSpPr>
      <p:graphicFrame>
        <p:nvGraphicFramePr>
          <p:cNvPr id="10" name="think-cell data - do not delete" hidden="1">
            <a:extLst>
              <a:ext uri="{FF2B5EF4-FFF2-40B4-BE49-F238E27FC236}">
                <a16:creationId xmlns:a16="http://schemas.microsoft.com/office/drawing/2014/main" xmlns="" id="{21E5D8FD-E588-E3E8-EB4C-56B07365DC66}"/>
              </a:ext>
            </a:extLst>
          </p:cNvPr>
          <p:cNvGraphicFramePr>
            <a:graphicFrameLocks noChangeAspect="1"/>
          </p:cNvGraphicFramePr>
          <p:nvPr userDrawn="1">
            <p:custDataLst>
              <p:tags r:id="rId2"/>
            </p:custDataLst>
            <p:extLst>
              <p:ext uri="{D42A27DB-BD31-4B8C-83A1-F6EECF244321}">
                <p14:modId xmlns:p14="http://schemas.microsoft.com/office/powerpoint/2010/main" val="390200978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348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2" name="Title 1">
            <a:extLst>
              <a:ext uri="{FF2B5EF4-FFF2-40B4-BE49-F238E27FC236}">
                <a16:creationId xmlns:a16="http://schemas.microsoft.com/office/drawing/2014/main" xmlns="" id="{65C245F4-31EF-1D86-9AFD-EB7ACAE2BE5E}"/>
              </a:ext>
            </a:extLst>
          </p:cNvPr>
          <p:cNvSpPr>
            <a:spLocks noGrp="1"/>
          </p:cNvSpPr>
          <p:nvPr>
            <p:ph type="title"/>
          </p:nvPr>
        </p:nvSpPr>
        <p:spPr>
          <a:xfrm>
            <a:off x="565149" y="460375"/>
            <a:ext cx="11066463" cy="731520"/>
          </a:xfrm>
        </p:spPr>
        <p:txBody>
          <a:bodyPr vert="horz"/>
          <a:lstStyle/>
          <a:p>
            <a:r>
              <a:rPr lang="en-US"/>
              <a:t>Click to edit Master title style</a:t>
            </a:r>
          </a:p>
        </p:txBody>
      </p:sp>
      <p:sp>
        <p:nvSpPr>
          <p:cNvPr id="8" name="Picture Placeholder 7">
            <a:extLst>
              <a:ext uri="{FF2B5EF4-FFF2-40B4-BE49-F238E27FC236}">
                <a16:creationId xmlns:a16="http://schemas.microsoft.com/office/drawing/2014/main" xmlns="" id="{78DA0B82-0A52-1781-14DF-468963F89BEE}"/>
              </a:ext>
            </a:extLst>
          </p:cNvPr>
          <p:cNvSpPr>
            <a:spLocks noGrp="1" noChangeAspect="1"/>
          </p:cNvSpPr>
          <p:nvPr>
            <p:ph type="pic" sz="quarter" idx="11"/>
          </p:nvPr>
        </p:nvSpPr>
        <p:spPr>
          <a:xfrm>
            <a:off x="565150" y="1637435"/>
            <a:ext cx="987552" cy="987552"/>
          </a:xfrm>
          <a:solidFill>
            <a:srgbClr val="F5F0EB"/>
          </a:solidFill>
        </p:spPr>
        <p:txBody>
          <a:bodyPr/>
          <a:lstStyle/>
          <a:p>
            <a:r>
              <a:rPr lang="en-US"/>
              <a:t>Click icon to add picture</a:t>
            </a:r>
          </a:p>
        </p:txBody>
      </p:sp>
      <p:sp>
        <p:nvSpPr>
          <p:cNvPr id="11" name="Text Placeholder 11">
            <a:extLst>
              <a:ext uri="{FF2B5EF4-FFF2-40B4-BE49-F238E27FC236}">
                <a16:creationId xmlns:a16="http://schemas.microsoft.com/office/drawing/2014/main" xmlns="" id="{5776214A-FA55-3F63-DFBB-0DC850AEAD86}"/>
              </a:ext>
            </a:extLst>
          </p:cNvPr>
          <p:cNvSpPr>
            <a:spLocks noGrp="1"/>
          </p:cNvSpPr>
          <p:nvPr>
            <p:ph type="body" sz="quarter" idx="13" hasCustomPrompt="1"/>
          </p:nvPr>
        </p:nvSpPr>
        <p:spPr>
          <a:xfrm>
            <a:off x="1703515"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4" name="Picture Placeholder 7">
            <a:extLst>
              <a:ext uri="{FF2B5EF4-FFF2-40B4-BE49-F238E27FC236}">
                <a16:creationId xmlns:a16="http://schemas.microsoft.com/office/drawing/2014/main" xmlns="" id="{5C63439D-4D82-6FC2-C60B-B16FE6C01A3A}"/>
              </a:ext>
            </a:extLst>
          </p:cNvPr>
          <p:cNvSpPr>
            <a:spLocks noGrp="1" noChangeAspect="1"/>
          </p:cNvSpPr>
          <p:nvPr>
            <p:ph type="pic" sz="quarter" idx="14"/>
          </p:nvPr>
        </p:nvSpPr>
        <p:spPr>
          <a:xfrm>
            <a:off x="4358849" y="1637435"/>
            <a:ext cx="987552" cy="987552"/>
          </a:xfrm>
          <a:solidFill>
            <a:srgbClr val="F5F0EB"/>
          </a:solidFill>
        </p:spPr>
        <p:txBody>
          <a:bodyPr/>
          <a:lstStyle/>
          <a:p>
            <a:r>
              <a:rPr lang="en-US"/>
              <a:t>Click icon to add picture</a:t>
            </a:r>
          </a:p>
        </p:txBody>
      </p:sp>
      <p:sp>
        <p:nvSpPr>
          <p:cNvPr id="5" name="Text Placeholder 11">
            <a:extLst>
              <a:ext uri="{FF2B5EF4-FFF2-40B4-BE49-F238E27FC236}">
                <a16:creationId xmlns:a16="http://schemas.microsoft.com/office/drawing/2014/main" xmlns="" id="{6AD321CB-1F7A-D001-14D9-8179640E93B5}"/>
              </a:ext>
            </a:extLst>
          </p:cNvPr>
          <p:cNvSpPr>
            <a:spLocks noGrp="1"/>
          </p:cNvSpPr>
          <p:nvPr>
            <p:ph type="body" sz="quarter" idx="15" hasCustomPrompt="1"/>
          </p:nvPr>
        </p:nvSpPr>
        <p:spPr>
          <a:xfrm>
            <a:off x="5495540"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9" name="Picture Placeholder 7">
            <a:extLst>
              <a:ext uri="{FF2B5EF4-FFF2-40B4-BE49-F238E27FC236}">
                <a16:creationId xmlns:a16="http://schemas.microsoft.com/office/drawing/2014/main" xmlns="" id="{E07B74AC-EE9A-25D5-4583-5F253A748507}"/>
              </a:ext>
            </a:extLst>
          </p:cNvPr>
          <p:cNvSpPr>
            <a:spLocks noGrp="1" noChangeAspect="1"/>
          </p:cNvSpPr>
          <p:nvPr>
            <p:ph type="pic" sz="quarter" idx="16"/>
          </p:nvPr>
        </p:nvSpPr>
        <p:spPr>
          <a:xfrm>
            <a:off x="565150" y="2888166"/>
            <a:ext cx="987552" cy="987552"/>
          </a:xfrm>
          <a:solidFill>
            <a:srgbClr val="F5F0EB"/>
          </a:solidFill>
        </p:spPr>
        <p:txBody>
          <a:bodyPr/>
          <a:lstStyle/>
          <a:p>
            <a:r>
              <a:rPr lang="en-US"/>
              <a:t>Click icon to add picture</a:t>
            </a:r>
          </a:p>
        </p:txBody>
      </p:sp>
      <p:sp>
        <p:nvSpPr>
          <p:cNvPr id="12" name="Text Placeholder 11">
            <a:extLst>
              <a:ext uri="{FF2B5EF4-FFF2-40B4-BE49-F238E27FC236}">
                <a16:creationId xmlns:a16="http://schemas.microsoft.com/office/drawing/2014/main" xmlns="" id="{35B64ED0-1747-14E8-8C38-312801E015E8}"/>
              </a:ext>
            </a:extLst>
          </p:cNvPr>
          <p:cNvSpPr>
            <a:spLocks noGrp="1"/>
          </p:cNvSpPr>
          <p:nvPr>
            <p:ph type="body" sz="quarter" idx="17" hasCustomPrompt="1"/>
          </p:nvPr>
        </p:nvSpPr>
        <p:spPr>
          <a:xfrm>
            <a:off x="1703515"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3" name="Picture Placeholder 7">
            <a:extLst>
              <a:ext uri="{FF2B5EF4-FFF2-40B4-BE49-F238E27FC236}">
                <a16:creationId xmlns:a16="http://schemas.microsoft.com/office/drawing/2014/main" xmlns="" id="{17D60C2A-77D9-52CA-F221-CE501A39CABC}"/>
              </a:ext>
            </a:extLst>
          </p:cNvPr>
          <p:cNvSpPr>
            <a:spLocks noGrp="1" noChangeAspect="1"/>
          </p:cNvSpPr>
          <p:nvPr>
            <p:ph type="pic" sz="quarter" idx="18"/>
          </p:nvPr>
        </p:nvSpPr>
        <p:spPr>
          <a:xfrm>
            <a:off x="4358849" y="2888166"/>
            <a:ext cx="987552" cy="987552"/>
          </a:xfrm>
          <a:solidFill>
            <a:srgbClr val="F5F0EB"/>
          </a:solidFill>
        </p:spPr>
        <p:txBody>
          <a:bodyPr/>
          <a:lstStyle/>
          <a:p>
            <a:r>
              <a:rPr lang="en-US"/>
              <a:t>Click icon to add picture</a:t>
            </a:r>
          </a:p>
        </p:txBody>
      </p:sp>
      <p:sp>
        <p:nvSpPr>
          <p:cNvPr id="14" name="Text Placeholder 11">
            <a:extLst>
              <a:ext uri="{FF2B5EF4-FFF2-40B4-BE49-F238E27FC236}">
                <a16:creationId xmlns:a16="http://schemas.microsoft.com/office/drawing/2014/main" xmlns="" id="{CB165B28-35C1-D225-4A64-E2A61301A4DD}"/>
              </a:ext>
            </a:extLst>
          </p:cNvPr>
          <p:cNvSpPr>
            <a:spLocks noGrp="1"/>
          </p:cNvSpPr>
          <p:nvPr>
            <p:ph type="body" sz="quarter" idx="19" hasCustomPrompt="1"/>
          </p:nvPr>
        </p:nvSpPr>
        <p:spPr>
          <a:xfrm>
            <a:off x="5495540"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5" name="Picture Placeholder 7">
            <a:extLst>
              <a:ext uri="{FF2B5EF4-FFF2-40B4-BE49-F238E27FC236}">
                <a16:creationId xmlns:a16="http://schemas.microsoft.com/office/drawing/2014/main" xmlns="" id="{E73A1BFE-276C-0927-9FF7-66318C2DBD7D}"/>
              </a:ext>
            </a:extLst>
          </p:cNvPr>
          <p:cNvSpPr>
            <a:spLocks noGrp="1" noChangeAspect="1"/>
          </p:cNvSpPr>
          <p:nvPr>
            <p:ph type="pic" sz="quarter" idx="20"/>
          </p:nvPr>
        </p:nvSpPr>
        <p:spPr>
          <a:xfrm>
            <a:off x="565150" y="4138897"/>
            <a:ext cx="987552" cy="987552"/>
          </a:xfrm>
          <a:solidFill>
            <a:srgbClr val="F5F0EB"/>
          </a:solidFill>
        </p:spPr>
        <p:txBody>
          <a:bodyPr/>
          <a:lstStyle/>
          <a:p>
            <a:r>
              <a:rPr lang="en-US"/>
              <a:t>Click icon to add picture</a:t>
            </a:r>
          </a:p>
        </p:txBody>
      </p:sp>
      <p:sp>
        <p:nvSpPr>
          <p:cNvPr id="16" name="Text Placeholder 11">
            <a:extLst>
              <a:ext uri="{FF2B5EF4-FFF2-40B4-BE49-F238E27FC236}">
                <a16:creationId xmlns:a16="http://schemas.microsoft.com/office/drawing/2014/main" xmlns="" id="{2529DBB2-3720-4AB8-3C81-7BBD12B176C4}"/>
              </a:ext>
            </a:extLst>
          </p:cNvPr>
          <p:cNvSpPr>
            <a:spLocks noGrp="1"/>
          </p:cNvSpPr>
          <p:nvPr>
            <p:ph type="body" sz="quarter" idx="21" hasCustomPrompt="1"/>
          </p:nvPr>
        </p:nvSpPr>
        <p:spPr>
          <a:xfrm>
            <a:off x="1703515"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7" name="Picture Placeholder 7">
            <a:extLst>
              <a:ext uri="{FF2B5EF4-FFF2-40B4-BE49-F238E27FC236}">
                <a16:creationId xmlns:a16="http://schemas.microsoft.com/office/drawing/2014/main" xmlns="" id="{D518239F-8303-6062-88F3-9C2B67E4E1A4}"/>
              </a:ext>
            </a:extLst>
          </p:cNvPr>
          <p:cNvSpPr>
            <a:spLocks noGrp="1" noChangeAspect="1"/>
          </p:cNvSpPr>
          <p:nvPr>
            <p:ph type="pic" sz="quarter" idx="22"/>
          </p:nvPr>
        </p:nvSpPr>
        <p:spPr>
          <a:xfrm>
            <a:off x="4358849" y="4138897"/>
            <a:ext cx="987552" cy="987552"/>
          </a:xfrm>
          <a:solidFill>
            <a:srgbClr val="F5F0EB"/>
          </a:solidFill>
        </p:spPr>
        <p:txBody>
          <a:bodyPr/>
          <a:lstStyle/>
          <a:p>
            <a:r>
              <a:rPr lang="en-US"/>
              <a:t>Click icon to add picture</a:t>
            </a:r>
          </a:p>
        </p:txBody>
      </p:sp>
      <p:sp>
        <p:nvSpPr>
          <p:cNvPr id="18" name="Text Placeholder 11">
            <a:extLst>
              <a:ext uri="{FF2B5EF4-FFF2-40B4-BE49-F238E27FC236}">
                <a16:creationId xmlns:a16="http://schemas.microsoft.com/office/drawing/2014/main" xmlns="" id="{4FA7EC9E-AD87-A0B5-8F3E-FED229E183FF}"/>
              </a:ext>
            </a:extLst>
          </p:cNvPr>
          <p:cNvSpPr>
            <a:spLocks noGrp="1"/>
          </p:cNvSpPr>
          <p:nvPr>
            <p:ph type="body" sz="quarter" idx="23" hasCustomPrompt="1"/>
          </p:nvPr>
        </p:nvSpPr>
        <p:spPr>
          <a:xfrm>
            <a:off x="5495540"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6" name="Picture Placeholder 7">
            <a:extLst>
              <a:ext uri="{FF2B5EF4-FFF2-40B4-BE49-F238E27FC236}">
                <a16:creationId xmlns:a16="http://schemas.microsoft.com/office/drawing/2014/main" xmlns="" id="{4E9CDB91-D9C5-B930-B1D8-D183D7EC2AEF}"/>
              </a:ext>
            </a:extLst>
          </p:cNvPr>
          <p:cNvSpPr>
            <a:spLocks noGrp="1" noChangeAspect="1"/>
          </p:cNvSpPr>
          <p:nvPr>
            <p:ph type="pic" sz="quarter" idx="24"/>
          </p:nvPr>
        </p:nvSpPr>
        <p:spPr>
          <a:xfrm>
            <a:off x="8142573" y="1637435"/>
            <a:ext cx="987552" cy="987552"/>
          </a:xfrm>
          <a:solidFill>
            <a:srgbClr val="F5F0EB"/>
          </a:solidFill>
        </p:spPr>
        <p:txBody>
          <a:bodyPr/>
          <a:lstStyle/>
          <a:p>
            <a:r>
              <a:rPr lang="en-US"/>
              <a:t>Click icon to add picture</a:t>
            </a:r>
          </a:p>
        </p:txBody>
      </p:sp>
      <p:sp>
        <p:nvSpPr>
          <p:cNvPr id="7" name="Text Placeholder 11">
            <a:extLst>
              <a:ext uri="{FF2B5EF4-FFF2-40B4-BE49-F238E27FC236}">
                <a16:creationId xmlns:a16="http://schemas.microsoft.com/office/drawing/2014/main" xmlns="" id="{311B5EAD-8B7F-6A93-83A3-23F72B428F6D}"/>
              </a:ext>
            </a:extLst>
          </p:cNvPr>
          <p:cNvSpPr>
            <a:spLocks noGrp="1"/>
          </p:cNvSpPr>
          <p:nvPr>
            <p:ph type="body" sz="quarter" idx="25" hasCustomPrompt="1"/>
          </p:nvPr>
        </p:nvSpPr>
        <p:spPr>
          <a:xfrm>
            <a:off x="9279264" y="1637434"/>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19" name="Picture Placeholder 7">
            <a:extLst>
              <a:ext uri="{FF2B5EF4-FFF2-40B4-BE49-F238E27FC236}">
                <a16:creationId xmlns:a16="http://schemas.microsoft.com/office/drawing/2014/main" xmlns="" id="{3C128D69-5F12-E113-1C1D-87FD3076CE28}"/>
              </a:ext>
            </a:extLst>
          </p:cNvPr>
          <p:cNvSpPr>
            <a:spLocks noGrp="1" noChangeAspect="1"/>
          </p:cNvSpPr>
          <p:nvPr>
            <p:ph type="pic" sz="quarter" idx="26"/>
          </p:nvPr>
        </p:nvSpPr>
        <p:spPr>
          <a:xfrm>
            <a:off x="8142573" y="2888166"/>
            <a:ext cx="987552" cy="987552"/>
          </a:xfrm>
          <a:solidFill>
            <a:srgbClr val="F5F0EB"/>
          </a:solidFill>
        </p:spPr>
        <p:txBody>
          <a:bodyPr/>
          <a:lstStyle/>
          <a:p>
            <a:r>
              <a:rPr lang="en-US"/>
              <a:t>Click icon to add picture</a:t>
            </a:r>
          </a:p>
        </p:txBody>
      </p:sp>
      <p:sp>
        <p:nvSpPr>
          <p:cNvPr id="20" name="Text Placeholder 11">
            <a:extLst>
              <a:ext uri="{FF2B5EF4-FFF2-40B4-BE49-F238E27FC236}">
                <a16:creationId xmlns:a16="http://schemas.microsoft.com/office/drawing/2014/main" xmlns="" id="{7F066EF6-1311-24CB-7809-237CF39D9372}"/>
              </a:ext>
            </a:extLst>
          </p:cNvPr>
          <p:cNvSpPr>
            <a:spLocks noGrp="1"/>
          </p:cNvSpPr>
          <p:nvPr>
            <p:ph type="body" sz="quarter" idx="27" hasCustomPrompt="1"/>
          </p:nvPr>
        </p:nvSpPr>
        <p:spPr>
          <a:xfrm>
            <a:off x="9279264" y="2888165"/>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1" name="Picture Placeholder 7">
            <a:extLst>
              <a:ext uri="{FF2B5EF4-FFF2-40B4-BE49-F238E27FC236}">
                <a16:creationId xmlns:a16="http://schemas.microsoft.com/office/drawing/2014/main" xmlns="" id="{125D1315-97FF-9A57-853E-248B543B2AF8}"/>
              </a:ext>
            </a:extLst>
          </p:cNvPr>
          <p:cNvSpPr>
            <a:spLocks noGrp="1" noChangeAspect="1"/>
          </p:cNvSpPr>
          <p:nvPr>
            <p:ph type="pic" sz="quarter" idx="28"/>
          </p:nvPr>
        </p:nvSpPr>
        <p:spPr>
          <a:xfrm>
            <a:off x="8142573" y="4138897"/>
            <a:ext cx="987552" cy="987552"/>
          </a:xfrm>
          <a:solidFill>
            <a:srgbClr val="F5F0EB"/>
          </a:solidFill>
        </p:spPr>
        <p:txBody>
          <a:bodyPr/>
          <a:lstStyle/>
          <a:p>
            <a:r>
              <a:rPr lang="en-US"/>
              <a:t>Click icon to add picture</a:t>
            </a:r>
          </a:p>
        </p:txBody>
      </p:sp>
      <p:sp>
        <p:nvSpPr>
          <p:cNvPr id="22" name="Text Placeholder 11">
            <a:extLst>
              <a:ext uri="{FF2B5EF4-FFF2-40B4-BE49-F238E27FC236}">
                <a16:creationId xmlns:a16="http://schemas.microsoft.com/office/drawing/2014/main" xmlns="" id="{68CC0581-D126-BDB7-1E9C-98F2C66DDE7E}"/>
              </a:ext>
            </a:extLst>
          </p:cNvPr>
          <p:cNvSpPr>
            <a:spLocks noGrp="1"/>
          </p:cNvSpPr>
          <p:nvPr>
            <p:ph type="body" sz="quarter" idx="29" hasCustomPrompt="1"/>
          </p:nvPr>
        </p:nvSpPr>
        <p:spPr>
          <a:xfrm>
            <a:off x="9279264" y="4138896"/>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3" name="Picture Placeholder 7">
            <a:extLst>
              <a:ext uri="{FF2B5EF4-FFF2-40B4-BE49-F238E27FC236}">
                <a16:creationId xmlns:a16="http://schemas.microsoft.com/office/drawing/2014/main" xmlns="" id="{7C60BF74-5B69-8111-2CFB-81EABD313A45}"/>
              </a:ext>
            </a:extLst>
          </p:cNvPr>
          <p:cNvSpPr>
            <a:spLocks noGrp="1" noChangeAspect="1"/>
          </p:cNvSpPr>
          <p:nvPr>
            <p:ph type="pic" sz="quarter" idx="30"/>
          </p:nvPr>
        </p:nvSpPr>
        <p:spPr>
          <a:xfrm>
            <a:off x="565150" y="5389629"/>
            <a:ext cx="987552" cy="987552"/>
          </a:xfrm>
          <a:solidFill>
            <a:srgbClr val="F5F0EB"/>
          </a:solidFill>
        </p:spPr>
        <p:txBody>
          <a:bodyPr/>
          <a:lstStyle/>
          <a:p>
            <a:r>
              <a:rPr lang="en-US"/>
              <a:t>Click icon to add picture</a:t>
            </a:r>
          </a:p>
        </p:txBody>
      </p:sp>
      <p:sp>
        <p:nvSpPr>
          <p:cNvPr id="24" name="Text Placeholder 11">
            <a:extLst>
              <a:ext uri="{FF2B5EF4-FFF2-40B4-BE49-F238E27FC236}">
                <a16:creationId xmlns:a16="http://schemas.microsoft.com/office/drawing/2014/main" xmlns="" id="{FB93A903-C399-3411-D3A5-7D8EA27E4781}"/>
              </a:ext>
            </a:extLst>
          </p:cNvPr>
          <p:cNvSpPr>
            <a:spLocks noGrp="1"/>
          </p:cNvSpPr>
          <p:nvPr>
            <p:ph type="body" sz="quarter" idx="31" hasCustomPrompt="1"/>
          </p:nvPr>
        </p:nvSpPr>
        <p:spPr>
          <a:xfrm>
            <a:off x="1703515"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5" name="Picture Placeholder 7">
            <a:extLst>
              <a:ext uri="{FF2B5EF4-FFF2-40B4-BE49-F238E27FC236}">
                <a16:creationId xmlns:a16="http://schemas.microsoft.com/office/drawing/2014/main" xmlns="" id="{2736E186-6C9A-1B23-F922-E7C60426EB6D}"/>
              </a:ext>
            </a:extLst>
          </p:cNvPr>
          <p:cNvSpPr>
            <a:spLocks noGrp="1" noChangeAspect="1"/>
          </p:cNvSpPr>
          <p:nvPr>
            <p:ph type="pic" sz="quarter" idx="32"/>
          </p:nvPr>
        </p:nvSpPr>
        <p:spPr>
          <a:xfrm>
            <a:off x="4358849" y="5389629"/>
            <a:ext cx="987552" cy="987552"/>
          </a:xfrm>
          <a:solidFill>
            <a:srgbClr val="F5F0EB"/>
          </a:solidFill>
        </p:spPr>
        <p:txBody>
          <a:bodyPr/>
          <a:lstStyle/>
          <a:p>
            <a:r>
              <a:rPr lang="en-US"/>
              <a:t>Click icon to add picture</a:t>
            </a:r>
          </a:p>
        </p:txBody>
      </p:sp>
      <p:sp>
        <p:nvSpPr>
          <p:cNvPr id="26" name="Text Placeholder 11">
            <a:extLst>
              <a:ext uri="{FF2B5EF4-FFF2-40B4-BE49-F238E27FC236}">
                <a16:creationId xmlns:a16="http://schemas.microsoft.com/office/drawing/2014/main" xmlns="" id="{D67FFBB4-8EBA-A591-9025-E103B80DA52D}"/>
              </a:ext>
            </a:extLst>
          </p:cNvPr>
          <p:cNvSpPr>
            <a:spLocks noGrp="1"/>
          </p:cNvSpPr>
          <p:nvPr>
            <p:ph type="body" sz="quarter" idx="33" hasCustomPrompt="1"/>
          </p:nvPr>
        </p:nvSpPr>
        <p:spPr>
          <a:xfrm>
            <a:off x="5495540"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
        <p:nvSpPr>
          <p:cNvPr id="27" name="Picture Placeholder 7">
            <a:extLst>
              <a:ext uri="{FF2B5EF4-FFF2-40B4-BE49-F238E27FC236}">
                <a16:creationId xmlns:a16="http://schemas.microsoft.com/office/drawing/2014/main" xmlns="" id="{315113AF-65B1-6860-94D3-6847ED73E65E}"/>
              </a:ext>
            </a:extLst>
          </p:cNvPr>
          <p:cNvSpPr>
            <a:spLocks noGrp="1" noChangeAspect="1"/>
          </p:cNvSpPr>
          <p:nvPr>
            <p:ph type="pic" sz="quarter" idx="34"/>
          </p:nvPr>
        </p:nvSpPr>
        <p:spPr>
          <a:xfrm>
            <a:off x="8142573" y="5389629"/>
            <a:ext cx="987552" cy="987552"/>
          </a:xfrm>
          <a:solidFill>
            <a:srgbClr val="F5F0EB"/>
          </a:solidFill>
        </p:spPr>
        <p:txBody>
          <a:bodyPr/>
          <a:lstStyle/>
          <a:p>
            <a:r>
              <a:rPr lang="en-US"/>
              <a:t>Click icon to add picture</a:t>
            </a:r>
          </a:p>
        </p:txBody>
      </p:sp>
      <p:sp>
        <p:nvSpPr>
          <p:cNvPr id="28" name="Text Placeholder 11">
            <a:extLst>
              <a:ext uri="{FF2B5EF4-FFF2-40B4-BE49-F238E27FC236}">
                <a16:creationId xmlns:a16="http://schemas.microsoft.com/office/drawing/2014/main" xmlns="" id="{D8D2915E-D44F-7A27-1EFE-AA964A273E35}"/>
              </a:ext>
            </a:extLst>
          </p:cNvPr>
          <p:cNvSpPr>
            <a:spLocks noGrp="1"/>
          </p:cNvSpPr>
          <p:nvPr>
            <p:ph type="body" sz="quarter" idx="35" hasCustomPrompt="1"/>
          </p:nvPr>
        </p:nvSpPr>
        <p:spPr>
          <a:xfrm>
            <a:off x="9279264" y="5389628"/>
            <a:ext cx="2374899" cy="987552"/>
          </a:xfrm>
        </p:spPr>
        <p:txBody>
          <a:bodyPr/>
          <a:lstStyle>
            <a:lvl1pPr>
              <a:spcBef>
                <a:spcPts val="0"/>
              </a:spcBef>
              <a:defRPr sz="1200" b="1"/>
            </a:lvl1pPr>
            <a:lvl2pPr marL="0" indent="0">
              <a:spcBef>
                <a:spcPts val="0"/>
              </a:spcBef>
              <a:buNone/>
              <a:defRPr sz="1200">
                <a:solidFill>
                  <a:srgbClr val="5E5751"/>
                </a:solidFill>
              </a:defRPr>
            </a:lvl2pPr>
          </a:lstStyle>
          <a:p>
            <a:pPr lvl="0"/>
            <a:r>
              <a:rPr lang="en-US" err="1"/>
              <a:t>Firstname</a:t>
            </a:r>
            <a:r>
              <a:rPr lang="en-US"/>
              <a:t> Lastname</a:t>
            </a:r>
          </a:p>
          <a:p>
            <a:pPr lvl="1"/>
            <a:r>
              <a:rPr lang="en-US"/>
              <a:t>Job title</a:t>
            </a:r>
          </a:p>
        </p:txBody>
      </p:sp>
    </p:spTree>
    <p:extLst>
      <p:ext uri="{BB962C8B-B14F-4D97-AF65-F5344CB8AC3E}">
        <p14:creationId xmlns:p14="http://schemas.microsoft.com/office/powerpoint/2010/main" val="4181779623"/>
      </p:ext>
    </p:extLst>
  </p:cSld>
  <p:clrMapOvr>
    <a:masterClrMapping/>
  </p:clrMapOvr>
</p:sldLayout>
</file>

<file path=ppt/slideLayouts/slideLayout259.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14253529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451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3213838" y="1305349"/>
            <a:ext cx="5764335" cy="4247317"/>
          </a:xfrm>
          <a:prstGeom prst="rect">
            <a:avLst/>
          </a:prstGeom>
          <a:noFill/>
        </p:spPr>
        <p:txBody>
          <a:bodyPr wrap="none" lIns="0" tIns="0" rIns="0" bIns="0" rtlCol="0" anchor="ctr">
            <a:spAutoFit/>
          </a:bodyPr>
          <a:lstStyle/>
          <a:p>
            <a:pPr algn="ctr"/>
            <a:r>
              <a:rPr lang="en-US" sz="13800">
                <a:solidFill>
                  <a:srgbClr val="000000"/>
                </a:solidFill>
              </a:rPr>
              <a:t>Closing</a:t>
            </a:r>
          </a:p>
          <a:p>
            <a:pPr algn="ctr"/>
            <a:r>
              <a:rPr lang="en-US" sz="13800">
                <a:solidFill>
                  <a:srgbClr val="000000"/>
                </a:solidFill>
              </a:rPr>
              <a:t>layouts</a:t>
            </a:r>
          </a:p>
        </p:txBody>
      </p:sp>
    </p:spTree>
    <p:extLst>
      <p:ext uri="{BB962C8B-B14F-4D97-AF65-F5344CB8AC3E}">
        <p14:creationId xmlns:p14="http://schemas.microsoft.com/office/powerpoint/2010/main" val="1933230681"/>
      </p:ext>
    </p:extLst>
  </p:cSld>
  <p:clrMapOvr>
    <a:masterClrMapping/>
  </p:clrMapOvr>
</p:sldLayout>
</file>

<file path=ppt/slideLayouts/slideLayout260.xml><?xml version="1.0" encoding="utf-8"?>
<p:sldLayout xmlns:a="http://schemas.openxmlformats.org/drawingml/2006/main" xmlns:r="http://schemas.openxmlformats.org/officeDocument/2006/relationships" xmlns:p="http://schemas.openxmlformats.org/presentationml/2006/main" showMasterSp="0" preserve="1" userDrawn="1">
  <p:cSld name="6_End Slide (Carbon)">
    <p:bg>
      <p:bgPr>
        <a:solidFill>
          <a:schemeClr val="bg1"/>
        </a:solidFill>
        <a:effectLst/>
      </p:bgPr>
    </p:bg>
    <p:spTree>
      <p:nvGrpSpPr>
        <p:cNvPr id="1" name=""/>
        <p:cNvGrpSpPr/>
        <p:nvPr/>
      </p:nvGrpSpPr>
      <p:grpSpPr>
        <a:xfrm>
          <a:off x="0" y="0"/>
          <a:ext cx="0" cy="0"/>
          <a:chOff x="0" y="0"/>
          <a:chExt cx="0" cy="0"/>
        </a:xfrm>
      </p:grpSpPr>
      <p:pic>
        <p:nvPicPr>
          <p:cNvPr id="6" name="Graphic 5">
            <a:extLst>
              <a:ext uri="{FF2B5EF4-FFF2-40B4-BE49-F238E27FC236}">
                <a16:creationId xmlns:a16="http://schemas.microsoft.com/office/drawing/2014/main" xmlns="" id="{F0E82741-EECD-7D5E-DA50-894B61C9F926}"/>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342190216"/>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5534"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000000">
                    <a:lumMod val="65000"/>
                    <a:lumOff val="35000"/>
                  </a:srgbClr>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2" name="TextBox 1">
            <a:extLst>
              <a:ext uri="{FF2B5EF4-FFF2-40B4-BE49-F238E27FC236}">
                <a16:creationId xmlns:a16="http://schemas.microsoft.com/office/drawing/2014/main" xmlns="" id="{10E9B97E-B871-FBDE-4718-2615A1C20F6E}"/>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FFFFFF"/>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FFFFFF"/>
                </a:solidFill>
              </a:rPr>
              <a:t>Tenarai</a:t>
            </a:r>
            <a:endParaRPr lang="en-US" sz="1000" b="1">
              <a:solidFill>
                <a:srgbClr val="FFFFFF"/>
              </a:solidFill>
            </a:endParaRPr>
          </a:p>
        </p:txBody>
      </p:sp>
      <p:sp>
        <p:nvSpPr>
          <p:cNvPr id="7" name="Text Placeholder 5">
            <a:extLst>
              <a:ext uri="{FF2B5EF4-FFF2-40B4-BE49-F238E27FC236}">
                <a16:creationId xmlns:a16="http://schemas.microsoft.com/office/drawing/2014/main" xmlns="" id="{999A7ADE-D49A-50BF-E2D0-38B4984B8E96}"/>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8E867E"/>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132776825"/>
      </p:ext>
    </p:extLst>
  </p:cSld>
  <p:clrMapOvr>
    <a:overrideClrMapping bg1="dk1" tx1="lt1" bg2="dk2" tx2="lt2" accent1="accent1" accent2="accent2" accent3="accent3" accent4="accent4" accent5="accent5" accent6="accent6" hlink="hlink" folHlink="folHlink"/>
  </p:clrMapOvr>
</p:sldLayout>
</file>

<file path=ppt/slideLayouts/slideLayout261.xml><?xml version="1.0" encoding="utf-8"?>
<p:sldLayout xmlns:a="http://schemas.openxmlformats.org/drawingml/2006/main" xmlns:r="http://schemas.openxmlformats.org/officeDocument/2006/relationships" xmlns:p="http://schemas.openxmlformats.org/presentationml/2006/main" showMasterSp="0" preserve="1" userDrawn="1">
  <p:cSld name="7_End Slide (Carbon)">
    <p:bg>
      <p:bgPr>
        <a:solidFill>
          <a:schemeClr val="tx2"/>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855751468"/>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6558"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rgbClr val="47413D"/>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810136954"/>
      </p:ext>
    </p:extLst>
  </p:cSld>
  <p:clrMapOvr>
    <a:overrideClrMapping bg1="dk1" tx1="lt1" bg2="dk2" tx2="lt2" accent1="accent1" accent2="accent2" accent3="accent3" accent4="accent4" accent5="accent5" accent6="accent6" hlink="hlink" folHlink="folHlink"/>
  </p:clrMapOvr>
</p:sldLayout>
</file>

<file path=ppt/slideLayouts/slideLayout262.xml><?xml version="1.0" encoding="utf-8"?>
<p:sldLayout xmlns:a="http://schemas.openxmlformats.org/drawingml/2006/main" xmlns:r="http://schemas.openxmlformats.org/officeDocument/2006/relationships" xmlns:p="http://schemas.openxmlformats.org/presentationml/2006/main" showMasterSp="0" preserve="1" userDrawn="1">
  <p:cSld name="8_End Slide (Carbon)">
    <p:bg>
      <p:bgPr>
        <a:solidFill>
          <a:schemeClr val="tx1"/>
        </a:solidFill>
        <a:effectLst/>
      </p:bgPr>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xmlns="" id="{792E8758-AC20-EA9F-2FD3-F5B9E92540F5}"/>
              </a:ext>
            </a:extLst>
          </p:cNvPr>
          <p:cNvPicPr>
            <a:picLocks noChangeAspect="1"/>
          </p:cNvPicPr>
          <p:nvPr userDrawn="1"/>
        </p:nvPicPr>
        <p:blipFill>
          <a:blip>
            <a:extLst>
              <a:ext uri="{96DAC541-7B7A-43D3-8B79-37D633B846F1}">
                <asvg:svgBlip xmlns:asvg="http://schemas.microsoft.com/office/drawing/2016/SVG/main" xmlns="" r:embed="rId4"/>
              </a:ext>
            </a:extLst>
          </a:blip>
          <a:stretch>
            <a:fillRect/>
          </a:stretch>
        </p:blipFill>
        <p:spPr>
          <a:xfrm>
            <a:off x="0" y="0"/>
            <a:ext cx="12192000" cy="6858000"/>
          </a:xfrm>
          <a:prstGeom prst="rect">
            <a:avLst/>
          </a:prstGeom>
        </p:spPr>
      </p:pic>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366624365"/>
              </p:ext>
            </p:extLst>
          </p:nvPr>
        </p:nvGraphicFramePr>
        <p:xfrm>
          <a:off x="1589" y="1588"/>
          <a:ext cx="1227" cy="1588"/>
        </p:xfrm>
        <a:graphic>
          <a:graphicData uri="http://schemas.openxmlformats.org/presentationml/2006/ole">
            <mc:AlternateContent xmlns:mc="http://schemas.openxmlformats.org/markup-compatibility/2006">
              <mc:Choice xmlns:v="urn:schemas-microsoft-com:vml" Requires="v">
                <p:oleObj spid="_x0000_s237582" name="think-cell Slide" r:id="rId5" imgW="7772400" imgH="10058400" progId="TCLayout.ActiveDocument.1">
                  <p:embed/>
                </p:oleObj>
              </mc:Choice>
              <mc:Fallback>
                <p:oleObj name="think-cell Slide" r:id="rId5" imgW="7772400" imgH="10058400" progId="TCLayout.ActiveDocument.1">
                  <p:embed/>
                  <p:pic>
                    <p:nvPicPr>
                      <p:cNvPr id="0" name=""/>
                      <p:cNvPicPr/>
                      <p:nvPr/>
                    </p:nvPicPr>
                    <p:blipFill>
                      <a:blip r:embed="rId6"/>
                      <a:stretch>
                        <a:fillRect/>
                      </a:stretch>
                    </p:blipFill>
                    <p:spPr>
                      <a:xfrm>
                        <a:off x="1589" y="1588"/>
                        <a:ext cx="1227" cy="1588"/>
                      </a:xfrm>
                      <a:prstGeom prst="rect">
                        <a:avLst/>
                      </a:prstGeom>
                    </p:spPr>
                  </p:pic>
                </p:oleObj>
              </mc:Fallback>
            </mc:AlternateContent>
          </a:graphicData>
        </a:graphic>
      </p:graphicFrame>
      <p:pic>
        <p:nvPicPr>
          <p:cNvPr id="8" name="Graphic 7">
            <a:extLst>
              <a:ext uri="{FF2B5EF4-FFF2-40B4-BE49-F238E27FC236}">
                <a16:creationId xmlns:a16="http://schemas.microsoft.com/office/drawing/2014/main" xmlns="" id="{B6B4F07B-D6B3-E5C8-D832-E51E0E864BB7}"/>
              </a:ext>
            </a:extLst>
          </p:cNvPr>
          <p:cNvPicPr>
            <a:picLocks noChangeAspect="1"/>
          </p:cNvPicPr>
          <p:nvPr userDrawn="1"/>
        </p:nvPicPr>
        <p:blipFill>
          <a:blip>
            <a:extLst>
              <a:ext uri="{96DAC541-7B7A-43D3-8B79-37D633B846F1}">
                <asvg:svgBlip xmlns:asvg="http://schemas.microsoft.com/office/drawing/2016/SVG/main" xmlns="" r:embed="rId7"/>
              </a:ext>
            </a:extLst>
          </a:blip>
          <a:stretch>
            <a:fillRect/>
          </a:stretch>
        </p:blipFill>
        <p:spPr>
          <a:xfrm>
            <a:off x="7047547" y="4273141"/>
            <a:ext cx="328612" cy="328612"/>
          </a:xfrm>
          <a:prstGeom prst="rect">
            <a:avLst/>
          </a:prstGeom>
        </p:spPr>
      </p:pic>
      <p:sp>
        <p:nvSpPr>
          <p:cNvPr id="11" name="TextBox 10">
            <a:extLst>
              <a:ext uri="{FF2B5EF4-FFF2-40B4-BE49-F238E27FC236}">
                <a16:creationId xmlns:a16="http://schemas.microsoft.com/office/drawing/2014/main" xmlns="" id="{21C57E3D-3E41-40A0-00E2-436BA2594A3E}"/>
              </a:ext>
            </a:extLst>
          </p:cNvPr>
          <p:cNvSpPr txBox="1"/>
          <p:nvPr userDrawn="1"/>
        </p:nvSpPr>
        <p:spPr>
          <a:xfrm>
            <a:off x="565150" y="5810426"/>
            <a:ext cx="6482398" cy="369332"/>
          </a:xfrm>
          <a:prstGeom prst="rect">
            <a:avLst/>
          </a:prstGeom>
          <a:noFill/>
        </p:spPr>
        <p:txBody>
          <a:bodyPr wrap="square" lIns="0">
            <a:spAutoFit/>
          </a:bodyPr>
          <a:lstStyle/>
          <a:p>
            <a:pPr defTabSz="914172">
              <a:defRPr/>
            </a:pPr>
            <a:r>
              <a:rPr lang="en-US" sz="600">
                <a:solidFill>
                  <a:srgbClr val="BEB4AA"/>
                </a:solidFill>
                <a:latin typeface="Arial" panose="020B0604020202020204" pitchFamily="34" charset="0"/>
                <a:cs typeface="Arial" panose="020B0604020202020204" pitchFamily="34" charset="0"/>
              </a:rPr>
              <a:t>This Proposal is not intended to be binding on either party. It is strictly for planning and discussion purposes only, any binding agreement between the parties will be negotiated and agreed upon in a definitive agreement, signed by both parties. Nothing in this Proposal represents a binding legal obligation on either party, including without limitation any obligation to reach and execute the final version of a definitive agreement between the parties.</a:t>
            </a:r>
          </a:p>
        </p:txBody>
      </p:sp>
      <p:sp>
        <p:nvSpPr>
          <p:cNvPr id="12" name="TextBox 11">
            <a:extLst>
              <a:ext uri="{FF2B5EF4-FFF2-40B4-BE49-F238E27FC236}">
                <a16:creationId xmlns:a16="http://schemas.microsoft.com/office/drawing/2014/main" xmlns="" id="{7389220E-E0D3-6CDB-3CE6-E4902BACF088}"/>
              </a:ext>
            </a:extLst>
          </p:cNvPr>
          <p:cNvSpPr txBox="1"/>
          <p:nvPr userDrawn="1"/>
        </p:nvSpPr>
        <p:spPr>
          <a:xfrm>
            <a:off x="4674537" y="6539517"/>
            <a:ext cx="2842929" cy="215444"/>
          </a:xfrm>
          <a:prstGeom prst="rect">
            <a:avLst/>
          </a:prstGeom>
          <a:noFill/>
        </p:spPr>
        <p:txBody>
          <a:bodyPr wrap="square">
            <a:spAutoFit/>
          </a:bodyPr>
          <a:lstStyle/>
          <a:p>
            <a:pPr algn="ctr"/>
            <a:r>
              <a:rPr lang="en-US" sz="800">
                <a:solidFill>
                  <a:srgbClr val="000000">
                    <a:lumMod val="65000"/>
                    <a:lumOff val="35000"/>
                  </a:srgbClr>
                </a:solidFill>
              </a:rPr>
              <a:t>Copyright 2026, Strictly Confidential, All rights reserved</a:t>
            </a:r>
          </a:p>
        </p:txBody>
      </p:sp>
      <p:sp>
        <p:nvSpPr>
          <p:cNvPr id="3" name="TextBox 2">
            <a:extLst>
              <a:ext uri="{FF2B5EF4-FFF2-40B4-BE49-F238E27FC236}">
                <a16:creationId xmlns:a16="http://schemas.microsoft.com/office/drawing/2014/main" xmlns="" id="{63DB1981-9788-1261-0C70-7C2C0E9B6E6D}"/>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err="1">
                <a:solidFill>
                  <a:srgbClr val="000000"/>
                </a:solidFill>
              </a:rPr>
              <a:t>Tenarai</a:t>
            </a:r>
            <a:endParaRPr lang="en-US" sz="1000" b="1">
              <a:solidFill>
                <a:srgbClr val="000000"/>
              </a:solidFill>
            </a:endParaRPr>
          </a:p>
        </p:txBody>
      </p:sp>
      <p:sp>
        <p:nvSpPr>
          <p:cNvPr id="6" name="Text Placeholder 5">
            <a:extLst>
              <a:ext uri="{FF2B5EF4-FFF2-40B4-BE49-F238E27FC236}">
                <a16:creationId xmlns:a16="http://schemas.microsoft.com/office/drawing/2014/main" xmlns="" id="{2FA9B9D4-E9FA-5F10-B93E-7C4E0E33E6CB}"/>
              </a:ext>
            </a:extLst>
          </p:cNvPr>
          <p:cNvSpPr>
            <a:spLocks noGrp="1"/>
          </p:cNvSpPr>
          <p:nvPr>
            <p:ph type="body" sz="quarter" idx="11" hasCustomPrompt="1"/>
          </p:nvPr>
        </p:nvSpPr>
        <p:spPr>
          <a:xfrm>
            <a:off x="565149" y="3926601"/>
            <a:ext cx="6811433" cy="2268008"/>
          </a:xfrm>
        </p:spPr>
        <p:txBody>
          <a:bodyPr anchor="ctr"/>
          <a:lstStyle>
            <a:lvl1pPr>
              <a:defRPr sz="9600" b="0" i="0" cap="all" baseline="0">
                <a:solidFill>
                  <a:schemeClr val="bg1"/>
                </a:solidFill>
                <a:latin typeface="Aptos Bold" panose="020B0004020202020204" pitchFamily="34" charset="0"/>
              </a:defRPr>
            </a:lvl1pPr>
          </a:lstStyle>
          <a:p>
            <a:pPr lvl="0"/>
            <a:r>
              <a:rPr lang="en-US" dirty="0"/>
              <a:t>THANK YOU</a:t>
            </a:r>
            <a:endParaRPr lang="en-IN" dirty="0"/>
          </a:p>
        </p:txBody>
      </p:sp>
    </p:spTree>
    <p:extLst>
      <p:ext uri="{BB962C8B-B14F-4D97-AF65-F5344CB8AC3E}">
        <p14:creationId xmlns:p14="http://schemas.microsoft.com/office/powerpoint/2010/main" val="2126235597"/>
      </p:ext>
    </p:extLst>
  </p:cSld>
  <p:clrMapOvr>
    <a:overrideClrMapping bg1="dk1" tx1="lt1" bg2="dk2" tx2="lt2" accent1="accent1" accent2="accent2" accent3="accent3" accent4="accent4" accent5="accent5" accent6="accent6" hlink="hlink" folHlink="folHlink"/>
  </p:clrMapOvr>
</p:sldLayout>
</file>

<file path=ppt/slideLayouts/slideLayout263.xml><?xml version="1.0" encoding="utf-8"?>
<p:sldLayout xmlns:a="http://schemas.openxmlformats.org/drawingml/2006/main" xmlns:r="http://schemas.openxmlformats.org/officeDocument/2006/relationships" xmlns:p="http://schemas.openxmlformats.org/presentationml/2006/main" showMasterSp="0" preserve="1" userDrawn="1">
  <p:cSld name="End Slide (Tan)">
    <p:bg>
      <p:bgRef idx="1001">
        <a:schemeClr val="bg2"/>
      </p:bgRef>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149214175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8606"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tretch>
            <a:fillRect/>
          </a:stretch>
        </p:blipFill>
        <p:spPr>
          <a:xfrm>
            <a:off x="7769515" y="5910834"/>
            <a:ext cx="4012910" cy="585216"/>
          </a:xfrm>
          <a:prstGeom prst="rect">
            <a:avLst/>
          </a:prstGeom>
        </p:spPr>
      </p:pic>
      <p:sp>
        <p:nvSpPr>
          <p:cNvPr id="2" name="Text Placeholder 11">
            <a:extLst>
              <a:ext uri="{FF2B5EF4-FFF2-40B4-BE49-F238E27FC236}">
                <a16:creationId xmlns:a16="http://schemas.microsoft.com/office/drawing/2014/main" xmlns="" id="{1449CD1B-818D-994A-063B-D4E7C53D002E}"/>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1943036629"/>
      </p:ext>
    </p:extLst>
  </p:cSld>
  <p:clrMapOvr>
    <a:overrideClrMapping bg1="lt1" tx1="dk1" bg2="lt2" tx2="dk2" accent1="accent1" accent2="accent2" accent3="accent3" accent4="accent4" accent5="accent5" accent6="accent6" hlink="hlink" folHlink="folHlink"/>
  </p:clrMapOvr>
</p:sldLayout>
</file>

<file path=ppt/slideLayouts/slideLayout264.xml><?xml version="1.0" encoding="utf-8"?>
<p:sldLayout xmlns:a="http://schemas.openxmlformats.org/drawingml/2006/main" xmlns:r="http://schemas.openxmlformats.org/officeDocument/2006/relationships" xmlns:p="http://schemas.openxmlformats.org/presentationml/2006/main" showMasterSp="0" preserve="1" userDrawn="1">
  <p:cSld name="End Slide (Carbon)">
    <p:bg>
      <p:bgPr>
        <a:solidFill>
          <a:schemeClr val="bg1"/>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4FF04D78-C0F6-15F1-60C3-69F4D9EA6D3E}"/>
              </a:ext>
            </a:extLst>
          </p:cNvPr>
          <p:cNvGraphicFramePr>
            <a:graphicFrameLocks noChangeAspect="1"/>
          </p:cNvGraphicFramePr>
          <p:nvPr userDrawn="1">
            <p:custDataLst>
              <p:tags r:id="rId2"/>
            </p:custDataLst>
            <p:extLst>
              <p:ext uri="{D42A27DB-BD31-4B8C-83A1-F6EECF244321}">
                <p14:modId xmlns:p14="http://schemas.microsoft.com/office/powerpoint/2010/main" val="229306569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39630"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7" name="Graphic 6">
            <a:extLst>
              <a:ext uri="{FF2B5EF4-FFF2-40B4-BE49-F238E27FC236}">
                <a16:creationId xmlns:a16="http://schemas.microsoft.com/office/drawing/2014/main" xmlns="" id="{CEBDEADF-0953-6CAE-7213-DECA8F5A09E3}"/>
              </a:ext>
            </a:extLst>
          </p:cNvPr>
          <p:cNvPicPr>
            <a:picLocks noChangeAspect="1"/>
          </p:cNvPicPr>
          <p:nvPr userDrawn="1"/>
        </p:nvPicPr>
        <p:blipFill>
          <a:blip>
            <a:extLst>
              <a:ext uri="{96DAC541-7B7A-43D3-8B79-37D633B846F1}">
                <asvg:svgBlip xmlns:asvg="http://schemas.microsoft.com/office/drawing/2016/SVG/main" xmlns="" r:embed="rId6"/>
              </a:ext>
            </a:extLst>
          </a:blip>
          <a:srcRect/>
          <a:stretch/>
        </p:blipFill>
        <p:spPr>
          <a:xfrm>
            <a:off x="7769515" y="5910834"/>
            <a:ext cx="4012909" cy="585216"/>
          </a:xfrm>
          <a:prstGeom prst="rect">
            <a:avLst/>
          </a:prstGeom>
        </p:spPr>
      </p:pic>
      <p:sp>
        <p:nvSpPr>
          <p:cNvPr id="2" name="Text Placeholder 11">
            <a:extLst>
              <a:ext uri="{FF2B5EF4-FFF2-40B4-BE49-F238E27FC236}">
                <a16:creationId xmlns:a16="http://schemas.microsoft.com/office/drawing/2014/main" xmlns="" id="{24200F27-F0C5-8CBC-B4DA-2772790B2C82}"/>
              </a:ext>
            </a:extLst>
          </p:cNvPr>
          <p:cNvSpPr>
            <a:spLocks noGrp="1"/>
          </p:cNvSpPr>
          <p:nvPr>
            <p:ph type="body" sz="quarter" idx="13" hasCustomPrompt="1"/>
          </p:nvPr>
        </p:nvSpPr>
        <p:spPr>
          <a:xfrm>
            <a:off x="565150" y="558800"/>
            <a:ext cx="3479800" cy="4530725"/>
          </a:xfrm>
        </p:spPr>
        <p:txBody>
          <a:bodyPr/>
          <a:lstStyle>
            <a:lvl1pPr>
              <a:spcBef>
                <a:spcPts val="0"/>
              </a:spcBef>
              <a:defRPr sz="1600" b="1">
                <a:solidFill>
                  <a:schemeClr val="tx1"/>
                </a:solidFill>
              </a:defRPr>
            </a:lvl1pPr>
            <a:lvl2pPr marL="0" indent="0">
              <a:spcBef>
                <a:spcPts val="0"/>
              </a:spcBef>
              <a:buNone/>
              <a:defRPr sz="1400">
                <a:solidFill>
                  <a:schemeClr val="tx1"/>
                </a:solidFill>
              </a:defRPr>
            </a:lvl2pPr>
          </a:lstStyle>
          <a:p>
            <a:pPr lvl="0"/>
            <a:r>
              <a:rPr lang="en-US" dirty="0"/>
              <a:t>Contact (optional)</a:t>
            </a:r>
          </a:p>
          <a:p>
            <a:pPr lvl="1"/>
            <a:r>
              <a:rPr lang="en-US" dirty="0"/>
              <a:t>Job title</a:t>
            </a:r>
            <a:br>
              <a:rPr lang="en-US" dirty="0"/>
            </a:br>
            <a:r>
              <a:rPr lang="en-US" dirty="0"/>
              <a:t>Email</a:t>
            </a:r>
          </a:p>
        </p:txBody>
      </p:sp>
    </p:spTree>
    <p:extLst>
      <p:ext uri="{BB962C8B-B14F-4D97-AF65-F5344CB8AC3E}">
        <p14:creationId xmlns:p14="http://schemas.microsoft.com/office/powerpoint/2010/main" val="627362940"/>
      </p:ext>
    </p:extLst>
  </p:cSld>
  <p:clrMapOvr>
    <a:overrideClrMapping bg1="dk1" tx1="lt1" bg2="dk2" tx2="lt2" accent1="accent1" accent2="accent2" accent3="accent3" accent4="accent4" accent5="accent5" accent6="accent6" hlink="hlink" folHlink="folHlink"/>
  </p:clrMapOvr>
</p:sldLayout>
</file>

<file path=ppt/slideLayouts/slideLayout265.xml><?xml version="1.0" encoding="utf-8"?>
<p:sldLayout xmlns:a="http://schemas.openxmlformats.org/drawingml/2006/main" xmlns:r="http://schemas.openxmlformats.org/officeDocument/2006/relationships" xmlns:p="http://schemas.openxmlformats.org/presentationml/2006/main" showMasterSp="0" preserve="1" userDrawn="1">
  <p:cSld name="-         ">
    <p:bg>
      <p:bgPr>
        <a:solidFill>
          <a:srgbClr val="FFC000"/>
        </a:solidFill>
        <a:effectLst/>
      </p:bgPr>
    </p:bg>
    <p:spTree>
      <p:nvGrpSpPr>
        <p:cNvPr id="1" name=""/>
        <p:cNvGrpSpPr/>
        <p:nvPr/>
      </p:nvGrpSpPr>
      <p:grpSpPr>
        <a:xfrm>
          <a:off x="0" y="0"/>
          <a:ext cx="0" cy="0"/>
          <a:chOff x="0" y="0"/>
          <a:chExt cx="0" cy="0"/>
        </a:xfrm>
      </p:grpSpPr>
      <p:graphicFrame>
        <p:nvGraphicFramePr>
          <p:cNvPr id="5" name="think-cell data - do not delete" hidden="1">
            <a:extLst>
              <a:ext uri="{FF2B5EF4-FFF2-40B4-BE49-F238E27FC236}">
                <a16:creationId xmlns:a16="http://schemas.microsoft.com/office/drawing/2014/main" xmlns="" id="{0A21D431-D71E-4146-15FF-2E31F4280A81}"/>
              </a:ext>
            </a:extLst>
          </p:cNvPr>
          <p:cNvGraphicFramePr>
            <a:graphicFrameLocks noChangeAspect="1"/>
          </p:cNvGraphicFramePr>
          <p:nvPr userDrawn="1">
            <p:custDataLst>
              <p:tags r:id="rId2"/>
            </p:custDataLst>
            <p:extLst>
              <p:ext uri="{D42A27DB-BD31-4B8C-83A1-F6EECF244321}">
                <p14:modId xmlns:p14="http://schemas.microsoft.com/office/powerpoint/2010/main" val="4241431918"/>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240654" name="think-cell Slide" r:id="rId4" imgW="7772400" imgH="10058400" progId="TCLayout.ActiveDocument.1">
                  <p:embed/>
                </p:oleObj>
              </mc:Choice>
              <mc:Fallback>
                <p:oleObj name="think-cell Slide" r:id="rId4" imgW="7772400" imgH="10058400" progId="TCLayout.ActiveDocument.1">
                  <p:embed/>
                  <p:pic>
                    <p:nvPicPr>
                      <p:cNvPr id="0" name=""/>
                      <p:cNvPicPr/>
                      <p:nvPr/>
                    </p:nvPicPr>
                    <p:blipFill>
                      <a:blip r:embed="rId5"/>
                      <a:stretch>
                        <a:fillRect/>
                      </a:stretch>
                    </p:blipFill>
                    <p:spPr>
                      <a:xfrm>
                        <a:off x="1588" y="1588"/>
                        <a:ext cx="1227" cy="1588"/>
                      </a:xfrm>
                      <a:prstGeom prst="rect">
                        <a:avLst/>
                      </a:prstGeom>
                    </p:spPr>
                  </p:pic>
                </p:oleObj>
              </mc:Fallback>
            </mc:AlternateContent>
          </a:graphicData>
        </a:graphic>
      </p:graphicFrame>
      <p:sp>
        <p:nvSpPr>
          <p:cNvPr id="6" name="TextBox 5">
            <a:extLst>
              <a:ext uri="{FF2B5EF4-FFF2-40B4-BE49-F238E27FC236}">
                <a16:creationId xmlns:a16="http://schemas.microsoft.com/office/drawing/2014/main" xmlns="" id="{D6BCA833-CBCB-6C45-6BD3-189CA926FFA0}"/>
              </a:ext>
            </a:extLst>
          </p:cNvPr>
          <p:cNvSpPr txBox="1"/>
          <p:nvPr userDrawn="1"/>
        </p:nvSpPr>
        <p:spPr>
          <a:xfrm>
            <a:off x="565150" y="851377"/>
            <a:ext cx="11066462" cy="5155257"/>
          </a:xfrm>
          <a:prstGeom prst="rect">
            <a:avLst/>
          </a:prstGeom>
          <a:noFill/>
        </p:spPr>
        <p:txBody>
          <a:bodyPr wrap="square" lIns="0" tIns="0" rIns="0" bIns="0" rtlCol="0" anchor="ctr">
            <a:noAutofit/>
          </a:bodyPr>
          <a:lstStyle/>
          <a:p>
            <a:pPr algn="ctr"/>
            <a:r>
              <a:rPr lang="en-US" sz="3600">
                <a:solidFill>
                  <a:srgbClr val="000000"/>
                </a:solidFill>
              </a:rPr>
              <a:t>If you see any </a:t>
            </a:r>
            <a:r>
              <a:rPr lang="en-US" sz="3600" b="1" i="1">
                <a:solidFill>
                  <a:srgbClr val="000000"/>
                </a:solidFill>
              </a:rPr>
              <a:t>layouts after this one</a:t>
            </a:r>
            <a:r>
              <a:rPr lang="en-US" sz="3600" i="1">
                <a:solidFill>
                  <a:srgbClr val="000000"/>
                </a:solidFill>
              </a:rPr>
              <a:t>,</a:t>
            </a:r>
            <a:r>
              <a:rPr lang="en-US" sz="3600">
                <a:solidFill>
                  <a:srgbClr val="000000"/>
                </a:solidFill>
              </a:rPr>
              <a:t> do not use them. These layouts </a:t>
            </a:r>
            <a:r>
              <a:rPr lang="en-US" sz="3600" b="1" i="1">
                <a:solidFill>
                  <a:srgbClr val="000000"/>
                </a:solidFill>
              </a:rPr>
              <a:t>are not </a:t>
            </a:r>
            <a:r>
              <a:rPr lang="en-US" sz="3600">
                <a:solidFill>
                  <a:srgbClr val="000000"/>
                </a:solidFill>
              </a:rPr>
              <a:t>part of our template.</a:t>
            </a:r>
          </a:p>
          <a:p>
            <a:pPr algn="ctr"/>
            <a:r>
              <a:rPr lang="en-US" sz="13800" b="1">
                <a:solidFill>
                  <a:srgbClr val="000000"/>
                </a:solidFill>
              </a:rPr>
              <a:t>Do not use</a:t>
            </a:r>
            <a:endParaRPr lang="en-US" sz="2000">
              <a:solidFill>
                <a:srgbClr val="000000"/>
              </a:solidFill>
            </a:endParaRPr>
          </a:p>
          <a:p>
            <a:pPr algn="ctr"/>
            <a:r>
              <a:rPr lang="en-US" sz="2000">
                <a:solidFill>
                  <a:srgbClr val="000000"/>
                </a:solidFill>
              </a:rPr>
              <a:t>Due to PowerPoint’s standard Copy/Paste functionality extra undesirable layouts can appear.</a:t>
            </a:r>
          </a:p>
          <a:p>
            <a:pPr algn="ctr">
              <a:spcBef>
                <a:spcPts val="600"/>
              </a:spcBef>
              <a:buClr>
                <a:srgbClr val="003755"/>
              </a:buClr>
            </a:pPr>
            <a:r>
              <a:rPr lang="en-US" sz="2000">
                <a:solidFill>
                  <a:srgbClr val="000000"/>
                </a:solidFill>
              </a:rPr>
              <a:t>Also notice: Layouts after this might contain potential confidential information.</a:t>
            </a:r>
          </a:p>
        </p:txBody>
      </p:sp>
      <p:sp>
        <p:nvSpPr>
          <p:cNvPr id="2" name="Chevron 1">
            <a:extLst>
              <a:ext uri="{FF2B5EF4-FFF2-40B4-BE49-F238E27FC236}">
                <a16:creationId xmlns:a16="http://schemas.microsoft.com/office/drawing/2014/main" xmlns="" id="{10DC4FBB-A3AA-0EB1-1C90-CC7161DB18D5}"/>
              </a:ext>
            </a:extLst>
          </p:cNvPr>
          <p:cNvSpPr/>
          <p:nvPr userDrawn="1"/>
        </p:nvSpPr>
        <p:spPr>
          <a:xfrm rot="5400000">
            <a:off x="5785638" y="5593195"/>
            <a:ext cx="620724" cy="1014517"/>
          </a:xfrm>
          <a:prstGeom prst="chevron">
            <a:avLst>
              <a:gd name="adj" fmla="val 77451"/>
            </a:avLst>
          </a:prstGeom>
          <a:solidFill>
            <a:schemeClr val="tx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200">
              <a:solidFill>
                <a:srgbClr val="000000"/>
              </a:solidFill>
            </a:endParaRPr>
          </a:p>
        </p:txBody>
      </p:sp>
    </p:spTree>
    <p:extLst>
      <p:ext uri="{BB962C8B-B14F-4D97-AF65-F5344CB8AC3E}">
        <p14:creationId xmlns:p14="http://schemas.microsoft.com/office/powerpoint/2010/main" val="328098989"/>
      </p:ext>
    </p:extLst>
  </p:cSld>
  <p:clrMapOvr>
    <a:masterClrMapping/>
  </p:clrMapOvr>
</p:sldLayout>
</file>

<file path=ppt/slideLayouts/slideLayout266.xml><?xml version="1.0" encoding="utf-8"?>
<p:sldLayout xmlns:a="http://schemas.openxmlformats.org/drawingml/2006/main" xmlns:r="http://schemas.openxmlformats.org/officeDocument/2006/relationships" xmlns:p="http://schemas.openxmlformats.org/presentationml/2006/main" userDrawn="1">
  <p:cSld name="Title and content v2">
    <p:spTree>
      <p:nvGrpSpPr>
        <p:cNvPr id="1" name=""/>
        <p:cNvGrpSpPr/>
        <p:nvPr/>
      </p:nvGrpSpPr>
      <p:grpSpPr>
        <a:xfrm>
          <a:off x="0" y="0"/>
          <a:ext cx="0" cy="0"/>
          <a:chOff x="0" y="0"/>
          <a:chExt cx="0" cy="0"/>
        </a:xfrm>
      </p:grpSpPr>
      <p:pic>
        <p:nvPicPr>
          <p:cNvPr id="33" name="Picture 32">
            <a:extLst>
              <a:ext uri="{FF2B5EF4-FFF2-40B4-BE49-F238E27FC236}">
                <a16:creationId xmlns:a16="http://schemas.microsoft.com/office/drawing/2014/main" xmlns="" id="{32179EBC-563D-49C0-83A8-2DF2A1FB154A}"/>
              </a:ext>
            </a:extLst>
          </p:cNvPr>
          <p:cNvPicPr>
            <a:picLocks noChangeAspect="1"/>
          </p:cNvPicPr>
          <p:nvPr userDrawn="1"/>
        </p:nvPicPr>
        <p:blipFill>
          <a:blip r:embed="rId2"/>
          <a:stretch>
            <a:fillRect/>
          </a:stretch>
        </p:blipFill>
        <p:spPr>
          <a:xfrm>
            <a:off x="6590634" y="940740"/>
            <a:ext cx="5194713" cy="5193360"/>
          </a:xfrm>
          <a:prstGeom prst="rect">
            <a:avLst/>
          </a:prstGeom>
        </p:spPr>
      </p:pic>
      <p:sp>
        <p:nvSpPr>
          <p:cNvPr id="17" name="Text Placeholder 16"/>
          <p:cNvSpPr>
            <a:spLocks noGrp="1"/>
          </p:cNvSpPr>
          <p:nvPr>
            <p:ph type="body" sz="quarter" idx="11" hasCustomPrompt="1"/>
          </p:nvPr>
        </p:nvSpPr>
        <p:spPr>
          <a:xfrm>
            <a:off x="334937" y="245863"/>
            <a:ext cx="10152484" cy="548640"/>
          </a:xfrm>
        </p:spPr>
        <p:txBody>
          <a:bodyPr>
            <a:noAutofit/>
          </a:bodyPr>
          <a:lstStyle>
            <a:lvl1pPr marL="0" indent="0">
              <a:spcBef>
                <a:spcPts val="0"/>
              </a:spcBef>
              <a:buNone/>
              <a:defRPr sz="2400">
                <a:solidFill>
                  <a:schemeClr val="accent5"/>
                </a:solidFill>
              </a:defRPr>
            </a:lvl1pPr>
            <a:lvl2pPr marL="457200" indent="0">
              <a:buNone/>
              <a:defRPr sz="3200"/>
            </a:lvl2pPr>
            <a:lvl3pPr marL="914400" indent="0">
              <a:buNone/>
              <a:defRPr sz="3200"/>
            </a:lvl3pPr>
            <a:lvl4pPr marL="1371600" indent="0">
              <a:buNone/>
              <a:defRPr sz="3200"/>
            </a:lvl4pPr>
            <a:lvl5pPr marL="1828800" indent="0">
              <a:buNone/>
              <a:defRPr sz="3200"/>
            </a:lvl5pPr>
          </a:lstStyle>
          <a:p>
            <a:pPr lvl="0"/>
            <a:r>
              <a:rPr lang="en-US" dirty="0"/>
              <a:t>Click to add title</a:t>
            </a:r>
          </a:p>
        </p:txBody>
      </p:sp>
      <p:sp>
        <p:nvSpPr>
          <p:cNvPr id="4" name="Text Placeholder 3"/>
          <p:cNvSpPr>
            <a:spLocks noGrp="1"/>
          </p:cNvSpPr>
          <p:nvPr>
            <p:ph type="body" sz="quarter" idx="13"/>
          </p:nvPr>
        </p:nvSpPr>
        <p:spPr>
          <a:xfrm>
            <a:off x="334938" y="1173677"/>
            <a:ext cx="11450409" cy="1482457"/>
          </a:xfrm>
        </p:spPr>
        <p:txBody>
          <a:bodyPr>
            <a:spAutoFit/>
          </a:bodyPr>
          <a:lstStyle>
            <a:lvl1pPr marL="342900" indent="-342900">
              <a:spcBef>
                <a:spcPts val="1600"/>
              </a:spcBef>
              <a:buClr>
                <a:schemeClr val="bg2"/>
              </a:buClr>
              <a:buSzPct val="105000"/>
              <a:buFontTx/>
              <a:buChar char="◌"/>
              <a:defRPr sz="1800"/>
            </a:lvl1pPr>
            <a:lvl2pPr marL="742950" indent="-285750">
              <a:spcBef>
                <a:spcPts val="800"/>
              </a:spcBef>
              <a:buClr>
                <a:schemeClr val="bg2"/>
              </a:buClr>
              <a:buSzPct val="110000"/>
              <a:buFontTx/>
              <a:buChar char="◌"/>
              <a:defRPr sz="1600"/>
            </a:lvl2pPr>
            <a:lvl3pPr marL="1143000" indent="-228600">
              <a:spcBef>
                <a:spcPts val="600"/>
              </a:spcBef>
              <a:buClr>
                <a:schemeClr val="bg2"/>
              </a:buClr>
              <a:buSzPct val="110000"/>
              <a:buFontTx/>
              <a:buChar char="◌"/>
              <a:defRPr sz="1400"/>
            </a:lvl3pPr>
            <a:lvl4pPr marL="1600200" indent="-228600">
              <a:spcBef>
                <a:spcPts val="400"/>
              </a:spcBef>
              <a:buClr>
                <a:schemeClr val="bg2"/>
              </a:buClr>
              <a:buSzPct val="110000"/>
              <a:buFontTx/>
              <a:buChar char="◌"/>
              <a:defRPr sz="1200"/>
            </a:lvl4pPr>
            <a:lvl5pPr marL="2057400" indent="-228600">
              <a:spcBef>
                <a:spcPts val="400"/>
              </a:spcBef>
              <a:buClr>
                <a:schemeClr val="bg2"/>
              </a:buClr>
              <a:buSzPct val="110000"/>
              <a:buFontTx/>
              <a:buChar char="◌"/>
              <a:defRPr sz="1200"/>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4035358522"/>
      </p:ext>
    </p:extLst>
  </p:cSld>
  <p:clrMapOvr>
    <a:masterClrMapping/>
  </p:clrMapOvr>
</p:sldLayout>
</file>

<file path=ppt/slideLayouts/slideLayout267.xml><?xml version="1.0" encoding="utf-8"?>
<p:sldLayout xmlns:a="http://schemas.openxmlformats.org/drawingml/2006/main" xmlns:r="http://schemas.openxmlformats.org/officeDocument/2006/relationships" xmlns:p="http://schemas.openxmlformats.org/presentationml/2006/main" type="blank">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 xmlns:a16="http://schemas.microsoft.com/office/drawing/2014/main" id="{C4DC091D-E20B-43AF-85A6-D06B098A5765}"/>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15.07.2026</a:t>
            </a:fld>
            <a:endParaRPr lang="ru-RU">
              <a:solidFill>
                <a:srgbClr val="000000"/>
              </a:solidFill>
            </a:endParaRPr>
          </a:p>
        </p:txBody>
      </p:sp>
      <p:sp>
        <p:nvSpPr>
          <p:cNvPr id="3" name="Нижний колонтитул 2">
            <a:extLst>
              <a:ext uri="{FF2B5EF4-FFF2-40B4-BE49-F238E27FC236}">
                <a16:creationId xmlns="" xmlns:a16="http://schemas.microsoft.com/office/drawing/2014/main" id="{7256F216-F3C5-4473-B251-72A6A8FB0A56}"/>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4" name="Номер слайда 3">
            <a:extLst>
              <a:ext uri="{FF2B5EF4-FFF2-40B4-BE49-F238E27FC236}">
                <a16:creationId xmlns="" xmlns:a16="http://schemas.microsoft.com/office/drawing/2014/main" id="{0510FE17-D12B-4940-A9BA-F5142885EE84}"/>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1458587628"/>
      </p:ext>
    </p:extLst>
  </p:cSld>
  <p:clrMapOvr>
    <a:masterClrMapping/>
  </p:clrMapOvr>
</p:sldLayout>
</file>

<file path=ppt/slideLayouts/slideLayout268.xml><?xml version="1.0" encoding="utf-8"?>
<p:sldLayout xmlns:a="http://schemas.openxmlformats.org/drawingml/2006/main" xmlns:r="http://schemas.openxmlformats.org/officeDocument/2006/relationships" xmlns:p="http://schemas.openxmlformats.org/presentationml/2006/main" type="obj">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BD785E31-5EE4-4031-8DAA-64044DE0836F}"/>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 xmlns:a16="http://schemas.microsoft.com/office/drawing/2014/main" id="{EAAB51F7-AD05-4812-9AEE-F0A7A18CE34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 xmlns:a16="http://schemas.microsoft.com/office/drawing/2014/main" id="{CE39D8A6-338D-4A25-B834-B4A942E94EFE}"/>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15.07.2026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CC93547E-E0C5-4326-ADC3-C43A6781B1A5}"/>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C267DB44-D3F4-429C-AB2C-E561CB263BD7}"/>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3346919047"/>
      </p:ext>
    </p:extLst>
  </p:cSld>
  <p:clrMapOvr>
    <a:masterClrMapping/>
  </p:clrMapOvr>
</p:sldLayout>
</file>

<file path=ppt/slideLayouts/slideLayout269.xml><?xml version="1.0" encoding="utf-8"?>
<p:sldLayout xmlns:a="http://schemas.openxmlformats.org/drawingml/2006/main" xmlns:r="http://schemas.openxmlformats.org/officeDocument/2006/relationships" xmlns:p="http://schemas.openxmlformats.org/presentationml/2006/main" type="title">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 xmlns:a16="http://schemas.microsoft.com/office/drawing/2014/main" id="{570CF9D4-6142-441F-9CC7-B111E5F3C8F7}"/>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 xmlns:a16="http://schemas.microsoft.com/office/drawing/2014/main" id="{A8BD84C9-C47B-4688-9E12-08B97B78CBB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 xmlns:a16="http://schemas.microsoft.com/office/drawing/2014/main" id="{83306C19-EDB8-45AC-A06D-1C6E7A4688A4}"/>
              </a:ext>
            </a:extLst>
          </p:cNvPr>
          <p:cNvSpPr>
            <a:spLocks noGrp="1"/>
          </p:cNvSpPr>
          <p:nvPr>
            <p:ph type="dt" sz="half" idx="10"/>
          </p:nvPr>
        </p:nvSpPr>
        <p:spPr>
          <a:xfrm>
            <a:off x="838200" y="6356350"/>
            <a:ext cx="2743200" cy="365125"/>
          </a:xfrm>
          <a:prstGeom prst="rect">
            <a:avLst/>
          </a:prstGeom>
        </p:spPr>
        <p:txBody>
          <a:bodyPr/>
          <a:lstStyle/>
          <a:p>
            <a:fld id="{8E7E9FA1-3201-4CFE-B59E-2CC3904A385B}" type="datetimeFigureOut">
              <a:rPr lang="ru-RU" smtClean="0">
                <a:solidFill>
                  <a:srgbClr val="000000"/>
                </a:solidFill>
              </a:rPr>
              <a:pPr/>
              <a:t>15.07.2026</a:t>
            </a:fld>
            <a:endParaRPr lang="ru-RU">
              <a:solidFill>
                <a:srgbClr val="000000"/>
              </a:solidFill>
            </a:endParaRPr>
          </a:p>
        </p:txBody>
      </p:sp>
      <p:sp>
        <p:nvSpPr>
          <p:cNvPr id="5" name="Нижний колонтитул 4">
            <a:extLst>
              <a:ext uri="{FF2B5EF4-FFF2-40B4-BE49-F238E27FC236}">
                <a16:creationId xmlns="" xmlns:a16="http://schemas.microsoft.com/office/drawing/2014/main" id="{19420566-273E-44F3-9CE4-498C94861A3E}"/>
              </a:ext>
            </a:extLst>
          </p:cNvPr>
          <p:cNvSpPr>
            <a:spLocks noGrp="1"/>
          </p:cNvSpPr>
          <p:nvPr>
            <p:ph type="ftr" sz="quarter" idx="11"/>
          </p:nvPr>
        </p:nvSpPr>
        <p:spPr>
          <a:xfrm>
            <a:off x="4038600" y="6356350"/>
            <a:ext cx="4114800" cy="365125"/>
          </a:xfrm>
          <a:prstGeom prst="rect">
            <a:avLst/>
          </a:prstGeom>
        </p:spPr>
        <p:txBody>
          <a:bodyPr/>
          <a:lstStyle/>
          <a:p>
            <a:endParaRPr lang="ru-RU">
              <a:solidFill>
                <a:srgbClr val="000000"/>
              </a:solidFill>
            </a:endParaRPr>
          </a:p>
        </p:txBody>
      </p:sp>
      <p:sp>
        <p:nvSpPr>
          <p:cNvPr id="6" name="Номер слайда 5">
            <a:extLst>
              <a:ext uri="{FF2B5EF4-FFF2-40B4-BE49-F238E27FC236}">
                <a16:creationId xmlns="" xmlns:a16="http://schemas.microsoft.com/office/drawing/2014/main" id="{B96D2815-D915-46BB-8E74-27731C3228F5}"/>
              </a:ext>
            </a:extLst>
          </p:cNvPr>
          <p:cNvSpPr>
            <a:spLocks noGrp="1"/>
          </p:cNvSpPr>
          <p:nvPr>
            <p:ph type="sldNum" sz="quarter" idx="12"/>
          </p:nvPr>
        </p:nvSpPr>
        <p:spPr/>
        <p:txBody>
          <a:bodyPr/>
          <a:lstStyle/>
          <a:p>
            <a:fld id="{218DFB81-B4D1-4C46-8DB6-75181515BA6D}" type="slidenum">
              <a:rPr lang="ru-RU" smtClean="0"/>
              <a:pPr/>
              <a:t>‹#›</a:t>
            </a:fld>
            <a:endParaRPr lang="ru-RU"/>
          </a:p>
        </p:txBody>
      </p:sp>
    </p:spTree>
    <p:extLst>
      <p:ext uri="{BB962C8B-B14F-4D97-AF65-F5344CB8AC3E}">
        <p14:creationId xmlns:p14="http://schemas.microsoft.com/office/powerpoint/2010/main" val="8335019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image" Target="../media/image1.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s>
</file>

<file path=ppt/slideMasters/_rels/slideMaster2.xml.rels><?xml version="1.0" encoding="UTF-8" standalone="yes"?>
<Relationships xmlns="http://schemas.openxmlformats.org/package/2006/relationships"><Relationship Id="rId26" Type="http://schemas.openxmlformats.org/officeDocument/2006/relationships/slideLayout" Target="../slideLayouts/slideLayout58.xml"/><Relationship Id="rId117" Type="http://schemas.openxmlformats.org/officeDocument/2006/relationships/slideLayout" Target="../slideLayouts/slideLayout149.xml"/><Relationship Id="rId21" Type="http://schemas.openxmlformats.org/officeDocument/2006/relationships/slideLayout" Target="../slideLayouts/slideLayout53.xml"/><Relationship Id="rId42" Type="http://schemas.openxmlformats.org/officeDocument/2006/relationships/slideLayout" Target="../slideLayouts/slideLayout74.xml"/><Relationship Id="rId47" Type="http://schemas.openxmlformats.org/officeDocument/2006/relationships/slideLayout" Target="../slideLayouts/slideLayout79.xml"/><Relationship Id="rId63" Type="http://schemas.openxmlformats.org/officeDocument/2006/relationships/slideLayout" Target="../slideLayouts/slideLayout95.xml"/><Relationship Id="rId68" Type="http://schemas.openxmlformats.org/officeDocument/2006/relationships/slideLayout" Target="../slideLayouts/slideLayout100.xml"/><Relationship Id="rId84" Type="http://schemas.openxmlformats.org/officeDocument/2006/relationships/slideLayout" Target="../slideLayouts/slideLayout116.xml"/><Relationship Id="rId89" Type="http://schemas.openxmlformats.org/officeDocument/2006/relationships/slideLayout" Target="../slideLayouts/slideLayout121.xml"/><Relationship Id="rId112" Type="http://schemas.openxmlformats.org/officeDocument/2006/relationships/slideLayout" Target="../slideLayouts/slideLayout144.xml"/><Relationship Id="rId16" Type="http://schemas.openxmlformats.org/officeDocument/2006/relationships/slideLayout" Target="../slideLayouts/slideLayout48.xml"/><Relationship Id="rId107" Type="http://schemas.openxmlformats.org/officeDocument/2006/relationships/slideLayout" Target="../slideLayouts/slideLayout139.xml"/><Relationship Id="rId11" Type="http://schemas.openxmlformats.org/officeDocument/2006/relationships/slideLayout" Target="../slideLayouts/slideLayout43.xml"/><Relationship Id="rId32" Type="http://schemas.openxmlformats.org/officeDocument/2006/relationships/slideLayout" Target="../slideLayouts/slideLayout64.xml"/><Relationship Id="rId37" Type="http://schemas.openxmlformats.org/officeDocument/2006/relationships/slideLayout" Target="../slideLayouts/slideLayout69.xml"/><Relationship Id="rId53" Type="http://schemas.openxmlformats.org/officeDocument/2006/relationships/slideLayout" Target="../slideLayouts/slideLayout85.xml"/><Relationship Id="rId58" Type="http://schemas.openxmlformats.org/officeDocument/2006/relationships/slideLayout" Target="../slideLayouts/slideLayout90.xml"/><Relationship Id="rId74" Type="http://schemas.openxmlformats.org/officeDocument/2006/relationships/slideLayout" Target="../slideLayouts/slideLayout106.xml"/><Relationship Id="rId79" Type="http://schemas.openxmlformats.org/officeDocument/2006/relationships/slideLayout" Target="../slideLayouts/slideLayout111.xml"/><Relationship Id="rId102" Type="http://schemas.openxmlformats.org/officeDocument/2006/relationships/slideLayout" Target="../slideLayouts/slideLayout134.xml"/><Relationship Id="rId5" Type="http://schemas.openxmlformats.org/officeDocument/2006/relationships/slideLayout" Target="../slideLayouts/slideLayout37.xml"/><Relationship Id="rId61" Type="http://schemas.openxmlformats.org/officeDocument/2006/relationships/slideLayout" Target="../slideLayouts/slideLayout93.xml"/><Relationship Id="rId82" Type="http://schemas.openxmlformats.org/officeDocument/2006/relationships/slideLayout" Target="../slideLayouts/slideLayout114.xml"/><Relationship Id="rId90" Type="http://schemas.openxmlformats.org/officeDocument/2006/relationships/slideLayout" Target="../slideLayouts/slideLayout122.xml"/><Relationship Id="rId95" Type="http://schemas.openxmlformats.org/officeDocument/2006/relationships/slideLayout" Target="../slideLayouts/slideLayout127.xml"/><Relationship Id="rId19" Type="http://schemas.openxmlformats.org/officeDocument/2006/relationships/slideLayout" Target="../slideLayouts/slideLayout51.xml"/><Relationship Id="rId14" Type="http://schemas.openxmlformats.org/officeDocument/2006/relationships/slideLayout" Target="../slideLayouts/slideLayout46.xml"/><Relationship Id="rId22" Type="http://schemas.openxmlformats.org/officeDocument/2006/relationships/slideLayout" Target="../slideLayouts/slideLayout54.xml"/><Relationship Id="rId27" Type="http://schemas.openxmlformats.org/officeDocument/2006/relationships/slideLayout" Target="../slideLayouts/slideLayout59.xml"/><Relationship Id="rId30" Type="http://schemas.openxmlformats.org/officeDocument/2006/relationships/slideLayout" Target="../slideLayouts/slideLayout62.xml"/><Relationship Id="rId35" Type="http://schemas.openxmlformats.org/officeDocument/2006/relationships/slideLayout" Target="../slideLayouts/slideLayout67.xml"/><Relationship Id="rId43" Type="http://schemas.openxmlformats.org/officeDocument/2006/relationships/slideLayout" Target="../slideLayouts/slideLayout75.xml"/><Relationship Id="rId48" Type="http://schemas.openxmlformats.org/officeDocument/2006/relationships/slideLayout" Target="../slideLayouts/slideLayout80.xml"/><Relationship Id="rId56" Type="http://schemas.openxmlformats.org/officeDocument/2006/relationships/slideLayout" Target="../slideLayouts/slideLayout88.xml"/><Relationship Id="rId64" Type="http://schemas.openxmlformats.org/officeDocument/2006/relationships/slideLayout" Target="../slideLayouts/slideLayout96.xml"/><Relationship Id="rId69" Type="http://schemas.openxmlformats.org/officeDocument/2006/relationships/slideLayout" Target="../slideLayouts/slideLayout101.xml"/><Relationship Id="rId77" Type="http://schemas.openxmlformats.org/officeDocument/2006/relationships/slideLayout" Target="../slideLayouts/slideLayout109.xml"/><Relationship Id="rId100" Type="http://schemas.openxmlformats.org/officeDocument/2006/relationships/slideLayout" Target="../slideLayouts/slideLayout132.xml"/><Relationship Id="rId105" Type="http://schemas.openxmlformats.org/officeDocument/2006/relationships/slideLayout" Target="../slideLayouts/slideLayout137.xml"/><Relationship Id="rId113" Type="http://schemas.openxmlformats.org/officeDocument/2006/relationships/slideLayout" Target="../slideLayouts/slideLayout145.xml"/><Relationship Id="rId118" Type="http://schemas.openxmlformats.org/officeDocument/2006/relationships/theme" Target="../theme/theme2.xml"/><Relationship Id="rId8" Type="http://schemas.openxmlformats.org/officeDocument/2006/relationships/slideLayout" Target="../slideLayouts/slideLayout40.xml"/><Relationship Id="rId51" Type="http://schemas.openxmlformats.org/officeDocument/2006/relationships/slideLayout" Target="../slideLayouts/slideLayout83.xml"/><Relationship Id="rId72" Type="http://schemas.openxmlformats.org/officeDocument/2006/relationships/slideLayout" Target="../slideLayouts/slideLayout104.xml"/><Relationship Id="rId80" Type="http://schemas.openxmlformats.org/officeDocument/2006/relationships/slideLayout" Target="../slideLayouts/slideLayout112.xml"/><Relationship Id="rId85" Type="http://schemas.openxmlformats.org/officeDocument/2006/relationships/slideLayout" Target="../slideLayouts/slideLayout117.xml"/><Relationship Id="rId93" Type="http://schemas.openxmlformats.org/officeDocument/2006/relationships/slideLayout" Target="../slideLayouts/slideLayout125.xml"/><Relationship Id="rId98" Type="http://schemas.openxmlformats.org/officeDocument/2006/relationships/slideLayout" Target="../slideLayouts/slideLayout130.xml"/><Relationship Id="rId121" Type="http://schemas.openxmlformats.org/officeDocument/2006/relationships/oleObject" Target="../embeddings/oleObject1.bin"/><Relationship Id="rId3" Type="http://schemas.openxmlformats.org/officeDocument/2006/relationships/slideLayout" Target="../slideLayouts/slideLayout35.xml"/><Relationship Id="rId12" Type="http://schemas.openxmlformats.org/officeDocument/2006/relationships/slideLayout" Target="../slideLayouts/slideLayout44.xml"/><Relationship Id="rId17" Type="http://schemas.openxmlformats.org/officeDocument/2006/relationships/slideLayout" Target="../slideLayouts/slideLayout49.xml"/><Relationship Id="rId25" Type="http://schemas.openxmlformats.org/officeDocument/2006/relationships/slideLayout" Target="../slideLayouts/slideLayout57.xml"/><Relationship Id="rId33" Type="http://schemas.openxmlformats.org/officeDocument/2006/relationships/slideLayout" Target="../slideLayouts/slideLayout65.xml"/><Relationship Id="rId38" Type="http://schemas.openxmlformats.org/officeDocument/2006/relationships/slideLayout" Target="../slideLayouts/slideLayout70.xml"/><Relationship Id="rId46" Type="http://schemas.openxmlformats.org/officeDocument/2006/relationships/slideLayout" Target="../slideLayouts/slideLayout78.xml"/><Relationship Id="rId59" Type="http://schemas.openxmlformats.org/officeDocument/2006/relationships/slideLayout" Target="../slideLayouts/slideLayout91.xml"/><Relationship Id="rId67" Type="http://schemas.openxmlformats.org/officeDocument/2006/relationships/slideLayout" Target="../slideLayouts/slideLayout99.xml"/><Relationship Id="rId103" Type="http://schemas.openxmlformats.org/officeDocument/2006/relationships/slideLayout" Target="../slideLayouts/slideLayout135.xml"/><Relationship Id="rId108" Type="http://schemas.openxmlformats.org/officeDocument/2006/relationships/slideLayout" Target="../slideLayouts/slideLayout140.xml"/><Relationship Id="rId116" Type="http://schemas.openxmlformats.org/officeDocument/2006/relationships/slideLayout" Target="../slideLayouts/slideLayout148.xml"/><Relationship Id="rId20" Type="http://schemas.openxmlformats.org/officeDocument/2006/relationships/slideLayout" Target="../slideLayouts/slideLayout52.xml"/><Relationship Id="rId41" Type="http://schemas.openxmlformats.org/officeDocument/2006/relationships/slideLayout" Target="../slideLayouts/slideLayout73.xml"/><Relationship Id="rId54" Type="http://schemas.openxmlformats.org/officeDocument/2006/relationships/slideLayout" Target="../slideLayouts/slideLayout86.xml"/><Relationship Id="rId62" Type="http://schemas.openxmlformats.org/officeDocument/2006/relationships/slideLayout" Target="../slideLayouts/slideLayout94.xml"/><Relationship Id="rId70" Type="http://schemas.openxmlformats.org/officeDocument/2006/relationships/slideLayout" Target="../slideLayouts/slideLayout102.xml"/><Relationship Id="rId75" Type="http://schemas.openxmlformats.org/officeDocument/2006/relationships/slideLayout" Target="../slideLayouts/slideLayout107.xml"/><Relationship Id="rId83" Type="http://schemas.openxmlformats.org/officeDocument/2006/relationships/slideLayout" Target="../slideLayouts/slideLayout115.xml"/><Relationship Id="rId88" Type="http://schemas.openxmlformats.org/officeDocument/2006/relationships/slideLayout" Target="../slideLayouts/slideLayout120.xml"/><Relationship Id="rId91" Type="http://schemas.openxmlformats.org/officeDocument/2006/relationships/slideLayout" Target="../slideLayouts/slideLayout123.xml"/><Relationship Id="rId96" Type="http://schemas.openxmlformats.org/officeDocument/2006/relationships/slideLayout" Target="../slideLayouts/slideLayout128.xml"/><Relationship Id="rId111" Type="http://schemas.openxmlformats.org/officeDocument/2006/relationships/slideLayout" Target="../slideLayouts/slideLayout143.xml"/><Relationship Id="rId1" Type="http://schemas.openxmlformats.org/officeDocument/2006/relationships/slideLayout" Target="../slideLayouts/slideLayout33.xml"/><Relationship Id="rId6" Type="http://schemas.openxmlformats.org/officeDocument/2006/relationships/slideLayout" Target="../slideLayouts/slideLayout38.xml"/><Relationship Id="rId15" Type="http://schemas.openxmlformats.org/officeDocument/2006/relationships/slideLayout" Target="../slideLayouts/slideLayout47.xml"/><Relationship Id="rId23" Type="http://schemas.openxmlformats.org/officeDocument/2006/relationships/slideLayout" Target="../slideLayouts/slideLayout55.xml"/><Relationship Id="rId28" Type="http://schemas.openxmlformats.org/officeDocument/2006/relationships/slideLayout" Target="../slideLayouts/slideLayout60.xml"/><Relationship Id="rId36" Type="http://schemas.openxmlformats.org/officeDocument/2006/relationships/slideLayout" Target="../slideLayouts/slideLayout68.xml"/><Relationship Id="rId49" Type="http://schemas.openxmlformats.org/officeDocument/2006/relationships/slideLayout" Target="../slideLayouts/slideLayout81.xml"/><Relationship Id="rId57" Type="http://schemas.openxmlformats.org/officeDocument/2006/relationships/slideLayout" Target="../slideLayouts/slideLayout89.xml"/><Relationship Id="rId106" Type="http://schemas.openxmlformats.org/officeDocument/2006/relationships/slideLayout" Target="../slideLayouts/slideLayout138.xml"/><Relationship Id="rId114" Type="http://schemas.openxmlformats.org/officeDocument/2006/relationships/slideLayout" Target="../slideLayouts/slideLayout146.xml"/><Relationship Id="rId119" Type="http://schemas.openxmlformats.org/officeDocument/2006/relationships/vmlDrawing" Target="../drawings/vmlDrawing1.vml"/><Relationship Id="rId10" Type="http://schemas.openxmlformats.org/officeDocument/2006/relationships/slideLayout" Target="../slideLayouts/slideLayout42.xml"/><Relationship Id="rId31" Type="http://schemas.openxmlformats.org/officeDocument/2006/relationships/slideLayout" Target="../slideLayouts/slideLayout63.xml"/><Relationship Id="rId44" Type="http://schemas.openxmlformats.org/officeDocument/2006/relationships/slideLayout" Target="../slideLayouts/slideLayout76.xml"/><Relationship Id="rId52" Type="http://schemas.openxmlformats.org/officeDocument/2006/relationships/slideLayout" Target="../slideLayouts/slideLayout84.xml"/><Relationship Id="rId60" Type="http://schemas.openxmlformats.org/officeDocument/2006/relationships/slideLayout" Target="../slideLayouts/slideLayout92.xml"/><Relationship Id="rId65" Type="http://schemas.openxmlformats.org/officeDocument/2006/relationships/slideLayout" Target="../slideLayouts/slideLayout97.xml"/><Relationship Id="rId73" Type="http://schemas.openxmlformats.org/officeDocument/2006/relationships/slideLayout" Target="../slideLayouts/slideLayout105.xml"/><Relationship Id="rId78" Type="http://schemas.openxmlformats.org/officeDocument/2006/relationships/slideLayout" Target="../slideLayouts/slideLayout110.xml"/><Relationship Id="rId81" Type="http://schemas.openxmlformats.org/officeDocument/2006/relationships/slideLayout" Target="../slideLayouts/slideLayout113.xml"/><Relationship Id="rId86" Type="http://schemas.openxmlformats.org/officeDocument/2006/relationships/slideLayout" Target="../slideLayouts/slideLayout118.xml"/><Relationship Id="rId94" Type="http://schemas.openxmlformats.org/officeDocument/2006/relationships/slideLayout" Target="../slideLayouts/slideLayout126.xml"/><Relationship Id="rId99" Type="http://schemas.openxmlformats.org/officeDocument/2006/relationships/slideLayout" Target="../slideLayouts/slideLayout131.xml"/><Relationship Id="rId101" Type="http://schemas.openxmlformats.org/officeDocument/2006/relationships/slideLayout" Target="../slideLayouts/slideLayout133.xml"/><Relationship Id="rId122" Type="http://schemas.openxmlformats.org/officeDocument/2006/relationships/image" Target="../media/image14.emf"/><Relationship Id="rId4" Type="http://schemas.openxmlformats.org/officeDocument/2006/relationships/slideLayout" Target="../slideLayouts/slideLayout36.xml"/><Relationship Id="rId9" Type="http://schemas.openxmlformats.org/officeDocument/2006/relationships/slideLayout" Target="../slideLayouts/slideLayout41.xml"/><Relationship Id="rId13" Type="http://schemas.openxmlformats.org/officeDocument/2006/relationships/slideLayout" Target="../slideLayouts/slideLayout45.xml"/><Relationship Id="rId18" Type="http://schemas.openxmlformats.org/officeDocument/2006/relationships/slideLayout" Target="../slideLayouts/slideLayout50.xml"/><Relationship Id="rId39" Type="http://schemas.openxmlformats.org/officeDocument/2006/relationships/slideLayout" Target="../slideLayouts/slideLayout71.xml"/><Relationship Id="rId109" Type="http://schemas.openxmlformats.org/officeDocument/2006/relationships/slideLayout" Target="../slideLayouts/slideLayout141.xml"/><Relationship Id="rId34" Type="http://schemas.openxmlformats.org/officeDocument/2006/relationships/slideLayout" Target="../slideLayouts/slideLayout66.xml"/><Relationship Id="rId50" Type="http://schemas.openxmlformats.org/officeDocument/2006/relationships/slideLayout" Target="../slideLayouts/slideLayout82.xml"/><Relationship Id="rId55" Type="http://schemas.openxmlformats.org/officeDocument/2006/relationships/slideLayout" Target="../slideLayouts/slideLayout87.xml"/><Relationship Id="rId76" Type="http://schemas.openxmlformats.org/officeDocument/2006/relationships/slideLayout" Target="../slideLayouts/slideLayout108.xml"/><Relationship Id="rId97" Type="http://schemas.openxmlformats.org/officeDocument/2006/relationships/slideLayout" Target="../slideLayouts/slideLayout129.xml"/><Relationship Id="rId104" Type="http://schemas.openxmlformats.org/officeDocument/2006/relationships/slideLayout" Target="../slideLayouts/slideLayout136.xml"/><Relationship Id="rId120" Type="http://schemas.openxmlformats.org/officeDocument/2006/relationships/tags" Target="../tags/tag2.xml"/><Relationship Id="rId7" Type="http://schemas.openxmlformats.org/officeDocument/2006/relationships/slideLayout" Target="../slideLayouts/slideLayout39.xml"/><Relationship Id="rId71" Type="http://schemas.openxmlformats.org/officeDocument/2006/relationships/slideLayout" Target="../slideLayouts/slideLayout103.xml"/><Relationship Id="rId92" Type="http://schemas.openxmlformats.org/officeDocument/2006/relationships/slideLayout" Target="../slideLayouts/slideLayout124.xml"/><Relationship Id="rId2" Type="http://schemas.openxmlformats.org/officeDocument/2006/relationships/slideLayout" Target="../slideLayouts/slideLayout34.xml"/><Relationship Id="rId29" Type="http://schemas.openxmlformats.org/officeDocument/2006/relationships/slideLayout" Target="../slideLayouts/slideLayout61.xml"/><Relationship Id="rId24" Type="http://schemas.openxmlformats.org/officeDocument/2006/relationships/slideLayout" Target="../slideLayouts/slideLayout56.xml"/><Relationship Id="rId40" Type="http://schemas.openxmlformats.org/officeDocument/2006/relationships/slideLayout" Target="../slideLayouts/slideLayout72.xml"/><Relationship Id="rId45" Type="http://schemas.openxmlformats.org/officeDocument/2006/relationships/slideLayout" Target="../slideLayouts/slideLayout77.xml"/><Relationship Id="rId66" Type="http://schemas.openxmlformats.org/officeDocument/2006/relationships/slideLayout" Target="../slideLayouts/slideLayout98.xml"/><Relationship Id="rId87" Type="http://schemas.openxmlformats.org/officeDocument/2006/relationships/slideLayout" Target="../slideLayouts/slideLayout119.xml"/><Relationship Id="rId110" Type="http://schemas.openxmlformats.org/officeDocument/2006/relationships/slideLayout" Target="../slideLayouts/slideLayout142.xml"/><Relationship Id="rId115" Type="http://schemas.openxmlformats.org/officeDocument/2006/relationships/slideLayout" Target="../slideLayouts/slideLayout147.xml"/></Relationships>
</file>

<file path=ppt/slideMasters/_rels/slideMaster3.xml.rels><?xml version="1.0" encoding="UTF-8" standalone="yes"?>
<Relationships xmlns="http://schemas.openxmlformats.org/package/2006/relationships"><Relationship Id="rId26" Type="http://schemas.openxmlformats.org/officeDocument/2006/relationships/slideLayout" Target="../slideLayouts/slideLayout175.xml"/><Relationship Id="rId117" Type="http://schemas.openxmlformats.org/officeDocument/2006/relationships/slideLayout" Target="../slideLayouts/slideLayout266.xml"/><Relationship Id="rId21" Type="http://schemas.openxmlformats.org/officeDocument/2006/relationships/slideLayout" Target="../slideLayouts/slideLayout170.xml"/><Relationship Id="rId42" Type="http://schemas.openxmlformats.org/officeDocument/2006/relationships/slideLayout" Target="../slideLayouts/slideLayout191.xml"/><Relationship Id="rId47" Type="http://schemas.openxmlformats.org/officeDocument/2006/relationships/slideLayout" Target="../slideLayouts/slideLayout196.xml"/><Relationship Id="rId63" Type="http://schemas.openxmlformats.org/officeDocument/2006/relationships/slideLayout" Target="../slideLayouts/slideLayout212.xml"/><Relationship Id="rId68" Type="http://schemas.openxmlformats.org/officeDocument/2006/relationships/slideLayout" Target="../slideLayouts/slideLayout217.xml"/><Relationship Id="rId84" Type="http://schemas.openxmlformats.org/officeDocument/2006/relationships/slideLayout" Target="../slideLayouts/slideLayout233.xml"/><Relationship Id="rId89" Type="http://schemas.openxmlformats.org/officeDocument/2006/relationships/slideLayout" Target="../slideLayouts/slideLayout238.xml"/><Relationship Id="rId112" Type="http://schemas.openxmlformats.org/officeDocument/2006/relationships/slideLayout" Target="../slideLayouts/slideLayout261.xml"/><Relationship Id="rId16" Type="http://schemas.openxmlformats.org/officeDocument/2006/relationships/slideLayout" Target="../slideLayouts/slideLayout165.xml"/><Relationship Id="rId107" Type="http://schemas.openxmlformats.org/officeDocument/2006/relationships/slideLayout" Target="../slideLayouts/slideLayout256.xml"/><Relationship Id="rId11" Type="http://schemas.openxmlformats.org/officeDocument/2006/relationships/slideLayout" Target="../slideLayouts/slideLayout160.xml"/><Relationship Id="rId32" Type="http://schemas.openxmlformats.org/officeDocument/2006/relationships/slideLayout" Target="../slideLayouts/slideLayout181.xml"/><Relationship Id="rId37" Type="http://schemas.openxmlformats.org/officeDocument/2006/relationships/slideLayout" Target="../slideLayouts/slideLayout186.xml"/><Relationship Id="rId53" Type="http://schemas.openxmlformats.org/officeDocument/2006/relationships/slideLayout" Target="../slideLayouts/slideLayout202.xml"/><Relationship Id="rId58" Type="http://schemas.openxmlformats.org/officeDocument/2006/relationships/slideLayout" Target="../slideLayouts/slideLayout207.xml"/><Relationship Id="rId74" Type="http://schemas.openxmlformats.org/officeDocument/2006/relationships/slideLayout" Target="../slideLayouts/slideLayout223.xml"/><Relationship Id="rId79" Type="http://schemas.openxmlformats.org/officeDocument/2006/relationships/slideLayout" Target="../slideLayouts/slideLayout228.xml"/><Relationship Id="rId102" Type="http://schemas.openxmlformats.org/officeDocument/2006/relationships/slideLayout" Target="../slideLayouts/slideLayout251.xml"/><Relationship Id="rId123" Type="http://schemas.openxmlformats.org/officeDocument/2006/relationships/tags" Target="../tags/tag117.xml"/><Relationship Id="rId5" Type="http://schemas.openxmlformats.org/officeDocument/2006/relationships/slideLayout" Target="../slideLayouts/slideLayout154.xml"/><Relationship Id="rId61" Type="http://schemas.openxmlformats.org/officeDocument/2006/relationships/slideLayout" Target="../slideLayouts/slideLayout210.xml"/><Relationship Id="rId82" Type="http://schemas.openxmlformats.org/officeDocument/2006/relationships/slideLayout" Target="../slideLayouts/slideLayout231.xml"/><Relationship Id="rId90" Type="http://schemas.openxmlformats.org/officeDocument/2006/relationships/slideLayout" Target="../slideLayouts/slideLayout239.xml"/><Relationship Id="rId95" Type="http://schemas.openxmlformats.org/officeDocument/2006/relationships/slideLayout" Target="../slideLayouts/slideLayout244.xml"/><Relationship Id="rId19" Type="http://schemas.openxmlformats.org/officeDocument/2006/relationships/slideLayout" Target="../slideLayouts/slideLayout168.xml"/><Relationship Id="rId14" Type="http://schemas.openxmlformats.org/officeDocument/2006/relationships/slideLayout" Target="../slideLayouts/slideLayout163.xml"/><Relationship Id="rId22" Type="http://schemas.openxmlformats.org/officeDocument/2006/relationships/slideLayout" Target="../slideLayouts/slideLayout171.xml"/><Relationship Id="rId27" Type="http://schemas.openxmlformats.org/officeDocument/2006/relationships/slideLayout" Target="../slideLayouts/slideLayout176.xml"/><Relationship Id="rId30" Type="http://schemas.openxmlformats.org/officeDocument/2006/relationships/slideLayout" Target="../slideLayouts/slideLayout179.xml"/><Relationship Id="rId35" Type="http://schemas.openxmlformats.org/officeDocument/2006/relationships/slideLayout" Target="../slideLayouts/slideLayout184.xml"/><Relationship Id="rId43" Type="http://schemas.openxmlformats.org/officeDocument/2006/relationships/slideLayout" Target="../slideLayouts/slideLayout192.xml"/><Relationship Id="rId48" Type="http://schemas.openxmlformats.org/officeDocument/2006/relationships/slideLayout" Target="../slideLayouts/slideLayout197.xml"/><Relationship Id="rId56" Type="http://schemas.openxmlformats.org/officeDocument/2006/relationships/slideLayout" Target="../slideLayouts/slideLayout205.xml"/><Relationship Id="rId64" Type="http://schemas.openxmlformats.org/officeDocument/2006/relationships/slideLayout" Target="../slideLayouts/slideLayout213.xml"/><Relationship Id="rId69" Type="http://schemas.openxmlformats.org/officeDocument/2006/relationships/slideLayout" Target="../slideLayouts/slideLayout218.xml"/><Relationship Id="rId77" Type="http://schemas.openxmlformats.org/officeDocument/2006/relationships/slideLayout" Target="../slideLayouts/slideLayout226.xml"/><Relationship Id="rId100" Type="http://schemas.openxmlformats.org/officeDocument/2006/relationships/slideLayout" Target="../slideLayouts/slideLayout249.xml"/><Relationship Id="rId105" Type="http://schemas.openxmlformats.org/officeDocument/2006/relationships/slideLayout" Target="../slideLayouts/slideLayout254.xml"/><Relationship Id="rId113" Type="http://schemas.openxmlformats.org/officeDocument/2006/relationships/slideLayout" Target="../slideLayouts/slideLayout262.xml"/><Relationship Id="rId118" Type="http://schemas.openxmlformats.org/officeDocument/2006/relationships/slideLayout" Target="../slideLayouts/slideLayout267.xml"/><Relationship Id="rId8" Type="http://schemas.openxmlformats.org/officeDocument/2006/relationships/slideLayout" Target="../slideLayouts/slideLayout157.xml"/><Relationship Id="rId51" Type="http://schemas.openxmlformats.org/officeDocument/2006/relationships/slideLayout" Target="../slideLayouts/slideLayout200.xml"/><Relationship Id="rId72" Type="http://schemas.openxmlformats.org/officeDocument/2006/relationships/slideLayout" Target="../slideLayouts/slideLayout221.xml"/><Relationship Id="rId80" Type="http://schemas.openxmlformats.org/officeDocument/2006/relationships/slideLayout" Target="../slideLayouts/slideLayout229.xml"/><Relationship Id="rId85" Type="http://schemas.openxmlformats.org/officeDocument/2006/relationships/slideLayout" Target="../slideLayouts/slideLayout234.xml"/><Relationship Id="rId93" Type="http://schemas.openxmlformats.org/officeDocument/2006/relationships/slideLayout" Target="../slideLayouts/slideLayout242.xml"/><Relationship Id="rId98" Type="http://schemas.openxmlformats.org/officeDocument/2006/relationships/slideLayout" Target="../slideLayouts/slideLayout247.xml"/><Relationship Id="rId121" Type="http://schemas.openxmlformats.org/officeDocument/2006/relationships/theme" Target="../theme/theme3.xml"/><Relationship Id="rId3" Type="http://schemas.openxmlformats.org/officeDocument/2006/relationships/slideLayout" Target="../slideLayouts/slideLayout152.xml"/><Relationship Id="rId12" Type="http://schemas.openxmlformats.org/officeDocument/2006/relationships/slideLayout" Target="../slideLayouts/slideLayout161.xml"/><Relationship Id="rId17" Type="http://schemas.openxmlformats.org/officeDocument/2006/relationships/slideLayout" Target="../slideLayouts/slideLayout166.xml"/><Relationship Id="rId25" Type="http://schemas.openxmlformats.org/officeDocument/2006/relationships/slideLayout" Target="../slideLayouts/slideLayout174.xml"/><Relationship Id="rId33" Type="http://schemas.openxmlformats.org/officeDocument/2006/relationships/slideLayout" Target="../slideLayouts/slideLayout182.xml"/><Relationship Id="rId38" Type="http://schemas.openxmlformats.org/officeDocument/2006/relationships/slideLayout" Target="../slideLayouts/slideLayout187.xml"/><Relationship Id="rId46" Type="http://schemas.openxmlformats.org/officeDocument/2006/relationships/slideLayout" Target="../slideLayouts/slideLayout195.xml"/><Relationship Id="rId59" Type="http://schemas.openxmlformats.org/officeDocument/2006/relationships/slideLayout" Target="../slideLayouts/slideLayout208.xml"/><Relationship Id="rId67" Type="http://schemas.openxmlformats.org/officeDocument/2006/relationships/slideLayout" Target="../slideLayouts/slideLayout216.xml"/><Relationship Id="rId103" Type="http://schemas.openxmlformats.org/officeDocument/2006/relationships/slideLayout" Target="../slideLayouts/slideLayout252.xml"/><Relationship Id="rId108" Type="http://schemas.openxmlformats.org/officeDocument/2006/relationships/slideLayout" Target="../slideLayouts/slideLayout257.xml"/><Relationship Id="rId116" Type="http://schemas.openxmlformats.org/officeDocument/2006/relationships/slideLayout" Target="../slideLayouts/slideLayout265.xml"/><Relationship Id="rId124" Type="http://schemas.openxmlformats.org/officeDocument/2006/relationships/oleObject" Target="../embeddings/oleObject116.bin"/><Relationship Id="rId20" Type="http://schemas.openxmlformats.org/officeDocument/2006/relationships/slideLayout" Target="../slideLayouts/slideLayout169.xml"/><Relationship Id="rId41" Type="http://schemas.openxmlformats.org/officeDocument/2006/relationships/slideLayout" Target="../slideLayouts/slideLayout190.xml"/><Relationship Id="rId54" Type="http://schemas.openxmlformats.org/officeDocument/2006/relationships/slideLayout" Target="../slideLayouts/slideLayout203.xml"/><Relationship Id="rId62" Type="http://schemas.openxmlformats.org/officeDocument/2006/relationships/slideLayout" Target="../slideLayouts/slideLayout211.xml"/><Relationship Id="rId70" Type="http://schemas.openxmlformats.org/officeDocument/2006/relationships/slideLayout" Target="../slideLayouts/slideLayout219.xml"/><Relationship Id="rId75" Type="http://schemas.openxmlformats.org/officeDocument/2006/relationships/slideLayout" Target="../slideLayouts/slideLayout224.xml"/><Relationship Id="rId83" Type="http://schemas.openxmlformats.org/officeDocument/2006/relationships/slideLayout" Target="../slideLayouts/slideLayout232.xml"/><Relationship Id="rId88" Type="http://schemas.openxmlformats.org/officeDocument/2006/relationships/slideLayout" Target="../slideLayouts/slideLayout237.xml"/><Relationship Id="rId91" Type="http://schemas.openxmlformats.org/officeDocument/2006/relationships/slideLayout" Target="../slideLayouts/slideLayout240.xml"/><Relationship Id="rId96" Type="http://schemas.openxmlformats.org/officeDocument/2006/relationships/slideLayout" Target="../slideLayouts/slideLayout245.xml"/><Relationship Id="rId111" Type="http://schemas.openxmlformats.org/officeDocument/2006/relationships/slideLayout" Target="../slideLayouts/slideLayout260.xml"/><Relationship Id="rId1" Type="http://schemas.openxmlformats.org/officeDocument/2006/relationships/slideLayout" Target="../slideLayouts/slideLayout150.xml"/><Relationship Id="rId6" Type="http://schemas.openxmlformats.org/officeDocument/2006/relationships/slideLayout" Target="../slideLayouts/slideLayout155.xml"/><Relationship Id="rId15" Type="http://schemas.openxmlformats.org/officeDocument/2006/relationships/slideLayout" Target="../slideLayouts/slideLayout164.xml"/><Relationship Id="rId23" Type="http://schemas.openxmlformats.org/officeDocument/2006/relationships/slideLayout" Target="../slideLayouts/slideLayout172.xml"/><Relationship Id="rId28" Type="http://schemas.openxmlformats.org/officeDocument/2006/relationships/slideLayout" Target="../slideLayouts/slideLayout177.xml"/><Relationship Id="rId36" Type="http://schemas.openxmlformats.org/officeDocument/2006/relationships/slideLayout" Target="../slideLayouts/slideLayout185.xml"/><Relationship Id="rId49" Type="http://schemas.openxmlformats.org/officeDocument/2006/relationships/slideLayout" Target="../slideLayouts/slideLayout198.xml"/><Relationship Id="rId57" Type="http://schemas.openxmlformats.org/officeDocument/2006/relationships/slideLayout" Target="../slideLayouts/slideLayout206.xml"/><Relationship Id="rId106" Type="http://schemas.openxmlformats.org/officeDocument/2006/relationships/slideLayout" Target="../slideLayouts/slideLayout255.xml"/><Relationship Id="rId114" Type="http://schemas.openxmlformats.org/officeDocument/2006/relationships/slideLayout" Target="../slideLayouts/slideLayout263.xml"/><Relationship Id="rId119" Type="http://schemas.openxmlformats.org/officeDocument/2006/relationships/slideLayout" Target="../slideLayouts/slideLayout268.xml"/><Relationship Id="rId10" Type="http://schemas.openxmlformats.org/officeDocument/2006/relationships/slideLayout" Target="../slideLayouts/slideLayout159.xml"/><Relationship Id="rId31" Type="http://schemas.openxmlformats.org/officeDocument/2006/relationships/slideLayout" Target="../slideLayouts/slideLayout180.xml"/><Relationship Id="rId44" Type="http://schemas.openxmlformats.org/officeDocument/2006/relationships/slideLayout" Target="../slideLayouts/slideLayout193.xml"/><Relationship Id="rId52" Type="http://schemas.openxmlformats.org/officeDocument/2006/relationships/slideLayout" Target="../slideLayouts/slideLayout201.xml"/><Relationship Id="rId60" Type="http://schemas.openxmlformats.org/officeDocument/2006/relationships/slideLayout" Target="../slideLayouts/slideLayout209.xml"/><Relationship Id="rId65" Type="http://schemas.openxmlformats.org/officeDocument/2006/relationships/slideLayout" Target="../slideLayouts/slideLayout214.xml"/><Relationship Id="rId73" Type="http://schemas.openxmlformats.org/officeDocument/2006/relationships/slideLayout" Target="../slideLayouts/slideLayout222.xml"/><Relationship Id="rId78" Type="http://schemas.openxmlformats.org/officeDocument/2006/relationships/slideLayout" Target="../slideLayouts/slideLayout227.xml"/><Relationship Id="rId81" Type="http://schemas.openxmlformats.org/officeDocument/2006/relationships/slideLayout" Target="../slideLayouts/slideLayout230.xml"/><Relationship Id="rId86" Type="http://schemas.openxmlformats.org/officeDocument/2006/relationships/slideLayout" Target="../slideLayouts/slideLayout235.xml"/><Relationship Id="rId94" Type="http://schemas.openxmlformats.org/officeDocument/2006/relationships/slideLayout" Target="../slideLayouts/slideLayout243.xml"/><Relationship Id="rId99" Type="http://schemas.openxmlformats.org/officeDocument/2006/relationships/slideLayout" Target="../slideLayouts/slideLayout248.xml"/><Relationship Id="rId101" Type="http://schemas.openxmlformats.org/officeDocument/2006/relationships/slideLayout" Target="../slideLayouts/slideLayout250.xml"/><Relationship Id="rId122" Type="http://schemas.openxmlformats.org/officeDocument/2006/relationships/vmlDrawing" Target="../drawings/vmlDrawing112.vml"/><Relationship Id="rId4" Type="http://schemas.openxmlformats.org/officeDocument/2006/relationships/slideLayout" Target="../slideLayouts/slideLayout153.xml"/><Relationship Id="rId9" Type="http://schemas.openxmlformats.org/officeDocument/2006/relationships/slideLayout" Target="../slideLayouts/slideLayout158.xml"/><Relationship Id="rId13" Type="http://schemas.openxmlformats.org/officeDocument/2006/relationships/slideLayout" Target="../slideLayouts/slideLayout162.xml"/><Relationship Id="rId18" Type="http://schemas.openxmlformats.org/officeDocument/2006/relationships/slideLayout" Target="../slideLayouts/slideLayout167.xml"/><Relationship Id="rId39" Type="http://schemas.openxmlformats.org/officeDocument/2006/relationships/slideLayout" Target="../slideLayouts/slideLayout188.xml"/><Relationship Id="rId109" Type="http://schemas.openxmlformats.org/officeDocument/2006/relationships/slideLayout" Target="../slideLayouts/slideLayout258.xml"/><Relationship Id="rId34" Type="http://schemas.openxmlformats.org/officeDocument/2006/relationships/slideLayout" Target="../slideLayouts/slideLayout183.xml"/><Relationship Id="rId50" Type="http://schemas.openxmlformats.org/officeDocument/2006/relationships/slideLayout" Target="../slideLayouts/slideLayout199.xml"/><Relationship Id="rId55" Type="http://schemas.openxmlformats.org/officeDocument/2006/relationships/slideLayout" Target="../slideLayouts/slideLayout204.xml"/><Relationship Id="rId76" Type="http://schemas.openxmlformats.org/officeDocument/2006/relationships/slideLayout" Target="../slideLayouts/slideLayout225.xml"/><Relationship Id="rId97" Type="http://schemas.openxmlformats.org/officeDocument/2006/relationships/slideLayout" Target="../slideLayouts/slideLayout246.xml"/><Relationship Id="rId104" Type="http://schemas.openxmlformats.org/officeDocument/2006/relationships/slideLayout" Target="../slideLayouts/slideLayout253.xml"/><Relationship Id="rId120" Type="http://schemas.openxmlformats.org/officeDocument/2006/relationships/slideLayout" Target="../slideLayouts/slideLayout269.xml"/><Relationship Id="rId125" Type="http://schemas.openxmlformats.org/officeDocument/2006/relationships/image" Target="../media/image14.emf"/><Relationship Id="rId7" Type="http://schemas.openxmlformats.org/officeDocument/2006/relationships/slideLayout" Target="../slideLayouts/slideLayout156.xml"/><Relationship Id="rId71" Type="http://schemas.openxmlformats.org/officeDocument/2006/relationships/slideLayout" Target="../slideLayouts/slideLayout220.xml"/><Relationship Id="rId92" Type="http://schemas.openxmlformats.org/officeDocument/2006/relationships/slideLayout" Target="../slideLayouts/slideLayout241.xml"/><Relationship Id="rId2" Type="http://schemas.openxmlformats.org/officeDocument/2006/relationships/slideLayout" Target="../slideLayouts/slideLayout151.xml"/><Relationship Id="rId29" Type="http://schemas.openxmlformats.org/officeDocument/2006/relationships/slideLayout" Target="../slideLayouts/slideLayout178.xml"/><Relationship Id="rId24" Type="http://schemas.openxmlformats.org/officeDocument/2006/relationships/slideLayout" Target="../slideLayouts/slideLayout173.xml"/><Relationship Id="rId40" Type="http://schemas.openxmlformats.org/officeDocument/2006/relationships/slideLayout" Target="../slideLayouts/slideLayout189.xml"/><Relationship Id="rId45" Type="http://schemas.openxmlformats.org/officeDocument/2006/relationships/slideLayout" Target="../slideLayouts/slideLayout194.xml"/><Relationship Id="rId66" Type="http://schemas.openxmlformats.org/officeDocument/2006/relationships/slideLayout" Target="../slideLayouts/slideLayout215.xml"/><Relationship Id="rId87" Type="http://schemas.openxmlformats.org/officeDocument/2006/relationships/slideLayout" Target="../slideLayouts/slideLayout236.xml"/><Relationship Id="rId110" Type="http://schemas.openxmlformats.org/officeDocument/2006/relationships/slideLayout" Target="../slideLayouts/slideLayout259.xml"/><Relationship Id="rId115" Type="http://schemas.openxmlformats.org/officeDocument/2006/relationships/slideLayout" Target="../slideLayouts/slideLayout26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38962" y="245863"/>
            <a:ext cx="9050409" cy="315704"/>
          </a:xfrm>
          <a:prstGeom prst="rect">
            <a:avLst/>
          </a:prstGeom>
        </p:spPr>
        <p:txBody>
          <a:bodyPr vert="horz" wrap="square" lIns="0" tIns="0" rIns="0" bIns="0" rtlCol="0" anchor="b">
            <a:noAutofit/>
          </a:bodyPr>
          <a:lstStyle/>
          <a:p>
            <a:r>
              <a:rPr lang="en-US" dirty="0"/>
              <a:t>SECTION HEADING</a:t>
            </a:r>
          </a:p>
        </p:txBody>
      </p:sp>
      <p:sp>
        <p:nvSpPr>
          <p:cNvPr id="3" name="Text Placeholder 2"/>
          <p:cNvSpPr>
            <a:spLocks noGrp="1"/>
          </p:cNvSpPr>
          <p:nvPr>
            <p:ph type="body" idx="1"/>
          </p:nvPr>
        </p:nvSpPr>
        <p:spPr>
          <a:xfrm>
            <a:off x="456927" y="1066801"/>
            <a:ext cx="11296110" cy="5059365"/>
          </a:xfrm>
          <a:prstGeom prst="rect">
            <a:avLst/>
          </a:prstGeom>
        </p:spPr>
        <p:txBody>
          <a:bodyPr vert="horz" lIns="91440" tIns="45720" rIns="91440" bIns="45720" rtlCol="0">
            <a:normAutofit/>
          </a:bodyPr>
          <a:lstStyle/>
          <a:p>
            <a:pPr lvl="0"/>
            <a:r>
              <a:rPr lang="x-none" dirty="0"/>
              <a:t>Click to edit Master text styles</a:t>
            </a:r>
          </a:p>
          <a:p>
            <a:pPr lvl="1"/>
            <a:r>
              <a:rPr lang="x-none" dirty="0"/>
              <a:t>Second level</a:t>
            </a:r>
          </a:p>
          <a:p>
            <a:pPr lvl="2"/>
            <a:r>
              <a:rPr lang="x-none" dirty="0"/>
              <a:t>Third level</a:t>
            </a:r>
          </a:p>
          <a:p>
            <a:pPr lvl="3"/>
            <a:r>
              <a:rPr lang="x-none" dirty="0"/>
              <a:t>Fourth level</a:t>
            </a:r>
          </a:p>
          <a:p>
            <a:pPr lvl="4"/>
            <a:r>
              <a:rPr lang="x-none" dirty="0"/>
              <a:t>Fifth level</a:t>
            </a:r>
            <a:endParaRPr lang="en-US" dirty="0"/>
          </a:p>
        </p:txBody>
      </p:sp>
      <p:sp>
        <p:nvSpPr>
          <p:cNvPr id="9" name="TextBox 8">
            <a:extLst>
              <a:ext uri="{FF2B5EF4-FFF2-40B4-BE49-F238E27FC236}">
                <a16:creationId xmlns:a16="http://schemas.microsoft.com/office/drawing/2014/main" xmlns="" id="{3230B90F-242E-4EDF-94F3-70B9791F7EF3}"/>
              </a:ext>
            </a:extLst>
          </p:cNvPr>
          <p:cNvSpPr txBox="1"/>
          <p:nvPr userDrawn="1"/>
        </p:nvSpPr>
        <p:spPr>
          <a:xfrm>
            <a:off x="11470597" y="6601381"/>
            <a:ext cx="282440" cy="166614"/>
          </a:xfrm>
          <a:prstGeom prst="rect">
            <a:avLst/>
          </a:prstGeom>
          <a:noFill/>
        </p:spPr>
        <p:txBody>
          <a:bodyPr wrap="square" lIns="0" tIns="0" rIns="0" bIns="0" rtlCol="0" anchor="ctr">
            <a:noAutofit/>
          </a:bodyPr>
          <a:lstStyle/>
          <a:p>
            <a:pPr algn="r"/>
            <a:fld id="{D32B1299-5D1F-4CF7-9AC0-55CF30817FA5}" type="slidenum">
              <a:rPr lang="en-US" sz="1000" smtClean="0">
                <a:solidFill>
                  <a:schemeClr val="bg1">
                    <a:lumMod val="50000"/>
                  </a:schemeClr>
                </a:solidFill>
                <a:latin typeface="+mj-lt"/>
                <a:cs typeface="Avenir Roman"/>
              </a:rPr>
              <a:pPr algn="r"/>
              <a:t>‹#›</a:t>
            </a:fld>
            <a:endParaRPr kumimoji="0" lang="en-US" sz="1000" u="none" strike="noStrike" kern="1200" cap="none" spc="0" normalizeH="0" baseline="0" noProof="0" dirty="0">
              <a:ln>
                <a:noFill/>
              </a:ln>
              <a:solidFill>
                <a:schemeClr val="bg1">
                  <a:lumMod val="50000"/>
                </a:schemeClr>
              </a:solidFill>
              <a:effectLst/>
              <a:uLnTx/>
              <a:uFillTx/>
              <a:latin typeface="+mj-lt"/>
              <a:cs typeface="Avenir Roman"/>
            </a:endParaRPr>
          </a:p>
        </p:txBody>
      </p:sp>
      <p:sp>
        <p:nvSpPr>
          <p:cNvPr id="13" name="Rectangle 12">
            <a:extLst>
              <a:ext uri="{FF2B5EF4-FFF2-40B4-BE49-F238E27FC236}">
                <a16:creationId xmlns:a16="http://schemas.microsoft.com/office/drawing/2014/main" xmlns="" id="{8F56F0B2-4CBF-477D-95D0-F4A877A249B7}"/>
              </a:ext>
            </a:extLst>
          </p:cNvPr>
          <p:cNvSpPr/>
          <p:nvPr userDrawn="1"/>
        </p:nvSpPr>
        <p:spPr>
          <a:xfrm>
            <a:off x="351223" y="6569272"/>
            <a:ext cx="2999539" cy="230832"/>
          </a:xfrm>
          <a:prstGeom prst="rect">
            <a:avLst/>
          </a:prstGeom>
        </p:spPr>
        <p:txBody>
          <a:bodyPr wrap="none">
            <a:spAutoFit/>
          </a:bodyPr>
          <a:lstStyle/>
          <a:p>
            <a:r>
              <a:rPr lang="en-US" sz="900" b="0" dirty="0">
                <a:solidFill>
                  <a:schemeClr val="bg1">
                    <a:lumMod val="50000"/>
                  </a:schemeClr>
                </a:solidFill>
                <a:latin typeface="+mj-lt"/>
                <a:cs typeface="Avenir Roman"/>
              </a:rPr>
              <a:t>Copyright © 2026 Infogain Corporation. All Rights Reserved.</a:t>
            </a:r>
          </a:p>
        </p:txBody>
      </p:sp>
      <p:pic>
        <p:nvPicPr>
          <p:cNvPr id="8" name="Picture 7"/>
          <p:cNvPicPr>
            <a:picLocks noChangeAspect="1"/>
          </p:cNvPicPr>
          <p:nvPr userDrawn="1"/>
        </p:nvPicPr>
        <p:blipFill>
          <a:blip r:embed="rId34" cstate="print">
            <a:extLst>
              <a:ext uri="{28A0092B-C50C-407E-A947-70E740481C1C}">
                <a14:useLocalDpi xmlns:a14="http://schemas.microsoft.com/office/drawing/2010/main" val="0"/>
              </a:ext>
            </a:extLst>
          </a:blip>
          <a:stretch>
            <a:fillRect/>
          </a:stretch>
        </p:blipFill>
        <p:spPr>
          <a:xfrm>
            <a:off x="10685311" y="139308"/>
            <a:ext cx="1301156" cy="528814"/>
          </a:xfrm>
          <a:prstGeom prst="rect">
            <a:avLst/>
          </a:prstGeom>
        </p:spPr>
      </p:pic>
    </p:spTree>
    <p:extLst>
      <p:ext uri="{BB962C8B-B14F-4D97-AF65-F5344CB8AC3E}">
        <p14:creationId xmlns:p14="http://schemas.microsoft.com/office/powerpoint/2010/main" val="3937550629"/>
      </p:ext>
    </p:extLst>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 id="2147483683" r:id="rId15"/>
    <p:sldLayoutId id="2147483684" r:id="rId16"/>
    <p:sldLayoutId id="2147483685" r:id="rId17"/>
    <p:sldLayoutId id="2147483686" r:id="rId18"/>
    <p:sldLayoutId id="2147483687" r:id="rId19"/>
    <p:sldLayoutId id="2147483688" r:id="rId20"/>
    <p:sldLayoutId id="2147483689" r:id="rId21"/>
    <p:sldLayoutId id="2147483690" r:id="rId22"/>
    <p:sldLayoutId id="2147483691" r:id="rId23"/>
    <p:sldLayoutId id="2147483692" r:id="rId24"/>
    <p:sldLayoutId id="2147483693" r:id="rId25"/>
    <p:sldLayoutId id="2147483694" r:id="rId26"/>
    <p:sldLayoutId id="2147483695" r:id="rId27"/>
    <p:sldLayoutId id="2147483696" r:id="rId28"/>
    <p:sldLayoutId id="2147483697" r:id="rId29"/>
    <p:sldLayoutId id="2147483698" r:id="rId30"/>
    <p:sldLayoutId id="2147483699" r:id="rId31"/>
    <p:sldLayoutId id="2147483703" r:id="rId32"/>
  </p:sldLayoutIdLst>
  <p:txStyles>
    <p:titleStyle>
      <a:lvl1pPr algn="l" defTabSz="457200" rtl="0" eaLnBrk="1" latinLnBrk="0" hangingPunct="1">
        <a:spcBef>
          <a:spcPct val="0"/>
        </a:spcBef>
        <a:buNone/>
        <a:defRPr sz="1600" kern="1200" cap="all" spc="0" baseline="0">
          <a:solidFill>
            <a:schemeClr val="bg2"/>
          </a:solidFill>
          <a:latin typeface="+mj-lt"/>
          <a:ea typeface="+mj-ea"/>
          <a:cs typeface="+mj-cs"/>
        </a:defRPr>
      </a:lvl1pPr>
    </p:titleStyle>
    <p:bodyStyle>
      <a:lvl1pPr marL="342900" indent="-342900" algn="l" defTabSz="457200" rtl="0" eaLnBrk="1" latinLnBrk="0" hangingPunct="1">
        <a:spcBef>
          <a:spcPts val="1600"/>
        </a:spcBef>
        <a:buClr>
          <a:schemeClr val="bg2"/>
        </a:buClr>
        <a:buFontTx/>
        <a:buChar char="◌"/>
        <a:defRPr sz="1800" kern="1200">
          <a:solidFill>
            <a:schemeClr val="tx1"/>
          </a:solidFill>
          <a:latin typeface="+mn-lt"/>
          <a:ea typeface="+mn-ea"/>
          <a:cs typeface="+mn-cs"/>
        </a:defRPr>
      </a:lvl1pPr>
      <a:lvl2pPr marL="742950" indent="-285750" algn="l" defTabSz="457200" rtl="0" eaLnBrk="1" latinLnBrk="0" hangingPunct="1">
        <a:spcBef>
          <a:spcPts val="800"/>
        </a:spcBef>
        <a:buClr>
          <a:schemeClr val="bg2"/>
        </a:buClr>
        <a:buFontTx/>
        <a:buChar char="◌"/>
        <a:defRPr sz="1600" kern="1200">
          <a:solidFill>
            <a:schemeClr val="tx1"/>
          </a:solidFill>
          <a:latin typeface="+mn-lt"/>
          <a:ea typeface="+mn-ea"/>
          <a:cs typeface="+mn-cs"/>
        </a:defRPr>
      </a:lvl2pPr>
      <a:lvl3pPr marL="1143000" indent="-228600" algn="l" defTabSz="457200" rtl="0" eaLnBrk="1" latinLnBrk="0" hangingPunct="1">
        <a:spcBef>
          <a:spcPts val="600"/>
        </a:spcBef>
        <a:buClr>
          <a:schemeClr val="bg2"/>
        </a:buClr>
        <a:buFontTx/>
        <a:buChar char="◌"/>
        <a:defRPr sz="1400" kern="1200">
          <a:solidFill>
            <a:schemeClr val="tx1"/>
          </a:solidFill>
          <a:latin typeface="+mn-lt"/>
          <a:ea typeface="+mn-ea"/>
          <a:cs typeface="+mn-cs"/>
        </a:defRPr>
      </a:lvl3pPr>
      <a:lvl4pPr marL="16002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4pPr>
      <a:lvl5pPr marL="2057400" indent="-228600" algn="l" defTabSz="457200" rtl="0" eaLnBrk="1" latinLnBrk="0" hangingPunct="1">
        <a:spcBef>
          <a:spcPts val="400"/>
        </a:spcBef>
        <a:buClr>
          <a:schemeClr val="bg2"/>
        </a:buClr>
        <a:buFontTx/>
        <a:buChar char="◌"/>
        <a:defRPr sz="12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orient="horz" pos="672">
          <p15:clr>
            <a:srgbClr val="F26B43"/>
          </p15:clr>
        </p15:guide>
        <p15:guide id="2" pos="275">
          <p15:clr>
            <a:srgbClr val="F26B43"/>
          </p15:clr>
        </p15:guide>
        <p15:guide id="3" pos="7403">
          <p15:clr>
            <a:srgbClr val="F26B43"/>
          </p15:clr>
        </p15:guide>
        <p15:guide id="4" orient="horz" pos="3864">
          <p15:clr>
            <a:srgbClr val="F26B43"/>
          </p15:clr>
        </p15:guide>
        <p15:guide id="5" orient="horz" pos="888">
          <p15:clr>
            <a:srgbClr val="F26B43"/>
          </p15:clr>
        </p15:guide>
        <p15:guide id="6" pos="2543">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0"/>
            </p:custDataLst>
            <p:extLst>
              <p:ext uri="{D42A27DB-BD31-4B8C-83A1-F6EECF244321}">
                <p14:modId xmlns:p14="http://schemas.microsoft.com/office/powerpoint/2010/main" val="3605708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6162" name="think-cell Slide" r:id="rId121" imgW="7772400" imgH="10058400" progId="TCLayout.ActiveDocument.1">
                  <p:embed/>
                </p:oleObj>
              </mc:Choice>
              <mc:Fallback>
                <p:oleObj name="think-cell Slide" r:id="rId121" imgW="7772400" imgH="10058400" progId="TCLayout.ActiveDocument.1">
                  <p:embed/>
                  <p:pic>
                    <p:nvPicPr>
                      <p:cNvPr id="8" name="think-cell data - do not delete" hidden="1">
                        <a:extLst>
                          <a:ext uri="{FF2B5EF4-FFF2-40B4-BE49-F238E27FC236}">
                            <a16:creationId xmlns:a16="http://schemas.microsoft.com/office/drawing/2014/main" xmlns="" id="{8DC79CD5-1EA1-EEAF-4FD1-E9B0B275A370}"/>
                          </a:ext>
                        </a:extLst>
                      </p:cNvPr>
                      <p:cNvPicPr/>
                      <p:nvPr/>
                    </p:nvPicPr>
                    <p:blipFill>
                      <a:blip r:embed="rId122"/>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pPr algn="r"/>
              <a:t>‹#›</a:t>
            </a:fld>
            <a:endParaRPr lang="en-US" sz="1000"/>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pPr algn="l"/>
            <a:r>
              <a:rPr lang="en-US" sz="1000" b="1"/>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t>Copyright 2026, Strictly Confidential, All rights reserved</a:t>
            </a:r>
          </a:p>
        </p:txBody>
      </p:sp>
    </p:spTree>
    <p:extLst>
      <p:ext uri="{BB962C8B-B14F-4D97-AF65-F5344CB8AC3E}">
        <p14:creationId xmlns:p14="http://schemas.microsoft.com/office/powerpoint/2010/main" val="2566521523"/>
      </p:ext>
    </p:extLst>
  </p:cSld>
  <p:clrMap bg1="lt1" tx1="dk1" bg2="lt2" tx2="dk2" accent1="accent1" accent2="accent2" accent3="accent3" accent4="accent4" accent5="accent5" accent6="accent6" hlink="hlink" folHlink="folHlink"/>
  <p:sldLayoutIdLst>
    <p:sldLayoutId id="2147483706" r:id="rId1"/>
    <p:sldLayoutId id="2147483707" r:id="rId2"/>
    <p:sldLayoutId id="2147483708" r:id="rId3"/>
    <p:sldLayoutId id="2147483709" r:id="rId4"/>
    <p:sldLayoutId id="2147483710" r:id="rId5"/>
    <p:sldLayoutId id="2147483711" r:id="rId6"/>
    <p:sldLayoutId id="2147483712" r:id="rId7"/>
    <p:sldLayoutId id="2147483713" r:id="rId8"/>
    <p:sldLayoutId id="2147483714" r:id="rId9"/>
    <p:sldLayoutId id="2147483715" r:id="rId10"/>
    <p:sldLayoutId id="2147483716" r:id="rId11"/>
    <p:sldLayoutId id="2147483717" r:id="rId12"/>
    <p:sldLayoutId id="2147483718" r:id="rId13"/>
    <p:sldLayoutId id="2147483719" r:id="rId14"/>
    <p:sldLayoutId id="2147483720" r:id="rId15"/>
    <p:sldLayoutId id="2147483721" r:id="rId16"/>
    <p:sldLayoutId id="2147483722" r:id="rId17"/>
    <p:sldLayoutId id="2147483723" r:id="rId18"/>
    <p:sldLayoutId id="2147483724" r:id="rId19"/>
    <p:sldLayoutId id="2147483725" r:id="rId20"/>
    <p:sldLayoutId id="2147483726" r:id="rId21"/>
    <p:sldLayoutId id="2147483727" r:id="rId22"/>
    <p:sldLayoutId id="2147483728" r:id="rId23"/>
    <p:sldLayoutId id="2147483729" r:id="rId24"/>
    <p:sldLayoutId id="2147483730" r:id="rId25"/>
    <p:sldLayoutId id="2147483731" r:id="rId26"/>
    <p:sldLayoutId id="2147483732" r:id="rId27"/>
    <p:sldLayoutId id="2147483733" r:id="rId28"/>
    <p:sldLayoutId id="2147483734" r:id="rId29"/>
    <p:sldLayoutId id="2147483735" r:id="rId30"/>
    <p:sldLayoutId id="2147483736" r:id="rId31"/>
    <p:sldLayoutId id="2147483737" r:id="rId32"/>
    <p:sldLayoutId id="2147483738" r:id="rId33"/>
    <p:sldLayoutId id="2147483739" r:id="rId34"/>
    <p:sldLayoutId id="2147483740" r:id="rId35"/>
    <p:sldLayoutId id="2147483741" r:id="rId36"/>
    <p:sldLayoutId id="2147483742" r:id="rId37"/>
    <p:sldLayoutId id="2147483743" r:id="rId38"/>
    <p:sldLayoutId id="2147483744" r:id="rId39"/>
    <p:sldLayoutId id="2147483745" r:id="rId40"/>
    <p:sldLayoutId id="2147483746" r:id="rId41"/>
    <p:sldLayoutId id="2147483747" r:id="rId42"/>
    <p:sldLayoutId id="2147483748" r:id="rId43"/>
    <p:sldLayoutId id="2147483749" r:id="rId44"/>
    <p:sldLayoutId id="2147483750" r:id="rId45"/>
    <p:sldLayoutId id="2147483751" r:id="rId46"/>
    <p:sldLayoutId id="2147483752" r:id="rId47"/>
    <p:sldLayoutId id="2147483753" r:id="rId48"/>
    <p:sldLayoutId id="2147483754" r:id="rId49"/>
    <p:sldLayoutId id="2147483755" r:id="rId50"/>
    <p:sldLayoutId id="2147483756" r:id="rId51"/>
    <p:sldLayoutId id="2147483757" r:id="rId52"/>
    <p:sldLayoutId id="2147483758" r:id="rId53"/>
    <p:sldLayoutId id="2147483759" r:id="rId54"/>
    <p:sldLayoutId id="2147483760" r:id="rId55"/>
    <p:sldLayoutId id="2147483761" r:id="rId56"/>
    <p:sldLayoutId id="2147483762" r:id="rId57"/>
    <p:sldLayoutId id="2147483763" r:id="rId58"/>
    <p:sldLayoutId id="2147483764" r:id="rId59"/>
    <p:sldLayoutId id="2147483765" r:id="rId60"/>
    <p:sldLayoutId id="2147483766" r:id="rId61"/>
    <p:sldLayoutId id="2147483767" r:id="rId62"/>
    <p:sldLayoutId id="2147483768" r:id="rId63"/>
    <p:sldLayoutId id="2147483769" r:id="rId64"/>
    <p:sldLayoutId id="2147483770" r:id="rId65"/>
    <p:sldLayoutId id="2147483771" r:id="rId66"/>
    <p:sldLayoutId id="2147483772" r:id="rId67"/>
    <p:sldLayoutId id="2147483773" r:id="rId68"/>
    <p:sldLayoutId id="2147483774" r:id="rId69"/>
    <p:sldLayoutId id="2147483775" r:id="rId70"/>
    <p:sldLayoutId id="2147483776" r:id="rId71"/>
    <p:sldLayoutId id="2147483777" r:id="rId72"/>
    <p:sldLayoutId id="2147483778" r:id="rId73"/>
    <p:sldLayoutId id="2147483779" r:id="rId74"/>
    <p:sldLayoutId id="2147483780" r:id="rId75"/>
    <p:sldLayoutId id="2147483781" r:id="rId76"/>
    <p:sldLayoutId id="2147483782" r:id="rId77"/>
    <p:sldLayoutId id="2147483783" r:id="rId78"/>
    <p:sldLayoutId id="2147483784" r:id="rId79"/>
    <p:sldLayoutId id="2147483785" r:id="rId80"/>
    <p:sldLayoutId id="2147483786" r:id="rId81"/>
    <p:sldLayoutId id="2147483787" r:id="rId82"/>
    <p:sldLayoutId id="2147483788" r:id="rId83"/>
    <p:sldLayoutId id="2147483789" r:id="rId84"/>
    <p:sldLayoutId id="2147483790" r:id="rId85"/>
    <p:sldLayoutId id="2147483791" r:id="rId86"/>
    <p:sldLayoutId id="2147483792" r:id="rId87"/>
    <p:sldLayoutId id="2147483793" r:id="rId88"/>
    <p:sldLayoutId id="2147483794" r:id="rId89"/>
    <p:sldLayoutId id="2147483795" r:id="rId90"/>
    <p:sldLayoutId id="2147483796" r:id="rId91"/>
    <p:sldLayoutId id="2147483797" r:id="rId92"/>
    <p:sldLayoutId id="2147483798" r:id="rId93"/>
    <p:sldLayoutId id="2147483799" r:id="rId94"/>
    <p:sldLayoutId id="2147483800" r:id="rId95"/>
    <p:sldLayoutId id="2147483801" r:id="rId96"/>
    <p:sldLayoutId id="2147483802" r:id="rId97"/>
    <p:sldLayoutId id="2147483803" r:id="rId98"/>
    <p:sldLayoutId id="2147483804" r:id="rId99"/>
    <p:sldLayoutId id="2147483805" r:id="rId100"/>
    <p:sldLayoutId id="2147483806" r:id="rId101"/>
    <p:sldLayoutId id="2147483807" r:id="rId102"/>
    <p:sldLayoutId id="2147483808" r:id="rId103"/>
    <p:sldLayoutId id="2147483809" r:id="rId104"/>
    <p:sldLayoutId id="2147483810" r:id="rId105"/>
    <p:sldLayoutId id="2147483811" r:id="rId106"/>
    <p:sldLayoutId id="2147483812" r:id="rId107"/>
    <p:sldLayoutId id="2147483813" r:id="rId108"/>
    <p:sldLayoutId id="2147483814" r:id="rId109"/>
    <p:sldLayoutId id="2147483815" r:id="rId110"/>
    <p:sldLayoutId id="2147483816" r:id="rId111"/>
    <p:sldLayoutId id="2147483817" r:id="rId112"/>
    <p:sldLayoutId id="2147483818" r:id="rId113"/>
    <p:sldLayoutId id="2147483819" r:id="rId114"/>
    <p:sldLayoutId id="2147483820" r:id="rId115"/>
    <p:sldLayoutId id="2147483821" r:id="rId116"/>
    <p:sldLayoutId id="2147483822" r:id="rId117"/>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aphicFrame>
        <p:nvGraphicFramePr>
          <p:cNvPr id="8" name="think-cell data - do not delete" hidden="1">
            <a:extLst>
              <a:ext uri="{FF2B5EF4-FFF2-40B4-BE49-F238E27FC236}">
                <a16:creationId xmlns:a16="http://schemas.microsoft.com/office/drawing/2014/main" xmlns="" id="{8DC79CD5-1EA1-EEAF-4FD1-E9B0B275A370}"/>
              </a:ext>
            </a:extLst>
          </p:cNvPr>
          <p:cNvGraphicFramePr>
            <a:graphicFrameLocks noChangeAspect="1"/>
          </p:cNvGraphicFramePr>
          <p:nvPr userDrawn="1">
            <p:custDataLst>
              <p:tags r:id="rId123"/>
            </p:custDataLst>
            <p:extLst>
              <p:ext uri="{D42A27DB-BD31-4B8C-83A1-F6EECF244321}">
                <p14:modId xmlns:p14="http://schemas.microsoft.com/office/powerpoint/2010/main" val="623413113"/>
              </p:ext>
            </p:ext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28014" name="think-cell Slide" r:id="rId124" imgW="7772400" imgH="10058400" progId="TCLayout.ActiveDocument.1">
                  <p:embed/>
                </p:oleObj>
              </mc:Choice>
              <mc:Fallback>
                <p:oleObj name="think-cell Slide" r:id="rId124" imgW="7772400" imgH="10058400" progId="TCLayout.ActiveDocument.1">
                  <p:embed/>
                  <p:pic>
                    <p:nvPicPr>
                      <p:cNvPr id="0" name=""/>
                      <p:cNvPicPr/>
                      <p:nvPr/>
                    </p:nvPicPr>
                    <p:blipFill>
                      <a:blip r:embed="rId125"/>
                      <a:stretch>
                        <a:fillRect/>
                      </a:stretch>
                    </p:blipFill>
                    <p:spPr>
                      <a:xfrm>
                        <a:off x="1588" y="1588"/>
                        <a:ext cx="1227" cy="1588"/>
                      </a:xfrm>
                      <a:prstGeom prst="rect">
                        <a:avLst/>
                      </a:prstGeom>
                    </p:spPr>
                  </p:pic>
                </p:oleObj>
              </mc:Fallback>
            </mc:AlternateContent>
          </a:graphicData>
        </a:graphic>
      </p:graphicFrame>
      <p:sp>
        <p:nvSpPr>
          <p:cNvPr id="6" name="Slide Number Placeholder 5"/>
          <p:cNvSpPr>
            <a:spLocks noGrp="1"/>
          </p:cNvSpPr>
          <p:nvPr>
            <p:ph type="sldNum" sz="quarter" idx="4"/>
          </p:nvPr>
        </p:nvSpPr>
        <p:spPr>
          <a:xfrm>
            <a:off x="10972800" y="6569369"/>
            <a:ext cx="658812" cy="161369"/>
          </a:xfrm>
          <a:prstGeom prst="rect">
            <a:avLst/>
          </a:prstGeom>
        </p:spPr>
        <p:txBody>
          <a:bodyPr vert="horz" lIns="0" tIns="0" rIns="0" bIns="0" rtlCol="0" anchor="t"/>
          <a:lstStyle>
            <a:lvl1pPr algn="r">
              <a:defRPr sz="1000">
                <a:noFill/>
              </a:defRPr>
            </a:lvl1pPr>
          </a:lstStyle>
          <a:p>
            <a:fld id="{48F63A3B-78C7-47BE-AE5E-E10140E04643}" type="slidenum">
              <a:rPr lang="en-US" smtClean="0"/>
              <a:pPr/>
              <a:t>‹#›</a:t>
            </a:fld>
            <a:endParaRPr lang="en-US"/>
          </a:p>
        </p:txBody>
      </p:sp>
      <p:sp>
        <p:nvSpPr>
          <p:cNvPr id="4" name="Page# static">
            <a:extLst>
              <a:ext uri="{FF2B5EF4-FFF2-40B4-BE49-F238E27FC236}">
                <a16:creationId xmlns:a16="http://schemas.microsoft.com/office/drawing/2014/main" xmlns="" id="{FD550928-01C5-D4F3-E973-6F240B67225A}"/>
              </a:ext>
            </a:extLst>
          </p:cNvPr>
          <p:cNvSpPr txBox="1"/>
          <p:nvPr userDrawn="1"/>
        </p:nvSpPr>
        <p:spPr>
          <a:xfrm>
            <a:off x="10973244" y="6569369"/>
            <a:ext cx="658368" cy="164592"/>
          </a:xfrm>
          <a:prstGeom prst="rect">
            <a:avLst/>
          </a:prstGeom>
          <a:noFill/>
        </p:spPr>
        <p:txBody>
          <a:bodyPr wrap="square" lIns="0" tIns="0" rIns="0" bIns="0" rtlCol="0">
            <a:spAutoFit/>
          </a:bodyPr>
          <a:lstStyle/>
          <a:p>
            <a:pPr algn="r"/>
            <a:fld id="{62A6DD37-EB78-B147-89E4-8AE27B51EE89}" type="slidenum">
              <a:rPr lang="en-US" sz="1000" smtClean="0">
                <a:solidFill>
                  <a:srgbClr val="000000"/>
                </a:solidFill>
              </a:rPr>
              <a:pPr algn="r"/>
              <a:t>‹#›</a:t>
            </a:fld>
            <a:endParaRPr lang="en-US" sz="1000">
              <a:solidFill>
                <a:srgbClr val="000000"/>
              </a:solidFill>
            </a:endParaRPr>
          </a:p>
        </p:txBody>
      </p:sp>
      <p:sp>
        <p:nvSpPr>
          <p:cNvPr id="2" name="Title Placeholder 1"/>
          <p:cNvSpPr>
            <a:spLocks noGrp="1"/>
          </p:cNvSpPr>
          <p:nvPr>
            <p:ph type="title"/>
          </p:nvPr>
        </p:nvSpPr>
        <p:spPr>
          <a:xfrm>
            <a:off x="565149" y="460375"/>
            <a:ext cx="11066463" cy="731520"/>
          </a:xfrm>
          <a:prstGeom prst="rect">
            <a:avLst/>
          </a:prstGeom>
        </p:spPr>
        <p:txBody>
          <a:bodyPr vert="horz" lIns="0" tIns="0" rIns="0" bIns="0" rtlCol="0" anchor="t">
            <a:noAutofit/>
          </a:bodyPr>
          <a:lstStyle/>
          <a:p>
            <a:r>
              <a:rPr lang="en-US"/>
              <a:t>Click to edit Master title style</a:t>
            </a:r>
          </a:p>
        </p:txBody>
      </p:sp>
      <p:sp>
        <p:nvSpPr>
          <p:cNvPr id="3" name="Text Placeholder 2"/>
          <p:cNvSpPr>
            <a:spLocks noGrp="1"/>
          </p:cNvSpPr>
          <p:nvPr>
            <p:ph type="body" idx="1"/>
          </p:nvPr>
        </p:nvSpPr>
        <p:spPr>
          <a:xfrm>
            <a:off x="565149" y="1617663"/>
            <a:ext cx="11066464" cy="3773487"/>
          </a:xfrm>
          <a:prstGeom prst="rect">
            <a:avLst/>
          </a:prstGeom>
        </p:spPr>
        <p:txBody>
          <a:bodyPr vert="horz" lIns="0" tIns="0" rIns="0" bIns="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TextBox 6">
            <a:extLst>
              <a:ext uri="{FF2B5EF4-FFF2-40B4-BE49-F238E27FC236}">
                <a16:creationId xmlns:a16="http://schemas.microsoft.com/office/drawing/2014/main" xmlns="" id="{C3F896F8-33A6-2AF9-F20C-2B04802E31F1}"/>
              </a:ext>
            </a:extLst>
          </p:cNvPr>
          <p:cNvSpPr txBox="1"/>
          <p:nvPr userDrawn="1"/>
        </p:nvSpPr>
        <p:spPr>
          <a:xfrm>
            <a:off x="565149" y="6569369"/>
            <a:ext cx="431208" cy="153888"/>
          </a:xfrm>
          <a:prstGeom prst="rect">
            <a:avLst/>
          </a:prstGeom>
          <a:noFill/>
        </p:spPr>
        <p:txBody>
          <a:bodyPr wrap="none" lIns="0" tIns="0" rIns="0" bIns="0" rtlCol="0">
            <a:spAutoFit/>
          </a:bodyPr>
          <a:lstStyle/>
          <a:p>
            <a:r>
              <a:rPr lang="en-US" sz="1000" b="1">
                <a:solidFill>
                  <a:srgbClr val="000000"/>
                </a:solidFill>
              </a:rPr>
              <a:t>Tenarai</a:t>
            </a:r>
          </a:p>
        </p:txBody>
      </p:sp>
      <p:sp>
        <p:nvSpPr>
          <p:cNvPr id="11" name="TextBox 10">
            <a:extLst>
              <a:ext uri="{FF2B5EF4-FFF2-40B4-BE49-F238E27FC236}">
                <a16:creationId xmlns:a16="http://schemas.microsoft.com/office/drawing/2014/main" xmlns="" id="{BB6F12C9-9305-1B46-3B2C-1383963166EC}"/>
              </a:ext>
            </a:extLst>
          </p:cNvPr>
          <p:cNvSpPr txBox="1"/>
          <p:nvPr userDrawn="1"/>
        </p:nvSpPr>
        <p:spPr>
          <a:xfrm>
            <a:off x="4674536" y="6539516"/>
            <a:ext cx="2842929" cy="215444"/>
          </a:xfrm>
          <a:prstGeom prst="rect">
            <a:avLst/>
          </a:prstGeom>
          <a:noFill/>
        </p:spPr>
        <p:txBody>
          <a:bodyPr wrap="square">
            <a:spAutoFit/>
          </a:bodyPr>
          <a:lstStyle/>
          <a:p>
            <a:pPr algn="ctr"/>
            <a:r>
              <a:rPr lang="en-US" sz="800" dirty="0">
                <a:solidFill>
                  <a:srgbClr val="000000"/>
                </a:solidFill>
              </a:rPr>
              <a:t>Copyright 2026, Strictly Confidential, All rights reserved</a:t>
            </a:r>
          </a:p>
        </p:txBody>
      </p:sp>
    </p:spTree>
    <p:extLst>
      <p:ext uri="{BB962C8B-B14F-4D97-AF65-F5344CB8AC3E}">
        <p14:creationId xmlns:p14="http://schemas.microsoft.com/office/powerpoint/2010/main" val="3381888689"/>
      </p:ext>
    </p:extLst>
  </p:cSld>
  <p:clrMap bg1="lt1" tx1="dk1" bg2="lt2" tx2="dk2" accent1="accent1" accent2="accent2" accent3="accent3" accent4="accent4" accent5="accent5" accent6="accent6" hlink="hlink" folHlink="folHlink"/>
  <p:sldLayoutIdLst>
    <p:sldLayoutId id="2147483827" r:id="rId1"/>
    <p:sldLayoutId id="2147483828" r:id="rId2"/>
    <p:sldLayoutId id="2147483829" r:id="rId3"/>
    <p:sldLayoutId id="2147483830" r:id="rId4"/>
    <p:sldLayoutId id="2147483831" r:id="rId5"/>
    <p:sldLayoutId id="2147483832" r:id="rId6"/>
    <p:sldLayoutId id="2147483833" r:id="rId7"/>
    <p:sldLayoutId id="2147483834" r:id="rId8"/>
    <p:sldLayoutId id="2147483835" r:id="rId9"/>
    <p:sldLayoutId id="2147483836" r:id="rId10"/>
    <p:sldLayoutId id="2147483837" r:id="rId11"/>
    <p:sldLayoutId id="2147483838" r:id="rId12"/>
    <p:sldLayoutId id="2147483839" r:id="rId13"/>
    <p:sldLayoutId id="2147483840" r:id="rId14"/>
    <p:sldLayoutId id="2147483841" r:id="rId15"/>
    <p:sldLayoutId id="2147483842" r:id="rId16"/>
    <p:sldLayoutId id="2147483843" r:id="rId17"/>
    <p:sldLayoutId id="2147483844" r:id="rId18"/>
    <p:sldLayoutId id="2147483845" r:id="rId19"/>
    <p:sldLayoutId id="2147483846" r:id="rId20"/>
    <p:sldLayoutId id="2147483847" r:id="rId21"/>
    <p:sldLayoutId id="2147483848" r:id="rId22"/>
    <p:sldLayoutId id="2147483849" r:id="rId23"/>
    <p:sldLayoutId id="2147483850" r:id="rId24"/>
    <p:sldLayoutId id="2147483851" r:id="rId25"/>
    <p:sldLayoutId id="2147483852" r:id="rId26"/>
    <p:sldLayoutId id="2147483853" r:id="rId27"/>
    <p:sldLayoutId id="2147483854" r:id="rId28"/>
    <p:sldLayoutId id="2147483855" r:id="rId29"/>
    <p:sldLayoutId id="2147483856" r:id="rId30"/>
    <p:sldLayoutId id="2147483857" r:id="rId31"/>
    <p:sldLayoutId id="2147483858" r:id="rId32"/>
    <p:sldLayoutId id="2147483859" r:id="rId33"/>
    <p:sldLayoutId id="2147483860" r:id="rId34"/>
    <p:sldLayoutId id="2147483861" r:id="rId35"/>
    <p:sldLayoutId id="2147483862" r:id="rId36"/>
    <p:sldLayoutId id="2147483863" r:id="rId37"/>
    <p:sldLayoutId id="2147483864" r:id="rId38"/>
    <p:sldLayoutId id="2147483865" r:id="rId39"/>
    <p:sldLayoutId id="2147483866" r:id="rId40"/>
    <p:sldLayoutId id="2147483867" r:id="rId41"/>
    <p:sldLayoutId id="2147483868" r:id="rId42"/>
    <p:sldLayoutId id="2147483869" r:id="rId43"/>
    <p:sldLayoutId id="2147483870" r:id="rId44"/>
    <p:sldLayoutId id="2147483871" r:id="rId45"/>
    <p:sldLayoutId id="2147483872" r:id="rId46"/>
    <p:sldLayoutId id="2147483873" r:id="rId47"/>
    <p:sldLayoutId id="2147483874" r:id="rId48"/>
    <p:sldLayoutId id="2147483875" r:id="rId49"/>
    <p:sldLayoutId id="2147483876" r:id="rId50"/>
    <p:sldLayoutId id="2147483877" r:id="rId51"/>
    <p:sldLayoutId id="2147483878" r:id="rId52"/>
    <p:sldLayoutId id="2147483879" r:id="rId53"/>
    <p:sldLayoutId id="2147483880" r:id="rId54"/>
    <p:sldLayoutId id="2147483881" r:id="rId55"/>
    <p:sldLayoutId id="2147483882" r:id="rId56"/>
    <p:sldLayoutId id="2147483883" r:id="rId57"/>
    <p:sldLayoutId id="2147483884" r:id="rId58"/>
    <p:sldLayoutId id="2147483885" r:id="rId59"/>
    <p:sldLayoutId id="2147483886" r:id="rId60"/>
    <p:sldLayoutId id="2147483887" r:id="rId61"/>
    <p:sldLayoutId id="2147483888" r:id="rId62"/>
    <p:sldLayoutId id="2147483889" r:id="rId63"/>
    <p:sldLayoutId id="2147483890" r:id="rId64"/>
    <p:sldLayoutId id="2147483891" r:id="rId65"/>
    <p:sldLayoutId id="2147483892" r:id="rId66"/>
    <p:sldLayoutId id="2147483893" r:id="rId67"/>
    <p:sldLayoutId id="2147483894" r:id="rId68"/>
    <p:sldLayoutId id="2147483895" r:id="rId69"/>
    <p:sldLayoutId id="2147483896" r:id="rId70"/>
    <p:sldLayoutId id="2147483897" r:id="rId71"/>
    <p:sldLayoutId id="2147483898" r:id="rId72"/>
    <p:sldLayoutId id="2147483899" r:id="rId73"/>
    <p:sldLayoutId id="2147483900" r:id="rId74"/>
    <p:sldLayoutId id="2147483901" r:id="rId75"/>
    <p:sldLayoutId id="2147483902" r:id="rId76"/>
    <p:sldLayoutId id="2147483903" r:id="rId77"/>
    <p:sldLayoutId id="2147483904" r:id="rId78"/>
    <p:sldLayoutId id="2147483905" r:id="rId79"/>
    <p:sldLayoutId id="2147483906" r:id="rId80"/>
    <p:sldLayoutId id="2147483907" r:id="rId81"/>
    <p:sldLayoutId id="2147483908" r:id="rId82"/>
    <p:sldLayoutId id="2147483909" r:id="rId83"/>
    <p:sldLayoutId id="2147483910" r:id="rId84"/>
    <p:sldLayoutId id="2147483911" r:id="rId85"/>
    <p:sldLayoutId id="2147483912" r:id="rId86"/>
    <p:sldLayoutId id="2147483913" r:id="rId87"/>
    <p:sldLayoutId id="2147483914" r:id="rId88"/>
    <p:sldLayoutId id="2147483915" r:id="rId89"/>
    <p:sldLayoutId id="2147483916" r:id="rId90"/>
    <p:sldLayoutId id="2147483917" r:id="rId91"/>
    <p:sldLayoutId id="2147483918" r:id="rId92"/>
    <p:sldLayoutId id="2147483919" r:id="rId93"/>
    <p:sldLayoutId id="2147483920" r:id="rId94"/>
    <p:sldLayoutId id="2147483921" r:id="rId95"/>
    <p:sldLayoutId id="2147483922" r:id="rId96"/>
    <p:sldLayoutId id="2147483923" r:id="rId97"/>
    <p:sldLayoutId id="2147483924" r:id="rId98"/>
    <p:sldLayoutId id="2147483925" r:id="rId99"/>
    <p:sldLayoutId id="2147483926" r:id="rId100"/>
    <p:sldLayoutId id="2147483927" r:id="rId101"/>
    <p:sldLayoutId id="2147483928" r:id="rId102"/>
    <p:sldLayoutId id="2147483929" r:id="rId103"/>
    <p:sldLayoutId id="2147483930" r:id="rId104"/>
    <p:sldLayoutId id="2147483931" r:id="rId105"/>
    <p:sldLayoutId id="2147483932" r:id="rId106"/>
    <p:sldLayoutId id="2147483933" r:id="rId107"/>
    <p:sldLayoutId id="2147483934" r:id="rId108"/>
    <p:sldLayoutId id="2147483935" r:id="rId109"/>
    <p:sldLayoutId id="2147483936" r:id="rId110"/>
    <p:sldLayoutId id="2147483937" r:id="rId111"/>
    <p:sldLayoutId id="2147483938" r:id="rId112"/>
    <p:sldLayoutId id="2147483939" r:id="rId113"/>
    <p:sldLayoutId id="2147483940" r:id="rId114"/>
    <p:sldLayoutId id="2147483941" r:id="rId115"/>
    <p:sldLayoutId id="2147483942" r:id="rId116"/>
    <p:sldLayoutId id="2147483943" r:id="rId117"/>
    <p:sldLayoutId id="2147483944" r:id="rId118"/>
    <p:sldLayoutId id="2147483945" r:id="rId119"/>
    <p:sldLayoutId id="2147483946" r:id="rId120"/>
  </p:sldLayoutIdLst>
  <p:hf hdr="0" dt="0"/>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0" indent="0" algn="l" defTabSz="914400" rtl="0" eaLnBrk="1" latinLnBrk="0" hangingPunct="1">
        <a:lnSpc>
          <a:spcPct val="110000"/>
        </a:lnSpc>
        <a:spcBef>
          <a:spcPts val="1200"/>
        </a:spcBef>
        <a:buFontTx/>
        <a:buNone/>
        <a:defRPr sz="1400" kern="1200">
          <a:solidFill>
            <a:schemeClr val="tx1"/>
          </a:solidFill>
          <a:latin typeface="+mn-lt"/>
          <a:ea typeface="+mn-ea"/>
          <a:cs typeface="+mn-cs"/>
        </a:defRPr>
      </a:lvl1pPr>
      <a:lvl2pPr marL="228600" indent="-228600" algn="l" defTabSz="914400" rtl="0" eaLnBrk="1" latinLnBrk="0" hangingPunct="1">
        <a:lnSpc>
          <a:spcPct val="110000"/>
        </a:lnSpc>
        <a:spcBef>
          <a:spcPts val="600"/>
        </a:spcBef>
        <a:buFont typeface="Arial" panose="020B0604020202020204" pitchFamily="34" charset="0"/>
        <a:buChar char="•"/>
        <a:tabLst/>
        <a:defRPr sz="1400" kern="1200">
          <a:solidFill>
            <a:schemeClr val="tx1"/>
          </a:solidFill>
          <a:latin typeface="+mn-lt"/>
          <a:ea typeface="+mn-ea"/>
          <a:cs typeface="+mn-cs"/>
        </a:defRPr>
      </a:lvl2pPr>
      <a:lvl3pPr marL="4572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3pPr>
      <a:lvl4pPr marL="6858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4pPr>
      <a:lvl5pPr marL="914400" indent="-228600" algn="l" defTabSz="914400" rtl="0" eaLnBrk="1" latinLnBrk="0" hangingPunct="1">
        <a:lnSpc>
          <a:spcPct val="110000"/>
        </a:lnSpc>
        <a:spcBef>
          <a:spcPts val="6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xmlns="">
        <p15:guide id="1" pos="3841">
          <p15:clr>
            <a:srgbClr val="5ACBF0"/>
          </p15:clr>
        </p15:guide>
        <p15:guide id="2" pos="3936">
          <p15:clr>
            <a:srgbClr val="F26B43"/>
          </p15:clr>
        </p15:guide>
        <p15:guide id="3" pos="3746">
          <p15:clr>
            <a:srgbClr val="F26B43"/>
          </p15:clr>
        </p15:guide>
        <p15:guide id="4" pos="3810">
          <p15:clr>
            <a:srgbClr val="FBAE40"/>
          </p15:clr>
        </p15:guide>
        <p15:guide id="5" pos="3873">
          <p15:clr>
            <a:srgbClr val="FBAE40"/>
          </p15:clr>
        </p15:guide>
        <p15:guide id="6" pos="3236">
          <p15:clr>
            <a:srgbClr val="5ACBF0"/>
          </p15:clr>
        </p15:guide>
        <p15:guide id="7" pos="3331">
          <p15:clr>
            <a:srgbClr val="F26B43"/>
          </p15:clr>
        </p15:guide>
        <p15:guide id="8" pos="3141">
          <p15:clr>
            <a:srgbClr val="F26B43"/>
          </p15:clr>
        </p15:guide>
        <p15:guide id="9" pos="3204">
          <p15:clr>
            <a:srgbClr val="FBAE40"/>
          </p15:clr>
        </p15:guide>
        <p15:guide id="10" pos="3267">
          <p15:clr>
            <a:srgbClr val="FBAE40"/>
          </p15:clr>
        </p15:guide>
        <p15:guide id="11" pos="2643">
          <p15:clr>
            <a:srgbClr val="5ACBF0"/>
          </p15:clr>
        </p15:guide>
        <p15:guide id="12" pos="2738">
          <p15:clr>
            <a:srgbClr val="F26B43"/>
          </p15:clr>
        </p15:guide>
        <p15:guide id="13" pos="2548">
          <p15:clr>
            <a:srgbClr val="F26B43"/>
          </p15:clr>
        </p15:guide>
        <p15:guide id="14" pos="2611">
          <p15:clr>
            <a:srgbClr val="FBAE40"/>
          </p15:clr>
        </p15:guide>
        <p15:guide id="15" pos="2674">
          <p15:clr>
            <a:srgbClr val="FBAE40"/>
          </p15:clr>
        </p15:guide>
        <p15:guide id="16" pos="2050">
          <p15:clr>
            <a:srgbClr val="5ACBF0"/>
          </p15:clr>
        </p15:guide>
        <p15:guide id="17" pos="2145">
          <p15:clr>
            <a:srgbClr val="F26B43"/>
          </p15:clr>
        </p15:guide>
        <p15:guide id="18" pos="1955">
          <p15:clr>
            <a:srgbClr val="F26B43"/>
          </p15:clr>
        </p15:guide>
        <p15:guide id="19" pos="2018">
          <p15:clr>
            <a:srgbClr val="FBAE40"/>
          </p15:clr>
        </p15:guide>
        <p15:guide id="20" pos="2081">
          <p15:clr>
            <a:srgbClr val="FBAE40"/>
          </p15:clr>
        </p15:guide>
        <p15:guide id="21" pos="1436">
          <p15:clr>
            <a:srgbClr val="5ACBF0"/>
          </p15:clr>
        </p15:guide>
        <p15:guide id="22" pos="1531">
          <p15:clr>
            <a:srgbClr val="F26B43"/>
          </p15:clr>
        </p15:guide>
        <p15:guide id="23" pos="1341">
          <p15:clr>
            <a:srgbClr val="F26B43"/>
          </p15:clr>
        </p15:guide>
        <p15:guide id="24" pos="1404">
          <p15:clr>
            <a:srgbClr val="FBAE40"/>
          </p15:clr>
        </p15:guide>
        <p15:guide id="25" pos="1467">
          <p15:clr>
            <a:srgbClr val="FBAE40"/>
          </p15:clr>
        </p15:guide>
        <p15:guide id="26" pos="860">
          <p15:clr>
            <a:srgbClr val="5ACBF0"/>
          </p15:clr>
        </p15:guide>
        <p15:guide id="27" pos="955">
          <p15:clr>
            <a:srgbClr val="F26B43"/>
          </p15:clr>
        </p15:guide>
        <p15:guide id="28" pos="765">
          <p15:clr>
            <a:srgbClr val="F26B43"/>
          </p15:clr>
        </p15:guide>
        <p15:guide id="29" pos="828">
          <p15:clr>
            <a:srgbClr val="FBAE40"/>
          </p15:clr>
        </p15:guide>
        <p15:guide id="30" pos="891">
          <p15:clr>
            <a:srgbClr val="FBAE40"/>
          </p15:clr>
        </p15:guide>
        <p15:guide id="31" pos="4433">
          <p15:clr>
            <a:srgbClr val="5ACBF0"/>
          </p15:clr>
        </p15:guide>
        <p15:guide id="32" pos="4528">
          <p15:clr>
            <a:srgbClr val="F26B43"/>
          </p15:clr>
        </p15:guide>
        <p15:guide id="33" pos="4338">
          <p15:clr>
            <a:srgbClr val="F26B43"/>
          </p15:clr>
        </p15:guide>
        <p15:guide id="34" pos="4401">
          <p15:clr>
            <a:srgbClr val="FBAE40"/>
          </p15:clr>
        </p15:guide>
        <p15:guide id="35" pos="4465">
          <p15:clr>
            <a:srgbClr val="FBAE40"/>
          </p15:clr>
        </p15:guide>
        <p15:guide id="36" pos="5026">
          <p15:clr>
            <a:srgbClr val="5ACBF0"/>
          </p15:clr>
        </p15:guide>
        <p15:guide id="37" pos="5121">
          <p15:clr>
            <a:srgbClr val="F26B43"/>
          </p15:clr>
        </p15:guide>
        <p15:guide id="38" pos="4931">
          <p15:clr>
            <a:srgbClr val="F26B43"/>
          </p15:clr>
        </p15:guide>
        <p15:guide id="39" pos="4994">
          <p15:clr>
            <a:srgbClr val="FBAE40"/>
          </p15:clr>
        </p15:guide>
        <p15:guide id="40" pos="5057">
          <p15:clr>
            <a:srgbClr val="FBAE40"/>
          </p15:clr>
        </p15:guide>
        <p15:guide id="41" pos="5631">
          <p15:clr>
            <a:srgbClr val="5ACBF0"/>
          </p15:clr>
        </p15:guide>
        <p15:guide id="42" pos="5726">
          <p15:clr>
            <a:srgbClr val="F26B43"/>
          </p15:clr>
        </p15:guide>
        <p15:guide id="43" pos="5536">
          <p15:clr>
            <a:srgbClr val="F26B43"/>
          </p15:clr>
        </p15:guide>
        <p15:guide id="44" pos="5600">
          <p15:clr>
            <a:srgbClr val="FBAE40"/>
          </p15:clr>
        </p15:guide>
        <p15:guide id="45" pos="5663">
          <p15:clr>
            <a:srgbClr val="FBAE40"/>
          </p15:clr>
        </p15:guide>
        <p15:guide id="46" pos="6220">
          <p15:clr>
            <a:srgbClr val="5ACBF0"/>
          </p15:clr>
        </p15:guide>
        <p15:guide id="47" pos="6315">
          <p15:clr>
            <a:srgbClr val="F26B43"/>
          </p15:clr>
        </p15:guide>
        <p15:guide id="48" pos="6125">
          <p15:clr>
            <a:srgbClr val="F26B43"/>
          </p15:clr>
        </p15:guide>
        <p15:guide id="49" pos="6188">
          <p15:clr>
            <a:srgbClr val="FBAE40"/>
          </p15:clr>
        </p15:guide>
        <p15:guide id="50" pos="6252">
          <p15:clr>
            <a:srgbClr val="FBAE40"/>
          </p15:clr>
        </p15:guide>
        <p15:guide id="51" pos="6817">
          <p15:clr>
            <a:srgbClr val="5ACBF0"/>
          </p15:clr>
        </p15:guide>
        <p15:guide id="52" pos="6912">
          <p15:clr>
            <a:srgbClr val="F26B43"/>
          </p15:clr>
        </p15:guide>
        <p15:guide id="53" pos="6722">
          <p15:clr>
            <a:srgbClr val="F26B43"/>
          </p15:clr>
        </p15:guide>
        <p15:guide id="54" pos="6786">
          <p15:clr>
            <a:srgbClr val="FBAE40"/>
          </p15:clr>
        </p15:guide>
        <p15:guide id="55" pos="6849">
          <p15:clr>
            <a:srgbClr val="FBAE40"/>
          </p15:clr>
        </p15:guide>
        <p15:guide id="56" orient="horz" pos="1019">
          <p15:clr>
            <a:srgbClr val="5ACBF0"/>
          </p15:clr>
        </p15:guide>
        <p15:guide id="57" orient="horz" pos="924">
          <p15:clr>
            <a:srgbClr val="F26B43"/>
          </p15:clr>
        </p15:guide>
        <p15:guide id="58" orient="horz" pos="1114">
          <p15:clr>
            <a:srgbClr val="F26B43"/>
          </p15:clr>
        </p15:guide>
        <p15:guide id="59" orient="horz" pos="1051">
          <p15:clr>
            <a:srgbClr val="FBAE40"/>
          </p15:clr>
        </p15:guide>
        <p15:guide id="60" orient="horz" pos="987">
          <p15:clr>
            <a:srgbClr val="FBAE40"/>
          </p15:clr>
        </p15:guide>
        <p15:guide id="61" orient="horz" pos="1779">
          <p15:clr>
            <a:srgbClr val="5ACBF0"/>
          </p15:clr>
        </p15:guide>
        <p15:guide id="62" orient="horz" pos="1684">
          <p15:clr>
            <a:srgbClr val="F26B43"/>
          </p15:clr>
        </p15:guide>
        <p15:guide id="63" orient="horz" pos="1874">
          <p15:clr>
            <a:srgbClr val="F26B43"/>
          </p15:clr>
        </p15:guide>
        <p15:guide id="64" orient="horz" pos="1811">
          <p15:clr>
            <a:srgbClr val="FBAE40"/>
          </p15:clr>
        </p15:guide>
        <p15:guide id="65" orient="horz" pos="1748">
          <p15:clr>
            <a:srgbClr val="FBAE40"/>
          </p15:clr>
        </p15:guide>
        <p15:guide id="66" orient="horz" pos="2540">
          <p15:clr>
            <a:srgbClr val="5ACBF0"/>
          </p15:clr>
        </p15:guide>
        <p15:guide id="67" orient="horz" pos="2445">
          <p15:clr>
            <a:srgbClr val="F26B43"/>
          </p15:clr>
        </p15:guide>
        <p15:guide id="68" orient="horz" pos="2640">
          <p15:clr>
            <a:srgbClr val="F26B43"/>
          </p15:clr>
        </p15:guide>
        <p15:guide id="69" orient="horz" pos="2572">
          <p15:clr>
            <a:srgbClr val="FBAE40"/>
          </p15:clr>
        </p15:guide>
        <p15:guide id="70" orient="horz" pos="2508">
          <p15:clr>
            <a:srgbClr val="FBAE40"/>
          </p15:clr>
        </p15:guide>
        <p15:guide id="71" orient="horz" pos="3301">
          <p15:clr>
            <a:srgbClr val="5ACBF0"/>
          </p15:clr>
        </p15:guide>
        <p15:guide id="72" orient="horz" pos="3206">
          <p15:clr>
            <a:srgbClr val="F26B43"/>
          </p15:clr>
        </p15:guide>
        <p15:guide id="73" orient="horz" pos="3396">
          <p15:clr>
            <a:srgbClr val="F26B43"/>
          </p15:clr>
        </p15:guide>
        <p15:guide id="74" orient="horz" pos="3332">
          <p15:clr>
            <a:srgbClr val="FBAE40"/>
          </p15:clr>
        </p15:guide>
        <p15:guide id="75" orient="horz" pos="3269">
          <p15:clr>
            <a:srgbClr val="FBAE40"/>
          </p15:clr>
        </p15:guide>
        <p15:guide id="76" orient="horz" pos="3966">
          <p15:clr>
            <a:srgbClr val="F26B43"/>
          </p15:clr>
        </p15:guide>
        <p15:guide id="77" orient="horz" pos="4156">
          <p15:clr>
            <a:srgbClr val="F26B43"/>
          </p15:clr>
        </p15:guide>
        <p15:guide id="78" orient="horz" pos="290">
          <p15:clr>
            <a:srgbClr val="F26B43"/>
          </p15:clr>
        </p15:guide>
        <p15:guide id="79" pos="261">
          <p15:clr>
            <a:srgbClr val="5ACBF0"/>
          </p15:clr>
        </p15:guide>
        <p15:guide id="80" pos="356">
          <p15:clr>
            <a:srgbClr val="F26B43"/>
          </p15:clr>
        </p15:guide>
        <p15:guide id="81" pos="292">
          <p15:clr>
            <a:srgbClr val="FBAE40"/>
          </p15:clr>
        </p15:guide>
        <p15:guide id="82" pos="7422">
          <p15:clr>
            <a:srgbClr val="5ACBF0"/>
          </p15:clr>
        </p15:guide>
        <p15:guide id="83" pos="7327">
          <p15:clr>
            <a:srgbClr val="F26B43"/>
          </p15:clr>
        </p15:guide>
        <p15:guide id="84" pos="7390">
          <p15:clr>
            <a:srgbClr val="FBAE40"/>
          </p15:clr>
        </p15:guide>
        <p15:guide id="85" orient="horz" pos="258">
          <p15:clr>
            <a:srgbClr val="5ACBF0"/>
          </p15:clr>
        </p15:guide>
        <p15:guide id="86" orient="horz" pos="228">
          <p15:clr>
            <a:srgbClr val="F26B43"/>
          </p15:clr>
        </p15:guide>
        <p15:guide id="87" orient="horz" pos="4028">
          <p15:clr>
            <a:srgbClr val="F26B43"/>
          </p15:clr>
        </p15:guide>
        <p15:guide id="88" orient="horz" pos="4092">
          <p15:clr>
            <a:srgbClr val="F26B43"/>
          </p15:clr>
        </p15:guide>
        <p15:guide id="89" orient="horz" pos="4062">
          <p15:clr>
            <a:srgbClr val="5ACBF0"/>
          </p15:clr>
        </p15:guide>
        <p15:guide id="90" orient="horz" pos="352">
          <p15:clr>
            <a:srgbClr val="F26B43"/>
          </p15:clr>
        </p15:guide>
        <p15:guide id="91" orient="horz" pos="164">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33.xml"/><Relationship Id="rId2" Type="http://schemas.openxmlformats.org/officeDocument/2006/relationships/tags" Target="../tags/tag232.xml"/><Relationship Id="rId1" Type="http://schemas.openxmlformats.org/officeDocument/2006/relationships/vmlDrawing" Target="../drawings/vmlDrawing223.vml"/><Relationship Id="rId6" Type="http://schemas.openxmlformats.org/officeDocument/2006/relationships/image" Target="../media/image35.png"/><Relationship Id="rId5" Type="http://schemas.openxmlformats.org/officeDocument/2006/relationships/image" Target="../media/image34.emf"/><Relationship Id="rId4" Type="http://schemas.openxmlformats.org/officeDocument/2006/relationships/oleObject" Target="../embeddings/oleObject231.bin"/></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49.xml"/></Relationships>
</file>

<file path=ppt/slides/_rels/slide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149.xml"/></Relationships>
</file>

<file path=ppt/slides/_rels/slide4.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66.xml"/></Relationships>
</file>

<file path=ppt/slides/_rels/slide5.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66.xml"/></Relationships>
</file>

<file path=ppt/slides/_rels/slide6.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6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6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13.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49.xml"/></Relationships>
</file>

<file path=ppt/slides/_rels/slide1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49.xml"/></Relationships>
</file>

<file path=ppt/slides/_rels/slide1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149.xml"/><Relationship Id="rId5" Type="http://schemas.openxmlformats.org/officeDocument/2006/relationships/image" Target="../media/image46.png"/><Relationship Id="rId4" Type="http://schemas.openxmlformats.org/officeDocument/2006/relationships/image" Target="../media/image45.png"/></Relationships>
</file>

<file path=ppt/slides/_rels/slide16.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149.xml"/><Relationship Id="rId5" Type="http://schemas.openxmlformats.org/officeDocument/2006/relationships/image" Target="../media/image50.png"/><Relationship Id="rId4" Type="http://schemas.openxmlformats.org/officeDocument/2006/relationships/image" Target="../media/image49.png"/></Relationships>
</file>

<file path=ppt/slides/_rels/slide17.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49.xml"/></Relationships>
</file>

<file path=ppt/slides/_rels/slide1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2.png"/><Relationship Id="rId1" Type="http://schemas.openxmlformats.org/officeDocument/2006/relationships/slideLayout" Target="../slideLayouts/slideLayout149.xml"/></Relationships>
</file>

<file path=ppt/slides/_rels/slide19.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image" Target="../media/image54.png"/><Relationship Id="rId1" Type="http://schemas.openxmlformats.org/officeDocument/2006/relationships/slideLayout" Target="../slideLayouts/slideLayout149.xml"/><Relationship Id="rId5" Type="http://schemas.openxmlformats.org/officeDocument/2006/relationships/image" Target="../media/image57.png"/><Relationship Id="rId4" Type="http://schemas.openxmlformats.org/officeDocument/2006/relationships/image" Target="../media/image56.png"/></Relationships>
</file>

<file path=ppt/slides/_rels/slide2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58.png"/><Relationship Id="rId1" Type="http://schemas.openxmlformats.org/officeDocument/2006/relationships/slideLayout" Target="../slideLayouts/slideLayout149.xml"/></Relationships>
</file>

<file path=ppt/slides/_rels/slide21.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149.xml"/></Relationships>
</file>

<file path=ppt/slides/_rels/slide22.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image" Target="../media/image60.png"/><Relationship Id="rId1" Type="http://schemas.openxmlformats.org/officeDocument/2006/relationships/slideLayout" Target="../slideLayouts/slideLayout149.xml"/></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62.png"/><Relationship Id="rId1" Type="http://schemas.openxmlformats.org/officeDocument/2006/relationships/slideLayout" Target="../slideLayouts/slideLayout149.xml"/></Relationships>
</file>

<file path=ppt/slides/_rels/slide24.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image" Target="../media/image64.png"/><Relationship Id="rId1" Type="http://schemas.openxmlformats.org/officeDocument/2006/relationships/slideLayout" Target="../slideLayouts/slideLayout149.xml"/><Relationship Id="rId5" Type="http://schemas.openxmlformats.org/officeDocument/2006/relationships/image" Target="../media/image66.png"/><Relationship Id="rId4" Type="http://schemas.openxmlformats.org/officeDocument/2006/relationships/image" Target="../media/image65.png"/></Relationships>
</file>

<file path=ppt/slides/_rels/slide2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67.png"/><Relationship Id="rId1" Type="http://schemas.openxmlformats.org/officeDocument/2006/relationships/slideLayout" Target="../slideLayouts/slideLayout149.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image" Target="../media/image69.png"/><Relationship Id="rId1" Type="http://schemas.openxmlformats.org/officeDocument/2006/relationships/slideLayout" Target="../slideLayouts/slideLayout149.xml"/><Relationship Id="rId4" Type="http://schemas.openxmlformats.org/officeDocument/2006/relationships/image" Target="../media/image71.png"/></Relationships>
</file>

<file path=ppt/slides/_rels/slide27.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149.xml"/><Relationship Id="rId4" Type="http://schemas.openxmlformats.org/officeDocument/2006/relationships/image" Target="../media/image74.png"/></Relationships>
</file>

<file path=ppt/slides/_rels/slide28.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image" Target="../media/image75.png"/><Relationship Id="rId1" Type="http://schemas.openxmlformats.org/officeDocument/2006/relationships/slideLayout" Target="../slideLayouts/slideLayout149.xml"/></Relationships>
</file>

<file path=ppt/slides/_rels/slide29.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png"/><Relationship Id="rId1" Type="http://schemas.openxmlformats.org/officeDocument/2006/relationships/slideLayout" Target="../slideLayouts/slideLayout14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49.xml"/></Relationships>
</file>

<file path=ppt/slides/_rels/slide31.xml.rels><?xml version="1.0" encoding="UTF-8" standalone="yes"?>
<Relationships xmlns="http://schemas.openxmlformats.org/package/2006/relationships"><Relationship Id="rId2" Type="http://schemas.openxmlformats.org/officeDocument/2006/relationships/image" Target="../media/image78.png"/><Relationship Id="rId1" Type="http://schemas.openxmlformats.org/officeDocument/2006/relationships/slideLayout" Target="../slideLayouts/slideLayout149.xml"/></Relationships>
</file>

<file path=ppt/slides/_rels/slide32.xml.rels><?xml version="1.0" encoding="UTF-8" standalone="yes"?>
<Relationships xmlns="http://schemas.openxmlformats.org/package/2006/relationships"><Relationship Id="rId2" Type="http://schemas.openxmlformats.org/officeDocument/2006/relationships/image" Target="../media/image79.png"/><Relationship Id="rId1" Type="http://schemas.openxmlformats.org/officeDocument/2006/relationships/slideLayout" Target="../slideLayouts/slideLayout149.xml"/></Relationships>
</file>

<file path=ppt/slides/_rels/slide33.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149.xml"/></Relationships>
</file>

<file path=ppt/slides/_rels/slide34.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149.xml"/></Relationships>
</file>

<file path=ppt/slides/_rels/slide35.xml.rels><?xml version="1.0" encoding="UTF-8" standalone="yes"?>
<Relationships xmlns="http://schemas.openxmlformats.org/package/2006/relationships"><Relationship Id="rId2" Type="http://schemas.openxmlformats.org/officeDocument/2006/relationships/image" Target="../media/image82.png"/><Relationship Id="rId1" Type="http://schemas.openxmlformats.org/officeDocument/2006/relationships/slideLayout" Target="../slideLayouts/slideLayout149.xml"/></Relationships>
</file>

<file path=ppt/slides/_rels/slide36.xml.rels><?xml version="1.0" encoding="UTF-8" standalone="yes"?>
<Relationships xmlns="http://schemas.openxmlformats.org/package/2006/relationships"><Relationship Id="rId2" Type="http://schemas.openxmlformats.org/officeDocument/2006/relationships/image" Target="../media/image83.png"/><Relationship Id="rId1" Type="http://schemas.openxmlformats.org/officeDocument/2006/relationships/slideLayout" Target="../slideLayouts/slideLayout149.xml"/></Relationships>
</file>

<file path=ppt/slides/_rels/slide37.xml.rels><?xml version="1.0" encoding="UTF-8" standalone="yes"?>
<Relationships xmlns="http://schemas.openxmlformats.org/package/2006/relationships"><Relationship Id="rId2" Type="http://schemas.openxmlformats.org/officeDocument/2006/relationships/image" Target="../media/image84.png"/><Relationship Id="rId1" Type="http://schemas.openxmlformats.org/officeDocument/2006/relationships/slideLayout" Target="../slideLayouts/slideLayout149.xml"/></Relationships>
</file>

<file path=ppt/slides/_rels/slide38.xml.rels><?xml version="1.0" encoding="UTF-8" standalone="yes"?>
<Relationships xmlns="http://schemas.openxmlformats.org/package/2006/relationships"><Relationship Id="rId2" Type="http://schemas.openxmlformats.org/officeDocument/2006/relationships/image" Target="../media/image85.png"/><Relationship Id="rId1" Type="http://schemas.openxmlformats.org/officeDocument/2006/relationships/slideLayout" Target="../slideLayouts/slideLayout149.xml"/></Relationships>
</file>

<file path=ppt/slides/_rels/slide39.xml.rels><?xml version="1.0" encoding="UTF-8" standalone="yes"?>
<Relationships xmlns="http://schemas.openxmlformats.org/package/2006/relationships"><Relationship Id="rId2" Type="http://schemas.openxmlformats.org/officeDocument/2006/relationships/image" Target="../media/image86.png"/><Relationship Id="rId1" Type="http://schemas.openxmlformats.org/officeDocument/2006/relationships/slideLayout" Target="../slideLayouts/slideLayout14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4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E2C62F63-F613-65E8-461B-E30F9BECE5C8}"/>
            </a:ext>
          </a:extLst>
        </p:cNvPr>
        <p:cNvGrpSpPr/>
        <p:nvPr/>
      </p:nvGrpSpPr>
      <p:grpSpPr>
        <a:xfrm>
          <a:off x="0" y="0"/>
          <a:ext cx="0" cy="0"/>
          <a:chOff x="0" y="0"/>
          <a:chExt cx="0" cy="0"/>
        </a:xfrm>
      </p:grpSpPr>
      <p:graphicFrame>
        <p:nvGraphicFramePr>
          <p:cNvPr id="4" name="think-cell data - do not delete" hidden="1">
            <a:extLst>
              <a:ext uri="{FF2B5EF4-FFF2-40B4-BE49-F238E27FC236}">
                <a16:creationId xmlns:a16="http://schemas.microsoft.com/office/drawing/2014/main" xmlns="" id="{B35D352A-A569-4B0A-685A-75E03F950259}"/>
              </a:ext>
            </a:extLst>
          </p:cNvPr>
          <p:cNvGraphicFramePr>
            <a:graphicFrameLocks noChangeAspect="1"/>
          </p:cNvGraphicFramePr>
          <p:nvPr>
            <p:custDataLst>
              <p:tags r:id="rId2"/>
            </p:custDataLst>
          </p:nvPr>
        </p:nvGraphicFramePr>
        <p:xfrm>
          <a:off x="1588" y="1588"/>
          <a:ext cx="1227" cy="1588"/>
        </p:xfrm>
        <a:graphic>
          <a:graphicData uri="http://schemas.openxmlformats.org/presentationml/2006/ole">
            <mc:AlternateContent xmlns:mc="http://schemas.openxmlformats.org/markup-compatibility/2006">
              <mc:Choice xmlns:v="urn:schemas-microsoft-com:vml" Requires="v">
                <p:oleObj spid="_x0000_s119826" name="think-cell Slide" r:id="rId4" imgW="7772400" imgH="10058400" progId="TCLayout.ActiveDocument.1">
                  <p:embed/>
                </p:oleObj>
              </mc:Choice>
              <mc:Fallback>
                <p:oleObj name="think-cell Slide" r:id="rId4" imgW="7772400" imgH="10058400" progId="TCLayout.ActiveDocument.1">
                  <p:embed/>
                  <p:pic>
                    <p:nvPicPr>
                      <p:cNvPr id="4" name="think-cell data - do not delete" hidden="1">
                        <a:extLst>
                          <a:ext uri="{FF2B5EF4-FFF2-40B4-BE49-F238E27FC236}">
                            <a16:creationId xmlns:a16="http://schemas.microsoft.com/office/drawing/2014/main" xmlns="" id="{B35D352A-A569-4B0A-685A-75E03F950259}"/>
                          </a:ext>
                        </a:extLst>
                      </p:cNvPr>
                      <p:cNvPicPr/>
                      <p:nvPr/>
                    </p:nvPicPr>
                    <p:blipFill>
                      <a:blip r:embed="rId5"/>
                      <a:stretch>
                        <a:fillRect/>
                      </a:stretch>
                    </p:blipFill>
                    <p:spPr>
                      <a:xfrm>
                        <a:off x="1588" y="1588"/>
                        <a:ext cx="1227" cy="1588"/>
                      </a:xfrm>
                      <a:prstGeom prst="rect">
                        <a:avLst/>
                      </a:prstGeom>
                    </p:spPr>
                  </p:pic>
                </p:oleObj>
              </mc:Fallback>
            </mc:AlternateContent>
          </a:graphicData>
        </a:graphic>
      </p:graphicFrame>
      <p:pic>
        <p:nvPicPr>
          <p:cNvPr id="3" name="Picture Placeholder 2">
            <a:extLst>
              <a:ext uri="{FF2B5EF4-FFF2-40B4-BE49-F238E27FC236}">
                <a16:creationId xmlns:a16="http://schemas.microsoft.com/office/drawing/2014/main" xmlns="" id="{7B23BA59-04E1-BCC3-F4FA-8A0B8E47883E}"/>
              </a:ext>
            </a:extLst>
          </p:cNvPr>
          <p:cNvPicPr>
            <a:picLocks noGrp="1" noChangeAspect="1"/>
          </p:cNvPicPr>
          <p:nvPr>
            <p:ph type="pic" sz="quarter" idx="10"/>
          </p:nvPr>
        </p:nvPicPr>
        <p:blipFill>
          <a:blip r:embed="rId6" cstate="print">
            <a:extLst>
              <a:ext uri="{28A0092B-C50C-407E-A947-70E740481C1C}">
                <a14:useLocalDpi xmlns:a14="http://schemas.microsoft.com/office/drawing/2010/main"/>
              </a:ext>
            </a:extLst>
          </a:blip>
          <a:srcRect/>
          <a:stretch/>
        </p:blipFill>
        <p:spPr>
          <a:custGeom>
            <a:avLst/>
            <a:gdLst>
              <a:gd name="csX0" fmla="*/ 0 w 6856134"/>
              <a:gd name="csY0" fmla="*/ 0 h 6856134"/>
              <a:gd name="csX1" fmla="*/ 6856134 w 6856134"/>
              <a:gd name="csY1" fmla="*/ 0 h 6856134"/>
              <a:gd name="csX2" fmla="*/ 6856134 w 6856134"/>
              <a:gd name="csY2" fmla="*/ 6856134 h 6856134"/>
              <a:gd name="csX3" fmla="*/ 3428073 w 6856134"/>
              <a:gd name="csY3" fmla="*/ 6856134 h 6856134"/>
              <a:gd name="csX4" fmla="*/ 3428073 w 6856134"/>
              <a:gd name="csY4" fmla="*/ 3428060 h 6856134"/>
              <a:gd name="csX5" fmla="*/ 0 w 6856134"/>
              <a:gd name="csY5" fmla="*/ 3428060 h 6856134"/>
            </a:gdLst>
            <a:ahLst/>
            <a:cxnLst>
              <a:cxn ang="0">
                <a:pos x="csX0" y="csY0"/>
              </a:cxn>
              <a:cxn ang="0">
                <a:pos x="csX1" y="csY1"/>
              </a:cxn>
              <a:cxn ang="0">
                <a:pos x="csX2" y="csY2"/>
              </a:cxn>
              <a:cxn ang="0">
                <a:pos x="csX3" y="csY3"/>
              </a:cxn>
              <a:cxn ang="0">
                <a:pos x="csX4" y="csY4"/>
              </a:cxn>
              <a:cxn ang="0">
                <a:pos x="csX5" y="csY5"/>
              </a:cxn>
            </a:cxnLst>
            <a:rect l="l" t="t" r="r" b="b"/>
            <a:pathLst>
              <a:path w="6856134" h="6856134">
                <a:moveTo>
                  <a:pt x="0" y="0"/>
                </a:moveTo>
                <a:lnTo>
                  <a:pt x="6856134" y="0"/>
                </a:lnTo>
                <a:lnTo>
                  <a:pt x="6856134" y="6856134"/>
                </a:lnTo>
                <a:lnTo>
                  <a:pt x="3428073" y="6856134"/>
                </a:lnTo>
                <a:lnTo>
                  <a:pt x="3428073" y="3428060"/>
                </a:lnTo>
                <a:lnTo>
                  <a:pt x="0" y="3428060"/>
                </a:lnTo>
                <a:close/>
              </a:path>
            </a:pathLst>
          </a:custGeom>
          <a:solidFill>
            <a:srgbClr val="FFFFFF">
              <a:lumMod val="95000"/>
            </a:srgbClr>
          </a:solidFill>
        </p:spPr>
      </p:pic>
      <p:sp>
        <p:nvSpPr>
          <p:cNvPr id="7" name="Title 6">
            <a:extLst>
              <a:ext uri="{FF2B5EF4-FFF2-40B4-BE49-F238E27FC236}">
                <a16:creationId xmlns:a16="http://schemas.microsoft.com/office/drawing/2014/main" xmlns="" id="{8BCCF240-086B-DEFA-BC9A-4868CDC7DEA8}"/>
              </a:ext>
            </a:extLst>
          </p:cNvPr>
          <p:cNvSpPr>
            <a:spLocks noGrp="1"/>
          </p:cNvSpPr>
          <p:nvPr>
            <p:ph type="ctrTitle"/>
          </p:nvPr>
        </p:nvSpPr>
        <p:spPr/>
        <p:txBody>
          <a:bodyPr vert="horz"/>
          <a:lstStyle/>
          <a:p>
            <a:r>
              <a:rPr lang="en-US" dirty="0"/>
              <a:t>TypeScript</a:t>
            </a:r>
          </a:p>
        </p:txBody>
      </p:sp>
      <p:sp>
        <p:nvSpPr>
          <p:cNvPr id="11" name="Subtitle 10">
            <a:extLst>
              <a:ext uri="{FF2B5EF4-FFF2-40B4-BE49-F238E27FC236}">
                <a16:creationId xmlns:a16="http://schemas.microsoft.com/office/drawing/2014/main" xmlns="" id="{04DAD340-52B1-7144-3B72-D95266398734}"/>
              </a:ext>
            </a:extLst>
          </p:cNvPr>
          <p:cNvSpPr>
            <a:spLocks noGrp="1"/>
          </p:cNvSpPr>
          <p:nvPr>
            <p:ph type="subTitle" idx="1"/>
          </p:nvPr>
        </p:nvSpPr>
        <p:spPr/>
        <p:txBody>
          <a:bodyPr/>
          <a:lstStyle/>
          <a:p>
            <a:r>
              <a:rPr lang="en-US"/>
              <a:t>Date</a:t>
            </a:r>
          </a:p>
          <a:p>
            <a:endParaRPr lang="en-US"/>
          </a:p>
          <a:p>
            <a:r>
              <a:rPr lang="en-US"/>
              <a:t>Name</a:t>
            </a:r>
          </a:p>
          <a:p>
            <a:r>
              <a:rPr lang="en-US"/>
              <a:t>Title</a:t>
            </a:r>
          </a:p>
        </p:txBody>
      </p:sp>
    </p:spTree>
    <p:extLst>
      <p:ext uri="{BB962C8B-B14F-4D97-AF65-F5344CB8AC3E}">
        <p14:creationId xmlns:p14="http://schemas.microsoft.com/office/powerpoint/2010/main" val="350177993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a:extLst>
              <a:ext uri="{FF2B5EF4-FFF2-40B4-BE49-F238E27FC236}">
                <a16:creationId xmlns:a16="http://schemas.microsoft.com/office/drawing/2014/main" xmlns="" id="{EB788767-A345-420E-B23F-0148322AED47}"/>
              </a:ext>
            </a:extLst>
          </p:cNvPr>
          <p:cNvSpPr>
            <a:spLocks noGrp="1"/>
          </p:cNvSpPr>
          <p:nvPr>
            <p:ph type="body" sz="quarter" idx="11"/>
          </p:nvPr>
        </p:nvSpPr>
        <p:spPr/>
        <p:txBody>
          <a:bodyPr/>
          <a:lstStyle/>
          <a:p>
            <a:r>
              <a:rPr lang="en-US" dirty="0"/>
              <a:t>Objectives</a:t>
            </a:r>
          </a:p>
        </p:txBody>
      </p:sp>
      <p:sp>
        <p:nvSpPr>
          <p:cNvPr id="6" name="Text Placeholder 5">
            <a:extLst>
              <a:ext uri="{FF2B5EF4-FFF2-40B4-BE49-F238E27FC236}">
                <a16:creationId xmlns:a16="http://schemas.microsoft.com/office/drawing/2014/main" xmlns="" id="{BC051C61-54ED-49AD-8076-FE82FEB72629}"/>
              </a:ext>
            </a:extLst>
          </p:cNvPr>
          <p:cNvSpPr>
            <a:spLocks noGrp="1"/>
          </p:cNvSpPr>
          <p:nvPr>
            <p:ph type="body" sz="quarter" idx="13"/>
          </p:nvPr>
        </p:nvSpPr>
        <p:spPr>
          <a:xfrm>
            <a:off x="334938" y="1173677"/>
            <a:ext cx="11450409" cy="4226798"/>
          </a:xfrm>
        </p:spPr>
        <p:txBody>
          <a:bodyPr/>
          <a:lstStyle/>
          <a:p>
            <a:r>
              <a:rPr lang="en-US" dirty="0"/>
              <a:t>Understand TypeScript fundamentals and type system.</a:t>
            </a:r>
          </a:p>
          <a:p>
            <a:r>
              <a:rPr lang="en-IN" dirty="0"/>
              <a:t>Understand TypeScript </a:t>
            </a:r>
            <a:r>
              <a:rPr lang="en-IN" b="1" dirty="0"/>
              <a:t>data types</a:t>
            </a:r>
            <a:endParaRPr lang="en-IN" dirty="0"/>
          </a:p>
          <a:p>
            <a:r>
              <a:rPr lang="en-IN" dirty="0"/>
              <a:t>Work with arrays and functions</a:t>
            </a:r>
          </a:p>
          <a:p>
            <a:r>
              <a:rPr lang="en-IN" dirty="0"/>
              <a:t> Use spread &amp; rest operators</a:t>
            </a:r>
          </a:p>
          <a:p>
            <a:r>
              <a:rPr lang="en-IN" dirty="0"/>
              <a:t> Learn proper usage of var, let, and </a:t>
            </a:r>
            <a:r>
              <a:rPr lang="en-IN" dirty="0" err="1"/>
              <a:t>const</a:t>
            </a:r>
            <a:endParaRPr lang="en-US" dirty="0"/>
          </a:p>
          <a:p>
            <a:r>
              <a:rPr lang="en-US" dirty="0"/>
              <a:t>Write type-safe functions and classes</a:t>
            </a:r>
          </a:p>
          <a:p>
            <a:r>
              <a:rPr lang="en-US" dirty="0"/>
              <a:t>Use types, interfaces, and </a:t>
            </a:r>
            <a:r>
              <a:rPr lang="en-US" dirty="0" err="1"/>
              <a:t>enums</a:t>
            </a:r>
            <a:r>
              <a:rPr lang="en-US" dirty="0"/>
              <a:t> effectively</a:t>
            </a:r>
          </a:p>
          <a:p>
            <a:pPr marL="0" indent="0">
              <a:buNone/>
            </a:pPr>
            <a:endParaRPr lang="en-US" dirty="0"/>
          </a:p>
          <a:p>
            <a:endParaRPr lang="en-US" dirty="0"/>
          </a:p>
        </p:txBody>
      </p:sp>
      <p:sp>
        <p:nvSpPr>
          <p:cNvPr id="4" name="Slide Number Placeholder 3"/>
          <p:cNvSpPr>
            <a:spLocks noGrp="1"/>
          </p:cNvSpPr>
          <p:nvPr>
            <p:ph type="sldNum" sz="quarter" idx="4294967295"/>
          </p:nvPr>
        </p:nvSpPr>
        <p:spPr>
          <a:xfrm>
            <a:off x="9347200" y="6492875"/>
            <a:ext cx="2844800" cy="365125"/>
          </a:xfrm>
          <a:prstGeom prst="rect">
            <a:avLst/>
          </a:prstGeom>
        </p:spPr>
        <p:txBody>
          <a:bodyPr/>
          <a:lstStyle/>
          <a:p>
            <a:fld id="{4CE32F19-BBF9-49B0-817B-4B6B9B542E56}" type="slidenum">
              <a:rPr lang="en-US" smtClean="0">
                <a:solidFill>
                  <a:prstClr val="white"/>
                </a:solidFill>
              </a:rPr>
              <a:pPr/>
              <a:t>2</a:t>
            </a:fld>
            <a:endParaRPr lang="en-US" dirty="0">
              <a:solidFill>
                <a:prstClr val="white"/>
              </a:solidFill>
            </a:endParaRPr>
          </a:p>
        </p:txBody>
      </p:sp>
    </p:spTree>
    <p:extLst>
      <p:ext uri="{BB962C8B-B14F-4D97-AF65-F5344CB8AC3E}">
        <p14:creationId xmlns:p14="http://schemas.microsoft.com/office/powerpoint/2010/main" val="164053218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Introduction to pandas</a:t>
            </a:r>
          </a:p>
          <a:p>
            <a:r>
              <a:rPr lang="en-IN" dirty="0"/>
              <a:t/>
            </a:r>
            <a:br>
              <a:rPr lang="en-IN" dirty="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3158813"/>
          </a:xfrm>
        </p:spPr>
        <p:txBody>
          <a:bodyPr/>
          <a:lstStyle/>
          <a:p>
            <a:pPr>
              <a:buClr>
                <a:srgbClr val="00B0F0"/>
              </a:buClr>
              <a:buFont typeface="Courier New" panose="02070309020205020404" pitchFamily="49" charset="0"/>
              <a:buChar char="o"/>
            </a:pPr>
            <a:r>
              <a:rPr lang="en-US" dirty="0" smtClean="0"/>
              <a:t>Pandas </a:t>
            </a:r>
            <a:r>
              <a:rPr lang="en-US" dirty="0"/>
              <a:t>is an open-source library for real world data analysis in python. It is built on top of </a:t>
            </a:r>
            <a:r>
              <a:rPr lang="en-US" dirty="0" err="1"/>
              <a:t>Numpy</a:t>
            </a:r>
            <a:r>
              <a:rPr lang="en-US" dirty="0"/>
              <a:t>. </a:t>
            </a:r>
            <a:endParaRPr lang="en-US" dirty="0" smtClean="0"/>
          </a:p>
          <a:p>
            <a:pPr>
              <a:buClr>
                <a:srgbClr val="00B0F0"/>
              </a:buClr>
              <a:buFont typeface="Courier New" panose="02070309020205020404" pitchFamily="49" charset="0"/>
              <a:buChar char="o"/>
            </a:pPr>
            <a:r>
              <a:rPr lang="en-US" dirty="0" smtClean="0"/>
              <a:t>Using </a:t>
            </a:r>
            <a:r>
              <a:rPr lang="en-US" dirty="0"/>
              <a:t>Pandas, data can be cleaned, transformed, manipulated, and analyzed. </a:t>
            </a:r>
            <a:endParaRPr lang="en-US" dirty="0" smtClean="0"/>
          </a:p>
          <a:p>
            <a:pPr>
              <a:buClr>
                <a:srgbClr val="00B0F0"/>
              </a:buClr>
              <a:buFont typeface="Courier New" panose="02070309020205020404" pitchFamily="49" charset="0"/>
              <a:buChar char="o"/>
            </a:pPr>
            <a:r>
              <a:rPr lang="en-US" dirty="0" smtClean="0"/>
              <a:t>It </a:t>
            </a:r>
            <a:r>
              <a:rPr lang="en-US" dirty="0"/>
              <a:t>is suited for different kinds of data including tabular as in a SQL table or a Excel spreadsheets, time series data, observational or statistical datasets</a:t>
            </a:r>
            <a:r>
              <a:rPr lang="en-US" dirty="0" smtClean="0"/>
              <a:t>.</a:t>
            </a:r>
            <a:endParaRPr lang="en-US" dirty="0"/>
          </a:p>
          <a:p>
            <a:pPr>
              <a:buClr>
                <a:srgbClr val="00B0F0"/>
              </a:buClr>
              <a:buFont typeface="Courier New" panose="02070309020205020404" pitchFamily="49" charset="0"/>
              <a:buChar char="o"/>
            </a:pPr>
            <a:r>
              <a:rPr lang="en-US" dirty="0"/>
              <a:t>The steps involved to perform data analysis using Pandas are as follows:</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6798" y="3744098"/>
            <a:ext cx="6477000" cy="17851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Python Libraries?</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139047"/>
          </a:xfrm>
        </p:spPr>
        <p:txBody>
          <a:bodyPr/>
          <a:lstStyle/>
          <a:p>
            <a:pPr>
              <a:buClr>
                <a:srgbClr val="00B0F0"/>
              </a:buClr>
              <a:buFont typeface="Courier New" panose="02070309020205020404" pitchFamily="49" charset="0"/>
              <a:buChar char="o"/>
            </a:pPr>
            <a:r>
              <a:rPr lang="en-US" b="1" dirty="0" smtClean="0"/>
              <a:t>Reading </a:t>
            </a:r>
            <a:r>
              <a:rPr lang="en-US" b="1" dirty="0"/>
              <a:t>the data</a:t>
            </a:r>
          </a:p>
          <a:p>
            <a:pPr>
              <a:buClr>
                <a:srgbClr val="00B0F0"/>
              </a:buClr>
              <a:buFont typeface="Courier New" panose="02070309020205020404" pitchFamily="49" charset="0"/>
              <a:buChar char="o"/>
            </a:pPr>
            <a:r>
              <a:rPr lang="en-US" dirty="0"/>
              <a:t>The first step is to read the data. There are multiple formats in which data can be obtained such as '.</a:t>
            </a:r>
            <a:r>
              <a:rPr lang="en-US" dirty="0" err="1"/>
              <a:t>csv</a:t>
            </a:r>
            <a:r>
              <a:rPr lang="en-US" dirty="0"/>
              <a:t>', '.</a:t>
            </a:r>
            <a:r>
              <a:rPr lang="en-US" dirty="0" err="1"/>
              <a:t>json</a:t>
            </a:r>
            <a:r>
              <a:rPr lang="en-US" dirty="0"/>
              <a:t>', '.</a:t>
            </a:r>
            <a:r>
              <a:rPr lang="en-US" dirty="0" err="1"/>
              <a:t>xlsx</a:t>
            </a:r>
            <a:r>
              <a:rPr lang="en-US" dirty="0"/>
              <a:t>' etc. </a:t>
            </a:r>
          </a:p>
          <a:p>
            <a:pPr>
              <a:buClr>
                <a:srgbClr val="00B0F0"/>
              </a:buClr>
              <a:buFont typeface="Courier New" panose="02070309020205020404" pitchFamily="49" charset="0"/>
              <a:buChar char="o"/>
            </a:pPr>
            <a:r>
              <a:rPr lang="en-US" dirty="0"/>
              <a:t>Below are the examples</a:t>
            </a:r>
            <a:r>
              <a:rPr lang="en-US" dirty="0" smtClean="0"/>
              <a:t>:</a:t>
            </a:r>
            <a:endParaRPr lang="en-US" dirty="0"/>
          </a:p>
          <a:p>
            <a:pPr>
              <a:buClr>
                <a:srgbClr val="00B0F0"/>
              </a:buClr>
              <a:buFont typeface="Courier New" panose="02070309020205020404" pitchFamily="49" charset="0"/>
              <a:buChar char="o"/>
            </a:pPr>
            <a:r>
              <a:rPr lang="en-US" dirty="0"/>
              <a:t>Example of an excel file:</a:t>
            </a:r>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19218" y="3323967"/>
            <a:ext cx="6515100" cy="281244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Python Libraries?</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81103"/>
          </a:xfrm>
        </p:spPr>
        <p:txBody>
          <a:bodyPr/>
          <a:lstStyle/>
          <a:p>
            <a:pPr>
              <a:buClr>
                <a:srgbClr val="00B0F0"/>
              </a:buClr>
              <a:buFont typeface="Courier New" panose="02070309020205020404" pitchFamily="49" charset="0"/>
              <a:buChar char="o"/>
            </a:pPr>
            <a:r>
              <a:rPr lang="en-US" dirty="0" smtClean="0"/>
              <a:t>Example </a:t>
            </a:r>
            <a:r>
              <a:rPr lang="en-US" dirty="0"/>
              <a:t>of a </a:t>
            </a:r>
            <a:r>
              <a:rPr lang="en-US" dirty="0" err="1"/>
              <a:t>json</a:t>
            </a:r>
            <a:r>
              <a:rPr lang="en-US" dirty="0"/>
              <a:t> (</a:t>
            </a:r>
            <a:r>
              <a:rPr lang="en-US" dirty="0" err="1"/>
              <a:t>javascript</a:t>
            </a:r>
            <a:r>
              <a:rPr lang="en-US" dirty="0"/>
              <a:t> object notation) file:</a:t>
            </a:r>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70177" y="1714115"/>
            <a:ext cx="4314825" cy="38004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36806649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Python Libraries?</a:t>
            </a:r>
          </a:p>
          <a:p>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1629164"/>
          </a:xfrm>
        </p:spPr>
        <p:txBody>
          <a:bodyPr/>
          <a:lstStyle/>
          <a:p>
            <a:pPr>
              <a:buClr>
                <a:srgbClr val="00B0F0"/>
              </a:buClr>
              <a:buFont typeface="Courier New" panose="02070309020205020404" pitchFamily="49" charset="0"/>
              <a:buChar char="o"/>
            </a:pPr>
            <a:r>
              <a:rPr lang="en-US" b="1" dirty="0" smtClean="0"/>
              <a:t>Example </a:t>
            </a:r>
            <a:r>
              <a:rPr lang="en-US" b="1" dirty="0"/>
              <a:t>of a </a:t>
            </a:r>
            <a:r>
              <a:rPr lang="en-US" b="1" dirty="0" err="1"/>
              <a:t>csv</a:t>
            </a:r>
            <a:r>
              <a:rPr lang="en-US" b="1" dirty="0"/>
              <a:t> (comma separated values) file:</a:t>
            </a:r>
          </a:p>
          <a:p>
            <a:r>
              <a:rPr lang="en-US" dirty="0" smtClean="0"/>
              <a:t/>
            </a:r>
            <a:br>
              <a:rPr lang="en-US" dirty="0" smtClean="0"/>
            </a:br>
            <a:endParaRPr lang="en-US" dirty="0" smtClean="0"/>
          </a:p>
          <a:p>
            <a:pPr>
              <a:buClr>
                <a:srgbClr val="00B0F0"/>
              </a:buClr>
              <a:buFont typeface="Courier New" panose="02070309020205020404" pitchFamily="49" charset="0"/>
              <a:buChar char="o"/>
            </a:pPr>
            <a:endParaRPr lang="en-US" dirty="0"/>
          </a:p>
        </p:txBody>
      </p:sp>
      <p:pic>
        <p:nvPicPr>
          <p:cNvPr id="244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2038" y="1757492"/>
            <a:ext cx="10067925" cy="41338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6282372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Steps in data analysis</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818207"/>
          </a:xfrm>
        </p:spPr>
        <p:txBody>
          <a:bodyPr/>
          <a:lstStyle/>
          <a:p>
            <a:pPr>
              <a:buClr>
                <a:srgbClr val="00B0F0"/>
              </a:buClr>
              <a:buFont typeface="Courier New" panose="02070309020205020404" pitchFamily="49" charset="0"/>
              <a:buChar char="o"/>
            </a:pPr>
            <a:r>
              <a:rPr lang="en-US" b="1" dirty="0" smtClean="0"/>
              <a:t>Exploring </a:t>
            </a:r>
            <a:r>
              <a:rPr lang="en-US" b="1" dirty="0"/>
              <a:t>the data</a:t>
            </a:r>
          </a:p>
          <a:p>
            <a:pPr>
              <a:buClr>
                <a:srgbClr val="00B0F0"/>
              </a:buClr>
              <a:buFont typeface="Courier New" panose="02070309020205020404" pitchFamily="49" charset="0"/>
              <a:buChar char="o"/>
            </a:pPr>
            <a:r>
              <a:rPr lang="en-US" dirty="0"/>
              <a:t>The next step is to explore the data. Exploring data helps to:</a:t>
            </a:r>
          </a:p>
          <a:p>
            <a:pPr lvl="1">
              <a:buClr>
                <a:srgbClr val="00B0F0"/>
              </a:buClr>
              <a:buFont typeface="Courier New" panose="02070309020205020404" pitchFamily="49" charset="0"/>
              <a:buChar char="o"/>
            </a:pPr>
            <a:r>
              <a:rPr lang="en-US" dirty="0" smtClean="0"/>
              <a:t>know </a:t>
            </a:r>
            <a:r>
              <a:rPr lang="en-US" dirty="0"/>
              <a:t>the shape(number of rows and columns) of the data</a:t>
            </a:r>
          </a:p>
          <a:p>
            <a:pPr lvl="1">
              <a:buClr>
                <a:srgbClr val="00B0F0"/>
              </a:buClr>
              <a:buFont typeface="Courier New" panose="02070309020205020404" pitchFamily="49" charset="0"/>
              <a:buChar char="o"/>
            </a:pPr>
            <a:r>
              <a:rPr lang="en-US" dirty="0" smtClean="0"/>
              <a:t>understand </a:t>
            </a:r>
            <a:r>
              <a:rPr lang="en-US" dirty="0"/>
              <a:t>the nature of the data by obtaining subsets of the data</a:t>
            </a:r>
          </a:p>
          <a:p>
            <a:pPr lvl="1">
              <a:buClr>
                <a:srgbClr val="00B0F0"/>
              </a:buClr>
              <a:buFont typeface="Courier New" panose="02070309020205020404" pitchFamily="49" charset="0"/>
              <a:buChar char="o"/>
            </a:pPr>
            <a:r>
              <a:rPr lang="en-US" dirty="0" smtClean="0"/>
              <a:t>identify </a:t>
            </a:r>
            <a:r>
              <a:rPr lang="en-US" dirty="0"/>
              <a:t>missing values and treat them accordingly</a:t>
            </a:r>
          </a:p>
          <a:p>
            <a:pPr lvl="1">
              <a:buClr>
                <a:srgbClr val="00B0F0"/>
              </a:buClr>
              <a:buFont typeface="Courier New" panose="02070309020205020404" pitchFamily="49" charset="0"/>
              <a:buChar char="o"/>
            </a:pPr>
            <a:r>
              <a:rPr lang="en-US" dirty="0" smtClean="0"/>
              <a:t>get </a:t>
            </a:r>
            <a:r>
              <a:rPr lang="en-US" dirty="0"/>
              <a:t>insights about the data using descriptive statistics </a:t>
            </a:r>
          </a:p>
          <a:p>
            <a:pPr>
              <a:buClr>
                <a:srgbClr val="00B0F0"/>
              </a:buClr>
              <a:buFont typeface="Courier New" panose="02070309020205020404" pitchFamily="49" charset="0"/>
              <a:buChar char="o"/>
            </a:pPr>
            <a:endParaRPr lang="en-US" dirty="0"/>
          </a:p>
        </p:txBody>
      </p:sp>
    </p:spTree>
    <p:extLst>
      <p:ext uri="{BB962C8B-B14F-4D97-AF65-F5344CB8AC3E}">
        <p14:creationId xmlns:p14="http://schemas.microsoft.com/office/powerpoint/2010/main" val="387669224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Steps in data analysis</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681760"/>
          </a:xfrm>
        </p:spPr>
        <p:txBody>
          <a:bodyPr/>
          <a:lstStyle/>
          <a:p>
            <a:pPr>
              <a:buClr>
                <a:srgbClr val="00B0F0"/>
              </a:buClr>
              <a:buFont typeface="Courier New" panose="02070309020205020404" pitchFamily="49" charset="0"/>
              <a:buChar char="o"/>
            </a:pPr>
            <a:r>
              <a:rPr lang="en-US" b="1" dirty="0" smtClean="0"/>
              <a:t>Performing </a:t>
            </a:r>
            <a:r>
              <a:rPr lang="en-US" b="1" dirty="0"/>
              <a:t>operations on the data</a:t>
            </a:r>
          </a:p>
          <a:p>
            <a:pPr>
              <a:buClr>
                <a:srgbClr val="00B0F0"/>
              </a:buClr>
              <a:buFont typeface="Courier New" panose="02070309020205020404" pitchFamily="49" charset="0"/>
              <a:buChar char="o"/>
            </a:pPr>
            <a:r>
              <a:rPr lang="en-US" dirty="0"/>
              <a:t>Some of the operations supported by pandas for data manipulation are as follows</a:t>
            </a:r>
            <a:r>
              <a:rPr lang="en-US" dirty="0" smtClean="0"/>
              <a:t>:</a:t>
            </a:r>
            <a:endParaRPr lang="en-US" dirty="0"/>
          </a:p>
          <a:p>
            <a:pPr lvl="1">
              <a:buClr>
                <a:srgbClr val="00B0F0"/>
              </a:buClr>
              <a:buFont typeface="Courier New" panose="02070309020205020404" pitchFamily="49" charset="0"/>
              <a:buChar char="o"/>
            </a:pPr>
            <a:r>
              <a:rPr lang="en-US" dirty="0"/>
              <a:t>Grouping operations </a:t>
            </a:r>
          </a:p>
          <a:p>
            <a:pPr lvl="1">
              <a:buClr>
                <a:srgbClr val="00B0F0"/>
              </a:buClr>
              <a:buFont typeface="Courier New" panose="02070309020205020404" pitchFamily="49" charset="0"/>
              <a:buChar char="o"/>
            </a:pPr>
            <a:r>
              <a:rPr lang="en-US" dirty="0"/>
              <a:t>Sorting operations </a:t>
            </a:r>
          </a:p>
          <a:p>
            <a:pPr lvl="1">
              <a:buClr>
                <a:srgbClr val="00B0F0"/>
              </a:buClr>
              <a:buFont typeface="Courier New" panose="02070309020205020404" pitchFamily="49" charset="0"/>
              <a:buChar char="o"/>
            </a:pPr>
            <a:r>
              <a:rPr lang="en-US" dirty="0"/>
              <a:t>Masking operations </a:t>
            </a:r>
          </a:p>
          <a:p>
            <a:pPr lvl="1">
              <a:buClr>
                <a:srgbClr val="00B0F0"/>
              </a:buClr>
              <a:buFont typeface="Courier New" panose="02070309020205020404" pitchFamily="49" charset="0"/>
              <a:buChar char="o"/>
            </a:pPr>
            <a:r>
              <a:rPr lang="en-US" dirty="0"/>
              <a:t>Merging operations </a:t>
            </a:r>
          </a:p>
          <a:p>
            <a:pPr lvl="1">
              <a:buClr>
                <a:srgbClr val="00B0F0"/>
              </a:buClr>
              <a:buFont typeface="Courier New" panose="02070309020205020404" pitchFamily="49" charset="0"/>
              <a:buChar char="o"/>
            </a:pPr>
            <a:r>
              <a:rPr lang="en-US" dirty="0"/>
              <a:t>Concatenating operations </a:t>
            </a:r>
          </a:p>
        </p:txBody>
      </p:sp>
    </p:spTree>
    <p:extLst>
      <p:ext uri="{BB962C8B-B14F-4D97-AF65-F5344CB8AC3E}">
        <p14:creationId xmlns:p14="http://schemas.microsoft.com/office/powerpoint/2010/main" val="2667873608"/>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Steps in data analysis</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613023"/>
          </a:xfrm>
        </p:spPr>
        <p:txBody>
          <a:bodyPr/>
          <a:lstStyle/>
          <a:p>
            <a:pPr>
              <a:buClr>
                <a:srgbClr val="00B0F0"/>
              </a:buClr>
              <a:buFont typeface="Courier New" panose="02070309020205020404" pitchFamily="49" charset="0"/>
              <a:buChar char="o"/>
            </a:pPr>
            <a:r>
              <a:rPr lang="en-US" b="1" dirty="0" smtClean="0"/>
              <a:t>Visualizing </a:t>
            </a:r>
            <a:r>
              <a:rPr lang="en-US" b="1" dirty="0"/>
              <a:t>data</a:t>
            </a:r>
          </a:p>
          <a:p>
            <a:pPr>
              <a:buClr>
                <a:srgbClr val="00B0F0"/>
              </a:buClr>
              <a:buFont typeface="Courier New" panose="02070309020205020404" pitchFamily="49" charset="0"/>
              <a:buChar char="o"/>
            </a:pPr>
            <a:r>
              <a:rPr lang="en-US" dirty="0"/>
              <a:t>The next step is to visualize the data to get a clear picture of various </a:t>
            </a:r>
            <a:r>
              <a:rPr lang="en-US" dirty="0" err="1"/>
              <a:t>relationshipsamong</a:t>
            </a:r>
            <a:r>
              <a:rPr lang="en-US" dirty="0"/>
              <a:t> the data. The following plots can help visualize the data:</a:t>
            </a:r>
          </a:p>
          <a:p>
            <a:pPr lvl="1">
              <a:buClr>
                <a:srgbClr val="00B0F0"/>
              </a:buClr>
              <a:buFont typeface="Courier New" panose="02070309020205020404" pitchFamily="49" charset="0"/>
              <a:buChar char="o"/>
            </a:pPr>
            <a:r>
              <a:rPr lang="en-US" dirty="0" smtClean="0"/>
              <a:t>Scatter </a:t>
            </a:r>
            <a:r>
              <a:rPr lang="en-US" dirty="0"/>
              <a:t>plot</a:t>
            </a:r>
          </a:p>
          <a:p>
            <a:pPr lvl="1">
              <a:buClr>
                <a:srgbClr val="00B0F0"/>
              </a:buClr>
              <a:buFont typeface="Courier New" panose="02070309020205020404" pitchFamily="49" charset="0"/>
              <a:buChar char="o"/>
            </a:pPr>
            <a:r>
              <a:rPr lang="en-US" dirty="0" smtClean="0"/>
              <a:t>Box </a:t>
            </a:r>
            <a:r>
              <a:rPr lang="en-US" dirty="0"/>
              <a:t>plot</a:t>
            </a:r>
          </a:p>
          <a:p>
            <a:pPr lvl="1">
              <a:buClr>
                <a:srgbClr val="00B0F0"/>
              </a:buClr>
              <a:buFont typeface="Courier New" panose="02070309020205020404" pitchFamily="49" charset="0"/>
              <a:buChar char="o"/>
            </a:pPr>
            <a:r>
              <a:rPr lang="en-US" dirty="0" smtClean="0"/>
              <a:t>Bar </a:t>
            </a:r>
            <a:r>
              <a:rPr lang="en-US" dirty="0"/>
              <a:t>plot</a:t>
            </a:r>
          </a:p>
          <a:p>
            <a:pPr lvl="1">
              <a:buClr>
                <a:srgbClr val="00B0F0"/>
              </a:buClr>
              <a:buFont typeface="Courier New" panose="02070309020205020404" pitchFamily="49" charset="0"/>
              <a:buChar char="o"/>
            </a:pPr>
            <a:r>
              <a:rPr lang="en-US" dirty="0" smtClean="0"/>
              <a:t>Histogram </a:t>
            </a:r>
            <a:r>
              <a:rPr lang="en-US" dirty="0"/>
              <a:t>and many more</a:t>
            </a:r>
          </a:p>
        </p:txBody>
      </p:sp>
    </p:spTree>
    <p:extLst>
      <p:ext uri="{BB962C8B-B14F-4D97-AF65-F5344CB8AC3E}">
        <p14:creationId xmlns:p14="http://schemas.microsoft.com/office/powerpoint/2010/main" val="3319997568"/>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Steps in data analysis</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678134"/>
          </a:xfrm>
        </p:spPr>
        <p:txBody>
          <a:bodyPr/>
          <a:lstStyle/>
          <a:p>
            <a:pPr>
              <a:buClr>
                <a:srgbClr val="00B0F0"/>
              </a:buClr>
              <a:buFont typeface="Courier New" panose="02070309020205020404" pitchFamily="49" charset="0"/>
              <a:buChar char="o"/>
            </a:pPr>
            <a:r>
              <a:rPr lang="en-US" b="1" dirty="0" smtClean="0"/>
              <a:t>Generating </a:t>
            </a:r>
            <a:r>
              <a:rPr lang="en-US" b="1" dirty="0"/>
              <a:t>Insights</a:t>
            </a:r>
          </a:p>
          <a:p>
            <a:pPr lvl="1">
              <a:buClr>
                <a:srgbClr val="00B0F0"/>
              </a:buClr>
              <a:buFont typeface="Courier New" panose="02070309020205020404" pitchFamily="49" charset="0"/>
              <a:buChar char="o"/>
            </a:pPr>
            <a:r>
              <a:rPr lang="en-US" dirty="0"/>
              <a:t>All the above steps help generating insights about our data. </a:t>
            </a:r>
          </a:p>
        </p:txBody>
      </p:sp>
    </p:spTree>
    <p:extLst>
      <p:ext uri="{BB962C8B-B14F-4D97-AF65-F5344CB8AC3E}">
        <p14:creationId xmlns:p14="http://schemas.microsoft.com/office/powerpoint/2010/main" val="407180238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Why Pandas?</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2205732"/>
          </a:xfrm>
        </p:spPr>
        <p:txBody>
          <a:bodyPr/>
          <a:lstStyle/>
          <a:p>
            <a:pPr>
              <a:buClr>
                <a:srgbClr val="00B0F0"/>
              </a:buClr>
              <a:buFont typeface="Courier New" panose="02070309020205020404" pitchFamily="49" charset="0"/>
              <a:buChar char="o"/>
            </a:pPr>
            <a:r>
              <a:rPr lang="en-US" dirty="0" smtClean="0"/>
              <a:t>Pandas </a:t>
            </a:r>
            <a:r>
              <a:rPr lang="en-US" dirty="0"/>
              <a:t>is one of the most popular data wrangling and analysis tools because it</a:t>
            </a:r>
            <a:r>
              <a:rPr lang="en-US" dirty="0" smtClean="0"/>
              <a:t>:</a:t>
            </a:r>
            <a:endParaRPr lang="en-US" dirty="0"/>
          </a:p>
          <a:p>
            <a:pPr lvl="1">
              <a:buClr>
                <a:srgbClr val="00B0F0"/>
              </a:buClr>
              <a:buFont typeface="Courier New" panose="02070309020205020404" pitchFamily="49" charset="0"/>
              <a:buChar char="o"/>
            </a:pPr>
            <a:r>
              <a:rPr lang="en-US" dirty="0"/>
              <a:t>has the capability to load huge sizes of data easily</a:t>
            </a:r>
          </a:p>
          <a:p>
            <a:pPr lvl="1">
              <a:buClr>
                <a:srgbClr val="00B0F0"/>
              </a:buClr>
              <a:buFont typeface="Courier New" panose="02070309020205020404" pitchFamily="49" charset="0"/>
              <a:buChar char="o"/>
            </a:pPr>
            <a:r>
              <a:rPr lang="en-US" dirty="0"/>
              <a:t>provides us with extremely streamlined forms of data representation</a:t>
            </a:r>
          </a:p>
          <a:p>
            <a:pPr lvl="1">
              <a:buClr>
                <a:srgbClr val="00B0F0"/>
              </a:buClr>
              <a:buFont typeface="Courier New" panose="02070309020205020404" pitchFamily="49" charset="0"/>
              <a:buChar char="o"/>
            </a:pPr>
            <a:r>
              <a:rPr lang="en-US" dirty="0"/>
              <a:t>can handle </a:t>
            </a:r>
            <a:r>
              <a:rPr lang="en-US" dirty="0" err="1"/>
              <a:t>heterogenous</a:t>
            </a:r>
            <a:r>
              <a:rPr lang="en-US" dirty="0"/>
              <a:t> data, has extensive set of data manipulation features and makes data flexible and customizable</a:t>
            </a:r>
          </a:p>
          <a:p>
            <a:pPr>
              <a:buClr>
                <a:srgbClr val="00B0F0"/>
              </a:buClr>
              <a:buFont typeface="Courier New" panose="02070309020205020404" pitchFamily="49" charset="0"/>
              <a:buChar char="o"/>
            </a:pPr>
            <a:r>
              <a:rPr lang="en-US" dirty="0"/>
              <a:t> </a:t>
            </a:r>
          </a:p>
        </p:txBody>
      </p:sp>
    </p:spTree>
    <p:extLst>
      <p:ext uri="{BB962C8B-B14F-4D97-AF65-F5344CB8AC3E}">
        <p14:creationId xmlns:p14="http://schemas.microsoft.com/office/powerpoint/2010/main" val="32337725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a:xfrm>
            <a:off x="334937" y="245863"/>
            <a:ext cx="11478122" cy="557326"/>
          </a:xfrm>
        </p:spPr>
        <p:txBody>
          <a:bodyPr/>
          <a:lstStyle/>
          <a:p>
            <a:r>
              <a:rPr lang="en-IN" dirty="0"/>
              <a:t>Introduction to Pandas objects</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34937" y="1029334"/>
            <a:ext cx="11450409" cy="814582"/>
          </a:xfrm>
        </p:spPr>
        <p:txBody>
          <a:bodyPr/>
          <a:lstStyle/>
          <a:p>
            <a:pPr>
              <a:buClr>
                <a:srgbClr val="00B0F0"/>
              </a:buClr>
              <a:buFont typeface="Courier New" panose="02070309020205020404" pitchFamily="49" charset="0"/>
              <a:buChar char="o"/>
            </a:pPr>
            <a:r>
              <a:rPr lang="en-US" dirty="0" smtClean="0"/>
              <a:t>Pandas </a:t>
            </a:r>
            <a:r>
              <a:rPr lang="en-US" dirty="0"/>
              <a:t>Series </a:t>
            </a:r>
            <a:r>
              <a:rPr lang="en-US" dirty="0" smtClean="0"/>
              <a:t>object</a:t>
            </a:r>
          </a:p>
          <a:p>
            <a:pPr>
              <a:buClr>
                <a:srgbClr val="00B0F0"/>
              </a:buClr>
              <a:buFont typeface="Courier New" panose="02070309020205020404" pitchFamily="49" charset="0"/>
              <a:buChar char="o"/>
            </a:pPr>
            <a:r>
              <a:rPr lang="en-US" dirty="0" smtClean="0"/>
              <a:t>Pandas </a:t>
            </a:r>
            <a:r>
              <a:rPr lang="en-US" dirty="0" err="1"/>
              <a:t>DataFrame</a:t>
            </a:r>
            <a:r>
              <a:rPr lang="en-US" dirty="0"/>
              <a:t> object</a:t>
            </a:r>
          </a:p>
        </p:txBody>
      </p:sp>
    </p:spTree>
    <p:extLst>
      <p:ext uri="{BB962C8B-B14F-4D97-AF65-F5344CB8AC3E}">
        <p14:creationId xmlns:p14="http://schemas.microsoft.com/office/powerpoint/2010/main" val="361458669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Pandas Series object</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192652" y="1173892"/>
            <a:ext cx="11450409" cy="1119281"/>
          </a:xfrm>
        </p:spPr>
        <p:txBody>
          <a:bodyPr/>
          <a:lstStyle/>
          <a:p>
            <a:pPr>
              <a:buClr>
                <a:srgbClr val="00B0F0"/>
              </a:buClr>
              <a:buFont typeface="Courier New" panose="02070309020205020404" pitchFamily="49" charset="0"/>
              <a:buChar char="o"/>
            </a:pPr>
            <a:r>
              <a:rPr lang="en-US" dirty="0" smtClean="0"/>
              <a:t>Series </a:t>
            </a:r>
            <a:r>
              <a:rPr lang="en-US" dirty="0"/>
              <a:t>is one dimensional </a:t>
            </a:r>
            <a:r>
              <a:rPr lang="en-US" dirty="0" err="1"/>
              <a:t>labelled</a:t>
            </a:r>
            <a:r>
              <a:rPr lang="en-US" dirty="0"/>
              <a:t> array. It supports different </a:t>
            </a:r>
            <a:r>
              <a:rPr lang="en-US" dirty="0" err="1"/>
              <a:t>datatypes</a:t>
            </a:r>
            <a:r>
              <a:rPr lang="en-US" dirty="0"/>
              <a:t> like integer, float, string etc. Let us understand more about series with the following example</a:t>
            </a:r>
            <a:r>
              <a:rPr lang="en-US" dirty="0" smtClean="0"/>
              <a:t>.</a:t>
            </a:r>
            <a:endParaRPr lang="en-US" dirty="0"/>
          </a:p>
          <a:p>
            <a:pPr>
              <a:buClr>
                <a:srgbClr val="00B0F0"/>
              </a:buClr>
              <a:buFont typeface="Courier New" panose="02070309020205020404" pitchFamily="49" charset="0"/>
              <a:buChar char="o"/>
            </a:pPr>
            <a:r>
              <a:rPr lang="en-US" dirty="0"/>
              <a:t>Consider the scenario where marks of students are given as shown in the following table:</a:t>
            </a:r>
          </a:p>
        </p:txBody>
      </p:sp>
      <p:pic>
        <p:nvPicPr>
          <p:cNvPr id="2457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35179" y="2786320"/>
            <a:ext cx="3606243" cy="250369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5994494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Pandas Series object</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5493812"/>
          </a:xfrm>
        </p:spPr>
        <p:txBody>
          <a:bodyPr/>
          <a:lstStyle/>
          <a:p>
            <a:pPr>
              <a:buClr>
                <a:srgbClr val="00B0F0"/>
              </a:buClr>
              <a:buFont typeface="Courier New" panose="02070309020205020404" pitchFamily="49" charset="0"/>
              <a:buChar char="o"/>
            </a:pPr>
            <a:r>
              <a:rPr lang="en-US" dirty="0" smtClean="0"/>
              <a:t>The </a:t>
            </a:r>
            <a:r>
              <a:rPr lang="en-US" dirty="0"/>
              <a:t>pandas series object can be used to represent this data in a meaningful manner. Series is created using the following syntax</a:t>
            </a:r>
            <a:r>
              <a:rPr lang="en-US" dirty="0" smtClean="0"/>
              <a:t>:</a:t>
            </a:r>
            <a:endParaRPr lang="en-US" dirty="0"/>
          </a:p>
          <a:p>
            <a:pPr>
              <a:buClr>
                <a:srgbClr val="00B0F0"/>
              </a:buClr>
              <a:buFont typeface="Courier New" panose="02070309020205020404" pitchFamily="49" charset="0"/>
              <a:buChar char="o"/>
            </a:pPr>
            <a:r>
              <a:rPr lang="en-US" dirty="0"/>
              <a:t>Syntax</a:t>
            </a:r>
            <a:r>
              <a:rPr lang="en-US" dirty="0" smtClean="0"/>
              <a:t>:</a:t>
            </a:r>
            <a:endParaRPr lang="en-US" dirty="0"/>
          </a:p>
          <a:p>
            <a:pPr lvl="1">
              <a:buClr>
                <a:srgbClr val="00B0F0"/>
              </a:buClr>
              <a:buFont typeface="Courier New" panose="02070309020205020404" pitchFamily="49" charset="0"/>
              <a:buChar char="o"/>
            </a:pPr>
            <a:r>
              <a:rPr lang="en-US" dirty="0" err="1" smtClean="0"/>
              <a:t>pd.Series</a:t>
            </a:r>
            <a:r>
              <a:rPr lang="en-US" dirty="0" smtClean="0"/>
              <a:t>(data</a:t>
            </a:r>
            <a:r>
              <a:rPr lang="en-US" dirty="0"/>
              <a:t>, index, </a:t>
            </a:r>
            <a:r>
              <a:rPr lang="en-US" dirty="0" err="1"/>
              <a:t>dtype</a:t>
            </a:r>
            <a:r>
              <a:rPr lang="en-US" dirty="0" smtClean="0"/>
              <a:t>)</a:t>
            </a:r>
            <a:endParaRPr lang="en-US" dirty="0"/>
          </a:p>
          <a:p>
            <a:pPr lvl="2">
              <a:buClr>
                <a:srgbClr val="00B0F0"/>
              </a:buClr>
              <a:buFont typeface="Courier New" panose="02070309020205020404" pitchFamily="49" charset="0"/>
              <a:buChar char="o"/>
            </a:pPr>
            <a:r>
              <a:rPr lang="en-US" dirty="0" smtClean="0"/>
              <a:t>data </a:t>
            </a:r>
            <a:r>
              <a:rPr lang="en-US" dirty="0"/>
              <a:t>– It can be a list, a list of lists or even a </a:t>
            </a:r>
            <a:r>
              <a:rPr lang="en-US" dirty="0" smtClean="0"/>
              <a:t>dictionary.</a:t>
            </a:r>
          </a:p>
          <a:p>
            <a:pPr lvl="2">
              <a:buClr>
                <a:srgbClr val="00B0F0"/>
              </a:buClr>
              <a:buFont typeface="Courier New" panose="02070309020205020404" pitchFamily="49" charset="0"/>
              <a:buChar char="o"/>
            </a:pPr>
            <a:r>
              <a:rPr lang="en-US" dirty="0" smtClean="0"/>
              <a:t>index </a:t>
            </a:r>
            <a:r>
              <a:rPr lang="en-US" dirty="0"/>
              <a:t>– The index can be explicitly defined for different </a:t>
            </a:r>
            <a:r>
              <a:rPr lang="en-US" dirty="0" err="1"/>
              <a:t>valuesif</a:t>
            </a:r>
            <a:r>
              <a:rPr lang="en-US" dirty="0"/>
              <a:t> </a:t>
            </a:r>
            <a:r>
              <a:rPr lang="en-US" dirty="0" smtClean="0"/>
              <a:t>required.</a:t>
            </a:r>
          </a:p>
          <a:p>
            <a:pPr lvl="2">
              <a:buClr>
                <a:srgbClr val="00B0F0"/>
              </a:buClr>
              <a:buFont typeface="Courier New" panose="02070309020205020404" pitchFamily="49" charset="0"/>
              <a:buChar char="o"/>
            </a:pPr>
            <a:r>
              <a:rPr lang="en-US" dirty="0" err="1" smtClean="0"/>
              <a:t>dtype</a:t>
            </a:r>
            <a:r>
              <a:rPr lang="en-US" dirty="0" smtClean="0"/>
              <a:t> – This represents the data type used in the series (optional parameter).</a:t>
            </a:r>
            <a:endParaRPr lang="en-IN"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US" dirty="0" smtClean="0"/>
              <a:t>As </a:t>
            </a:r>
            <a:r>
              <a:rPr lang="en-US" dirty="0"/>
              <a:t>shown in the above output, the series object provides the values along with their index attributes. </a:t>
            </a:r>
          </a:p>
          <a:p>
            <a:pPr marL="0" indent="0">
              <a:buClr>
                <a:srgbClr val="00B0F0"/>
              </a:buClr>
              <a:buNone/>
            </a:pPr>
            <a:endParaRPr lang="en-US" dirty="0" smtClean="0"/>
          </a:p>
        </p:txBody>
      </p:sp>
      <p:pic>
        <p:nvPicPr>
          <p:cNvPr id="2467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8417" y="4116731"/>
            <a:ext cx="4837670" cy="591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AutoShape 4" descr="https://infyspringboard.onwingspan.com/common-content-store/Shared/Shared/Public/lex_auth_013331655425679360278_shared/web-hosted/assets/x551627908463085.PNG"/>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6789" name="Picture 5"/>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40462" y="3761475"/>
            <a:ext cx="1516791" cy="17063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94380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Pandas Series object</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210312" y="1096023"/>
            <a:ext cx="11450409" cy="4993162"/>
          </a:xfrm>
        </p:spPr>
        <p:txBody>
          <a:bodyPr/>
          <a:lstStyle/>
          <a:p>
            <a:pPr>
              <a:buClr>
                <a:srgbClr val="00B0F0"/>
              </a:buClr>
              <a:buFont typeface="Courier New" panose="02070309020205020404" pitchFamily="49" charset="0"/>
              <a:buChar char="o"/>
            </a:pPr>
            <a:r>
              <a:rPr lang="en-IN" b="1" dirty="0" err="1" smtClean="0"/>
              <a:t>Series.values</a:t>
            </a:r>
            <a:r>
              <a:rPr lang="en-IN" dirty="0"/>
              <a:t> provides the values</a:t>
            </a:r>
            <a:r>
              <a:rPr lang="en-IN"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r>
              <a:rPr lang="en-IN" dirty="0" err="1"/>
              <a:t>Series.index</a:t>
            </a:r>
            <a:r>
              <a:rPr lang="en-IN" dirty="0"/>
              <a:t> provides the index.</a:t>
            </a:r>
          </a:p>
          <a:p>
            <a:pPr>
              <a:buClr>
                <a:srgbClr val="00B0F0"/>
              </a:buClr>
              <a:buFont typeface="Courier New" panose="02070309020205020404" pitchFamily="49" charset="0"/>
              <a:buChar char="o"/>
            </a:pPr>
            <a:endParaRPr lang="en-IN" dirty="0"/>
          </a:p>
          <a:p>
            <a:pPr>
              <a:buClr>
                <a:srgbClr val="00B0F0"/>
              </a:buClr>
              <a:buFont typeface="Courier New" panose="02070309020205020404" pitchFamily="49" charset="0"/>
              <a:buChar char="o"/>
            </a:pPr>
            <a:endParaRPr lang="en-IN" dirty="0" smtClean="0"/>
          </a:p>
          <a:p>
            <a:r>
              <a:rPr lang="en-IN" dirty="0"/>
              <a:t/>
            </a:r>
            <a:br>
              <a:rPr lang="en-IN" dirty="0"/>
            </a:br>
            <a:r>
              <a:rPr lang="en-US" dirty="0"/>
              <a:t/>
            </a:r>
            <a:br>
              <a:rPr lang="en-US" dirty="0"/>
            </a:br>
            <a:endParaRPr lang="en-US" dirty="0"/>
          </a:p>
        </p:txBody>
      </p:sp>
      <p:pic>
        <p:nvPicPr>
          <p:cNvPr id="2478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05993" y="1873465"/>
            <a:ext cx="3262569" cy="6078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781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4227" y="2721576"/>
            <a:ext cx="3086100" cy="228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7812"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05993" y="4029332"/>
            <a:ext cx="3262569" cy="4808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7813"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043305" y="4747054"/>
            <a:ext cx="2667000" cy="30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256953007"/>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Accessing data in series: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3873881"/>
          </a:xfrm>
        </p:spPr>
        <p:txBody>
          <a:bodyPr/>
          <a:lstStyle/>
          <a:p>
            <a:pPr>
              <a:buClr>
                <a:srgbClr val="00B0F0"/>
              </a:buClr>
              <a:buFont typeface="Courier New" panose="02070309020205020404" pitchFamily="49" charset="0"/>
              <a:buChar char="o"/>
            </a:pPr>
            <a:r>
              <a:rPr lang="en-US" dirty="0" smtClean="0"/>
              <a:t>Data </a:t>
            </a:r>
            <a:r>
              <a:rPr lang="en-US" dirty="0"/>
              <a:t>can be accessed by the associated index using [ </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Slicing a series:</a:t>
            </a:r>
          </a:p>
          <a:p>
            <a:pPr marL="0" indent="0">
              <a:buClr>
                <a:srgbClr val="00B0F0"/>
              </a:buClr>
              <a:buNone/>
            </a:pPr>
            <a:r>
              <a:rPr lang="en-US" dirty="0" smtClean="0"/>
              <a:t> </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a:p>
        </p:txBody>
      </p:sp>
      <p:pic>
        <p:nvPicPr>
          <p:cNvPr id="248835"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24200" y="1882990"/>
            <a:ext cx="1981200" cy="4476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883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8892" y="3842951"/>
            <a:ext cx="1900881" cy="50662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8837" name="Picture 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168346" y="2361557"/>
            <a:ext cx="27622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48838" name="Picture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463496" y="4992001"/>
            <a:ext cx="981075" cy="581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330444278"/>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Custom index in series</a:t>
            </a:r>
          </a:p>
          <a:p>
            <a:r>
              <a:rPr lang="en-IN" dirty="0"/>
              <a:t/>
            </a:r>
            <a:br>
              <a:rPr lang="en-IN" dirty="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2344231"/>
          </a:xfrm>
        </p:spPr>
        <p:txBody>
          <a:bodyPr/>
          <a:lstStyle/>
          <a:p>
            <a:pPr>
              <a:buClr>
                <a:srgbClr val="00B0F0"/>
              </a:buClr>
              <a:buFont typeface="Courier New" panose="02070309020205020404" pitchFamily="49" charset="0"/>
              <a:buChar char="o"/>
            </a:pPr>
            <a:r>
              <a:rPr lang="en-US" dirty="0" smtClean="0"/>
              <a:t>By </a:t>
            </a:r>
            <a:r>
              <a:rPr lang="en-US" dirty="0"/>
              <a:t>default, series creates an integer index. The custom index can also be defined. </a:t>
            </a:r>
            <a:endParaRPr lang="en-US" dirty="0" smtClean="0"/>
          </a:p>
          <a:p>
            <a:pPr>
              <a:buClr>
                <a:srgbClr val="00B0F0"/>
              </a:buClr>
              <a:buFont typeface="Courier New" panose="02070309020205020404" pitchFamily="49" charset="0"/>
              <a:buChar char="o"/>
            </a:pPr>
            <a:r>
              <a:rPr lang="en-US" dirty="0"/>
              <a:t>For example, consider the following table containing car details:</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b="1" dirty="0"/>
          </a:p>
        </p:txBody>
      </p:sp>
      <p:pic>
        <p:nvPicPr>
          <p:cNvPr id="2498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760" y="2702524"/>
            <a:ext cx="5668147" cy="201775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3450491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Custom index in series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1324465"/>
          </a:xfrm>
        </p:spPr>
        <p:txBody>
          <a:bodyPr/>
          <a:lstStyle/>
          <a:p>
            <a:pPr>
              <a:buClr>
                <a:srgbClr val="00B0F0"/>
              </a:buClr>
              <a:buFont typeface="Courier New" panose="02070309020205020404" pitchFamily="49" charset="0"/>
              <a:buChar char="o"/>
            </a:pPr>
            <a:r>
              <a:rPr lang="en-US" dirty="0" smtClean="0"/>
              <a:t>A </a:t>
            </a:r>
            <a:r>
              <a:rPr lang="en-US" dirty="0"/>
              <a:t>Pandas series can be created using the following syntax:</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a:p>
        </p:txBody>
      </p:sp>
      <p:pic>
        <p:nvPicPr>
          <p:cNvPr id="25088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8887" y="1906365"/>
            <a:ext cx="8177599" cy="6032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088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10464" y="2905124"/>
            <a:ext cx="3472250" cy="224675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7483087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Custom index in series</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5198346"/>
          </a:xfrm>
        </p:spPr>
        <p:txBody>
          <a:bodyPr/>
          <a:lstStyle/>
          <a:p>
            <a:pPr>
              <a:buClr>
                <a:srgbClr val="00B0F0"/>
              </a:buClr>
              <a:buFont typeface="Courier New" panose="02070309020205020404" pitchFamily="49" charset="0"/>
              <a:buChar char="o"/>
            </a:pPr>
            <a:r>
              <a:rPr lang="en-US" dirty="0" smtClean="0"/>
              <a:t>Values </a:t>
            </a:r>
            <a:r>
              <a:rPr lang="en-US" dirty="0"/>
              <a:t>can be accessed as</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In this case, observations are that the output starts from Jazz and goes till Gallardo(inclusive). This is the fundamental difference between implicit and explicit indexing.</a:t>
            </a:r>
          </a:p>
          <a:p>
            <a:pPr>
              <a:buClr>
                <a:srgbClr val="00B0F0"/>
              </a:buClr>
              <a:buFont typeface="Courier New" panose="02070309020205020404" pitchFamily="49" charset="0"/>
              <a:buChar char="o"/>
            </a:pPr>
            <a:endParaRPr lang="en-US" dirty="0"/>
          </a:p>
        </p:txBody>
      </p:sp>
      <p:pic>
        <p:nvPicPr>
          <p:cNvPr id="25190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12761" y="1880286"/>
            <a:ext cx="2000893" cy="48141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190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77476" y="2800479"/>
            <a:ext cx="600075" cy="219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190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94044" y="3181349"/>
            <a:ext cx="2709713" cy="365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190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60345" y="4245447"/>
            <a:ext cx="1724025" cy="9620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638707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Series as a specialized dictionary</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308919" y="1173377"/>
            <a:ext cx="11450409" cy="2443746"/>
          </a:xfrm>
        </p:spPr>
        <p:txBody>
          <a:bodyPr/>
          <a:lstStyle/>
          <a:p>
            <a:pPr>
              <a:buClr>
                <a:srgbClr val="00B0F0"/>
              </a:buClr>
              <a:buFont typeface="Courier New" panose="02070309020205020404" pitchFamily="49" charset="0"/>
              <a:buChar char="o"/>
            </a:pPr>
            <a:r>
              <a:rPr lang="en-US" dirty="0" smtClean="0"/>
              <a:t>Series </a:t>
            </a:r>
            <a:r>
              <a:rPr lang="en-US" dirty="0"/>
              <a:t>can also be viewed as a specialized dictionary where the keys act as index and corresponding values act as values</a:t>
            </a:r>
            <a:r>
              <a:rPr lang="en-US" dirty="0" smtClean="0"/>
              <a:t>.</a:t>
            </a:r>
            <a:endParaRPr lang="en-US" dirty="0"/>
          </a:p>
          <a:p>
            <a:pPr>
              <a:buClr>
                <a:srgbClr val="00B0F0"/>
              </a:buClr>
              <a:buFont typeface="Courier New" panose="02070309020205020404" pitchFamily="49" charset="0"/>
              <a:buChar char="o"/>
            </a:pPr>
            <a:r>
              <a:rPr lang="en-US" dirty="0"/>
              <a:t>Let us create a series out of the dictionary data structure.</a:t>
            </a:r>
          </a:p>
          <a:p>
            <a:r>
              <a:rPr lang="en-US" dirty="0"/>
              <a:t/>
            </a:r>
            <a:br>
              <a:rPr lang="en-US" dirty="0"/>
            </a:br>
            <a:endParaRPr lang="en-IN" dirty="0"/>
          </a:p>
          <a:p>
            <a:pPr>
              <a:buClr>
                <a:srgbClr val="00B0F0"/>
              </a:buClr>
              <a:buFont typeface="Courier New" panose="02070309020205020404" pitchFamily="49" charset="0"/>
              <a:buChar char="o"/>
            </a:pPr>
            <a:endParaRPr lang="en-US" dirty="0"/>
          </a:p>
        </p:txBody>
      </p:sp>
      <p:pic>
        <p:nvPicPr>
          <p:cNvPr id="25293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81573" y="2968453"/>
            <a:ext cx="5198847" cy="207385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293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2571" y="3291778"/>
            <a:ext cx="2205680" cy="1427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7303129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Pandas </a:t>
            </a:r>
            <a:r>
              <a:rPr lang="en-IN" dirty="0" err="1"/>
              <a:t>DataFrame</a:t>
            </a:r>
            <a:r>
              <a:rPr lang="en-IN" dirty="0"/>
              <a:t> object</a:t>
            </a:r>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407773" y="1200667"/>
            <a:ext cx="10466173" cy="1629164"/>
          </a:xfrm>
        </p:spPr>
        <p:txBody>
          <a:bodyPr/>
          <a:lstStyle/>
          <a:p>
            <a:pPr>
              <a:buClr>
                <a:srgbClr val="00B0F0"/>
              </a:buClr>
              <a:buFont typeface="Courier New" panose="02070309020205020404" pitchFamily="49" charset="0"/>
              <a:buChar char="o"/>
            </a:pPr>
            <a:r>
              <a:rPr lang="en-US" dirty="0" smtClean="0"/>
              <a:t>A </a:t>
            </a:r>
            <a:r>
              <a:rPr lang="en-US" dirty="0"/>
              <a:t>series gives a useful way to view and manipulate one dimensional data. But when data is present in rows and columns, it becomes necessary to make use of the Pandas </a:t>
            </a:r>
            <a:r>
              <a:rPr lang="en-US" dirty="0" err="1"/>
              <a:t>DataFrame</a:t>
            </a:r>
            <a:r>
              <a:rPr lang="en-US" dirty="0"/>
              <a:t> object. </a:t>
            </a:r>
            <a:endParaRPr lang="en-US" dirty="0" smtClean="0"/>
          </a:p>
          <a:p>
            <a:pPr>
              <a:buClr>
                <a:srgbClr val="00B0F0"/>
              </a:buClr>
              <a:buFont typeface="Courier New" panose="02070309020205020404" pitchFamily="49" charset="0"/>
              <a:buChar char="o"/>
            </a:pPr>
            <a:r>
              <a:rPr lang="en-US" dirty="0" smtClean="0"/>
              <a:t>A </a:t>
            </a:r>
            <a:r>
              <a:rPr lang="en-US" dirty="0" err="1"/>
              <a:t>DataFrame</a:t>
            </a:r>
            <a:r>
              <a:rPr lang="en-US" dirty="0"/>
              <a:t> is a collection of series where each series represents a column from a table</a:t>
            </a:r>
            <a:r>
              <a:rPr lang="en-US" dirty="0" smtClean="0"/>
              <a:t>.</a:t>
            </a:r>
            <a:endParaRPr lang="en-US" dirty="0"/>
          </a:p>
          <a:p>
            <a:pPr>
              <a:buClr>
                <a:srgbClr val="00B0F0"/>
              </a:buClr>
              <a:buFont typeface="Courier New" panose="02070309020205020404" pitchFamily="49" charset="0"/>
              <a:buChar char="o"/>
            </a:pPr>
            <a:r>
              <a:rPr lang="en-US" dirty="0"/>
              <a:t>For example, consider the following table containing car details:</a:t>
            </a:r>
          </a:p>
        </p:txBody>
      </p:sp>
      <p:pic>
        <p:nvPicPr>
          <p:cNvPr id="25395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66589" y="3214044"/>
            <a:ext cx="5756852" cy="151859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092555348"/>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Pandas </a:t>
            </a:r>
            <a:r>
              <a:rPr lang="en-IN" dirty="0" err="1"/>
              <a:t>DataFrame</a:t>
            </a:r>
            <a:r>
              <a:rPr lang="en-IN" dirty="0"/>
              <a:t> object</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3768211"/>
          </a:xfrm>
        </p:spPr>
        <p:txBody>
          <a:bodyPr/>
          <a:lstStyle/>
          <a:p>
            <a:pPr>
              <a:buClr>
                <a:srgbClr val="00B0F0"/>
              </a:buClr>
              <a:buFont typeface="Courier New" panose="02070309020205020404" pitchFamily="49" charset="0"/>
              <a:buChar char="o"/>
            </a:pPr>
            <a:r>
              <a:rPr lang="en-US" dirty="0" smtClean="0"/>
              <a:t>Let </a:t>
            </a:r>
            <a:r>
              <a:rPr lang="en-US" dirty="0"/>
              <a:t>us create two series from two dictionaries - one containing car name and price and the other with car name and manufacturer.</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IN" dirty="0" smtClean="0"/>
          </a:p>
          <a:p>
            <a:pPr marL="0" indent="0">
              <a:buClr>
                <a:srgbClr val="00B0F0"/>
              </a:buClr>
              <a:buNone/>
            </a:pPr>
            <a:endParaRPr lang="en-US" dirty="0"/>
          </a:p>
          <a:p>
            <a:r>
              <a:rPr lang="en-US" dirty="0"/>
              <a:t/>
            </a:r>
            <a:br>
              <a:rPr lang="en-US" dirty="0"/>
            </a:br>
            <a:endParaRPr lang="en-US" dirty="0"/>
          </a:p>
          <a:p>
            <a:r>
              <a:rPr lang="en-US" dirty="0"/>
              <a:t/>
            </a:r>
            <a:br>
              <a:rPr lang="en-US" dirty="0"/>
            </a:br>
            <a:endParaRPr lang="en-US" dirty="0"/>
          </a:p>
        </p:txBody>
      </p:sp>
      <p:pic>
        <p:nvPicPr>
          <p:cNvPr id="25497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22571" y="2315090"/>
            <a:ext cx="6288044" cy="35420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497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606996" y="2670991"/>
            <a:ext cx="2624930" cy="28277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1077234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IN" dirty="0"/>
              <a:t>Pandas </a:t>
            </a:r>
            <a:r>
              <a:rPr lang="en-IN" dirty="0" err="1"/>
              <a:t>DataFrame</a:t>
            </a:r>
            <a:r>
              <a:rPr lang="en-IN" dirty="0"/>
              <a:t> object</a:t>
            </a:r>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5288627"/>
          </a:xfrm>
        </p:spPr>
        <p:txBody>
          <a:bodyPr/>
          <a:lstStyle/>
          <a:p>
            <a:pPr>
              <a:buClr>
                <a:srgbClr val="00B0F0"/>
              </a:buClr>
              <a:buFont typeface="Courier New" panose="02070309020205020404" pitchFamily="49" charset="0"/>
              <a:buChar char="o"/>
            </a:pPr>
            <a:r>
              <a:rPr lang="en-US" dirty="0" smtClean="0"/>
              <a:t>Let </a:t>
            </a:r>
            <a:r>
              <a:rPr lang="en-US" dirty="0"/>
              <a:t>us create a </a:t>
            </a:r>
            <a:r>
              <a:rPr lang="en-US" dirty="0" err="1"/>
              <a:t>Dataframe</a:t>
            </a:r>
            <a:r>
              <a:rPr lang="en-US" dirty="0"/>
              <a:t> object using the series objects as shown below</a:t>
            </a:r>
            <a:r>
              <a:rPr lang="en-US" dirty="0" smtClean="0"/>
              <a:t>:</a:t>
            </a:r>
            <a:endParaRPr lang="en-US" dirty="0"/>
          </a:p>
          <a:p>
            <a:pPr>
              <a:buClr>
                <a:srgbClr val="00B0F0"/>
              </a:buClr>
              <a:buFont typeface="Courier New" panose="02070309020205020404" pitchFamily="49" charset="0"/>
              <a:buChar char="o"/>
            </a:pPr>
            <a:r>
              <a:rPr lang="en-US" dirty="0"/>
              <a:t>Syntax: </a:t>
            </a:r>
          </a:p>
          <a:p>
            <a:pPr lvl="1">
              <a:buClr>
                <a:srgbClr val="00B0F0"/>
              </a:buClr>
              <a:buFont typeface="Courier New" panose="02070309020205020404" pitchFamily="49" charset="0"/>
              <a:buChar char="o"/>
            </a:pPr>
            <a:r>
              <a:rPr lang="en-US" dirty="0" smtClean="0"/>
              <a:t> </a:t>
            </a:r>
            <a:r>
              <a:rPr lang="en-US" dirty="0" err="1"/>
              <a:t>pd.DataFrame</a:t>
            </a:r>
            <a:r>
              <a:rPr lang="en-US" dirty="0"/>
              <a:t>(data, index, </a:t>
            </a:r>
            <a:r>
              <a:rPr lang="en-US" dirty="0" smtClean="0"/>
              <a:t>columns)</a:t>
            </a:r>
          </a:p>
          <a:p>
            <a:pPr lvl="2">
              <a:buClr>
                <a:srgbClr val="00B0F0"/>
              </a:buClr>
              <a:buFont typeface="Courier New" panose="02070309020205020404" pitchFamily="49" charset="0"/>
              <a:buChar char="o"/>
            </a:pPr>
            <a:r>
              <a:rPr lang="en-US" dirty="0" smtClean="0"/>
              <a:t>data </a:t>
            </a:r>
            <a:r>
              <a:rPr lang="en-US" dirty="0"/>
              <a:t>- data can contain Series or list-like objects. If data is a dictionary, column order follows </a:t>
            </a:r>
            <a:r>
              <a:rPr lang="en-US" dirty="0" smtClean="0"/>
              <a:t>insertion-order.</a:t>
            </a:r>
          </a:p>
          <a:p>
            <a:pPr lvl="2">
              <a:buClr>
                <a:srgbClr val="00B0F0"/>
              </a:buClr>
              <a:buFont typeface="Courier New" panose="02070309020205020404" pitchFamily="49" charset="0"/>
              <a:buChar char="o"/>
            </a:pPr>
            <a:r>
              <a:rPr lang="en-US" dirty="0" smtClean="0"/>
              <a:t>index- </a:t>
            </a:r>
            <a:r>
              <a:rPr lang="en-US" dirty="0"/>
              <a:t>index for </a:t>
            </a:r>
            <a:r>
              <a:rPr lang="en-US" dirty="0" err="1"/>
              <a:t>dataframe</a:t>
            </a:r>
            <a:r>
              <a:rPr lang="en-US" dirty="0"/>
              <a:t> that is created. By default, it will be </a:t>
            </a:r>
            <a:r>
              <a:rPr lang="en-US" dirty="0" err="1"/>
              <a:t>RangeIndex</a:t>
            </a:r>
            <a:r>
              <a:rPr lang="en-US" dirty="0"/>
              <a:t>(0, 1, 2, …, n) if no explicit index is </a:t>
            </a:r>
            <a:r>
              <a:rPr lang="en-US" dirty="0" smtClean="0"/>
              <a:t>provided</a:t>
            </a:r>
          </a:p>
          <a:p>
            <a:pPr lvl="2">
              <a:buClr>
                <a:srgbClr val="00B0F0"/>
              </a:buClr>
              <a:buFont typeface="Courier New" panose="02070309020205020404" pitchFamily="49" charset="0"/>
              <a:buChar char="o"/>
            </a:pPr>
            <a:r>
              <a:rPr lang="en-US" dirty="0" smtClean="0"/>
              <a:t>columns-  </a:t>
            </a:r>
            <a:r>
              <a:rPr lang="en-US" dirty="0"/>
              <a:t>If data contains column labels, it will use the same . Else, default to </a:t>
            </a:r>
            <a:r>
              <a:rPr lang="en-US" dirty="0" err="1"/>
              <a:t>RangeIndex</a:t>
            </a:r>
            <a:r>
              <a:rPr lang="en-US" dirty="0"/>
              <a:t>(0, 1, 2, …, n)</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IN" dirty="0" smtClean="0"/>
          </a:p>
          <a:p>
            <a:pPr marL="0" indent="0">
              <a:buClr>
                <a:srgbClr val="00B0F0"/>
              </a:buClr>
              <a:buNone/>
            </a:pPr>
            <a:endParaRPr lang="en-US" dirty="0"/>
          </a:p>
          <a:p>
            <a:r>
              <a:rPr lang="en-US" dirty="0"/>
              <a:t/>
            </a:r>
            <a:br>
              <a:rPr lang="en-US" dirty="0"/>
            </a:br>
            <a:endParaRPr lang="en-US" dirty="0"/>
          </a:p>
          <a:p>
            <a:r>
              <a:rPr lang="en-US" dirty="0"/>
              <a:t/>
            </a:r>
            <a:br>
              <a:rPr lang="en-US" dirty="0"/>
            </a:br>
            <a:endParaRPr lang="en-US" dirty="0"/>
          </a:p>
        </p:txBody>
      </p:sp>
      <p:pic>
        <p:nvPicPr>
          <p:cNvPr id="25600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27683" y="3925717"/>
            <a:ext cx="6632360" cy="5724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600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517024" y="4333875"/>
            <a:ext cx="2695575"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8558436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err="1" smtClean="0"/>
              <a:t>Dataframe</a:t>
            </a:r>
            <a:r>
              <a:rPr lang="en-US" dirty="0" smtClean="0"/>
              <a:t> Object</a:t>
            </a: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1933863"/>
          </a:xfrm>
        </p:spPr>
        <p:txBody>
          <a:bodyPr/>
          <a:lstStyle/>
          <a:p>
            <a:pPr>
              <a:buClr>
                <a:srgbClr val="00B0F0"/>
              </a:buClr>
              <a:buFont typeface="Courier New" panose="02070309020205020404" pitchFamily="49" charset="0"/>
              <a:buChar char="o"/>
            </a:pPr>
            <a:r>
              <a:rPr lang="en-US" dirty="0" smtClean="0"/>
              <a:t>To </a:t>
            </a:r>
            <a:r>
              <a:rPr lang="en-US" dirty="0"/>
              <a:t>access individual features, the following code can be used:</a:t>
            </a:r>
          </a:p>
          <a:p>
            <a:r>
              <a:rPr lang="en-US" dirty="0"/>
              <a:t/>
            </a:r>
            <a:br>
              <a:rPr lang="en-US" dirty="0"/>
            </a:br>
            <a:endParaRPr lang="en-US" dirty="0"/>
          </a:p>
          <a:p>
            <a:r>
              <a:rPr lang="en-US" dirty="0"/>
              <a:t/>
            </a:r>
            <a:br>
              <a:rPr lang="en-US" dirty="0"/>
            </a:br>
            <a:endParaRPr lang="en-US" dirty="0"/>
          </a:p>
        </p:txBody>
      </p:sp>
      <p:pic>
        <p:nvPicPr>
          <p:cNvPr id="257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94660" y="1900238"/>
            <a:ext cx="1977339" cy="4237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02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773704" y="2657989"/>
            <a:ext cx="1619250" cy="1047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028"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05977" y="4039887"/>
            <a:ext cx="2944385" cy="4826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7029"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73704" y="4952485"/>
            <a:ext cx="2200275" cy="1104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452909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Ways to create a </a:t>
            </a:r>
            <a:r>
              <a:rPr lang="en-US" dirty="0" err="1"/>
              <a:t>DataFrame</a:t>
            </a:r>
            <a:endParaRPr lang="en-US"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1458861"/>
          </a:xfrm>
        </p:spPr>
        <p:txBody>
          <a:bodyPr/>
          <a:lstStyle/>
          <a:p>
            <a:pPr>
              <a:buClr>
                <a:srgbClr val="00B0F0"/>
              </a:buClr>
              <a:buFont typeface="Courier New" panose="02070309020205020404" pitchFamily="49" charset="0"/>
              <a:buChar char="o"/>
            </a:pPr>
            <a:r>
              <a:rPr lang="en-US" dirty="0" smtClean="0"/>
              <a:t>There </a:t>
            </a:r>
            <a:r>
              <a:rPr lang="en-US" dirty="0"/>
              <a:t>are different approaches to create a </a:t>
            </a:r>
            <a:r>
              <a:rPr lang="en-US" dirty="0" err="1"/>
              <a:t>DataFrame</a:t>
            </a:r>
            <a:r>
              <a:rPr lang="en-US" dirty="0"/>
              <a:t> such as</a:t>
            </a:r>
            <a:r>
              <a:rPr lang="en-US" dirty="0" smtClean="0"/>
              <a:t>:</a:t>
            </a:r>
            <a:endParaRPr lang="en-US" dirty="0"/>
          </a:p>
          <a:p>
            <a:pPr>
              <a:buClr>
                <a:srgbClr val="00B0F0"/>
              </a:buClr>
              <a:buFont typeface="Courier New" panose="02070309020205020404" pitchFamily="49" charset="0"/>
              <a:buChar char="o"/>
            </a:pPr>
            <a:r>
              <a:rPr lang="en-US" dirty="0"/>
              <a:t>1. From a single series object</a:t>
            </a:r>
          </a:p>
          <a:p>
            <a:pPr lvl="1">
              <a:buClr>
                <a:srgbClr val="00B0F0"/>
              </a:buClr>
              <a:buFont typeface="Courier New" panose="02070309020205020404" pitchFamily="49" charset="0"/>
              <a:buChar char="o"/>
            </a:pPr>
            <a:r>
              <a:rPr lang="en-US" dirty="0"/>
              <a:t>A </a:t>
            </a:r>
            <a:r>
              <a:rPr lang="en-US" dirty="0" err="1"/>
              <a:t>DataFrame</a:t>
            </a:r>
            <a:r>
              <a:rPr lang="en-US" dirty="0"/>
              <a:t> is a collection of Series objects, and a single-column </a:t>
            </a:r>
            <a:r>
              <a:rPr lang="en-US" dirty="0" err="1"/>
              <a:t>DataFrame</a:t>
            </a:r>
            <a:r>
              <a:rPr lang="en-US" dirty="0"/>
              <a:t> can be constructed from a single Series:</a:t>
            </a:r>
          </a:p>
        </p:txBody>
      </p:sp>
      <p:pic>
        <p:nvPicPr>
          <p:cNvPr id="258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04984" y="3060547"/>
            <a:ext cx="4495415" cy="21161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8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50967" y="3144593"/>
            <a:ext cx="2289346" cy="20321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20568251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Ways to create a </a:t>
            </a:r>
            <a:r>
              <a:rPr lang="en-US" dirty="0" err="1"/>
              <a:t>DataFrame</a:t>
            </a:r>
            <a:endParaRPr lang="en-US"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678134"/>
          </a:xfrm>
        </p:spPr>
        <p:txBody>
          <a:bodyPr/>
          <a:lstStyle/>
          <a:p>
            <a:pPr>
              <a:buClr>
                <a:srgbClr val="00B0F0"/>
              </a:buClr>
              <a:buFont typeface="Courier New" panose="02070309020205020404" pitchFamily="49" charset="0"/>
              <a:buChar char="o"/>
            </a:pPr>
            <a:r>
              <a:rPr lang="en-US" dirty="0" smtClean="0"/>
              <a:t>2</a:t>
            </a:r>
            <a:r>
              <a:rPr lang="en-US" dirty="0"/>
              <a:t>. From a list of dictionaries</a:t>
            </a:r>
          </a:p>
          <a:p>
            <a:pPr lvl="1">
              <a:buClr>
                <a:srgbClr val="00B0F0"/>
              </a:buClr>
              <a:buFont typeface="Courier New" panose="02070309020205020404" pitchFamily="49" charset="0"/>
              <a:buChar char="o"/>
            </a:pPr>
            <a:r>
              <a:rPr lang="en-US" dirty="0"/>
              <a:t>Consider the following data of marks for four students.</a:t>
            </a:r>
          </a:p>
        </p:txBody>
      </p:sp>
      <p:pic>
        <p:nvPicPr>
          <p:cNvPr id="259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88293" y="2233929"/>
            <a:ext cx="4352539" cy="1548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9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77393" y="4082106"/>
            <a:ext cx="5242406" cy="11077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59076"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82025" y="3739721"/>
            <a:ext cx="1982316" cy="19691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20458108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Ways to create a </a:t>
            </a:r>
            <a:r>
              <a:rPr lang="en-US" dirty="0" err="1"/>
              <a:t>DataFrame</a:t>
            </a:r>
            <a:endParaRPr lang="en-US"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4893647"/>
          </a:xfrm>
        </p:spPr>
        <p:txBody>
          <a:bodyPr/>
          <a:lstStyle/>
          <a:p>
            <a:pPr>
              <a:buClr>
                <a:srgbClr val="00B0F0"/>
              </a:buClr>
              <a:buFont typeface="Courier New" panose="02070309020205020404" pitchFamily="49" charset="0"/>
              <a:buChar char="o"/>
            </a:pPr>
            <a:r>
              <a:rPr lang="en-US" dirty="0" smtClean="0"/>
              <a:t>Suppose </a:t>
            </a:r>
            <a:r>
              <a:rPr lang="en-US" dirty="0"/>
              <a:t>there is a following table to be represented as a </a:t>
            </a:r>
            <a:r>
              <a:rPr lang="en-US" dirty="0" err="1"/>
              <a:t>dataframe</a:t>
            </a:r>
            <a:r>
              <a:rPr lang="en-US" dirty="0"/>
              <a:t> </a:t>
            </a:r>
            <a:r>
              <a:rPr lang="en-US" dirty="0" smtClean="0"/>
              <a:t>?</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r>
              <a:rPr lang="en-US" dirty="0"/>
              <a:t>Each dictionary element in the list is taken as a row . Index is representing different subjects</a:t>
            </a:r>
            <a:r>
              <a:rPr lang="en-US" dirty="0" smtClean="0"/>
              <a:t>.</a:t>
            </a:r>
            <a:endParaRPr lang="en-US" dirty="0"/>
          </a:p>
          <a:p>
            <a:pPr>
              <a:buClr>
                <a:srgbClr val="00B0F0"/>
              </a:buClr>
              <a:buFont typeface="Courier New" panose="02070309020205020404" pitchFamily="49" charset="0"/>
              <a:buChar char="o"/>
            </a:pPr>
            <a:r>
              <a:rPr lang="en-US" dirty="0"/>
              <a:t>Note: </a:t>
            </a:r>
            <a:r>
              <a:rPr lang="en-US" dirty="0" err="1"/>
              <a:t>NaN</a:t>
            </a:r>
            <a:r>
              <a:rPr lang="en-US" dirty="0"/>
              <a:t>(Not a Number) represents missing values</a:t>
            </a:r>
            <a:r>
              <a:rPr lang="en-US" dirty="0" smtClean="0"/>
              <a:t>.</a:t>
            </a:r>
            <a:endParaRPr lang="en-US" dirty="0"/>
          </a:p>
        </p:txBody>
      </p:sp>
      <p:pic>
        <p:nvPicPr>
          <p:cNvPr id="260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5562" y="2080568"/>
            <a:ext cx="7542305" cy="8603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0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01745" y="3938328"/>
            <a:ext cx="6115430" cy="90024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0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743178" y="4019546"/>
            <a:ext cx="2762250" cy="8858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061347388"/>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Ways to create a </a:t>
            </a:r>
            <a:r>
              <a:rPr lang="en-US" dirty="0" err="1"/>
              <a:t>DataFrame</a:t>
            </a:r>
            <a:endParaRPr lang="en-US"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1834348"/>
          </a:xfrm>
        </p:spPr>
        <p:txBody>
          <a:bodyPr/>
          <a:lstStyle/>
          <a:p>
            <a:pPr>
              <a:buClr>
                <a:srgbClr val="00B0F0"/>
              </a:buClr>
              <a:buFont typeface="Courier New" panose="02070309020205020404" pitchFamily="49" charset="0"/>
              <a:buChar char="o"/>
            </a:pPr>
            <a:r>
              <a:rPr lang="en-US" dirty="0" smtClean="0"/>
              <a:t>3</a:t>
            </a:r>
            <a:r>
              <a:rPr lang="en-US" dirty="0"/>
              <a:t>. From a dictionary of series objects</a:t>
            </a:r>
          </a:p>
          <a:p>
            <a:pPr>
              <a:buClr>
                <a:srgbClr val="00B0F0"/>
              </a:buClr>
              <a:buFont typeface="Courier New" panose="02070309020205020404" pitchFamily="49" charset="0"/>
              <a:buChar char="o"/>
            </a:pPr>
            <a:r>
              <a:rPr lang="en-US" dirty="0"/>
              <a:t>A </a:t>
            </a:r>
            <a:r>
              <a:rPr lang="en-US" dirty="0" err="1"/>
              <a:t>DataFrame</a:t>
            </a:r>
            <a:r>
              <a:rPr lang="en-US" dirty="0"/>
              <a:t> can be constructed from a dictionary of Series objects: </a:t>
            </a:r>
          </a:p>
          <a:p>
            <a:pPr>
              <a:buClr>
                <a:srgbClr val="00B0F0"/>
              </a:buClr>
              <a:buFont typeface="Courier New" panose="02070309020205020404" pitchFamily="49" charset="0"/>
              <a:buChar char="o"/>
            </a:pPr>
            <a:endParaRPr lang="en-US" dirty="0"/>
          </a:p>
          <a:p>
            <a:pPr>
              <a:buClr>
                <a:srgbClr val="00B0F0"/>
              </a:buClr>
              <a:buFont typeface="Courier New" panose="02070309020205020404" pitchFamily="49" charset="0"/>
              <a:buChar char="o"/>
            </a:pPr>
            <a:endParaRPr lang="en-US" dirty="0" smtClean="0"/>
          </a:p>
        </p:txBody>
      </p:sp>
      <p:pic>
        <p:nvPicPr>
          <p:cNvPr id="261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37500" y="2685020"/>
            <a:ext cx="4524375" cy="2476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1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58678" y="2783617"/>
            <a:ext cx="2695575" cy="18097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31065336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C0A5957E-00C1-4894-8C5A-B1D05A0454D5}"/>
              </a:ext>
            </a:extLst>
          </p:cNvPr>
          <p:cNvSpPr>
            <a:spLocks noGrp="1"/>
          </p:cNvSpPr>
          <p:nvPr>
            <p:ph type="body" sz="quarter" idx="11"/>
          </p:nvPr>
        </p:nvSpPr>
        <p:spPr/>
        <p:txBody>
          <a:bodyPr/>
          <a:lstStyle/>
          <a:p>
            <a:r>
              <a:rPr lang="en-US" dirty="0"/>
              <a:t>Ways to create a </a:t>
            </a:r>
            <a:r>
              <a:rPr lang="en-US" dirty="0" err="1"/>
              <a:t>DataFrame</a:t>
            </a:r>
            <a:endParaRPr lang="en-US" dirty="0"/>
          </a:p>
          <a:p>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2463F1D2-D4CD-46B7-BADE-F17860E16E9A}"/>
              </a:ext>
            </a:extLst>
          </p:cNvPr>
          <p:cNvSpPr>
            <a:spLocks noGrp="1"/>
          </p:cNvSpPr>
          <p:nvPr>
            <p:ph type="body" sz="quarter" idx="13"/>
          </p:nvPr>
        </p:nvSpPr>
        <p:spPr>
          <a:xfrm>
            <a:off x="506627" y="1287163"/>
            <a:ext cx="10898659" cy="2139047"/>
          </a:xfrm>
        </p:spPr>
        <p:txBody>
          <a:bodyPr/>
          <a:lstStyle/>
          <a:p>
            <a:pPr>
              <a:buClr>
                <a:srgbClr val="00B0F0"/>
              </a:buClr>
              <a:buFont typeface="Courier New" panose="02070309020205020404" pitchFamily="49" charset="0"/>
              <a:buChar char="o"/>
            </a:pPr>
            <a:r>
              <a:rPr lang="en-US" b="1" dirty="0" smtClean="0"/>
              <a:t>4</a:t>
            </a:r>
            <a:r>
              <a:rPr lang="en-US" b="1" dirty="0"/>
              <a:t>. From an existing file</a:t>
            </a:r>
          </a:p>
          <a:p>
            <a:pPr>
              <a:buClr>
                <a:srgbClr val="00B0F0"/>
              </a:buClr>
              <a:buFont typeface="Courier New" panose="02070309020205020404" pitchFamily="49" charset="0"/>
              <a:buChar char="o"/>
            </a:pPr>
            <a:r>
              <a:rPr lang="en-US" dirty="0"/>
              <a:t>In most real world scenarios, the data is in different file formats like </a:t>
            </a:r>
            <a:r>
              <a:rPr lang="en-US" dirty="0" err="1"/>
              <a:t>csv</a:t>
            </a:r>
            <a:r>
              <a:rPr lang="en-US" dirty="0"/>
              <a:t>, </a:t>
            </a:r>
            <a:r>
              <a:rPr lang="en-US" dirty="0" err="1"/>
              <a:t>xlsx</a:t>
            </a:r>
            <a:r>
              <a:rPr lang="en-US" dirty="0"/>
              <a:t>, </a:t>
            </a:r>
            <a:r>
              <a:rPr lang="en-US" dirty="0" err="1"/>
              <a:t>json</a:t>
            </a:r>
            <a:r>
              <a:rPr lang="en-US" dirty="0"/>
              <a:t> etc. Pandas supports reading the data from these files. Below is an example of creating a </a:t>
            </a:r>
            <a:r>
              <a:rPr lang="en-US" dirty="0" err="1"/>
              <a:t>DataFrame</a:t>
            </a:r>
            <a:r>
              <a:rPr lang="en-US" dirty="0"/>
              <a:t> from a </a:t>
            </a:r>
            <a:r>
              <a:rPr lang="en-US" dirty="0" err="1"/>
              <a:t>json</a:t>
            </a:r>
            <a:r>
              <a:rPr lang="en-US" dirty="0"/>
              <a:t> file</a:t>
            </a:r>
            <a:r>
              <a:rPr lang="en-US" dirty="0" smtClean="0"/>
              <a:t>.</a:t>
            </a:r>
            <a:endParaRPr lang="en-US" dirty="0"/>
          </a:p>
          <a:p>
            <a:pPr>
              <a:buClr>
                <a:srgbClr val="00B0F0"/>
              </a:buClr>
              <a:buFont typeface="Courier New" panose="02070309020205020404" pitchFamily="49" charset="0"/>
              <a:buChar char="o"/>
            </a:pPr>
            <a:r>
              <a:rPr lang="en-US" dirty="0"/>
              <a:t>Click here to download the </a:t>
            </a:r>
            <a:r>
              <a:rPr lang="en-US" dirty="0" err="1"/>
              <a:t>json</a:t>
            </a:r>
            <a:r>
              <a:rPr lang="en-US" dirty="0"/>
              <a:t> file used in the demo.</a:t>
            </a:r>
          </a:p>
          <a:p>
            <a:pPr>
              <a:buClr>
                <a:srgbClr val="00B0F0"/>
              </a:buClr>
              <a:buFont typeface="Courier New" panose="02070309020205020404" pitchFamily="49" charset="0"/>
              <a:buChar char="o"/>
            </a:pPr>
            <a:endParaRPr lang="en-US" dirty="0" smtClean="0"/>
          </a:p>
        </p:txBody>
      </p:sp>
      <p:pic>
        <p:nvPicPr>
          <p:cNvPr id="262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1104" y="3234188"/>
            <a:ext cx="4355957" cy="6282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62147"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05107" y="2581147"/>
            <a:ext cx="3400425" cy="36480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787658691"/>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The axis keyword</a:t>
            </a:r>
            <a:r>
              <a:rPr lang="en-IN" dirty="0" smtClean="0"/>
              <a:t/>
            </a:r>
            <a:br>
              <a:rPr lang="en-IN" dirty="0" smtClean="0"/>
            </a:br>
            <a:r>
              <a:rPr lang="en-IN" dirty="0" smtClean="0"/>
              <a:t/>
            </a:r>
            <a:br>
              <a:rPr lang="en-IN" dirty="0" smtClean="0"/>
            </a:br>
            <a:endParaRPr lang="en-US" dirty="0"/>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170851"/>
          </a:xfrm>
        </p:spPr>
        <p:txBody>
          <a:bodyPr/>
          <a:lstStyle/>
          <a:p>
            <a:pPr lvl="0">
              <a:buClr>
                <a:srgbClr val="00B0F0"/>
              </a:buClr>
              <a:buFont typeface="Courier New" panose="02070309020205020404" pitchFamily="49" charset="0"/>
              <a:buChar char="o"/>
            </a:pPr>
            <a:r>
              <a:rPr lang="en-US" dirty="0" smtClean="0"/>
              <a:t>One </a:t>
            </a:r>
            <a:r>
              <a:rPr lang="en-US" dirty="0"/>
              <a:t>of the important parameters used while performing operations on </a:t>
            </a:r>
            <a:r>
              <a:rPr lang="en-US" dirty="0" err="1"/>
              <a:t>DataFrames</a:t>
            </a:r>
            <a:r>
              <a:rPr lang="en-US" dirty="0"/>
              <a:t> is 'axis'. Axis takes two values: 0 and 1</a:t>
            </a:r>
            <a:r>
              <a:rPr lang="en-US" dirty="0" smtClean="0"/>
              <a:t>.</a:t>
            </a:r>
            <a:endParaRPr lang="en-US" dirty="0"/>
          </a:p>
          <a:p>
            <a:pPr lvl="1">
              <a:buClr>
                <a:srgbClr val="00B0F0"/>
              </a:buClr>
              <a:buFont typeface="Courier New" panose="02070309020205020404" pitchFamily="49" charset="0"/>
              <a:buChar char="o"/>
            </a:pPr>
            <a:r>
              <a:rPr lang="en-US" dirty="0"/>
              <a:t>axis = 0 represents row specific operations</a:t>
            </a:r>
            <a:r>
              <a:rPr lang="en-US" dirty="0" smtClean="0"/>
              <a:t>.</a:t>
            </a:r>
            <a:endParaRPr lang="en-US" dirty="0"/>
          </a:p>
          <a:p>
            <a:pPr lvl="1">
              <a:buClr>
                <a:srgbClr val="00B0F0"/>
              </a:buClr>
              <a:buFont typeface="Courier New" panose="02070309020205020404" pitchFamily="49" charset="0"/>
              <a:buChar char="o"/>
            </a:pPr>
            <a:r>
              <a:rPr lang="en-US" dirty="0"/>
              <a:t>axis = 1 represents column specific operations.</a:t>
            </a:r>
          </a:p>
          <a:p>
            <a:r>
              <a:rPr lang="en-US" dirty="0"/>
              <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spTree>
    <p:extLst>
      <p:ext uri="{BB962C8B-B14F-4D97-AF65-F5344CB8AC3E}">
        <p14:creationId xmlns:p14="http://schemas.microsoft.com/office/powerpoint/2010/main" val="70351447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Indexing and selection</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103140"/>
          </a:xfrm>
        </p:spPr>
        <p:txBody>
          <a:bodyPr/>
          <a:lstStyle/>
          <a:p>
            <a:pPr lvl="0">
              <a:buClr>
                <a:srgbClr val="00B0F0"/>
              </a:buClr>
              <a:buFont typeface="Courier New" panose="02070309020205020404" pitchFamily="49" charset="0"/>
              <a:buChar char="o"/>
            </a:pPr>
            <a:r>
              <a:rPr lang="en-US" b="1" dirty="0" smtClean="0"/>
              <a:t>Selection </a:t>
            </a:r>
            <a:r>
              <a:rPr lang="en-US" b="1" dirty="0"/>
              <a:t>types</a:t>
            </a:r>
          </a:p>
          <a:p>
            <a:pPr lvl="1">
              <a:buClr>
                <a:srgbClr val="00B0F0"/>
              </a:buClr>
              <a:buFont typeface="Courier New" panose="02070309020205020404" pitchFamily="49" charset="0"/>
              <a:buChar char="o"/>
            </a:pPr>
            <a:r>
              <a:rPr lang="en-US" dirty="0"/>
              <a:t>We can select part of </a:t>
            </a:r>
            <a:r>
              <a:rPr lang="en-US" dirty="0" err="1"/>
              <a:t>dataframe</a:t>
            </a:r>
            <a:r>
              <a:rPr lang="en-US" dirty="0"/>
              <a:t> through various methods like</a:t>
            </a:r>
            <a:r>
              <a:rPr lang="en-US" dirty="0" smtClean="0"/>
              <a:t>:</a:t>
            </a:r>
            <a:endParaRPr lang="en-US" dirty="0"/>
          </a:p>
          <a:p>
            <a:pPr lvl="0">
              <a:buClr>
                <a:srgbClr val="00B0F0"/>
              </a:buClr>
              <a:buFont typeface="Courier New" panose="02070309020205020404" pitchFamily="49" charset="0"/>
              <a:buChar char="o"/>
            </a:pPr>
            <a:r>
              <a:rPr lang="en-US" dirty="0"/>
              <a:t>1. Selection by Position</a:t>
            </a:r>
          </a:p>
          <a:p>
            <a:pPr lvl="1">
              <a:buClr>
                <a:srgbClr val="00B0F0"/>
              </a:buClr>
              <a:buFont typeface="Courier New" panose="02070309020205020404" pitchFamily="49" charset="0"/>
              <a:buChar char="o"/>
            </a:pPr>
            <a:r>
              <a:rPr lang="en-US" dirty="0"/>
              <a:t>The .</a:t>
            </a:r>
            <a:r>
              <a:rPr lang="en-US" dirty="0" err="1"/>
              <a:t>loc</a:t>
            </a:r>
            <a:r>
              <a:rPr lang="en-US" dirty="0"/>
              <a:t> attribute is the governing parameter to select data by a label. Slicing is performed based on the label of the index.</a:t>
            </a:r>
            <a:br>
              <a:rPr lang="en-US" dirty="0"/>
            </a:b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166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21999" y="2817339"/>
            <a:ext cx="6419850" cy="363546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015661862"/>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Indexing and selection</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561453"/>
          </a:xfrm>
        </p:spPr>
        <p:txBody>
          <a:bodyPr/>
          <a:lstStyle/>
          <a:p>
            <a:pPr lvl="0">
              <a:buClr>
                <a:srgbClr val="00B0F0"/>
              </a:buClr>
              <a:buFont typeface="Courier New" panose="02070309020205020404" pitchFamily="49" charset="0"/>
              <a:buChar char="o"/>
            </a:pPr>
            <a:r>
              <a:rPr lang="en-US" b="1" dirty="0" smtClean="0"/>
              <a:t>Selection </a:t>
            </a:r>
            <a:r>
              <a:rPr lang="en-US" b="1" dirty="0"/>
              <a:t>types</a:t>
            </a:r>
          </a:p>
          <a:p>
            <a:pPr lvl="1">
              <a:buClr>
                <a:srgbClr val="00B0F0"/>
              </a:buClr>
              <a:buFont typeface="Courier New" panose="02070309020205020404" pitchFamily="49" charset="0"/>
              <a:buChar char="o"/>
            </a:pPr>
            <a:r>
              <a:rPr lang="en-US" dirty="0"/>
              <a:t>We can select part of </a:t>
            </a:r>
            <a:r>
              <a:rPr lang="en-US" dirty="0" err="1"/>
              <a:t>dataframe</a:t>
            </a:r>
            <a:r>
              <a:rPr lang="en-US" dirty="0"/>
              <a:t> through various methods like</a:t>
            </a:r>
            <a:r>
              <a:rPr lang="en-US" dirty="0" smtClean="0"/>
              <a:t>:</a:t>
            </a:r>
            <a:endParaRPr lang="en-US" dirty="0"/>
          </a:p>
          <a:p>
            <a:pPr lvl="0">
              <a:buClr>
                <a:srgbClr val="00B0F0"/>
              </a:buClr>
              <a:buFont typeface="Courier New" panose="02070309020205020404" pitchFamily="49" charset="0"/>
              <a:buChar char="o"/>
            </a:pPr>
            <a:r>
              <a:rPr lang="en-US" b="1" dirty="0"/>
              <a:t>2. Selection by Position</a:t>
            </a:r>
          </a:p>
          <a:p>
            <a:pPr lvl="1">
              <a:buClr>
                <a:srgbClr val="00B0F0"/>
              </a:buClr>
              <a:buFont typeface="Courier New" panose="02070309020205020404" pitchFamily="49" charset="0"/>
              <a:buChar char="o"/>
            </a:pPr>
            <a:r>
              <a:rPr lang="en-US" dirty="0"/>
              <a:t>Here, the .</a:t>
            </a:r>
            <a:r>
              <a:rPr lang="en-US" dirty="0" err="1"/>
              <a:t>iloc</a:t>
            </a:r>
            <a:r>
              <a:rPr lang="en-US" dirty="0"/>
              <a:t> attribute is the governing parameter to select data and slicing is performed based on the position.</a:t>
            </a:r>
            <a:endParaRPr lang="en-US"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269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1223" y="3126259"/>
            <a:ext cx="6797890" cy="333645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4288456564"/>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Indexing and selection</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188018"/>
          </a:xfrm>
        </p:spPr>
        <p:txBody>
          <a:bodyPr/>
          <a:lstStyle/>
          <a:p>
            <a:pPr lvl="0">
              <a:buClr>
                <a:srgbClr val="00B0F0"/>
              </a:buClr>
              <a:buFont typeface="Courier New" panose="02070309020205020404" pitchFamily="49" charset="0"/>
              <a:buChar char="o"/>
            </a:pPr>
            <a:r>
              <a:rPr lang="en-US" b="1" dirty="0" smtClean="0"/>
              <a:t>Selection types</a:t>
            </a:r>
          </a:p>
          <a:p>
            <a:pPr lvl="0">
              <a:buClr>
                <a:srgbClr val="00B0F0"/>
              </a:buClr>
              <a:buFont typeface="Courier New" panose="02070309020205020404" pitchFamily="49" charset="0"/>
              <a:buChar char="o"/>
            </a:pPr>
            <a:r>
              <a:rPr lang="en-US" b="1" dirty="0"/>
              <a:t>3. Selection Using Regular Expression</a:t>
            </a:r>
          </a:p>
          <a:p>
            <a:pPr lvl="1">
              <a:buClr>
                <a:srgbClr val="00B0F0"/>
              </a:buClr>
              <a:buFont typeface="Courier New" panose="02070309020205020404" pitchFamily="49" charset="0"/>
              <a:buChar char="o"/>
            </a:pPr>
            <a:r>
              <a:rPr lang="en-US" dirty="0"/>
              <a:t>Regex expression comes handy to select a particular data (row/column) using filter () function.</a:t>
            </a:r>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37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89438" y="2384853"/>
            <a:ext cx="6949775" cy="385556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3467401051"/>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IN" dirty="0"/>
              <a:t>Indexing and selection</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458861"/>
          </a:xfrm>
        </p:spPr>
        <p:txBody>
          <a:bodyPr/>
          <a:lstStyle/>
          <a:p>
            <a:pPr lvl="0">
              <a:buClr>
                <a:srgbClr val="00B0F0"/>
              </a:buClr>
              <a:buFont typeface="Courier New" panose="02070309020205020404" pitchFamily="49" charset="0"/>
              <a:buChar char="o"/>
            </a:pPr>
            <a:r>
              <a:rPr lang="en-US" b="1" dirty="0" smtClean="0"/>
              <a:t>Selection types</a:t>
            </a:r>
          </a:p>
          <a:p>
            <a:pPr lvl="0">
              <a:buClr>
                <a:srgbClr val="00B0F0"/>
              </a:buClr>
              <a:buFont typeface="Courier New" panose="02070309020205020404" pitchFamily="49" charset="0"/>
              <a:buChar char="o"/>
            </a:pPr>
            <a:r>
              <a:rPr lang="en-US" b="1" dirty="0"/>
              <a:t>4. Boolean Indexing</a:t>
            </a:r>
            <a:endParaRPr lang="en-US" dirty="0"/>
          </a:p>
          <a:p>
            <a:pPr lvl="1">
              <a:buClr>
                <a:srgbClr val="00B0F0"/>
              </a:buClr>
              <a:buFont typeface="Courier New" panose="02070309020205020404" pitchFamily="49" charset="0"/>
              <a:buChar char="o"/>
            </a:pPr>
            <a:r>
              <a:rPr lang="en-US" dirty="0"/>
              <a:t>We can also derive condition based selection which returns the True elements and </a:t>
            </a:r>
            <a:r>
              <a:rPr lang="en-US" dirty="0" err="1"/>
              <a:t>NaN</a:t>
            </a:r>
            <a:r>
              <a:rPr lang="en-US" dirty="0"/>
              <a:t> for False elements i.e. where condition became results into False.</a:t>
            </a:r>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473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0229" y="3521033"/>
            <a:ext cx="4872809" cy="279018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546376443"/>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US" dirty="0"/>
              <a:t>Data Cleaning and Feature Engineering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3498394"/>
          </a:xfrm>
        </p:spPr>
        <p:txBody>
          <a:bodyPr/>
          <a:lstStyle/>
          <a:p>
            <a:pPr lvl="0">
              <a:buClr>
                <a:srgbClr val="00B0F0"/>
              </a:buClr>
              <a:buFont typeface="Courier New" panose="02070309020205020404" pitchFamily="49" charset="0"/>
              <a:buChar char="o"/>
            </a:pPr>
            <a:r>
              <a:rPr lang="en-US" b="1" dirty="0" smtClean="0"/>
              <a:t>Selection types</a:t>
            </a:r>
          </a:p>
          <a:p>
            <a:pPr lvl="0">
              <a:buClr>
                <a:srgbClr val="00B0F0"/>
              </a:buClr>
              <a:buFont typeface="Courier New" panose="02070309020205020404" pitchFamily="49" charset="0"/>
              <a:buChar char="o"/>
            </a:pPr>
            <a:r>
              <a:rPr lang="en-US" b="1" dirty="0" smtClean="0"/>
              <a:t>Data Cleaning</a:t>
            </a:r>
          </a:p>
          <a:p>
            <a:pPr lvl="0">
              <a:buClr>
                <a:srgbClr val="00B0F0"/>
              </a:buClr>
              <a:buFont typeface="Courier New" panose="02070309020205020404" pitchFamily="49" charset="0"/>
              <a:buChar char="o"/>
            </a:pPr>
            <a:r>
              <a:rPr lang="en-US" dirty="0" smtClean="0"/>
              <a:t>To </a:t>
            </a:r>
            <a:r>
              <a:rPr lang="en-US" dirty="0"/>
              <a:t>reach the objective of our given scenario, we now have to perform following </a:t>
            </a:r>
            <a:r>
              <a:rPr lang="en-US" dirty="0" smtClean="0"/>
              <a:t>tasks:</a:t>
            </a:r>
          </a:p>
          <a:p>
            <a:pPr lvl="0">
              <a:buClr>
                <a:srgbClr val="00B0F0"/>
              </a:buClr>
              <a:buFont typeface="Courier New" panose="02070309020205020404" pitchFamily="49" charset="0"/>
              <a:buChar char="o"/>
            </a:pPr>
            <a:r>
              <a:rPr lang="en-US" b="1" dirty="0" smtClean="0"/>
              <a:t>1</a:t>
            </a:r>
            <a:r>
              <a:rPr lang="en-US" b="1" dirty="0"/>
              <a:t>. Split timestamp and chat in different </a:t>
            </a:r>
            <a:r>
              <a:rPr lang="en-US" b="1" dirty="0" smtClean="0"/>
              <a:t>columns</a:t>
            </a:r>
          </a:p>
          <a:p>
            <a:pPr lvl="1">
              <a:buClr>
                <a:srgbClr val="00B0F0"/>
              </a:buClr>
              <a:buFont typeface="Courier New" panose="02070309020205020404" pitchFamily="49" charset="0"/>
              <a:buChar char="o"/>
            </a:pPr>
            <a:r>
              <a:rPr lang="en-US" dirty="0" smtClean="0"/>
              <a:t>To </a:t>
            </a:r>
            <a:r>
              <a:rPr lang="en-US" dirty="0"/>
              <a:t>do so, we split each row by keeping the breaking point at </a:t>
            </a:r>
            <a:r>
              <a:rPr lang="en-US" b="1" dirty="0"/>
              <a:t>M:</a:t>
            </a:r>
            <a:r>
              <a:rPr lang="en-US" dirty="0"/>
              <a:t> and save the timestamp into a new </a:t>
            </a:r>
            <a:r>
              <a:rPr lang="en-US" dirty="0" err="1"/>
              <a:t>dataframe</a:t>
            </a:r>
            <a:r>
              <a:rPr lang="en-US" dirty="0"/>
              <a:t> </a:t>
            </a:r>
            <a:r>
              <a:rPr lang="en-US" dirty="0" err="1"/>
              <a:t>ts</a:t>
            </a:r>
            <a:r>
              <a:rPr lang="en-US" dirty="0"/>
              <a:t>. Next, we split our original </a:t>
            </a:r>
            <a:r>
              <a:rPr lang="en-US" dirty="0" err="1"/>
              <a:t>dataframe</a:t>
            </a:r>
            <a:r>
              <a:rPr lang="en-US" dirty="0"/>
              <a:t> </a:t>
            </a:r>
            <a:r>
              <a:rPr lang="en-US" i="1" dirty="0" err="1"/>
              <a:t>df</a:t>
            </a:r>
            <a:r>
              <a:rPr lang="en-US" dirty="0"/>
              <a:t> into two columns each for Name [ </a:t>
            </a:r>
            <a:r>
              <a:rPr lang="en-US" b="1" dirty="0"/>
              <a:t>Name</a:t>
            </a:r>
            <a:r>
              <a:rPr lang="en-US" dirty="0"/>
              <a:t>] and respective Conversation [ </a:t>
            </a:r>
            <a:r>
              <a:rPr lang="en-US" b="1" dirty="0"/>
              <a:t>Convo</a:t>
            </a:r>
            <a:r>
              <a:rPr lang="en-US" dirty="0"/>
              <a:t>].</a:t>
            </a:r>
          </a:p>
          <a:p>
            <a:pPr lvl="0">
              <a:buClr>
                <a:srgbClr val="00B0F0"/>
              </a:buClr>
              <a:buFont typeface="Courier New" panose="02070309020205020404" pitchFamily="49" charset="0"/>
              <a:buChar char="o"/>
            </a:pPr>
            <a:endParaRPr lang="en-US" b="1" dirty="0" smtClean="0"/>
          </a:p>
          <a:p>
            <a:pPr lvl="0">
              <a:buClr>
                <a:srgbClr val="00B0F0"/>
              </a:buClr>
              <a:buFont typeface="Courier New" panose="02070309020205020404" pitchFamily="49" charset="0"/>
              <a:buChar char="o"/>
            </a:pPr>
            <a:endParaRPr lang="en-US" b="1" dirty="0" smtClean="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576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19633" y="3883625"/>
            <a:ext cx="5583709" cy="189200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68208115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US" dirty="0"/>
              <a:t>Data Cleaning and Feature Engineering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458861"/>
          </a:xfrm>
        </p:spPr>
        <p:txBody>
          <a:bodyPr/>
          <a:lstStyle/>
          <a:p>
            <a:pPr lvl="0">
              <a:buClr>
                <a:srgbClr val="00B0F0"/>
              </a:buClr>
              <a:buFont typeface="Courier New" panose="02070309020205020404" pitchFamily="49" charset="0"/>
              <a:buChar char="o"/>
            </a:pPr>
            <a:r>
              <a:rPr lang="en-US" dirty="0" smtClean="0"/>
              <a:t>2</a:t>
            </a:r>
            <a:r>
              <a:rPr lang="en-US" dirty="0"/>
              <a:t>. </a:t>
            </a:r>
            <a:r>
              <a:rPr lang="en-US" dirty="0"/>
              <a:t>Map phone numbers to their person name</a:t>
            </a:r>
          </a:p>
          <a:p>
            <a:pPr lvl="1">
              <a:buClr>
                <a:srgbClr val="00B0F0"/>
              </a:buClr>
              <a:buFont typeface="Courier New" panose="02070309020205020404" pitchFamily="49" charset="0"/>
              <a:buChar char="o"/>
            </a:pPr>
            <a:r>
              <a:rPr lang="en-US" dirty="0"/>
              <a:t>Sometimes there are people whose names are not saved in our contact directory and therefore we see their phone numbers during the chat. If needed we can provide them their names in this optional step.</a:t>
            </a:r>
          </a:p>
          <a:p>
            <a:pPr lvl="0">
              <a:buClr>
                <a:srgbClr val="00B0F0"/>
              </a:buClr>
              <a:buFont typeface="Courier New" panose="02070309020205020404" pitchFamily="49" charset="0"/>
              <a:buChar char="o"/>
            </a:pP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678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0040" y="3009899"/>
            <a:ext cx="8236388" cy="121611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103237842"/>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US" dirty="0"/>
              <a:t>Data Cleaning and Feature Engineering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2170851"/>
          </a:xfrm>
        </p:spPr>
        <p:txBody>
          <a:bodyPr/>
          <a:lstStyle/>
          <a:p>
            <a:pPr lvl="0">
              <a:buClr>
                <a:srgbClr val="00B0F0"/>
              </a:buClr>
              <a:buFont typeface="Courier New" panose="02070309020205020404" pitchFamily="49" charset="0"/>
              <a:buChar char="o"/>
            </a:pPr>
            <a:r>
              <a:rPr lang="en-US" dirty="0" smtClean="0"/>
              <a:t>3</a:t>
            </a:r>
            <a:r>
              <a:rPr lang="en-US" dirty="0"/>
              <a:t>. Remove instances where someone changes their number</a:t>
            </a:r>
          </a:p>
          <a:p>
            <a:pPr lvl="1">
              <a:buClr>
                <a:srgbClr val="00B0F0"/>
              </a:buClr>
              <a:buFont typeface="Courier New" panose="02070309020205020404" pitchFamily="49" charset="0"/>
              <a:buChar char="o"/>
            </a:pPr>
            <a:r>
              <a:rPr lang="en-US" dirty="0"/>
              <a:t>It happens most of the time that we come across the following message</a:t>
            </a:r>
            <a:r>
              <a:rPr lang="en-US" dirty="0" smtClean="0"/>
              <a:t>:</a:t>
            </a:r>
            <a:endParaRPr lang="en-US" dirty="0"/>
          </a:p>
          <a:p>
            <a:pPr lvl="1">
              <a:buClr>
                <a:srgbClr val="00B0F0"/>
              </a:buClr>
              <a:buFont typeface="Courier New" panose="02070309020205020404" pitchFamily="49" charset="0"/>
              <a:buChar char="o"/>
            </a:pPr>
            <a:r>
              <a:rPr lang="en-US" dirty="0"/>
              <a:t>Dean number was changed from +91 55555 55555 to +91 22222 22222. ‎Tap to add</a:t>
            </a:r>
            <a:r>
              <a:rPr lang="en-US" dirty="0" smtClean="0"/>
              <a:t>.</a:t>
            </a:r>
            <a:endParaRPr lang="en-US" dirty="0"/>
          </a:p>
          <a:p>
            <a:pPr lvl="0">
              <a:buClr>
                <a:srgbClr val="00B0F0"/>
              </a:buClr>
              <a:buFont typeface="Courier New" panose="02070309020205020404" pitchFamily="49" charset="0"/>
              <a:buChar char="o"/>
            </a:pPr>
            <a:r>
              <a:rPr lang="en-US" dirty="0"/>
              <a:t>To remove such instances which are not needed for current analysis, we can use regular expressions and remove any instance(s) which has 2 digits followed by 5 digits and again 5 digits. Of course, you can develop this approach to a next level if any conflict arises with your analysis.</a:t>
            </a:r>
            <a:endParaRPr lang="en-US" dirty="0"/>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78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37406" y="3929450"/>
            <a:ext cx="7611950" cy="70909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770056663"/>
      </p:ext>
    </p:extLst>
  </p:cSld>
  <p:clrMapOvr>
    <a:masterClrMapping/>
  </p:clrMapOvr>
  <p:timing>
    <p:tnLst>
      <p:par>
        <p:cTn id="1" dur="indefinite" restart="never" nodeType="tmRoot"/>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US" dirty="0"/>
              <a:t>Data Cleaning and Feature Engineering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119281"/>
          </a:xfrm>
        </p:spPr>
        <p:txBody>
          <a:bodyPr/>
          <a:lstStyle/>
          <a:p>
            <a:pPr lvl="0">
              <a:buClr>
                <a:srgbClr val="00B0F0"/>
              </a:buClr>
              <a:buFont typeface="Courier New" panose="02070309020205020404" pitchFamily="49" charset="0"/>
              <a:buChar char="o"/>
            </a:pPr>
            <a:r>
              <a:rPr lang="en-US" dirty="0" smtClean="0"/>
              <a:t>4</a:t>
            </a:r>
            <a:r>
              <a:rPr lang="en-US" dirty="0"/>
              <a:t>. Remove either of the instance: &lt;image omitted&gt;, &lt;GIF omitted&gt; and &lt;video omitted&gt;</a:t>
            </a:r>
          </a:p>
          <a:p>
            <a:pPr lvl="0">
              <a:buClr>
                <a:srgbClr val="00B0F0"/>
              </a:buClr>
              <a:buFont typeface="Courier New" panose="02070309020205020404" pitchFamily="49" charset="0"/>
              <a:buChar char="o"/>
            </a:pPr>
            <a:r>
              <a:rPr lang="en-US" dirty="0"/>
              <a:t>Since our current motive is to work with text, therefore, we can neglect rows which contained either image, gif or a video.</a:t>
            </a:r>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883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36036" y="3169507"/>
            <a:ext cx="7739641" cy="148898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41095195"/>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1BBC88F0-FC8D-7353-332C-C2AA0D38C41B}"/>
            </a:ext>
          </a:extLst>
        </p:cNvPr>
        <p:cNvGrpSpPr/>
        <p:nvPr/>
      </p:nvGrpSpPr>
      <p:grpSpPr>
        <a:xfrm>
          <a:off x="0" y="0"/>
          <a:ext cx="0" cy="0"/>
          <a:chOff x="0" y="0"/>
          <a:chExt cx="0" cy="0"/>
        </a:xfrm>
      </p:grpSpPr>
      <p:sp>
        <p:nvSpPr>
          <p:cNvPr id="6" name="Text Placeholder 5">
            <a:extLst>
              <a:ext uri="{FF2B5EF4-FFF2-40B4-BE49-F238E27FC236}">
                <a16:creationId xmlns:a16="http://schemas.microsoft.com/office/drawing/2014/main" xmlns="" id="{0C813FEE-17AE-5D09-7E31-73405E276A3F}"/>
              </a:ext>
            </a:extLst>
          </p:cNvPr>
          <p:cNvSpPr>
            <a:spLocks noGrp="1"/>
          </p:cNvSpPr>
          <p:nvPr>
            <p:ph type="body" sz="quarter" idx="11"/>
          </p:nvPr>
        </p:nvSpPr>
        <p:spPr/>
        <p:txBody>
          <a:bodyPr/>
          <a:lstStyle/>
          <a:p>
            <a:r>
              <a:rPr lang="en-US" dirty="0"/>
              <a:t>Data Cleaning and Feature Engineering</a:t>
            </a:r>
          </a:p>
        </p:txBody>
      </p:sp>
      <p:sp>
        <p:nvSpPr>
          <p:cNvPr id="7" name="Text Placeholder 6">
            <a:extLst>
              <a:ext uri="{FF2B5EF4-FFF2-40B4-BE49-F238E27FC236}">
                <a16:creationId xmlns:a16="http://schemas.microsoft.com/office/drawing/2014/main" xmlns="" id="{B33B5B80-9820-6A94-CE15-9D36A6ED4C44}"/>
              </a:ext>
            </a:extLst>
          </p:cNvPr>
          <p:cNvSpPr>
            <a:spLocks noGrp="1"/>
          </p:cNvSpPr>
          <p:nvPr>
            <p:ph type="body" sz="quarter" idx="13"/>
          </p:nvPr>
        </p:nvSpPr>
        <p:spPr>
          <a:xfrm>
            <a:off x="182880" y="1056399"/>
            <a:ext cx="11450409" cy="1728678"/>
          </a:xfrm>
        </p:spPr>
        <p:txBody>
          <a:bodyPr/>
          <a:lstStyle/>
          <a:p>
            <a:pPr lvl="0">
              <a:buClr>
                <a:srgbClr val="00B0F0"/>
              </a:buClr>
              <a:buFont typeface="Courier New" panose="02070309020205020404" pitchFamily="49" charset="0"/>
              <a:buChar char="o"/>
            </a:pPr>
            <a:r>
              <a:rPr lang="en-US" dirty="0" smtClean="0"/>
              <a:t>Handling </a:t>
            </a:r>
            <a:r>
              <a:rPr lang="en-US" dirty="0"/>
              <a:t>Redundancy</a:t>
            </a:r>
          </a:p>
          <a:p>
            <a:pPr lvl="0">
              <a:buClr>
                <a:srgbClr val="00B0F0"/>
              </a:buClr>
              <a:buFont typeface="Courier New" panose="02070309020205020404" pitchFamily="49" charset="0"/>
              <a:buChar char="o"/>
            </a:pPr>
            <a:r>
              <a:rPr lang="en-US" dirty="0"/>
              <a:t>We can now arrive at our first outcome of retrieving the topmost 3 words used by every friend from the group. To do so, we first have to select all the unique names from the Name column. This can be done by creating a list of unique names using </a:t>
            </a:r>
            <a:r>
              <a:rPr lang="en-US" dirty="0" err="1"/>
              <a:t>drop_duplicates</a:t>
            </a:r>
            <a:r>
              <a:rPr lang="en-US" dirty="0"/>
              <a:t>() function. Before we proceed with our outcome here is a sample program on </a:t>
            </a:r>
            <a:r>
              <a:rPr lang="en-US" dirty="0" err="1"/>
              <a:t>drop_duplicates</a:t>
            </a:r>
            <a:r>
              <a:rPr lang="en-US" dirty="0"/>
              <a:t>() function.</a:t>
            </a:r>
          </a:p>
        </p:txBody>
      </p:sp>
      <p:sp>
        <p:nvSpPr>
          <p:cNvPr id="2" name="AutoShape 2" descr="https://infyspringboard.onwingspan.com/common-content-store/Shared/Shared/Public/lex_auth_012563459509018624305_shared/web-hosted/assets/8.Constructs.png">
            <a:extLst>
              <a:ext uri="{FF2B5EF4-FFF2-40B4-BE49-F238E27FC236}">
                <a16:creationId xmlns:a16="http://schemas.microsoft.com/office/drawing/2014/main" xmlns="" id="{AB1306D0-344D-E0D6-732D-CB1003C147AA}"/>
              </a:ext>
            </a:extLst>
          </p:cNvPr>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IN"/>
          </a:p>
        </p:txBody>
      </p:sp>
      <p:pic>
        <p:nvPicPr>
          <p:cNvPr id="24985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7977" y="3237470"/>
            <a:ext cx="5032547" cy="26469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498108518"/>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xmlns="" id="{7BC70CE7-0D37-5108-516F-EBF9B13D6CD6}"/>
            </a:ext>
          </a:extLst>
        </p:cNvPr>
        <p:cNvGrpSpPr/>
        <p:nvPr/>
      </p:nvGrpSpPr>
      <p:grpSpPr>
        <a:xfrm>
          <a:off x="0" y="0"/>
          <a:ext cx="0" cy="0"/>
          <a:chOff x="0" y="0"/>
          <a:chExt cx="0" cy="0"/>
        </a:xfrm>
      </p:grpSpPr>
      <p:sp>
        <p:nvSpPr>
          <p:cNvPr id="2" name="Text Placeholder 1">
            <a:extLst>
              <a:ext uri="{FF2B5EF4-FFF2-40B4-BE49-F238E27FC236}">
                <a16:creationId xmlns:a16="http://schemas.microsoft.com/office/drawing/2014/main" xmlns="" id="{F5E0CFBC-9BB7-20A7-753C-D94285E24E14}"/>
              </a:ext>
            </a:extLst>
          </p:cNvPr>
          <p:cNvSpPr>
            <a:spLocks noGrp="1"/>
          </p:cNvSpPr>
          <p:nvPr>
            <p:ph type="body" sz="quarter" idx="11"/>
          </p:nvPr>
        </p:nvSpPr>
        <p:spPr/>
        <p:txBody>
          <a:bodyPr/>
          <a:lstStyle/>
          <a:p>
            <a:r>
              <a:rPr lang="en-US" dirty="0"/>
              <a:t>Thank you</a:t>
            </a:r>
          </a:p>
        </p:txBody>
      </p:sp>
    </p:spTree>
    <p:extLst>
      <p:ext uri="{BB962C8B-B14F-4D97-AF65-F5344CB8AC3E}">
        <p14:creationId xmlns:p14="http://schemas.microsoft.com/office/powerpoint/2010/main" val="371850475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ENGAGE" val="{&quot;SavedSwatch&quot;:&quot;-16748873|-8341960|-3468525|-2064878|-9539986|Markido&quot;,&quot;Id&quot;:&quot;5912d2b23245341368fd0de0&quot;,&quot;SmartGridHorizontal&quot;:0,&quot;LinkedExcelSources&quot;:{},&quot;LinkedProjectSources&quot;:{},&quot;FlowConfig&quot;:{&quot;Canvas&quot;:{&quot;Slide&quot;:-1,&quot;Width&quot;:0,&quot;Height&quot;:0},&quot;Timeline&quot;:{&quot;Actions&quot;:[]}},&quot;LinkedSlideMergeSources&quot;:{},&quot;LinkedSharePointSlideMergeSources&quo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Infogain Theme">
  <a:themeElements>
    <a:clrScheme name="Infogain">
      <a:dk1>
        <a:sysClr val="windowText" lastClr="000000"/>
      </a:dk1>
      <a:lt1>
        <a:sysClr val="window" lastClr="FFFFFF"/>
      </a:lt1>
      <a:dk2>
        <a:srgbClr val="4CA88A"/>
      </a:dk2>
      <a:lt2>
        <a:srgbClr val="00A9DA"/>
      </a:lt2>
      <a:accent1>
        <a:srgbClr val="E7513C"/>
      </a:accent1>
      <a:accent2>
        <a:srgbClr val="313437"/>
      </a:accent2>
      <a:accent3>
        <a:srgbClr val="5B719A"/>
      </a:accent3>
      <a:accent4>
        <a:srgbClr val="006BB1"/>
      </a:accent4>
      <a:accent5>
        <a:srgbClr val="174276"/>
      </a:accent5>
      <a:accent6>
        <a:srgbClr val="B0B2B5"/>
      </a:accent6>
      <a:hlink>
        <a:srgbClr val="0000FF"/>
      </a:hlink>
      <a:folHlink>
        <a:srgbClr val="800080"/>
      </a:folHlink>
    </a:clrScheme>
    <a:fontScheme name="Custom 11">
      <a:majorFont>
        <a:latin typeface="Avenir Roman"/>
        <a:ea typeface=""/>
        <a:cs typeface=""/>
      </a:majorFont>
      <a:minorFont>
        <a:latin typeface="Avenir Roman"/>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chemeClr val="bg2"/>
        </a:solidFill>
        <a:ln>
          <a:noFill/>
        </a:ln>
        <a:effectLst/>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ln>
          <a:solidFill>
            <a:schemeClr val="bg2"/>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3.xml><?xml version="1.0" encoding="utf-8"?>
<a:theme xmlns:a="http://schemas.openxmlformats.org/drawingml/2006/main" name="1_Tenarai">
  <a:themeElements>
    <a:clrScheme name="Tenarai">
      <a:dk1>
        <a:srgbClr val="000000"/>
      </a:dk1>
      <a:lt1>
        <a:srgbClr val="FFFFFF"/>
      </a:lt1>
      <a:dk2>
        <a:srgbClr val="8CF000"/>
      </a:dk2>
      <a:lt2>
        <a:srgbClr val="F5F0EB"/>
      </a:lt2>
      <a:accent1>
        <a:srgbClr val="8E867E"/>
      </a:accent1>
      <a:accent2>
        <a:srgbClr val="235B00"/>
      </a:accent2>
      <a:accent3>
        <a:srgbClr val="5E5751"/>
      </a:accent3>
      <a:accent4>
        <a:srgbClr val="20470F"/>
      </a:accent4>
      <a:accent5>
        <a:srgbClr val="47413C"/>
      </a:accent5>
      <a:accent6>
        <a:srgbClr val="1E321E"/>
      </a:accent6>
      <a:hlink>
        <a:srgbClr val="000000"/>
      </a:hlink>
      <a:folHlink>
        <a:srgbClr val="000000"/>
      </a:folHlink>
    </a:clrScheme>
    <a:fontScheme name="Office Them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2"/>
        </a:solidFill>
        <a:ln>
          <a:noFill/>
        </a:ln>
      </a:spPr>
      <a:bodyPr rtlCol="0" anchor="ctr"/>
      <a:lstStyle>
        <a:defPPr algn="ctr">
          <a:defRPr sz="1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12700">
          <a:solidFill>
            <a:schemeClr val="tx1"/>
          </a:solidFill>
        </a:ln>
      </a:spPr>
      <a:bodyPr/>
      <a:lstStyle/>
      <a:style>
        <a:lnRef idx="2">
          <a:schemeClr val="accent1"/>
        </a:lnRef>
        <a:fillRef idx="0">
          <a:schemeClr val="accent1"/>
        </a:fillRef>
        <a:effectRef idx="1">
          <a:schemeClr val="accent1"/>
        </a:effectRef>
        <a:fontRef idx="minor">
          <a:schemeClr val="tx1"/>
        </a:fontRef>
      </a:style>
    </a:lnDef>
    <a:txDef>
      <a:spPr>
        <a:noFill/>
      </a:spPr>
      <a:bodyPr wrap="none" lIns="0" tIns="0" rIns="0" bIns="0" rtlCol="0">
        <a:spAutoFit/>
      </a:bodyPr>
      <a:lstStyle>
        <a:defPPr algn="l">
          <a:defRPr sz="1200" dirty="0" smtClean="0"/>
        </a:defPPr>
      </a:lstStyle>
    </a:txDef>
  </a:objectDefaults>
  <a:extraClrSchemeLst/>
  <a:custClrLst>
    <a:custClr name="Tan">
      <a:srgbClr val="F5F0EB"/>
    </a:custClr>
    <a:custClr name="Tan 2">
      <a:srgbClr val="DAD2CB"/>
    </a:custClr>
    <a:custClr name="Tan 3">
      <a:srgbClr val="BEB4AA"/>
    </a:custClr>
    <a:custClr name="Tan 4">
      <a:srgbClr val="8E867E"/>
    </a:custClr>
    <a:custClr name="Tan 5">
      <a:srgbClr val="5E5751"/>
    </a:custClr>
    <a:custClr name="Tan 6">
      <a:srgbClr val="47413D"/>
    </a:custClr>
    <a:custClr name="Tan 7">
      <a:srgbClr val="2F2C29"/>
    </a:custClr>
    <a:custClr name="Tan 8">
      <a:srgbClr val="181614"/>
    </a:custClr>
    <a:custClr>
      <a:srgbClr val="FFFFFF"/>
    </a:custClr>
    <a:custClr>
      <a:srgbClr val="FFFFFF"/>
    </a:custClr>
    <a:custClr name="Volt">
      <a:srgbClr val="8CF000"/>
    </a:custClr>
    <a:custClr name="Volt 2">
      <a:srgbClr val="5FB900"/>
    </a:custClr>
    <a:custClr name="Volt 3">
      <a:srgbClr val="328200"/>
    </a:custClr>
    <a:custClr name="Volt 4">
      <a:srgbClr val="235B00"/>
    </a:custClr>
    <a:custClr name="Volt 5">
      <a:srgbClr val="21470F"/>
    </a:custClr>
    <a:custClr name="Volt 6">
      <a:srgbClr val="1E321E"/>
    </a:custClr>
    <a:custClr name="Volt 7">
      <a:srgbClr val="162616"/>
    </a:custClr>
    <a:custClr name="Volt 8">
      <a:srgbClr val="0F190F"/>
    </a:custClr>
    <a:custClr>
      <a:srgbClr val="FFFFFF"/>
    </a:custClr>
    <a:custClr>
      <a:srgbClr val="FFFFFF"/>
    </a:custClr>
    <a:custClr name="Success Light">
      <a:srgbClr val="DDFBB2"/>
    </a:custClr>
    <a:custClr name="Success Dark">
      <a:srgbClr val="11AE50"/>
    </a:custClr>
    <a:custClr name="Warning Light">
      <a:srgbClr val="FFF2E0"/>
    </a:custClr>
    <a:custClr name="Warning Dark">
      <a:srgbClr val="AD4B00"/>
    </a:custClr>
    <a:custClr name="Danger Light">
      <a:srgbClr val="FFE5F0"/>
    </a:custClr>
    <a:custClr name="Danger Dark">
      <a:srgbClr val="BD004B"/>
    </a:custClr>
    <a:custClr name="Info Light">
      <a:srgbClr val="EDE5FF"/>
    </a:custClr>
    <a:custClr name="Info Dark">
      <a:srgbClr val="714CD6"/>
    </a:custClr>
    <a:custClr>
      <a:srgbClr val="FFFFFF"/>
    </a:custClr>
    <a:custClr>
      <a:srgbClr val="FFFFFF"/>
    </a:custClr>
  </a:custClrLst>
  <a:extLst>
    <a:ext uri="{05A4C25C-085E-4340-85A3-A5531E510DB2}">
      <thm15:themeFamily xmlns:thm15="http://schemas.microsoft.com/office/thememl/2012/main" xmlns="" name="Tenarai_Template_20260310" id="{392C4E7A-B87B-0446-B2FC-59969B4EAB6B}" vid="{B3C127D8-8DD5-0840-A0C6-D9CC8662E7B3}"/>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C18301F54976BD40B3F8637F54C095B9" ma:contentTypeVersion="9" ma:contentTypeDescription="Create a new document." ma:contentTypeScope="" ma:versionID="7981c13eefe6da806c4b4d04fadbaee2">
  <xsd:schema xmlns:xsd="http://www.w3.org/2001/XMLSchema" xmlns:xs="http://www.w3.org/2001/XMLSchema" xmlns:p="http://schemas.microsoft.com/office/2006/metadata/properties" xmlns:ns2="863d8192-19c9-48ba-956d-c31701e6c360" targetNamespace="http://schemas.microsoft.com/office/2006/metadata/properties" ma:root="true" ma:fieldsID="47f719c559862e1b2a804745738a065f" ns2:_="">
    <xsd:import namespace="863d8192-19c9-48ba-956d-c31701e6c360"/>
    <xsd:element name="properties">
      <xsd:complexType>
        <xsd:sequence>
          <xsd:element name="documentManagement">
            <xsd:complexType>
              <xsd:all>
                <xsd:element ref="ns2:MediaServiceMetadata" minOccurs="0"/>
                <xsd:element ref="ns2:MediaServiceFastMetadata" minOccurs="0"/>
                <xsd:element ref="ns2:MediaServiceAutoTags" minOccurs="0"/>
                <xsd:element ref="ns2:MediaServiceOCR" minOccurs="0"/>
                <xsd:element ref="ns2:MediaServiceGenerationTime" minOccurs="0"/>
                <xsd:element ref="ns2:MediaServiceEventHashCode" minOccurs="0"/>
                <xsd:element ref="ns2:MediaServiceDateTaken"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63d8192-19c9-48ba-956d-c31701e6c36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Tags" ma:index="10" nillable="true" ma:displayName="Tags" ma:internalName="MediaServiceAutoTags" ma:readOnly="true">
      <xsd:simpleType>
        <xsd:restriction base="dms:Text"/>
      </xsd:simpleType>
    </xsd:element>
    <xsd:element name="MediaServiceOCR" ma:index="11" nillable="true" ma:displayName="Extracted Text" ma:internalName="MediaServiceOCR" ma:readOnly="true">
      <xsd:simpleType>
        <xsd:restriction base="dms:Note">
          <xsd:maxLength value="255"/>
        </xsd:restriction>
      </xsd:simpleType>
    </xsd:element>
    <xsd:element name="MediaServiceGenerationTime" ma:index="12" nillable="true" ma:displayName="MediaServiceGenerationTime" ma:hidden="true" ma:internalName="MediaServiceGenerationTime" ma:readOnly="true">
      <xsd:simpleType>
        <xsd:restriction base="dms:Text"/>
      </xsd:simpleType>
    </xsd:element>
    <xsd:element name="MediaServiceEventHashCode" ma:index="13" nillable="true" ma:displayName="MediaServiceEventHashCode" ma:hidden="true" ma:internalName="MediaServiceEventHashCode" ma:readOnly="true">
      <xsd:simpleType>
        <xsd:restriction base="dms:Text"/>
      </xsd:simpleType>
    </xsd:element>
    <xsd:element name="MediaServiceDateTaken" ma:index="14" nillable="true" ma:displayName="MediaServiceDateTaken" ma:hidden="true" ma:internalName="MediaServiceDateTaken" ma:readOnly="true">
      <xsd:simpleType>
        <xsd:restriction base="dms:Text"/>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D26E52B-BE85-4589-9F0E-59F6B75FADEA}">
  <ds:schemaRefs>
    <ds:schemaRef ds:uri="http://schemas.microsoft.com/sharepoint/v3/contenttype/forms"/>
  </ds:schemaRefs>
</ds:datastoreItem>
</file>

<file path=customXml/itemProps2.xml><?xml version="1.0" encoding="utf-8"?>
<ds:datastoreItem xmlns:ds="http://schemas.openxmlformats.org/officeDocument/2006/customXml" ds:itemID="{B878CF0A-9D77-4FD2-A2D8-5E627661DB47}">
  <ds:schemaRefs>
    <ds:schemaRef ds:uri="http://purl.org/dc/dcmitype/"/>
    <ds:schemaRef ds:uri="http://schemas.microsoft.com/office/infopath/2007/PartnerControl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863d8192-19c9-48ba-956d-c31701e6c360"/>
    <ds:schemaRef ds:uri="http://www.w3.org/XML/1998/namespace"/>
  </ds:schemaRefs>
</ds:datastoreItem>
</file>

<file path=customXml/itemProps3.xml><?xml version="1.0" encoding="utf-8"?>
<ds:datastoreItem xmlns:ds="http://schemas.openxmlformats.org/officeDocument/2006/customXml" ds:itemID="{91A8D693-52B0-4EC7-BA43-D2D78CB8FC6A}">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63d8192-19c9-48ba-956d-c31701e6c360"/>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49733</TotalTime>
  <Words>1685</Words>
  <Application>Microsoft Office PowerPoint</Application>
  <PresentationFormat>Custom</PresentationFormat>
  <Paragraphs>237</Paragraphs>
  <Slides>40</Slides>
  <Notes>1</Notes>
  <HiddenSlides>0</HiddenSlides>
  <MMClips>0</MMClips>
  <ScaleCrop>false</ScaleCrop>
  <HeadingPairs>
    <vt:vector size="6" baseType="variant">
      <vt:variant>
        <vt:lpstr>Theme</vt:lpstr>
      </vt:variant>
      <vt:variant>
        <vt:i4>3</vt:i4>
      </vt:variant>
      <vt:variant>
        <vt:lpstr>Embedded OLE Servers</vt:lpstr>
      </vt:variant>
      <vt:variant>
        <vt:i4>1</vt:i4>
      </vt:variant>
      <vt:variant>
        <vt:lpstr>Slide Titles</vt:lpstr>
      </vt:variant>
      <vt:variant>
        <vt:i4>40</vt:i4>
      </vt:variant>
    </vt:vector>
  </HeadingPairs>
  <TitlesOfParts>
    <vt:vector size="44" baseType="lpstr">
      <vt:lpstr>Infogain Theme</vt:lpstr>
      <vt:lpstr>Tenarai</vt:lpstr>
      <vt:lpstr>1_Tenarai</vt:lpstr>
      <vt:lpstr>think-cell Slide</vt:lpstr>
      <vt:lpstr>TypeScript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 SOLUTIONS</dc:title>
  <dc:creator>Sushma V</dc:creator>
  <cp:lastModifiedBy>Hp</cp:lastModifiedBy>
  <cp:revision>1008</cp:revision>
  <dcterms:created xsi:type="dcterms:W3CDTF">2016-11-03T07:42:20Z</dcterms:created>
  <dcterms:modified xsi:type="dcterms:W3CDTF">2026-07-15T08:51:58Z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0x010100C18301F54976BD40B3F8637F54C095B9</vt:lpwstr>
  </property>
</Properties>
</file>