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41"/>
  </p:notesMasterIdLst>
  <p:sldIdLst>
    <p:sldId id="360" r:id="rId7"/>
    <p:sldId id="820" r:id="rId8"/>
    <p:sldId id="797" r:id="rId9"/>
    <p:sldId id="798" r:id="rId10"/>
    <p:sldId id="799" r:id="rId11"/>
    <p:sldId id="800" r:id="rId12"/>
    <p:sldId id="801" r:id="rId13"/>
    <p:sldId id="802" r:id="rId14"/>
    <p:sldId id="803" r:id="rId15"/>
    <p:sldId id="821" r:id="rId16"/>
    <p:sldId id="822" r:id="rId17"/>
    <p:sldId id="823" r:id="rId18"/>
    <p:sldId id="804" r:id="rId19"/>
    <p:sldId id="742" r:id="rId20"/>
    <p:sldId id="743" r:id="rId21"/>
    <p:sldId id="805" r:id="rId22"/>
    <p:sldId id="806" r:id="rId23"/>
    <p:sldId id="744" r:id="rId24"/>
    <p:sldId id="787" r:id="rId25"/>
    <p:sldId id="807" r:id="rId26"/>
    <p:sldId id="808" r:id="rId27"/>
    <p:sldId id="781" r:id="rId28"/>
    <p:sldId id="809" r:id="rId29"/>
    <p:sldId id="810" r:id="rId30"/>
    <p:sldId id="811" r:id="rId31"/>
    <p:sldId id="812" r:id="rId32"/>
    <p:sldId id="813" r:id="rId33"/>
    <p:sldId id="814" r:id="rId34"/>
    <p:sldId id="815" r:id="rId35"/>
    <p:sldId id="816" r:id="rId36"/>
    <p:sldId id="817" r:id="rId37"/>
    <p:sldId id="818" r:id="rId38"/>
    <p:sldId id="819" r:id="rId39"/>
    <p:sldId id="390" r:id="rId40"/>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0"/>
            <p14:sldId id="797"/>
            <p14:sldId id="798"/>
            <p14:sldId id="799"/>
            <p14:sldId id="800"/>
            <p14:sldId id="801"/>
            <p14:sldId id="802"/>
            <p14:sldId id="803"/>
            <p14:sldId id="821"/>
            <p14:sldId id="822"/>
            <p14:sldId id="823"/>
            <p14:sldId id="804"/>
            <p14:sldId id="742"/>
            <p14:sldId id="743"/>
            <p14:sldId id="805"/>
            <p14:sldId id="806"/>
            <p14:sldId id="744"/>
            <p14:sldId id="787"/>
            <p14:sldId id="807"/>
            <p14:sldId id="808"/>
            <p14:sldId id="781"/>
            <p14:sldId id="809"/>
            <p14:sldId id="810"/>
            <p14:sldId id="811"/>
            <p14:sldId id="812"/>
            <p14:sldId id="813"/>
            <p14:sldId id="814"/>
            <p14:sldId id="815"/>
            <p14:sldId id="816"/>
            <p14:sldId id="817"/>
            <p14:sldId id="818"/>
            <p14:sldId id="819"/>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32" autoAdjust="0"/>
    <p:restoredTop sz="93543" autoAdjust="0"/>
  </p:normalViewPr>
  <p:slideViewPr>
    <p:cSldViewPr snapToGrid="0">
      <p:cViewPr>
        <p:scale>
          <a:sx n="77" d="100"/>
          <a:sy n="77" d="100"/>
        </p:scale>
        <p:origin x="-96"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22-06-2026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189915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4</a:t>
            </a:fld>
            <a:endParaRPr lang="en-CA"/>
          </a:p>
        </p:txBody>
      </p:sp>
    </p:spTree>
    <p:extLst>
      <p:ext uri="{BB962C8B-B14F-4D97-AF65-F5344CB8AC3E}">
        <p14:creationId xmlns:p14="http://schemas.microsoft.com/office/powerpoint/2010/main" val="4276921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5</a:t>
            </a:fld>
            <a:endParaRPr lang="en-CA"/>
          </a:p>
        </p:txBody>
      </p:sp>
    </p:spTree>
    <p:extLst>
      <p:ext uri="{BB962C8B-B14F-4D97-AF65-F5344CB8AC3E}">
        <p14:creationId xmlns:p14="http://schemas.microsoft.com/office/powerpoint/2010/main" val="398239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6</a:t>
            </a:fld>
            <a:endParaRPr lang="en-CA"/>
          </a:p>
        </p:txBody>
      </p:sp>
    </p:spTree>
    <p:extLst>
      <p:ext uri="{BB962C8B-B14F-4D97-AF65-F5344CB8AC3E}">
        <p14:creationId xmlns:p14="http://schemas.microsoft.com/office/powerpoint/2010/main" val="706724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7</a:t>
            </a:fld>
            <a:endParaRPr lang="en-CA"/>
          </a:p>
        </p:txBody>
      </p:sp>
    </p:spTree>
    <p:extLst>
      <p:ext uri="{BB962C8B-B14F-4D97-AF65-F5344CB8AC3E}">
        <p14:creationId xmlns:p14="http://schemas.microsoft.com/office/powerpoint/2010/main" val="3246258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8</a:t>
            </a:fld>
            <a:endParaRPr lang="en-CA"/>
          </a:p>
        </p:txBody>
      </p:sp>
    </p:spTree>
    <p:extLst>
      <p:ext uri="{BB962C8B-B14F-4D97-AF65-F5344CB8AC3E}">
        <p14:creationId xmlns:p14="http://schemas.microsoft.com/office/powerpoint/2010/main" val="35340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17</a:t>
            </a:fld>
            <a:endParaRPr lang="en-CA"/>
          </a:p>
        </p:txBody>
      </p:sp>
    </p:spTree>
    <p:extLst>
      <p:ext uri="{BB962C8B-B14F-4D97-AF65-F5344CB8AC3E}">
        <p14:creationId xmlns:p14="http://schemas.microsoft.com/office/powerpoint/2010/main" val="4065619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19F37A9-9944-454A-95D7-E9DF676EB12F}" type="slidenum">
              <a:rPr lang="en-CA" smtClean="0"/>
              <a:t>21</a:t>
            </a:fld>
            <a:endParaRPr lang="en-CA"/>
          </a:p>
        </p:txBody>
      </p:sp>
    </p:spTree>
    <p:extLst>
      <p:ext uri="{BB962C8B-B14F-4D97-AF65-F5344CB8AC3E}">
        <p14:creationId xmlns:p14="http://schemas.microsoft.com/office/powerpoint/2010/main" val="1594993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a:xfrm>
            <a:off x="4143587" y="9119474"/>
            <a:ext cx="3169920" cy="481726"/>
          </a:xfrm>
          <a:prstGeom prst="rect">
            <a:avLst/>
          </a:prstGeom>
        </p:spPr>
        <p:txBody>
          <a:bodyPr/>
          <a:lstStyle/>
          <a:p>
            <a:fld id="{6F7BFFDF-E3CB-40D6-A128-42A313CC2D07}" type="slidenum">
              <a:rPr lang="en-CA" smtClean="0"/>
              <a:t>25</a:t>
            </a:fld>
            <a:endParaRPr lang="en-CA"/>
          </a:p>
        </p:txBody>
      </p:sp>
    </p:spTree>
    <p:extLst>
      <p:ext uri="{BB962C8B-B14F-4D97-AF65-F5344CB8AC3E}">
        <p14:creationId xmlns:p14="http://schemas.microsoft.com/office/powerpoint/2010/main" val="1866037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a:xfrm>
            <a:off x="4143587" y="9119474"/>
            <a:ext cx="3169920" cy="481726"/>
          </a:xfrm>
          <a:prstGeom prst="rect">
            <a:avLst/>
          </a:prstGeom>
        </p:spPr>
        <p:txBody>
          <a:bodyPr/>
          <a:lstStyle/>
          <a:p>
            <a:fld id="{6F7BFFDF-E3CB-40D6-A128-42A313CC2D07}" type="slidenum">
              <a:rPr lang="en-CA" smtClean="0"/>
              <a:t>26</a:t>
            </a:fld>
            <a:endParaRPr lang="en-CA"/>
          </a:p>
        </p:txBody>
      </p:sp>
    </p:spTree>
    <p:extLst>
      <p:ext uri="{BB962C8B-B14F-4D97-AF65-F5344CB8AC3E}">
        <p14:creationId xmlns:p14="http://schemas.microsoft.com/office/powerpoint/2010/main" val="269363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a:xfrm>
            <a:off x="4143587" y="9119474"/>
            <a:ext cx="3169920" cy="481726"/>
          </a:xfrm>
          <a:prstGeom prst="rect">
            <a:avLst/>
          </a:prstGeom>
        </p:spPr>
        <p:txBody>
          <a:bodyPr/>
          <a:lstStyle/>
          <a:p>
            <a:fld id="{219F37A9-9944-454A-95D7-E9DF676EB12F}" type="slidenum">
              <a:rPr lang="en-CA" smtClean="0"/>
              <a:t>27</a:t>
            </a:fld>
            <a:endParaRPr lang="en-CA"/>
          </a:p>
        </p:txBody>
      </p:sp>
    </p:spTree>
    <p:extLst>
      <p:ext uri="{BB962C8B-B14F-4D97-AF65-F5344CB8AC3E}">
        <p14:creationId xmlns:p14="http://schemas.microsoft.com/office/powerpoint/2010/main" val="3982903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a:xfrm>
            <a:off x="4143587" y="9119474"/>
            <a:ext cx="3169920" cy="481726"/>
          </a:xfrm>
          <a:prstGeom prst="rect">
            <a:avLst/>
          </a:prstGeom>
        </p:spPr>
        <p:txBody>
          <a:bodyPr/>
          <a:lstStyle/>
          <a:p>
            <a:fld id="{219F37A9-9944-454A-95D7-E9DF676EB12F}" type="slidenum">
              <a:rPr lang="en-CA" smtClean="0"/>
              <a:t>28</a:t>
            </a:fld>
            <a:endParaRPr lang="en-CA"/>
          </a:p>
        </p:txBody>
      </p:sp>
    </p:spTree>
    <p:extLst>
      <p:ext uri="{BB962C8B-B14F-4D97-AF65-F5344CB8AC3E}">
        <p14:creationId xmlns:p14="http://schemas.microsoft.com/office/powerpoint/2010/main" val="8060668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9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7.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4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7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29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1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3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5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0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5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7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2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7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79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4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89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1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6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1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3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8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3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5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0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5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7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2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7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39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4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49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1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6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1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3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8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3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5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0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5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7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2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7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499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5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5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7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7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09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09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2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23"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6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1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3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8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3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5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0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5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7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2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7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59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4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0"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694"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18"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6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22.06.2026</a:t>
            </a:fld>
            <a:endParaRPr lang="ru-RU"/>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132694402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22.06.2026</a:t>
            </a:fld>
            <a:endParaRPr lang="ru-RU"/>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9278846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t>22.06.2026</a:t>
            </a:fld>
            <a:endParaRPr lang="ru-RU"/>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t>‹#›</a:t>
            </a:fld>
            <a:endParaRPr lang="ru-RU"/>
          </a:p>
        </p:txBody>
      </p:sp>
    </p:spTree>
    <p:extLst>
      <p:ext uri="{BB962C8B-B14F-4D97-AF65-F5344CB8AC3E}">
        <p14:creationId xmlns:p14="http://schemas.microsoft.com/office/powerpoint/2010/main" val="292787045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0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1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6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7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2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3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89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899"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2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2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4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4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7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71"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29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4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4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5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22.06.2026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22.06.2026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22.06.2026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123" Type="http://schemas.openxmlformats.org/officeDocument/2006/relationships/tags" Target="../tags/tag2.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slideLayout" Target="../slideLayouts/slideLayout150.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theme" Target="../theme/theme2.xml"/><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124" Type="http://schemas.openxmlformats.org/officeDocument/2006/relationships/oleObject" Target="../embeddings/oleObject1.bin"/><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slideLayout" Target="../slideLayouts/slideLayout151.x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vmlDrawing" Target="../drawings/vmlDrawing1.vml"/><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slideLayout" Target="../slideLayouts/slideLayout152.xml"/><Relationship Id="rId125" Type="http://schemas.openxmlformats.org/officeDocument/2006/relationships/image" Target="../media/image14.emf"/><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8.xml"/><Relationship Id="rId117" Type="http://schemas.openxmlformats.org/officeDocument/2006/relationships/slideLayout" Target="../slideLayouts/slideLayout269.xml"/><Relationship Id="rId21" Type="http://schemas.openxmlformats.org/officeDocument/2006/relationships/slideLayout" Target="../slideLayouts/slideLayout173.xml"/><Relationship Id="rId42" Type="http://schemas.openxmlformats.org/officeDocument/2006/relationships/slideLayout" Target="../slideLayouts/slideLayout194.xml"/><Relationship Id="rId47" Type="http://schemas.openxmlformats.org/officeDocument/2006/relationships/slideLayout" Target="../slideLayouts/slideLayout199.xml"/><Relationship Id="rId63" Type="http://schemas.openxmlformats.org/officeDocument/2006/relationships/slideLayout" Target="../slideLayouts/slideLayout215.xml"/><Relationship Id="rId68" Type="http://schemas.openxmlformats.org/officeDocument/2006/relationships/slideLayout" Target="../slideLayouts/slideLayout220.xml"/><Relationship Id="rId84" Type="http://schemas.openxmlformats.org/officeDocument/2006/relationships/slideLayout" Target="../slideLayouts/slideLayout236.xml"/><Relationship Id="rId89" Type="http://schemas.openxmlformats.org/officeDocument/2006/relationships/slideLayout" Target="../slideLayouts/slideLayout241.xml"/><Relationship Id="rId112" Type="http://schemas.openxmlformats.org/officeDocument/2006/relationships/slideLayout" Target="../slideLayouts/slideLayout264.xml"/><Relationship Id="rId16" Type="http://schemas.openxmlformats.org/officeDocument/2006/relationships/slideLayout" Target="../slideLayouts/slideLayout168.xml"/><Relationship Id="rId107" Type="http://schemas.openxmlformats.org/officeDocument/2006/relationships/slideLayout" Target="../slideLayouts/slideLayout259.xml"/><Relationship Id="rId11" Type="http://schemas.openxmlformats.org/officeDocument/2006/relationships/slideLayout" Target="../slideLayouts/slideLayout163.xml"/><Relationship Id="rId32" Type="http://schemas.openxmlformats.org/officeDocument/2006/relationships/slideLayout" Target="../slideLayouts/slideLayout184.xml"/><Relationship Id="rId37" Type="http://schemas.openxmlformats.org/officeDocument/2006/relationships/slideLayout" Target="../slideLayouts/slideLayout189.xml"/><Relationship Id="rId53" Type="http://schemas.openxmlformats.org/officeDocument/2006/relationships/slideLayout" Target="../slideLayouts/slideLayout205.xml"/><Relationship Id="rId58" Type="http://schemas.openxmlformats.org/officeDocument/2006/relationships/slideLayout" Target="../slideLayouts/slideLayout210.xml"/><Relationship Id="rId74" Type="http://schemas.openxmlformats.org/officeDocument/2006/relationships/slideLayout" Target="../slideLayouts/slideLayout226.xml"/><Relationship Id="rId79" Type="http://schemas.openxmlformats.org/officeDocument/2006/relationships/slideLayout" Target="../slideLayouts/slideLayout231.xml"/><Relationship Id="rId102" Type="http://schemas.openxmlformats.org/officeDocument/2006/relationships/slideLayout" Target="../slideLayouts/slideLayout254.xml"/><Relationship Id="rId123" Type="http://schemas.openxmlformats.org/officeDocument/2006/relationships/tags" Target="../tags/tag117.xml"/><Relationship Id="rId5" Type="http://schemas.openxmlformats.org/officeDocument/2006/relationships/slideLayout" Target="../slideLayouts/slideLayout157.xml"/><Relationship Id="rId61" Type="http://schemas.openxmlformats.org/officeDocument/2006/relationships/slideLayout" Target="../slideLayouts/slideLayout213.xml"/><Relationship Id="rId82" Type="http://schemas.openxmlformats.org/officeDocument/2006/relationships/slideLayout" Target="../slideLayouts/slideLayout234.xml"/><Relationship Id="rId90" Type="http://schemas.openxmlformats.org/officeDocument/2006/relationships/slideLayout" Target="../slideLayouts/slideLayout242.xml"/><Relationship Id="rId95" Type="http://schemas.openxmlformats.org/officeDocument/2006/relationships/slideLayout" Target="../slideLayouts/slideLayout247.xml"/><Relationship Id="rId19" Type="http://schemas.openxmlformats.org/officeDocument/2006/relationships/slideLayout" Target="../slideLayouts/slideLayout171.xml"/><Relationship Id="rId14" Type="http://schemas.openxmlformats.org/officeDocument/2006/relationships/slideLayout" Target="../slideLayouts/slideLayout166.xml"/><Relationship Id="rId22" Type="http://schemas.openxmlformats.org/officeDocument/2006/relationships/slideLayout" Target="../slideLayouts/slideLayout174.xml"/><Relationship Id="rId27" Type="http://schemas.openxmlformats.org/officeDocument/2006/relationships/slideLayout" Target="../slideLayouts/slideLayout179.xml"/><Relationship Id="rId30" Type="http://schemas.openxmlformats.org/officeDocument/2006/relationships/slideLayout" Target="../slideLayouts/slideLayout182.xml"/><Relationship Id="rId35" Type="http://schemas.openxmlformats.org/officeDocument/2006/relationships/slideLayout" Target="../slideLayouts/slideLayout187.xml"/><Relationship Id="rId43" Type="http://schemas.openxmlformats.org/officeDocument/2006/relationships/slideLayout" Target="../slideLayouts/slideLayout195.xml"/><Relationship Id="rId48" Type="http://schemas.openxmlformats.org/officeDocument/2006/relationships/slideLayout" Target="../slideLayouts/slideLayout200.xml"/><Relationship Id="rId56" Type="http://schemas.openxmlformats.org/officeDocument/2006/relationships/slideLayout" Target="../slideLayouts/slideLayout208.xml"/><Relationship Id="rId64" Type="http://schemas.openxmlformats.org/officeDocument/2006/relationships/slideLayout" Target="../slideLayouts/slideLayout216.xml"/><Relationship Id="rId69" Type="http://schemas.openxmlformats.org/officeDocument/2006/relationships/slideLayout" Target="../slideLayouts/slideLayout221.xml"/><Relationship Id="rId77" Type="http://schemas.openxmlformats.org/officeDocument/2006/relationships/slideLayout" Target="../slideLayouts/slideLayout229.xml"/><Relationship Id="rId100" Type="http://schemas.openxmlformats.org/officeDocument/2006/relationships/slideLayout" Target="../slideLayouts/slideLayout252.xml"/><Relationship Id="rId105" Type="http://schemas.openxmlformats.org/officeDocument/2006/relationships/slideLayout" Target="../slideLayouts/slideLayout257.xml"/><Relationship Id="rId113" Type="http://schemas.openxmlformats.org/officeDocument/2006/relationships/slideLayout" Target="../slideLayouts/slideLayout265.xml"/><Relationship Id="rId118" Type="http://schemas.openxmlformats.org/officeDocument/2006/relationships/slideLayout" Target="../slideLayouts/slideLayout270.xml"/><Relationship Id="rId8" Type="http://schemas.openxmlformats.org/officeDocument/2006/relationships/slideLayout" Target="../slideLayouts/slideLayout160.xml"/><Relationship Id="rId51" Type="http://schemas.openxmlformats.org/officeDocument/2006/relationships/slideLayout" Target="../slideLayouts/slideLayout203.xml"/><Relationship Id="rId72" Type="http://schemas.openxmlformats.org/officeDocument/2006/relationships/slideLayout" Target="../slideLayouts/slideLayout224.xml"/><Relationship Id="rId80" Type="http://schemas.openxmlformats.org/officeDocument/2006/relationships/slideLayout" Target="../slideLayouts/slideLayout232.xml"/><Relationship Id="rId85" Type="http://schemas.openxmlformats.org/officeDocument/2006/relationships/slideLayout" Target="../slideLayouts/slideLayout237.xml"/><Relationship Id="rId93" Type="http://schemas.openxmlformats.org/officeDocument/2006/relationships/slideLayout" Target="../slideLayouts/slideLayout245.xml"/><Relationship Id="rId98" Type="http://schemas.openxmlformats.org/officeDocument/2006/relationships/slideLayout" Target="../slideLayouts/slideLayout250.xml"/><Relationship Id="rId121" Type="http://schemas.openxmlformats.org/officeDocument/2006/relationships/theme" Target="../theme/theme3.xml"/><Relationship Id="rId3" Type="http://schemas.openxmlformats.org/officeDocument/2006/relationships/slideLayout" Target="../slideLayouts/slideLayout155.xml"/><Relationship Id="rId12" Type="http://schemas.openxmlformats.org/officeDocument/2006/relationships/slideLayout" Target="../slideLayouts/slideLayout164.xml"/><Relationship Id="rId17" Type="http://schemas.openxmlformats.org/officeDocument/2006/relationships/slideLayout" Target="../slideLayouts/slideLayout169.xml"/><Relationship Id="rId25" Type="http://schemas.openxmlformats.org/officeDocument/2006/relationships/slideLayout" Target="../slideLayouts/slideLayout177.xml"/><Relationship Id="rId33" Type="http://schemas.openxmlformats.org/officeDocument/2006/relationships/slideLayout" Target="../slideLayouts/slideLayout185.xml"/><Relationship Id="rId38" Type="http://schemas.openxmlformats.org/officeDocument/2006/relationships/slideLayout" Target="../slideLayouts/slideLayout190.xml"/><Relationship Id="rId46" Type="http://schemas.openxmlformats.org/officeDocument/2006/relationships/slideLayout" Target="../slideLayouts/slideLayout198.xml"/><Relationship Id="rId59" Type="http://schemas.openxmlformats.org/officeDocument/2006/relationships/slideLayout" Target="../slideLayouts/slideLayout211.xml"/><Relationship Id="rId67" Type="http://schemas.openxmlformats.org/officeDocument/2006/relationships/slideLayout" Target="../slideLayouts/slideLayout219.xml"/><Relationship Id="rId103" Type="http://schemas.openxmlformats.org/officeDocument/2006/relationships/slideLayout" Target="../slideLayouts/slideLayout255.xml"/><Relationship Id="rId108" Type="http://schemas.openxmlformats.org/officeDocument/2006/relationships/slideLayout" Target="../slideLayouts/slideLayout260.xml"/><Relationship Id="rId116" Type="http://schemas.openxmlformats.org/officeDocument/2006/relationships/slideLayout" Target="../slideLayouts/slideLayout268.xml"/><Relationship Id="rId124" Type="http://schemas.openxmlformats.org/officeDocument/2006/relationships/oleObject" Target="../embeddings/oleObject116.bin"/><Relationship Id="rId20" Type="http://schemas.openxmlformats.org/officeDocument/2006/relationships/slideLayout" Target="../slideLayouts/slideLayout172.xml"/><Relationship Id="rId41" Type="http://schemas.openxmlformats.org/officeDocument/2006/relationships/slideLayout" Target="../slideLayouts/slideLayout193.xml"/><Relationship Id="rId54" Type="http://schemas.openxmlformats.org/officeDocument/2006/relationships/slideLayout" Target="../slideLayouts/slideLayout206.xml"/><Relationship Id="rId62" Type="http://schemas.openxmlformats.org/officeDocument/2006/relationships/slideLayout" Target="../slideLayouts/slideLayout214.xml"/><Relationship Id="rId70" Type="http://schemas.openxmlformats.org/officeDocument/2006/relationships/slideLayout" Target="../slideLayouts/slideLayout222.xml"/><Relationship Id="rId75" Type="http://schemas.openxmlformats.org/officeDocument/2006/relationships/slideLayout" Target="../slideLayouts/slideLayout227.xml"/><Relationship Id="rId83" Type="http://schemas.openxmlformats.org/officeDocument/2006/relationships/slideLayout" Target="../slideLayouts/slideLayout235.xml"/><Relationship Id="rId88" Type="http://schemas.openxmlformats.org/officeDocument/2006/relationships/slideLayout" Target="../slideLayouts/slideLayout240.xml"/><Relationship Id="rId91" Type="http://schemas.openxmlformats.org/officeDocument/2006/relationships/slideLayout" Target="../slideLayouts/slideLayout243.xml"/><Relationship Id="rId96" Type="http://schemas.openxmlformats.org/officeDocument/2006/relationships/slideLayout" Target="../slideLayouts/slideLayout248.xml"/><Relationship Id="rId111" Type="http://schemas.openxmlformats.org/officeDocument/2006/relationships/slideLayout" Target="../slideLayouts/slideLayout263.xml"/><Relationship Id="rId1" Type="http://schemas.openxmlformats.org/officeDocument/2006/relationships/slideLayout" Target="../slideLayouts/slideLayout153.xml"/><Relationship Id="rId6" Type="http://schemas.openxmlformats.org/officeDocument/2006/relationships/slideLayout" Target="../slideLayouts/slideLayout158.xml"/><Relationship Id="rId15" Type="http://schemas.openxmlformats.org/officeDocument/2006/relationships/slideLayout" Target="../slideLayouts/slideLayout167.xml"/><Relationship Id="rId23" Type="http://schemas.openxmlformats.org/officeDocument/2006/relationships/slideLayout" Target="../slideLayouts/slideLayout175.xml"/><Relationship Id="rId28" Type="http://schemas.openxmlformats.org/officeDocument/2006/relationships/slideLayout" Target="../slideLayouts/slideLayout180.xml"/><Relationship Id="rId36" Type="http://schemas.openxmlformats.org/officeDocument/2006/relationships/slideLayout" Target="../slideLayouts/slideLayout188.xml"/><Relationship Id="rId49" Type="http://schemas.openxmlformats.org/officeDocument/2006/relationships/slideLayout" Target="../slideLayouts/slideLayout201.xml"/><Relationship Id="rId57" Type="http://schemas.openxmlformats.org/officeDocument/2006/relationships/slideLayout" Target="../slideLayouts/slideLayout209.xml"/><Relationship Id="rId106" Type="http://schemas.openxmlformats.org/officeDocument/2006/relationships/slideLayout" Target="../slideLayouts/slideLayout258.xml"/><Relationship Id="rId114" Type="http://schemas.openxmlformats.org/officeDocument/2006/relationships/slideLayout" Target="../slideLayouts/slideLayout266.xml"/><Relationship Id="rId119" Type="http://schemas.openxmlformats.org/officeDocument/2006/relationships/slideLayout" Target="../slideLayouts/slideLayout271.xml"/><Relationship Id="rId10" Type="http://schemas.openxmlformats.org/officeDocument/2006/relationships/slideLayout" Target="../slideLayouts/slideLayout162.xml"/><Relationship Id="rId31" Type="http://schemas.openxmlformats.org/officeDocument/2006/relationships/slideLayout" Target="../slideLayouts/slideLayout183.xml"/><Relationship Id="rId44" Type="http://schemas.openxmlformats.org/officeDocument/2006/relationships/slideLayout" Target="../slideLayouts/slideLayout196.xml"/><Relationship Id="rId52" Type="http://schemas.openxmlformats.org/officeDocument/2006/relationships/slideLayout" Target="../slideLayouts/slideLayout204.xml"/><Relationship Id="rId60" Type="http://schemas.openxmlformats.org/officeDocument/2006/relationships/slideLayout" Target="../slideLayouts/slideLayout212.xml"/><Relationship Id="rId65" Type="http://schemas.openxmlformats.org/officeDocument/2006/relationships/slideLayout" Target="../slideLayouts/slideLayout217.xml"/><Relationship Id="rId73" Type="http://schemas.openxmlformats.org/officeDocument/2006/relationships/slideLayout" Target="../slideLayouts/slideLayout225.xml"/><Relationship Id="rId78" Type="http://schemas.openxmlformats.org/officeDocument/2006/relationships/slideLayout" Target="../slideLayouts/slideLayout230.xml"/><Relationship Id="rId81" Type="http://schemas.openxmlformats.org/officeDocument/2006/relationships/slideLayout" Target="../slideLayouts/slideLayout233.xml"/><Relationship Id="rId86" Type="http://schemas.openxmlformats.org/officeDocument/2006/relationships/slideLayout" Target="../slideLayouts/slideLayout238.xml"/><Relationship Id="rId94" Type="http://schemas.openxmlformats.org/officeDocument/2006/relationships/slideLayout" Target="../slideLayouts/slideLayout246.xml"/><Relationship Id="rId99" Type="http://schemas.openxmlformats.org/officeDocument/2006/relationships/slideLayout" Target="../slideLayouts/slideLayout251.xml"/><Relationship Id="rId101" Type="http://schemas.openxmlformats.org/officeDocument/2006/relationships/slideLayout" Target="../slideLayouts/slideLayout253.xml"/><Relationship Id="rId122" Type="http://schemas.openxmlformats.org/officeDocument/2006/relationships/vmlDrawing" Target="../drawings/vmlDrawing112.vml"/><Relationship Id="rId4" Type="http://schemas.openxmlformats.org/officeDocument/2006/relationships/slideLayout" Target="../slideLayouts/slideLayout156.xml"/><Relationship Id="rId9" Type="http://schemas.openxmlformats.org/officeDocument/2006/relationships/slideLayout" Target="../slideLayouts/slideLayout161.xml"/><Relationship Id="rId13" Type="http://schemas.openxmlformats.org/officeDocument/2006/relationships/slideLayout" Target="../slideLayouts/slideLayout165.xml"/><Relationship Id="rId18" Type="http://schemas.openxmlformats.org/officeDocument/2006/relationships/slideLayout" Target="../slideLayouts/slideLayout170.xml"/><Relationship Id="rId39" Type="http://schemas.openxmlformats.org/officeDocument/2006/relationships/slideLayout" Target="../slideLayouts/slideLayout191.xml"/><Relationship Id="rId109" Type="http://schemas.openxmlformats.org/officeDocument/2006/relationships/slideLayout" Target="../slideLayouts/slideLayout261.xml"/><Relationship Id="rId34" Type="http://schemas.openxmlformats.org/officeDocument/2006/relationships/slideLayout" Target="../slideLayouts/slideLayout186.xml"/><Relationship Id="rId50" Type="http://schemas.openxmlformats.org/officeDocument/2006/relationships/slideLayout" Target="../slideLayouts/slideLayout202.xml"/><Relationship Id="rId55" Type="http://schemas.openxmlformats.org/officeDocument/2006/relationships/slideLayout" Target="../slideLayouts/slideLayout207.xml"/><Relationship Id="rId76" Type="http://schemas.openxmlformats.org/officeDocument/2006/relationships/slideLayout" Target="../slideLayouts/slideLayout228.xml"/><Relationship Id="rId97" Type="http://schemas.openxmlformats.org/officeDocument/2006/relationships/slideLayout" Target="../slideLayouts/slideLayout249.xml"/><Relationship Id="rId104" Type="http://schemas.openxmlformats.org/officeDocument/2006/relationships/slideLayout" Target="../slideLayouts/slideLayout256.xml"/><Relationship Id="rId120" Type="http://schemas.openxmlformats.org/officeDocument/2006/relationships/slideLayout" Target="../slideLayouts/slideLayout272.xml"/><Relationship Id="rId125" Type="http://schemas.openxmlformats.org/officeDocument/2006/relationships/image" Target="../media/image14.emf"/><Relationship Id="rId7" Type="http://schemas.openxmlformats.org/officeDocument/2006/relationships/slideLayout" Target="../slideLayouts/slideLayout159.xml"/><Relationship Id="rId71" Type="http://schemas.openxmlformats.org/officeDocument/2006/relationships/slideLayout" Target="../slideLayouts/slideLayout223.xml"/><Relationship Id="rId92" Type="http://schemas.openxmlformats.org/officeDocument/2006/relationships/slideLayout" Target="../slideLayouts/slideLayout244.xml"/><Relationship Id="rId2" Type="http://schemas.openxmlformats.org/officeDocument/2006/relationships/slideLayout" Target="../slideLayouts/slideLayout154.xml"/><Relationship Id="rId29" Type="http://schemas.openxmlformats.org/officeDocument/2006/relationships/slideLayout" Target="../slideLayouts/slideLayout181.xml"/><Relationship Id="rId24" Type="http://schemas.openxmlformats.org/officeDocument/2006/relationships/slideLayout" Target="../slideLayouts/slideLayout176.xml"/><Relationship Id="rId40" Type="http://schemas.openxmlformats.org/officeDocument/2006/relationships/slideLayout" Target="../slideLayouts/slideLayout192.xml"/><Relationship Id="rId45" Type="http://schemas.openxmlformats.org/officeDocument/2006/relationships/slideLayout" Target="../slideLayouts/slideLayout197.xml"/><Relationship Id="rId66" Type="http://schemas.openxmlformats.org/officeDocument/2006/relationships/slideLayout" Target="../slideLayouts/slideLayout218.xml"/><Relationship Id="rId87" Type="http://schemas.openxmlformats.org/officeDocument/2006/relationships/slideLayout" Target="../slideLayouts/slideLayout239.xml"/><Relationship Id="rId110" Type="http://schemas.openxmlformats.org/officeDocument/2006/relationships/slideLayout" Target="../slideLayouts/slideLayout262.xml"/><Relationship Id="rId115" Type="http://schemas.openxmlformats.org/officeDocument/2006/relationships/slideLayout" Target="../slideLayouts/slideLayout2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0" name="think-cell Slide" r:id="rId124" imgW="7772400" imgH="10058400" progId="TCLayout.ActiveDocument.1">
                  <p:embed/>
                </p:oleObj>
              </mc:Choice>
              <mc:Fallback>
                <p:oleObj name="think-cell Slide" r:id="rId124"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 id="2147483823" r:id="rId118"/>
    <p:sldLayoutId id="2147483824" r:id="rId119"/>
    <p:sldLayoutId id="2147483825"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2"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1.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51.xml"/><Relationship Id="rId4" Type="http://schemas.openxmlformats.org/officeDocument/2006/relationships/image" Target="../media/image38.jpe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51.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151.xml"/><Relationship Id="rId5" Type="http://schemas.openxmlformats.org/officeDocument/2006/relationships/image" Target="../media/image41.jpe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151.xml"/></Relationships>
</file>

<file path=ppt/slides/_rels/slide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9.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9.xml"/></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9.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15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9.xml"/></Relationships>
</file>

<file path=ppt/slides/_rels/slide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eg"/><Relationship Id="rId7" Type="http://schemas.openxmlformats.org/officeDocument/2006/relationships/image" Target="../media/image57.jpeg"/><Relationship Id="rId2" Type="http://schemas.openxmlformats.org/officeDocument/2006/relationships/notesSlide" Target="../notesSlides/notesSlide9.xml"/><Relationship Id="rId1" Type="http://schemas.openxmlformats.org/officeDocument/2006/relationships/slideLayout" Target="../slideLayouts/slideLayout152.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jpe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152.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51.xml"/><Relationship Id="rId4" Type="http://schemas.openxmlformats.org/officeDocument/2006/relationships/image" Target="../media/image61.jpeg"/></Relationships>
</file>

<file path=ppt/slides/_rels/slide28.xml.rels><?xml version="1.0" encoding="UTF-8" standalone="yes"?>
<Relationships xmlns="http://schemas.openxmlformats.org/package/2006/relationships"><Relationship Id="rId3" Type="http://schemas.openxmlformats.org/officeDocument/2006/relationships/hyperlink" Target="https://openai.com/blog/ai-and-compute/" TargetMode="External"/><Relationship Id="rId2" Type="http://schemas.openxmlformats.org/officeDocument/2006/relationships/notesSlide" Target="../notesSlides/notesSlide12.xml"/><Relationship Id="rId1" Type="http://schemas.openxmlformats.org/officeDocument/2006/relationships/slideLayout" Target="../slideLayouts/slideLayout151.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51.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0.xml"/></Relationships>
</file>

<file path=ppt/slides/_rels/slide3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52.xml"/></Relationships>
</file>

<file path=ppt/slides/_rels/slide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51.xml"/></Relationships>
</file>

<file path=ppt/slides/_rels/slide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14"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a:t>TypeScript</a:t>
            </a:r>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 xmlns:a16="http://schemas.microsoft.com/office/drawing/2014/main" id="{BC051C61-54ED-49AD-8076-FE82FEB72629}"/>
              </a:ext>
            </a:extLst>
          </p:cNvPr>
          <p:cNvSpPr>
            <a:spLocks noGrp="1"/>
          </p:cNvSpPr>
          <p:nvPr>
            <p:ph type="body" sz="quarter" idx="13"/>
          </p:nvPr>
        </p:nvSpPr>
        <p:spPr>
          <a:xfrm>
            <a:off x="334938" y="1173677"/>
            <a:ext cx="11450409" cy="4226798"/>
          </a:xfrm>
        </p:spPr>
        <p:txBody>
          <a:bodyPr/>
          <a:lstStyle/>
          <a:p>
            <a:r>
              <a:rPr lang="en-US" dirty="0"/>
              <a:t>Understand TypeScript fundamentals and type system.</a:t>
            </a:r>
          </a:p>
          <a:p>
            <a:r>
              <a:rPr lang="en-IN" dirty="0"/>
              <a:t>Understand TypeScript </a:t>
            </a:r>
            <a:r>
              <a:rPr lang="en-IN" b="1" dirty="0"/>
              <a:t>data types</a:t>
            </a:r>
            <a:endParaRPr lang="en-IN" dirty="0"/>
          </a:p>
          <a:p>
            <a:r>
              <a:rPr lang="en-IN" dirty="0"/>
              <a:t>Work with arrays and functions</a:t>
            </a:r>
          </a:p>
          <a:p>
            <a:r>
              <a:rPr lang="en-IN" dirty="0"/>
              <a:t> Use spread &amp; rest operators</a:t>
            </a:r>
          </a:p>
          <a:p>
            <a:r>
              <a:rPr lang="en-IN" dirty="0"/>
              <a:t> Learn proper usage of var, let, and </a:t>
            </a:r>
            <a:r>
              <a:rPr lang="en-IN" dirty="0" err="1"/>
              <a:t>const</a:t>
            </a:r>
            <a:endParaRPr lang="en-US" dirty="0"/>
          </a:p>
          <a:p>
            <a:r>
              <a:rPr lang="en-US" dirty="0"/>
              <a:t>Write type-safe functions and classes</a:t>
            </a:r>
          </a:p>
          <a:p>
            <a:r>
              <a:rPr lang="en-US" dirty="0"/>
              <a:t>Use types, interfaces, and </a:t>
            </a:r>
            <a:r>
              <a:rPr lang="en-US" dirty="0" err="1"/>
              <a:t>enums</a:t>
            </a:r>
            <a:r>
              <a:rPr lang="en-US" dirty="0"/>
              <a:t> effectively</a:t>
            </a:r>
          </a:p>
          <a:p>
            <a:pPr marL="0" indent="0">
              <a:buNone/>
            </a:pPr>
            <a:endParaRPr lang="en-US" dirty="0"/>
          </a:p>
          <a:p>
            <a:endParaRPr lang="en-US" dirty="0"/>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640532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759498" cy="3333099"/>
            <a:chOff x="544022" y="1501647"/>
            <a:chExt cx="4759498" cy="3333099"/>
          </a:xfrm>
        </p:grpSpPr>
        <p:sp>
          <p:nvSpPr>
            <p:cNvPr id="4" name="Прямоугольник 3">
              <a:extLst>
                <a:ext uri="{FF2B5EF4-FFF2-40B4-BE49-F238E27FC236}">
                  <a16:creationId xmlns:a16="http://schemas.microsoft.com/office/drawing/2014/main" xmlns="" id="{5EE88138-48BD-46AA-94F3-3B05DD703F63}"/>
                </a:ext>
              </a:extLst>
            </p:cNvPr>
            <p:cNvSpPr/>
            <p:nvPr/>
          </p:nvSpPr>
          <p:spPr>
            <a:xfrm>
              <a:off x="544022" y="1501647"/>
              <a:ext cx="4759498" cy="31700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ARTIFICIAL INTELLIGENCE Vs. MACHINE LEARNING Vs. DEEP LEARNING</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a16="http://schemas.microsoft.com/office/drawing/2014/main" xmlns=""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xmlns=""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a16="http://schemas.microsoft.com/office/drawing/2014/main" xmlns=""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a16="http://schemas.microsoft.com/office/drawing/2014/main" xmlns=""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xmlns=""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a16="http://schemas.microsoft.com/office/drawing/2014/main" xmlns="" id="{B0134924-7BC2-4DC7-8CF8-C38C80779717}"/>
              </a:ext>
            </a:extLst>
          </p:cNvPr>
          <p:cNvPicPr>
            <a:picLocks noChangeAspect="1"/>
          </p:cNvPicPr>
          <p:nvPr/>
        </p:nvPicPr>
        <p:blipFill>
          <a:blip r:embed="rId2"/>
          <a:stretch>
            <a:fillRect/>
          </a:stretch>
        </p:blipFill>
        <p:spPr>
          <a:xfrm>
            <a:off x="7797114" y="-1"/>
            <a:ext cx="4394886" cy="6857999"/>
          </a:xfrm>
          <a:prstGeom prst="rect">
            <a:avLst/>
          </a:prstGeom>
        </p:spPr>
      </p:pic>
    </p:spTree>
    <p:extLst>
      <p:ext uri="{BB962C8B-B14F-4D97-AF65-F5344CB8AC3E}">
        <p14:creationId xmlns:p14="http://schemas.microsoft.com/office/powerpoint/2010/main" val="2949808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16224" y="228600"/>
            <a:ext cx="10959552" cy="1325563"/>
          </a:xfrm>
          <a:prstGeom prst="rect">
            <a:avLst/>
          </a:prstGeom>
        </p:spPr>
        <p:txBody>
          <a:bodyPr wrap="square">
            <a:spAutoFit/>
          </a:bodyPr>
          <a:lstStyle>
            <a:defPPr marR="0" lvl="0" algn="l" rtl="0">
              <a:lnSpc>
                <a:spcPct val="100000"/>
              </a:lnSpc>
              <a:spcBef>
                <a:spcPts val="0"/>
              </a:spcBef>
              <a:spcAft>
                <a:spcPts val="0"/>
              </a:spcAft>
            </a:defPPr>
            <a:lvl1pPr>
              <a:defRPr sz="2800" b="1" kern="1200">
                <a:solidFill>
                  <a:srgbClr val="FF9F1C"/>
                </a:solidFill>
                <a:latin typeface="Montserrat" charset="0"/>
                <a:ea typeface="+mn-ea"/>
                <a:cs typeface="+mn-cs"/>
              </a:defRPr>
            </a:lvl1pPr>
          </a:lstStyle>
          <a:p>
            <a:r>
              <a:rPr lang="en-CA" dirty="0"/>
              <a:t>ARTIFICIAL INTELLIGENCE Vs. MACHINE LEARNING Vs. DEEP LEARNING Vs. DATA SCIENCE </a:t>
            </a:r>
          </a:p>
        </p:txBody>
      </p:sp>
      <p:sp>
        <p:nvSpPr>
          <p:cNvPr id="3" name="Oval 2">
            <a:extLst>
              <a:ext uri="{FF2B5EF4-FFF2-40B4-BE49-F238E27FC236}">
                <a16:creationId xmlns:a16="http://schemas.microsoft.com/office/drawing/2014/main" xmlns="" id="{3E88CBA0-6F10-4E31-A248-70C1DF41CC84}"/>
              </a:ext>
            </a:extLst>
          </p:cNvPr>
          <p:cNvSpPr/>
          <p:nvPr/>
        </p:nvSpPr>
        <p:spPr>
          <a:xfrm>
            <a:off x="2133600" y="1554163"/>
            <a:ext cx="4800600" cy="4800600"/>
          </a:xfrm>
          <a:prstGeom prst="ellipse">
            <a:avLst/>
          </a:prstGeom>
          <a:solidFill>
            <a:srgbClr val="C00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F4487B0-F5B5-4E76-8FB2-ED547410D33A}"/>
              </a:ext>
            </a:extLst>
          </p:cNvPr>
          <p:cNvSpPr txBox="1"/>
          <p:nvPr/>
        </p:nvSpPr>
        <p:spPr>
          <a:xfrm>
            <a:off x="3355707" y="1660526"/>
            <a:ext cx="2302755" cy="646331"/>
          </a:xfrm>
          <a:prstGeom prst="rect">
            <a:avLst/>
          </a:prstGeom>
          <a:noFill/>
        </p:spPr>
        <p:txBody>
          <a:bodyPr wrap="square" rtlCol="0">
            <a:spAutoFit/>
          </a:bodyPr>
          <a:lstStyle/>
          <a:p>
            <a:pPr algn="ctr"/>
            <a:r>
              <a:rPr lang="en-US" b="1" dirty="0">
                <a:solidFill>
                  <a:schemeClr val="bg1"/>
                </a:solidFill>
              </a:rPr>
              <a:t>ARTIFICIAL INTELLIGENCE (AI)</a:t>
            </a:r>
          </a:p>
        </p:txBody>
      </p:sp>
      <p:sp>
        <p:nvSpPr>
          <p:cNvPr id="8" name="Oval 7">
            <a:extLst>
              <a:ext uri="{FF2B5EF4-FFF2-40B4-BE49-F238E27FC236}">
                <a16:creationId xmlns:a16="http://schemas.microsoft.com/office/drawing/2014/main" xmlns="" id="{43C8BF52-B07A-4864-9241-3E5E0C17E935}"/>
              </a:ext>
            </a:extLst>
          </p:cNvPr>
          <p:cNvSpPr/>
          <p:nvPr/>
        </p:nvSpPr>
        <p:spPr>
          <a:xfrm>
            <a:off x="2796540" y="2780740"/>
            <a:ext cx="3474720" cy="3474720"/>
          </a:xfrm>
          <a:prstGeom prst="ellipse">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xmlns="" id="{773D9C97-DFAC-4DED-94D6-9164EE9B8B9B}"/>
              </a:ext>
            </a:extLst>
          </p:cNvPr>
          <p:cNvSpPr txBox="1"/>
          <p:nvPr/>
        </p:nvSpPr>
        <p:spPr>
          <a:xfrm>
            <a:off x="3470006" y="3157414"/>
            <a:ext cx="2074155"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MACHINE LEARNING (ML)</a:t>
            </a:r>
          </a:p>
        </p:txBody>
      </p:sp>
      <p:sp>
        <p:nvSpPr>
          <p:cNvPr id="10" name="Oval 9">
            <a:extLst>
              <a:ext uri="{FF2B5EF4-FFF2-40B4-BE49-F238E27FC236}">
                <a16:creationId xmlns:a16="http://schemas.microsoft.com/office/drawing/2014/main" xmlns="" id="{E9557AC1-93EF-43DE-8519-B36DD9A39F0C}"/>
              </a:ext>
            </a:extLst>
          </p:cNvPr>
          <p:cNvSpPr/>
          <p:nvPr/>
        </p:nvSpPr>
        <p:spPr>
          <a:xfrm>
            <a:off x="3391512" y="3954463"/>
            <a:ext cx="2286000" cy="228600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xmlns="" id="{B4FFF4FE-9AC4-4D22-9439-1B42AA1C1E76}"/>
              </a:ext>
            </a:extLst>
          </p:cNvPr>
          <p:cNvSpPr txBox="1"/>
          <p:nvPr/>
        </p:nvSpPr>
        <p:spPr>
          <a:xfrm>
            <a:off x="3724581" y="4053449"/>
            <a:ext cx="1618638"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DEEP LEARNING (DL)</a:t>
            </a:r>
          </a:p>
        </p:txBody>
      </p:sp>
      <p:sp>
        <p:nvSpPr>
          <p:cNvPr id="12" name="Oval 11">
            <a:extLst>
              <a:ext uri="{FF2B5EF4-FFF2-40B4-BE49-F238E27FC236}">
                <a16:creationId xmlns:a16="http://schemas.microsoft.com/office/drawing/2014/main" xmlns="" id="{1E321A0E-3D5A-4643-93B3-43CDA6237BC0}"/>
              </a:ext>
            </a:extLst>
          </p:cNvPr>
          <p:cNvSpPr/>
          <p:nvPr/>
        </p:nvSpPr>
        <p:spPr>
          <a:xfrm>
            <a:off x="5257800" y="3341948"/>
            <a:ext cx="2986734" cy="2990971"/>
          </a:xfrm>
          <a:prstGeom prst="ellipse">
            <a:avLst/>
          </a:prstGeom>
          <a:solidFill>
            <a:schemeClr val="bg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xmlns="" id="{3F1919C9-1AC0-4106-A9C9-4F8891A36847}"/>
              </a:ext>
            </a:extLst>
          </p:cNvPr>
          <p:cNvSpPr txBox="1"/>
          <p:nvPr/>
        </p:nvSpPr>
        <p:spPr>
          <a:xfrm>
            <a:off x="6057525" y="3526057"/>
            <a:ext cx="1420601" cy="646331"/>
          </a:xfrm>
          <a:prstGeom prst="rect">
            <a:avLst/>
          </a:prstGeom>
          <a:noFill/>
        </p:spPr>
        <p:txBody>
          <a:bodyPr wrap="square" rtlCol="0">
            <a:spAutoFit/>
          </a:bodyPr>
          <a:lstStyle>
            <a:defPPr>
              <a:defRPr lang="en-US"/>
            </a:defPPr>
            <a:lvl1pPr algn="ctr">
              <a:defRPr b="1">
                <a:solidFill>
                  <a:schemeClr val="bg1"/>
                </a:solidFill>
              </a:defRPr>
            </a:lvl1pPr>
          </a:lstStyle>
          <a:p>
            <a:r>
              <a:rPr lang="en-US" dirty="0"/>
              <a:t>DATA SCIENCE (DS)</a:t>
            </a:r>
          </a:p>
        </p:txBody>
      </p:sp>
    </p:spTree>
    <p:extLst>
      <p:ext uri="{BB962C8B-B14F-4D97-AF65-F5344CB8AC3E}">
        <p14:creationId xmlns:p14="http://schemas.microsoft.com/office/powerpoint/2010/main" val="20266466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28600" y="130830"/>
            <a:ext cx="10959552" cy="523220"/>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ARTIFICIAL INTELLIGENCE (AI)</a:t>
            </a:r>
          </a:p>
        </p:txBody>
      </p:sp>
      <p:sp>
        <p:nvSpPr>
          <p:cNvPr id="14" name="TextBox 13">
            <a:extLst>
              <a:ext uri="{FF2B5EF4-FFF2-40B4-BE49-F238E27FC236}">
                <a16:creationId xmlns:a16="http://schemas.microsoft.com/office/drawing/2014/main" xmlns="" id="{57B19DA0-5135-494C-9FD6-22347A753636}"/>
              </a:ext>
            </a:extLst>
          </p:cNvPr>
          <p:cNvSpPr txBox="1"/>
          <p:nvPr/>
        </p:nvSpPr>
        <p:spPr>
          <a:xfrm>
            <a:off x="123825" y="656313"/>
            <a:ext cx="11926337" cy="1323439"/>
          </a:xfrm>
          <a:prstGeom prst="rect">
            <a:avLst/>
          </a:prstGeom>
        </p:spPr>
        <p:txBody>
          <a:bodyPr vert="horz" wrap="square" lIns="91440" tIns="45720" rIns="91440" bIns="45720" rtlCol="0">
            <a:spAutoFit/>
          </a:bodyPr>
          <a:lstStyle>
            <a:defPPr marR="0" lvl="0" algn="l" rtl="0">
              <a:lnSpc>
                <a:spcPct val="100000"/>
              </a:lnSpc>
              <a:spcBef>
                <a:spcPts val="0"/>
              </a:spcBef>
              <a:spcAft>
                <a:spcPts val="0"/>
              </a:spcAft>
            </a:defPPr>
            <a:lvl1pPr marL="342900" indent="-342900">
              <a:buFont typeface="Arial" pitchFamily="34" charset="0"/>
              <a:buChar char="•"/>
              <a:defRPr sz="2000" kern="1200">
                <a:solidFill>
                  <a:schemeClr val="tx1"/>
                </a:solidFill>
                <a:latin typeface="Montserrat" charset="0"/>
                <a:ea typeface="+mn-ea"/>
              </a:defRPr>
            </a:lvl1pPr>
          </a:lstStyle>
          <a:p>
            <a:r>
              <a:rPr lang="en-CA" dirty="0"/>
              <a:t>AI is the science that enable computers to think like humans. </a:t>
            </a:r>
          </a:p>
          <a:p>
            <a:r>
              <a:rPr lang="en-CA" dirty="0"/>
              <a:t>AI allows computers to imitate human intelligence and do things that humans do! </a:t>
            </a:r>
          </a:p>
          <a:p>
            <a:r>
              <a:rPr lang="en-CA" dirty="0"/>
              <a:t>AI can make decision (Example: buy/sell stocks), understand text (Example: read articles), and detect faces.</a:t>
            </a:r>
          </a:p>
        </p:txBody>
      </p:sp>
      <p:pic>
        <p:nvPicPr>
          <p:cNvPr id="15" name="Picture 14">
            <a:extLst>
              <a:ext uri="{FF2B5EF4-FFF2-40B4-BE49-F238E27FC236}">
                <a16:creationId xmlns:a16="http://schemas.microsoft.com/office/drawing/2014/main" xmlns="" id="{A9115546-FF28-44FB-A659-BD3B2BFFD5DA}"/>
              </a:ext>
            </a:extLst>
          </p:cNvPr>
          <p:cNvPicPr>
            <a:picLocks noChangeAspect="1"/>
          </p:cNvPicPr>
          <p:nvPr/>
        </p:nvPicPr>
        <p:blipFill>
          <a:blip r:embed="rId3"/>
          <a:stretch>
            <a:fillRect/>
          </a:stretch>
        </p:blipFill>
        <p:spPr>
          <a:xfrm>
            <a:off x="642890" y="1863077"/>
            <a:ext cx="5453110" cy="4690669"/>
          </a:xfrm>
          <a:prstGeom prst="rect">
            <a:avLst/>
          </a:prstGeom>
        </p:spPr>
      </p:pic>
      <p:pic>
        <p:nvPicPr>
          <p:cNvPr id="5" name="Picture 2" descr="Artificial Intelligence, Brain, Think, Control">
            <a:extLst>
              <a:ext uri="{FF2B5EF4-FFF2-40B4-BE49-F238E27FC236}">
                <a16:creationId xmlns:a16="http://schemas.microsoft.com/office/drawing/2014/main" xmlns="" id="{5C42CCF0-907C-6D71-AF6E-E44D52B449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77624" y="1979752"/>
            <a:ext cx="3170498" cy="2113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731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28600" y="0"/>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(ML)</a:t>
            </a: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739461" y="2505670"/>
            <a:ext cx="4992726" cy="3709779"/>
          </a:xfrm>
          <a:prstGeom prst="rect">
            <a:avLst/>
          </a:prstGeom>
        </p:spPr>
      </p:pic>
      <p:sp>
        <p:nvSpPr>
          <p:cNvPr id="3" name="Rectangle 2"/>
          <p:cNvSpPr/>
          <p:nvPr/>
        </p:nvSpPr>
        <p:spPr>
          <a:xfrm>
            <a:off x="228600" y="427822"/>
            <a:ext cx="11963400" cy="1938992"/>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Machine Learning is a subfield of Artificial Intelligence that enables machines to improve at a given task with experience without being explicitly programmed. </a:t>
            </a:r>
          </a:p>
          <a:p>
            <a:pPr marL="342900" indent="-342900">
              <a:buFont typeface="Arial" pitchFamily="34" charset="0"/>
              <a:buChar char="•"/>
            </a:pPr>
            <a:r>
              <a:rPr lang="en-CA" sz="2000" kern="1200" dirty="0">
                <a:solidFill>
                  <a:schemeClr val="tx1"/>
                </a:solidFill>
                <a:latin typeface="Montserrat" charset="0"/>
                <a:ea typeface="+mn-ea"/>
              </a:rPr>
              <a:t>Note that all machine learning techniques are classified as Artificial Intelligence. However, not all Artificial Intelligence could count as Machine Learning since some basic Rule-based algorithms could be classified as AI but they do not learn from experience therefore they do not belong to the machine learning category.</a:t>
            </a:r>
          </a:p>
        </p:txBody>
      </p:sp>
      <p:pic>
        <p:nvPicPr>
          <p:cNvPr id="5" name="Picture 4">
            <a:extLst>
              <a:ext uri="{FF2B5EF4-FFF2-40B4-BE49-F238E27FC236}">
                <a16:creationId xmlns:a16="http://schemas.microsoft.com/office/drawing/2014/main" xmlns="" id="{498A476F-B400-C088-8D3A-7E5ED882B28C}"/>
              </a:ext>
            </a:extLst>
          </p:cNvPr>
          <p:cNvPicPr>
            <a:picLocks noChangeAspect="1"/>
          </p:cNvPicPr>
          <p:nvPr/>
        </p:nvPicPr>
        <p:blipFill>
          <a:blip r:embed="rId4"/>
          <a:stretch>
            <a:fillRect/>
          </a:stretch>
        </p:blipFill>
        <p:spPr>
          <a:xfrm>
            <a:off x="7227670" y="2505670"/>
            <a:ext cx="3490120" cy="2500896"/>
          </a:xfrm>
          <a:prstGeom prst="rect">
            <a:avLst/>
          </a:prstGeom>
        </p:spPr>
      </p:pic>
    </p:spTree>
    <p:extLst>
      <p:ext uri="{BB962C8B-B14F-4D97-AF65-F5344CB8AC3E}">
        <p14:creationId xmlns:p14="http://schemas.microsoft.com/office/powerpoint/2010/main" val="1343072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394898" y="205973"/>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DEEP LEARNING (DL)</a:t>
            </a:r>
          </a:p>
        </p:txBody>
      </p:sp>
      <p:sp>
        <p:nvSpPr>
          <p:cNvPr id="3" name="Rectangle 2"/>
          <p:cNvSpPr/>
          <p:nvPr/>
        </p:nvSpPr>
        <p:spPr>
          <a:xfrm>
            <a:off x="355142" y="775936"/>
            <a:ext cx="11836858" cy="1631216"/>
          </a:xfrm>
          <a:prstGeom prst="rect">
            <a:avLst/>
          </a:prstGeom>
        </p:spPr>
        <p:txBody>
          <a:bodyPr vert="horz" wrap="square" lIns="91440" tIns="45720" rIns="91440" bIns="45720" rtlCol="0">
            <a:spAutoFit/>
          </a:bodyPr>
          <a:lstStyle/>
          <a:p>
            <a:pPr marL="342900" indent="-342900">
              <a:buFont typeface="Arial" pitchFamily="34" charset="0"/>
              <a:buChar char="•"/>
            </a:pPr>
            <a:r>
              <a:rPr lang="en-US" sz="2000" kern="1200" dirty="0">
                <a:solidFill>
                  <a:schemeClr val="tx1"/>
                </a:solidFill>
                <a:latin typeface="Montserrat" charset="0"/>
                <a:ea typeface="+mn-ea"/>
              </a:rPr>
              <a:t>Deep Learning is a subset of machine learning that aims at imitating the human brain using mathematical equations.</a:t>
            </a:r>
          </a:p>
          <a:p>
            <a:pPr marL="342900" indent="-342900">
              <a:buFont typeface="Arial" pitchFamily="34" charset="0"/>
              <a:buChar char="•"/>
            </a:pPr>
            <a:r>
              <a:rPr lang="en-US" sz="2000" kern="1200" dirty="0">
                <a:solidFill>
                  <a:schemeClr val="tx1"/>
                </a:solidFill>
                <a:latin typeface="Montserrat" charset="0"/>
                <a:ea typeface="+mn-ea"/>
              </a:rPr>
              <a:t>The human brain consists of billions of neurons that communicate to each other and enable humans to see, think and make decision. </a:t>
            </a:r>
          </a:p>
          <a:p>
            <a:pPr marL="342900" indent="-342900">
              <a:buFont typeface="Arial" pitchFamily="34" charset="0"/>
              <a:buChar char="•"/>
            </a:pPr>
            <a:r>
              <a:rPr lang="en-CA" sz="2000" kern="1200" dirty="0">
                <a:solidFill>
                  <a:schemeClr val="tx1"/>
                </a:solidFill>
                <a:latin typeface="Montserrat" charset="0"/>
                <a:ea typeface="+mn-ea"/>
              </a:rPr>
              <a:t>Features from input data are automatically extracted.</a:t>
            </a:r>
            <a:endParaRPr lang="en-US" sz="2000" kern="1200" dirty="0">
              <a:solidFill>
                <a:schemeClr val="tx1"/>
              </a:solidFill>
              <a:latin typeface="Montserrat" charset="0"/>
              <a:ea typeface="+mn-ea"/>
            </a:endParaRP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514207" y="2395040"/>
            <a:ext cx="4252122" cy="3657600"/>
          </a:xfrm>
          <a:prstGeom prst="rect">
            <a:avLst/>
          </a:prstGeom>
        </p:spPr>
      </p:pic>
      <p:pic>
        <p:nvPicPr>
          <p:cNvPr id="6" name="Picture 2" descr="Image result for deep learning">
            <a:extLst>
              <a:ext uri="{FF2B5EF4-FFF2-40B4-BE49-F238E27FC236}">
                <a16:creationId xmlns:a16="http://schemas.microsoft.com/office/drawing/2014/main" xmlns="" id="{790AEC48-9F9D-47A0-99DF-77FC6754B3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05174" y="2646206"/>
            <a:ext cx="1757335" cy="1748979"/>
          </a:xfrm>
          <a:prstGeom prst="rect">
            <a:avLst/>
          </a:prstGeom>
          <a:noFill/>
          <a:extLst>
            <a:ext uri="{909E8E84-426E-40DD-AFC4-6F175D3DCCD1}">
              <a14:hiddenFill xmlns:a14="http://schemas.microsoft.com/office/drawing/2010/main">
                <a:solidFill>
                  <a:srgbClr val="FFFFFF"/>
                </a:solidFill>
              </a14:hiddenFill>
            </a:ext>
          </a:extLst>
        </p:spPr>
      </p:pic>
      <p:sp>
        <p:nvSpPr>
          <p:cNvPr id="8" name="Left Brace 7">
            <a:extLst>
              <a:ext uri="{FF2B5EF4-FFF2-40B4-BE49-F238E27FC236}">
                <a16:creationId xmlns:a16="http://schemas.microsoft.com/office/drawing/2014/main" xmlns="" id="{62D6063E-2EDB-409E-B02F-9C4938A0538A}"/>
              </a:ext>
            </a:extLst>
          </p:cNvPr>
          <p:cNvSpPr/>
          <p:nvPr/>
        </p:nvSpPr>
        <p:spPr>
          <a:xfrm>
            <a:off x="9137983" y="2695298"/>
            <a:ext cx="574159" cy="1631217"/>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9" name="Left Brace 8">
            <a:extLst>
              <a:ext uri="{FF2B5EF4-FFF2-40B4-BE49-F238E27FC236}">
                <a16:creationId xmlns:a16="http://schemas.microsoft.com/office/drawing/2014/main" xmlns="" id="{AF35376C-C1EC-43BA-AB32-74CB9660326B}"/>
              </a:ext>
            </a:extLst>
          </p:cNvPr>
          <p:cNvSpPr/>
          <p:nvPr/>
        </p:nvSpPr>
        <p:spPr>
          <a:xfrm rot="10800000">
            <a:off x="11280523" y="2646206"/>
            <a:ext cx="574159" cy="1642447"/>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0" name="Rectangle 9">
            <a:extLst>
              <a:ext uri="{FF2B5EF4-FFF2-40B4-BE49-F238E27FC236}">
                <a16:creationId xmlns:a16="http://schemas.microsoft.com/office/drawing/2014/main" xmlns="" id="{F6EC5964-35C4-492F-A6EF-E2AC1EE6539F}"/>
              </a:ext>
            </a:extLst>
          </p:cNvPr>
          <p:cNvSpPr/>
          <p:nvPr/>
        </p:nvSpPr>
        <p:spPr>
          <a:xfrm>
            <a:off x="8911578" y="2381224"/>
            <a:ext cx="1403212" cy="307777"/>
          </a:xfrm>
          <a:prstGeom prst="rect">
            <a:avLst/>
          </a:prstGeom>
        </p:spPr>
        <p:txBody>
          <a:bodyPr wrap="square">
            <a:spAutoFit/>
          </a:bodyPr>
          <a:lstStyle/>
          <a:p>
            <a:pPr>
              <a:lnSpc>
                <a:spcPct val="100000"/>
              </a:lnSpc>
              <a:buSzPct val="120000"/>
            </a:pPr>
            <a:r>
              <a:rPr lang="en-US" sz="1400" b="1" dirty="0">
                <a:solidFill>
                  <a:srgbClr val="FF0000"/>
                </a:solidFill>
                <a:latin typeface="Arial" charset="0"/>
                <a:ea typeface="Arial" charset="0"/>
                <a:cs typeface="Arial" charset="0"/>
              </a:rPr>
              <a:t>INPUTS</a:t>
            </a:r>
          </a:p>
        </p:txBody>
      </p:sp>
      <p:sp>
        <p:nvSpPr>
          <p:cNvPr id="11" name="Rectangle 10">
            <a:extLst>
              <a:ext uri="{FF2B5EF4-FFF2-40B4-BE49-F238E27FC236}">
                <a16:creationId xmlns:a16="http://schemas.microsoft.com/office/drawing/2014/main" xmlns="" id="{4716DADC-255D-4C20-8F29-EBB93E8DF9A3}"/>
              </a:ext>
            </a:extLst>
          </p:cNvPr>
          <p:cNvSpPr/>
          <p:nvPr/>
        </p:nvSpPr>
        <p:spPr>
          <a:xfrm>
            <a:off x="10951561" y="2374694"/>
            <a:ext cx="1221895" cy="307777"/>
          </a:xfrm>
          <a:prstGeom prst="rect">
            <a:avLst/>
          </a:prstGeom>
        </p:spPr>
        <p:txBody>
          <a:bodyPr wrap="square">
            <a:spAutoFit/>
          </a:bodyPr>
          <a:lstStyle/>
          <a:p>
            <a:pPr>
              <a:lnSpc>
                <a:spcPct val="100000"/>
              </a:lnSpc>
              <a:buSzPct val="120000"/>
            </a:pPr>
            <a:r>
              <a:rPr lang="en-US" sz="1400" b="1" dirty="0">
                <a:solidFill>
                  <a:srgbClr val="FF0000"/>
                </a:solidFill>
                <a:latin typeface="Arial" charset="0"/>
                <a:ea typeface="Arial" charset="0"/>
                <a:cs typeface="Arial" charset="0"/>
              </a:rPr>
              <a:t>OUTPUTS</a:t>
            </a:r>
          </a:p>
        </p:txBody>
      </p:sp>
      <p:pic>
        <p:nvPicPr>
          <p:cNvPr id="12" name="Picture 2">
            <a:extLst>
              <a:ext uri="{FF2B5EF4-FFF2-40B4-BE49-F238E27FC236}">
                <a16:creationId xmlns:a16="http://schemas.microsoft.com/office/drawing/2014/main" xmlns="" id="{F57812D4-F4CE-4B50-9A25-25D863CEA10E}"/>
              </a:ext>
            </a:extLst>
          </p:cNvPr>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82542" y="2695298"/>
            <a:ext cx="1529597" cy="152959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xmlns="" id="{962CA8DE-0E4C-47F4-B60E-4358A110FAC8}"/>
              </a:ext>
            </a:extLst>
          </p:cNvPr>
          <p:cNvSpPr/>
          <p:nvPr/>
        </p:nvSpPr>
        <p:spPr>
          <a:xfrm>
            <a:off x="6429683" y="2914911"/>
            <a:ext cx="2481895" cy="461665"/>
          </a:xfrm>
          <a:prstGeom prst="rect">
            <a:avLst/>
          </a:prstGeom>
        </p:spPr>
        <p:txBody>
          <a:bodyPr wrap="square">
            <a:spAutoFit/>
          </a:bodyPr>
          <a:lstStyle/>
          <a:p>
            <a:pPr algn="ctr">
              <a:lnSpc>
                <a:spcPct val="100000"/>
              </a:lnSpc>
              <a:buSzPct val="120000"/>
            </a:pPr>
            <a:r>
              <a:rPr lang="en-CA" sz="1200" b="1" dirty="0">
                <a:solidFill>
                  <a:srgbClr val="FF0000"/>
                </a:solidFill>
                <a:latin typeface="Arial" charset="0"/>
                <a:ea typeface="Arial" charset="0"/>
                <a:cs typeface="Arial" charset="0"/>
              </a:rPr>
              <a:t>DEEP LEARNING IMITATES THE HUMAN BRAIN</a:t>
            </a:r>
            <a:endParaRPr lang="en-US" sz="1200" b="1" dirty="0">
              <a:solidFill>
                <a:srgbClr val="FF0000"/>
              </a:solidFill>
              <a:latin typeface="Arial" charset="0"/>
              <a:ea typeface="Arial" charset="0"/>
              <a:cs typeface="Arial" charset="0"/>
            </a:endParaRPr>
          </a:p>
        </p:txBody>
      </p:sp>
      <p:sp>
        <p:nvSpPr>
          <p:cNvPr id="14" name="Arrow: Right 13">
            <a:extLst>
              <a:ext uri="{FF2B5EF4-FFF2-40B4-BE49-F238E27FC236}">
                <a16:creationId xmlns:a16="http://schemas.microsoft.com/office/drawing/2014/main" xmlns="" id="{2F1EA590-8A8E-4C85-AB38-692B5FD8DFA1}"/>
              </a:ext>
            </a:extLst>
          </p:cNvPr>
          <p:cNvSpPr/>
          <p:nvPr/>
        </p:nvSpPr>
        <p:spPr>
          <a:xfrm>
            <a:off x="6170940" y="3239249"/>
            <a:ext cx="2920527" cy="523220"/>
          </a:xfrm>
          <a:prstGeom prst="rightArrow">
            <a:avLst/>
          </a:prstGeom>
          <a:solidFill>
            <a:schemeClr val="tx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743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457200" y="304800"/>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DATA SCIENCE (DS)</a:t>
            </a:r>
          </a:p>
        </p:txBody>
      </p:sp>
      <p:pic>
        <p:nvPicPr>
          <p:cNvPr id="4" name="Picture 3">
            <a:extLst>
              <a:ext uri="{FF2B5EF4-FFF2-40B4-BE49-F238E27FC236}">
                <a16:creationId xmlns:a16="http://schemas.microsoft.com/office/drawing/2014/main" xmlns="" id="{A6037D04-2BB0-452F-BD23-01278AB6E6B9}"/>
              </a:ext>
            </a:extLst>
          </p:cNvPr>
          <p:cNvPicPr>
            <a:picLocks noChangeAspect="1"/>
          </p:cNvPicPr>
          <p:nvPr/>
        </p:nvPicPr>
        <p:blipFill>
          <a:blip r:embed="rId3"/>
          <a:stretch>
            <a:fillRect/>
          </a:stretch>
        </p:blipFill>
        <p:spPr>
          <a:xfrm>
            <a:off x="3536980" y="2161183"/>
            <a:ext cx="5398789" cy="4643943"/>
          </a:xfrm>
          <a:prstGeom prst="rect">
            <a:avLst/>
          </a:prstGeom>
        </p:spPr>
      </p:pic>
      <p:sp>
        <p:nvSpPr>
          <p:cNvPr id="3" name="Rectangle 2"/>
          <p:cNvSpPr/>
          <p:nvPr/>
        </p:nvSpPr>
        <p:spPr>
          <a:xfrm>
            <a:off x="457200" y="837745"/>
            <a:ext cx="11936994" cy="1323439"/>
          </a:xfrm>
          <a:prstGeom prst="rect">
            <a:avLst/>
          </a:prstGeom>
        </p:spPr>
        <p:txBody>
          <a:bodyPr vert="horz" wrap="square" lIns="91440" tIns="45720" rIns="91440" bIns="45720" rtlCol="0">
            <a:spAutoFit/>
          </a:bodyPr>
          <a:lstStyle/>
          <a:p>
            <a:pPr marL="342900" indent="-342900">
              <a:buFont typeface="Arial" pitchFamily="34" charset="0"/>
              <a:buChar char="•"/>
            </a:pPr>
            <a:r>
              <a:rPr lang="en-US" sz="2000" kern="1200" dirty="0">
                <a:solidFill>
                  <a:schemeClr val="tx1"/>
                </a:solidFill>
                <a:latin typeface="Montserrat" charset="0"/>
                <a:ea typeface="+mn-ea"/>
              </a:rPr>
              <a:t>Data science is a science that aims at gaining useful information from the data.</a:t>
            </a:r>
          </a:p>
          <a:p>
            <a:pPr marL="342900" indent="-342900">
              <a:buFont typeface="Arial" pitchFamily="34" charset="0"/>
              <a:buChar char="•"/>
            </a:pPr>
            <a:r>
              <a:rPr lang="en-US" sz="2000" kern="1200" dirty="0">
                <a:solidFill>
                  <a:schemeClr val="tx1"/>
                </a:solidFill>
                <a:latin typeface="Montserrat" charset="0"/>
                <a:ea typeface="+mn-ea"/>
              </a:rPr>
              <a:t>Data science can help companies make better decisions. </a:t>
            </a:r>
          </a:p>
          <a:p>
            <a:pPr marL="342900" indent="-342900">
              <a:buFont typeface="Arial" pitchFamily="34" charset="0"/>
              <a:buChar char="•"/>
            </a:pPr>
            <a:r>
              <a:rPr lang="en-US" sz="2000" kern="1200" dirty="0">
                <a:solidFill>
                  <a:schemeClr val="tx1"/>
                </a:solidFill>
                <a:latin typeface="Montserrat" charset="0"/>
                <a:ea typeface="+mn-ea"/>
              </a:rPr>
              <a:t>For example, a bank can analyze customer data and identify which customers have high credit score and tailor products/services to meet their needs. </a:t>
            </a:r>
          </a:p>
        </p:txBody>
      </p:sp>
    </p:spTree>
    <p:extLst>
      <p:ext uri="{BB962C8B-B14F-4D97-AF65-F5344CB8AC3E}">
        <p14:creationId xmlns:p14="http://schemas.microsoft.com/office/powerpoint/2010/main" val="6119228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759498" cy="3333099"/>
            <a:chOff x="544022" y="1501647"/>
            <a:chExt cx="4759498" cy="3333099"/>
          </a:xfrm>
        </p:grpSpPr>
        <p:sp>
          <p:nvSpPr>
            <p:cNvPr id="4" name="Прямоугольник 3">
              <a:extLst>
                <a:ext uri="{FF2B5EF4-FFF2-40B4-BE49-F238E27FC236}">
                  <a16:creationId xmlns:a16="http://schemas.microsoft.com/office/drawing/2014/main" xmlns="" id="{5EE88138-48BD-46AA-94F3-3B05DD703F63}"/>
                </a:ext>
              </a:extLst>
            </p:cNvPr>
            <p:cNvSpPr/>
            <p:nvPr/>
          </p:nvSpPr>
          <p:spPr>
            <a:xfrm>
              <a:off x="544022" y="1501647"/>
              <a:ext cx="4759498"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MACHINE LEARNING: THE BIG PICTURE</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a16="http://schemas.microsoft.com/office/drawing/2014/main" xmlns=""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xmlns=""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a16="http://schemas.microsoft.com/office/drawing/2014/main" xmlns=""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a16="http://schemas.microsoft.com/office/drawing/2014/main" xmlns=""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xmlns=""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a16="http://schemas.microsoft.com/office/drawing/2014/main" xmlns="" id="{B0134924-7BC2-4DC7-8CF8-C38C80779717}"/>
              </a:ext>
            </a:extLst>
          </p:cNvPr>
          <p:cNvPicPr>
            <a:picLocks noChangeAspect="1"/>
          </p:cNvPicPr>
          <p:nvPr/>
        </p:nvPicPr>
        <p:blipFill>
          <a:blip r:embed="rId2"/>
          <a:stretch>
            <a:fillRect/>
          </a:stretch>
        </p:blipFill>
        <p:spPr>
          <a:xfrm>
            <a:off x="8093676" y="-1"/>
            <a:ext cx="4098324" cy="6857999"/>
          </a:xfrm>
          <a:prstGeom prst="rect">
            <a:avLst/>
          </a:prstGeom>
        </p:spPr>
      </p:pic>
    </p:spTree>
    <p:extLst>
      <p:ext uri="{BB962C8B-B14F-4D97-AF65-F5344CB8AC3E}">
        <p14:creationId xmlns:p14="http://schemas.microsoft.com/office/powerpoint/2010/main" val="28679073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47959"/>
          </a:xfrm>
        </p:spPr>
        <p:txBody>
          <a:bodyPr/>
          <a:lstStyle/>
          <a:p>
            <a:pPr>
              <a:buClr>
                <a:srgbClr val="00B0F0"/>
              </a:buClr>
              <a:buFont typeface="Courier New" panose="02070309020205020404" pitchFamily="49" charset="0"/>
              <a:buChar char="o"/>
            </a:pPr>
            <a:r>
              <a:rPr lang="en-US" dirty="0" smtClean="0"/>
              <a:t>Arthur </a:t>
            </a:r>
            <a:r>
              <a:rPr lang="en-US" dirty="0"/>
              <a:t>Samuel, a pioneer of artificial intelligence research defined "machine learning" as " the field of study that gives computers the ability to learn without being explicitly programmed</a:t>
            </a:r>
            <a:r>
              <a:rPr lang="en-US" dirty="0" smtClean="0"/>
              <a:t>.“</a:t>
            </a:r>
          </a:p>
          <a:p>
            <a:pPr>
              <a:buClr>
                <a:srgbClr val="00B0F0"/>
              </a:buClr>
              <a:buFont typeface="Courier New" panose="02070309020205020404" pitchFamily="49" charset="0"/>
              <a:buChar char="o"/>
            </a:pPr>
            <a:r>
              <a:rPr lang="en-US" dirty="0" smtClean="0"/>
              <a:t>For </a:t>
            </a:r>
            <a:r>
              <a:rPr lang="en-US" dirty="0"/>
              <a:t>a given problem, machine learning algorithms are fed with related data. Algorithms then automatically detect the underlying patterns in the given data and use them to make predictions for new data. </a:t>
            </a:r>
            <a:endParaRPr lang="en-US" dirty="0" smtClean="0"/>
          </a:p>
          <a:p>
            <a:pPr>
              <a:buClr>
                <a:srgbClr val="00B0F0"/>
              </a:buClr>
              <a:buFont typeface="Courier New" panose="02070309020205020404" pitchFamily="49" charset="0"/>
              <a:buChar char="o"/>
            </a:pPr>
            <a:r>
              <a:rPr lang="en-US" dirty="0" smtClean="0"/>
              <a:t>For </a:t>
            </a:r>
            <a:r>
              <a:rPr lang="en-US" dirty="0"/>
              <a:t>example, if a real estate firm wants to provide its customers a utility to automatically predict the price of a given property. To build this solution, first feed the machine with property-sales data for a given time period (last 3 years). Then let the machine learn various patterns in the data, with the help of which it predicts the </a:t>
            </a:r>
            <a:r>
              <a:rPr lang="en-US" dirty="0" smtClean="0"/>
              <a:t>price.</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1324465"/>
          </a:xfrm>
        </p:spPr>
        <p:txBody>
          <a:bodyPr/>
          <a:lstStyle/>
          <a:p>
            <a:pPr>
              <a:buClr>
                <a:srgbClr val="00B0F0"/>
              </a:buClr>
              <a:buFont typeface="Courier New" panose="02070309020205020404" pitchFamily="49" charset="0"/>
              <a:buChar char="o"/>
            </a:pPr>
            <a:r>
              <a:rPr lang="en-US" dirty="0" smtClean="0"/>
              <a:t>There </a:t>
            </a:r>
            <a:r>
              <a:rPr lang="en-US" dirty="0"/>
              <a:t>are different machine learning techniques or algorithms that are used to learn the patterns. </a:t>
            </a:r>
            <a:endParaRPr lang="en-US" dirty="0" smtClean="0"/>
          </a:p>
          <a:p>
            <a:pPr>
              <a:buClr>
                <a:srgbClr val="00B0F0"/>
              </a:buClr>
              <a:buFont typeface="Courier New" panose="02070309020205020404" pitchFamily="49" charset="0"/>
              <a:buChar char="o"/>
            </a:pPr>
            <a:r>
              <a:rPr lang="en-US" dirty="0" smtClean="0"/>
              <a:t>The </a:t>
            </a:r>
            <a:r>
              <a:rPr lang="en-US" dirty="0"/>
              <a:t>choice depends on the type of the prediction problem and the type of the data. </a:t>
            </a:r>
            <a:endParaRPr lang="en-US" dirty="0" smtClean="0"/>
          </a:p>
          <a:p>
            <a:pPr>
              <a:buClr>
                <a:srgbClr val="00B0F0"/>
              </a:buClr>
              <a:buFont typeface="Courier New" panose="02070309020205020404" pitchFamily="49" charset="0"/>
              <a:buChar char="o"/>
            </a:pPr>
            <a:r>
              <a:rPr lang="en-US" dirty="0" smtClean="0"/>
              <a:t>Machine </a:t>
            </a:r>
            <a:r>
              <a:rPr lang="en-US" dirty="0"/>
              <a:t>learning techniques can be broadly classified as follows</a:t>
            </a:r>
            <a:r>
              <a:rPr lang="en-US" dirty="0" smtClean="0"/>
              <a:t>:</a:t>
            </a:r>
            <a:endParaRPr lang="en-US" dirty="0"/>
          </a:p>
        </p:txBody>
      </p:sp>
      <p:pic>
        <p:nvPicPr>
          <p:cNvPr id="120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048" y="2693772"/>
            <a:ext cx="8997778" cy="3635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smtClean="0"/>
              <a:t/>
            </a:r>
            <a:br>
              <a:rPr lang="en-IN" dirty="0" smtClean="0"/>
            </a:br>
            <a:endParaRPr lang="en-US" dirty="0" smtClean="0"/>
          </a:p>
          <a:p>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118511" y="3509319"/>
            <a:ext cx="11450409" cy="2443746"/>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marL="0" indent="0">
              <a:buClr>
                <a:srgbClr val="00B0F0"/>
              </a:buClr>
              <a:buNone/>
            </a:pPr>
            <a:endParaRPr lang="en-US" dirty="0"/>
          </a:p>
          <a:p>
            <a:pPr>
              <a:buClr>
                <a:srgbClr val="00B0F0"/>
              </a:buClr>
              <a:buFont typeface="Courier New" panose="02070309020205020404" pitchFamily="49" charset="0"/>
              <a:buChar char="o"/>
            </a:pPr>
            <a:r>
              <a:rPr lang="en-US" b="1" dirty="0" smtClean="0"/>
              <a:t>Supervised </a:t>
            </a:r>
            <a:r>
              <a:rPr lang="en-US" b="1" dirty="0"/>
              <a:t>learning</a:t>
            </a:r>
            <a:r>
              <a:rPr lang="en-US" dirty="0"/>
              <a:t> works on </a:t>
            </a:r>
            <a:r>
              <a:rPr lang="en-US" dirty="0" err="1"/>
              <a:t>labelled</a:t>
            </a:r>
            <a:r>
              <a:rPr lang="en-US" dirty="0"/>
              <a:t> data. Each input data has a corresponding </a:t>
            </a:r>
            <a:r>
              <a:rPr lang="en-US" dirty="0" err="1"/>
              <a:t>labelled</a:t>
            </a:r>
            <a:r>
              <a:rPr lang="en-US" dirty="0"/>
              <a:t> output. The goal of supervised machine learning is to learn a mapping from the input to the output. The input data is called attributes, features or predictors. This output variable is also called response variable or target variable</a:t>
            </a:r>
            <a:r>
              <a:rPr lang="en-US" dirty="0" smtClean="0"/>
              <a:t>.</a:t>
            </a:r>
            <a:endParaRPr lang="en-US" dirty="0"/>
          </a:p>
        </p:txBody>
      </p:sp>
      <p:pic>
        <p:nvPicPr>
          <p:cNvPr id="121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497" y="1192556"/>
            <a:ext cx="6462584" cy="3020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4178580"/>
          </a:xfrm>
        </p:spPr>
        <p:txBody>
          <a:bodyPr/>
          <a:lstStyle/>
          <a:p>
            <a:pPr>
              <a:buClr>
                <a:srgbClr val="00B0F0"/>
              </a:buClr>
              <a:buFont typeface="Courier New" panose="02070309020205020404" pitchFamily="49" charset="0"/>
              <a:buChar char="o"/>
            </a:pPr>
            <a:r>
              <a:rPr lang="en-US" dirty="0" smtClean="0"/>
              <a:t>For </a:t>
            </a:r>
            <a:r>
              <a:rPr lang="en-US" dirty="0"/>
              <a:t>example, the problem of building a utility for predicting the selling price of the car. The dataset is shown below</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pic>
        <p:nvPicPr>
          <p:cNvPr id="1228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818" y="2582177"/>
            <a:ext cx="6781800"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1195199"/>
          </a:xfrm>
        </p:spPr>
        <p:txBody>
          <a:bodyPr/>
          <a:lstStyle/>
          <a:p>
            <a:pPr>
              <a:buClr>
                <a:srgbClr val="00B0F0"/>
              </a:buClr>
              <a:buFont typeface="Courier New" panose="02070309020205020404" pitchFamily="49" charset="0"/>
              <a:buChar char="o"/>
            </a:pPr>
            <a:r>
              <a:rPr lang="en-US" dirty="0" smtClean="0"/>
              <a:t>From </a:t>
            </a:r>
            <a:r>
              <a:rPr lang="en-US" dirty="0"/>
              <a:t>the given dataset, the machine learning algorithm learns the mapping from input variables to output variable.  This learning is represented in </a:t>
            </a:r>
            <a:r>
              <a:rPr lang="en-US" dirty="0" smtClean="0"/>
              <a:t>the </a:t>
            </a:r>
            <a:r>
              <a:rPr lang="en-US" dirty="0"/>
              <a:t>form of a model. When a new instance is given to the model as shown below, it can predict its output value.</a:t>
            </a:r>
            <a:r>
              <a:rPr lang="en-US" dirty="0"/>
              <a:t/>
            </a:r>
            <a:br>
              <a:rPr lang="en-US" dirty="0"/>
            </a:br>
            <a:endParaRPr lang="en-US" dirty="0"/>
          </a:p>
        </p:txBody>
      </p:sp>
      <p:pic>
        <p:nvPicPr>
          <p:cNvPr id="123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487" y="2742815"/>
            <a:ext cx="8480098" cy="1063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841272" y="5010147"/>
            <a:ext cx="1178417"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p:cNvSpPr/>
          <p:nvPr/>
        </p:nvSpPr>
        <p:spPr>
          <a:xfrm>
            <a:off x="6817373" y="3051298"/>
            <a:ext cx="1195852"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24"/>
          <p:cNvSpPr/>
          <p:nvPr/>
        </p:nvSpPr>
        <p:spPr>
          <a:xfrm>
            <a:off x="6832024" y="5285740"/>
            <a:ext cx="1187665" cy="260892"/>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p:cNvSpPr/>
          <p:nvPr/>
        </p:nvSpPr>
        <p:spPr>
          <a:xfrm>
            <a:off x="6832024" y="5590106"/>
            <a:ext cx="1195852" cy="294200"/>
          </a:xfrm>
          <a:prstGeom prst="rect">
            <a:avLst/>
          </a:prstGeom>
          <a:solidFill>
            <a:srgbClr val="FFFF00"/>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Content Placeholder 2"/>
          <p:cNvSpPr>
            <a:spLocks noGrp="1"/>
          </p:cNvSpPr>
          <p:nvPr>
            <p:ph idx="1"/>
          </p:nvPr>
        </p:nvSpPr>
        <p:spPr>
          <a:xfrm>
            <a:off x="591889" y="890223"/>
            <a:ext cx="10820400" cy="4525963"/>
          </a:xfrm>
        </p:spPr>
        <p:txBody>
          <a:bodyPr vert="horz" wrap="square" lIns="91440" tIns="45720" rIns="91440" bIns="45720" rtlCol="0">
            <a:spAutoFit/>
          </a:bodyPr>
          <a:lstStyle/>
          <a:p>
            <a:pPr marL="342900" indent="-342900">
              <a:lnSpc>
                <a:spcPct val="100000"/>
              </a:lnSpc>
              <a:spcBef>
                <a:spcPts val="0"/>
              </a:spcBef>
              <a:buClr>
                <a:srgbClr val="000000"/>
              </a:buClr>
            </a:pPr>
            <a:r>
              <a:rPr lang="en-CA" sz="2000" dirty="0">
                <a:latin typeface="Montserrat" charset="0"/>
                <a:cs typeface="Arial"/>
                <a:sym typeface="Arial"/>
              </a:rPr>
              <a:t>Supervised: used to train algorithms using labeled input and output data.</a:t>
            </a:r>
          </a:p>
          <a:p>
            <a:pPr marL="342900" indent="-342900">
              <a:lnSpc>
                <a:spcPct val="100000"/>
              </a:lnSpc>
              <a:spcBef>
                <a:spcPts val="0"/>
              </a:spcBef>
              <a:buClr>
                <a:srgbClr val="000000"/>
              </a:buClr>
            </a:pPr>
            <a:r>
              <a:rPr lang="en-CA" sz="2000" dirty="0">
                <a:latin typeface="Montserrat" charset="0"/>
                <a:cs typeface="Arial"/>
                <a:sym typeface="Arial"/>
              </a:rPr>
              <a:t>Performance is assessed by comparing trained model prediction vs. real output.</a:t>
            </a:r>
          </a:p>
        </p:txBody>
      </p:sp>
      <p:sp>
        <p:nvSpPr>
          <p:cNvPr id="7" name="Title 1"/>
          <p:cNvSpPr txBox="1">
            <a:spLocks/>
          </p:cNvSpPr>
          <p:nvPr/>
        </p:nvSpPr>
        <p:spPr>
          <a:xfrm>
            <a:off x="591889" y="192695"/>
            <a:ext cx="8839200" cy="1325563"/>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SUPERVISED LEARNING</a:t>
            </a:r>
          </a:p>
        </p:txBody>
      </p:sp>
      <p:sp>
        <p:nvSpPr>
          <p:cNvPr id="9" name="Rounded Rectangle 8"/>
          <p:cNvSpPr/>
          <p:nvPr/>
        </p:nvSpPr>
        <p:spPr>
          <a:xfrm>
            <a:off x="4267200" y="4038600"/>
            <a:ext cx="1522557" cy="910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t>MODEL</a:t>
            </a:r>
            <a:endParaRPr lang="en-CA" sz="1200" b="1" dirty="0"/>
          </a:p>
        </p:txBody>
      </p:sp>
      <p:sp>
        <p:nvSpPr>
          <p:cNvPr id="12" name="Right Arrow 11"/>
          <p:cNvSpPr/>
          <p:nvPr/>
        </p:nvSpPr>
        <p:spPr>
          <a:xfrm rot="10800000">
            <a:off x="5931669" y="4227300"/>
            <a:ext cx="54883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p:cNvSpPr/>
          <p:nvPr/>
        </p:nvSpPr>
        <p:spPr>
          <a:xfrm>
            <a:off x="6371086" y="1825944"/>
            <a:ext cx="2694456" cy="523220"/>
          </a:xfrm>
          <a:prstGeom prst="rect">
            <a:avLst/>
          </a:prstGeom>
        </p:spPr>
        <p:txBody>
          <a:bodyPr wrap="none">
            <a:spAutoFit/>
          </a:bodyPr>
          <a:lstStyle/>
          <a:p>
            <a:pPr algn="ctr">
              <a:lnSpc>
                <a:spcPct val="100000"/>
              </a:lnSpc>
              <a:buSzPct val="120000"/>
            </a:pPr>
            <a:r>
              <a:rPr lang="en-US" sz="1400" b="1" dirty="0">
                <a:solidFill>
                  <a:srgbClr val="FF0000"/>
                </a:solidFill>
                <a:latin typeface="Arial" charset="0"/>
                <a:ea typeface="Arial" charset="0"/>
                <a:cs typeface="Arial" charset="0"/>
              </a:rPr>
              <a:t>DESIRED OUTPUT</a:t>
            </a:r>
          </a:p>
          <a:p>
            <a:pPr algn="ctr">
              <a:lnSpc>
                <a:spcPct val="100000"/>
              </a:lnSpc>
              <a:buSzPct val="120000"/>
            </a:pPr>
            <a:r>
              <a:rPr lang="en-US" sz="1400" b="1" dirty="0">
                <a:solidFill>
                  <a:srgbClr val="FF0000"/>
                </a:solidFill>
                <a:latin typeface="Arial" charset="0"/>
                <a:ea typeface="Arial" charset="0"/>
                <a:cs typeface="Arial" charset="0"/>
              </a:rPr>
              <a:t>TARGET CLASSES (LABELS)</a:t>
            </a:r>
          </a:p>
        </p:txBody>
      </p:sp>
      <p:sp>
        <p:nvSpPr>
          <p:cNvPr id="14" name="Rectangle 13"/>
          <p:cNvSpPr/>
          <p:nvPr/>
        </p:nvSpPr>
        <p:spPr>
          <a:xfrm>
            <a:off x="6193384" y="3051298"/>
            <a:ext cx="1962508" cy="2885405"/>
          </a:xfrm>
          <a:prstGeom prst="rect">
            <a:avLst/>
          </a:prstGeom>
        </p:spPr>
        <p:txBody>
          <a:bodyPr wrap="square">
            <a:spAutoFit/>
          </a:bodyPr>
          <a:lstStyle/>
          <a:p>
            <a:pPr marL="457200" lvl="1" algn="ctr">
              <a:spcBef>
                <a:spcPts val="500"/>
              </a:spcBef>
              <a:buClr>
                <a:schemeClr val="dk1"/>
              </a:buClr>
              <a:buSzPts val="1440"/>
            </a:pPr>
            <a:r>
              <a:rPr lang="en-CA" sz="1400" b="1" dirty="0">
                <a:solidFill>
                  <a:schemeClr val="dk1"/>
                </a:solidFill>
              </a:rPr>
              <a:t>T-SHIRT/TOP</a:t>
            </a:r>
            <a:endParaRPr lang="en-CA" sz="1200" b="1" dirty="0"/>
          </a:p>
          <a:p>
            <a:pPr marL="457200" lvl="1" algn="ctr">
              <a:spcBef>
                <a:spcPts val="500"/>
              </a:spcBef>
              <a:buClr>
                <a:schemeClr val="dk1"/>
              </a:buClr>
              <a:buSzPts val="1440"/>
            </a:pPr>
            <a:r>
              <a:rPr lang="en-CA" sz="1400" b="1" dirty="0">
                <a:solidFill>
                  <a:schemeClr val="dk1"/>
                </a:solidFill>
              </a:rPr>
              <a:t>TROUSER</a:t>
            </a:r>
            <a:endParaRPr lang="en-CA" sz="1200" b="1" dirty="0"/>
          </a:p>
          <a:p>
            <a:pPr marL="457200" lvl="1" algn="ctr">
              <a:spcBef>
                <a:spcPts val="500"/>
              </a:spcBef>
              <a:buClr>
                <a:schemeClr val="dk1"/>
              </a:buClr>
              <a:buSzPts val="1440"/>
            </a:pPr>
            <a:r>
              <a:rPr lang="en-CA" sz="1400" b="1" dirty="0">
                <a:solidFill>
                  <a:schemeClr val="dk1"/>
                </a:solidFill>
              </a:rPr>
              <a:t>PULLOVER</a:t>
            </a:r>
            <a:endParaRPr lang="en-CA" sz="1200" b="1" dirty="0"/>
          </a:p>
          <a:p>
            <a:pPr marL="457200" lvl="1" algn="ctr">
              <a:spcBef>
                <a:spcPts val="500"/>
              </a:spcBef>
              <a:buClr>
                <a:schemeClr val="dk1"/>
              </a:buClr>
              <a:buSzPts val="1440"/>
            </a:pPr>
            <a:r>
              <a:rPr lang="en-CA" sz="1400" b="1" dirty="0">
                <a:solidFill>
                  <a:schemeClr val="dk1"/>
                </a:solidFill>
              </a:rPr>
              <a:t>DRESS</a:t>
            </a:r>
            <a:endParaRPr lang="en-CA" sz="1200" b="1" dirty="0"/>
          </a:p>
          <a:p>
            <a:pPr marL="457200" lvl="1" algn="ctr">
              <a:spcBef>
                <a:spcPts val="500"/>
              </a:spcBef>
              <a:buClr>
                <a:schemeClr val="dk1"/>
              </a:buClr>
              <a:buSzPts val="1440"/>
            </a:pPr>
            <a:r>
              <a:rPr lang="en-CA" sz="1400" b="1" dirty="0">
                <a:solidFill>
                  <a:schemeClr val="dk1"/>
                </a:solidFill>
              </a:rPr>
              <a:t>COAT</a:t>
            </a:r>
            <a:endParaRPr lang="en-CA" sz="1200" b="1" dirty="0"/>
          </a:p>
          <a:p>
            <a:pPr marL="457200" lvl="1" algn="ctr">
              <a:spcBef>
                <a:spcPts val="500"/>
              </a:spcBef>
              <a:buClr>
                <a:schemeClr val="dk1"/>
              </a:buClr>
              <a:buSzPts val="1440"/>
            </a:pPr>
            <a:r>
              <a:rPr lang="en-CA" sz="1400" b="1" dirty="0">
                <a:solidFill>
                  <a:schemeClr val="dk1"/>
                </a:solidFill>
              </a:rPr>
              <a:t>SANDAL</a:t>
            </a:r>
            <a:endParaRPr lang="en-CA" sz="1200" b="1" dirty="0"/>
          </a:p>
          <a:p>
            <a:pPr marL="457200" lvl="1" algn="ctr">
              <a:spcBef>
                <a:spcPts val="500"/>
              </a:spcBef>
              <a:buClr>
                <a:schemeClr val="dk1"/>
              </a:buClr>
              <a:buSzPts val="1440"/>
            </a:pPr>
            <a:r>
              <a:rPr lang="en-CA" sz="1400" b="1" dirty="0">
                <a:solidFill>
                  <a:schemeClr val="dk1"/>
                </a:solidFill>
              </a:rPr>
              <a:t>SHIRT</a:t>
            </a:r>
            <a:endParaRPr lang="en-CA" sz="1200" b="1" dirty="0"/>
          </a:p>
          <a:p>
            <a:pPr marL="457200" lvl="1" algn="ctr">
              <a:spcBef>
                <a:spcPts val="500"/>
              </a:spcBef>
              <a:buClr>
                <a:schemeClr val="dk1"/>
              </a:buClr>
              <a:buSzPts val="1440"/>
            </a:pPr>
            <a:r>
              <a:rPr lang="en-CA" sz="1400" b="1" dirty="0">
                <a:solidFill>
                  <a:schemeClr val="dk1"/>
                </a:solidFill>
              </a:rPr>
              <a:t>SNEAKER</a:t>
            </a:r>
            <a:endParaRPr lang="en-CA" sz="1200" b="1" dirty="0"/>
          </a:p>
          <a:p>
            <a:pPr marL="457200" lvl="1" algn="ctr">
              <a:spcBef>
                <a:spcPts val="500"/>
              </a:spcBef>
              <a:buClr>
                <a:schemeClr val="dk1"/>
              </a:buClr>
              <a:buSzPts val="1440"/>
            </a:pPr>
            <a:r>
              <a:rPr lang="en-CA" sz="1400" b="1" dirty="0">
                <a:solidFill>
                  <a:schemeClr val="dk1"/>
                </a:solidFill>
              </a:rPr>
              <a:t>BAG</a:t>
            </a:r>
            <a:endParaRPr lang="en-CA" sz="1200" b="1" dirty="0"/>
          </a:p>
          <a:p>
            <a:pPr marL="457200" lvl="1" algn="ctr">
              <a:spcBef>
                <a:spcPts val="500"/>
              </a:spcBef>
              <a:buClr>
                <a:schemeClr val="dk1"/>
              </a:buClr>
              <a:buSzPts val="1440"/>
            </a:pPr>
            <a:r>
              <a:rPr lang="en-CA" sz="1400" b="1" dirty="0">
                <a:solidFill>
                  <a:schemeClr val="dk1"/>
                </a:solidFill>
              </a:rPr>
              <a:t>ANKLE BOOT</a:t>
            </a:r>
            <a:endParaRPr lang="en-CA" sz="1200" b="1" dirty="0"/>
          </a:p>
        </p:txBody>
      </p:sp>
      <p:sp>
        <p:nvSpPr>
          <p:cNvPr id="15" name="Left Brace 14"/>
          <p:cNvSpPr/>
          <p:nvPr/>
        </p:nvSpPr>
        <p:spPr>
          <a:xfrm>
            <a:off x="6554685" y="2611358"/>
            <a:ext cx="574159" cy="3893939"/>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6" name="Left Brace 15"/>
          <p:cNvSpPr/>
          <p:nvPr/>
        </p:nvSpPr>
        <p:spPr>
          <a:xfrm rot="10800000">
            <a:off x="7718314" y="2628271"/>
            <a:ext cx="574159" cy="3893939"/>
          </a:xfrm>
          <a:prstGeom prst="leftBrace">
            <a:avLst>
              <a:gd name="adj1" fmla="val 82407"/>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pic>
        <p:nvPicPr>
          <p:cNvPr id="17" name="Picture 16"/>
          <p:cNvPicPr>
            <a:picLocks noChangeAspect="1"/>
          </p:cNvPicPr>
          <p:nvPr/>
        </p:nvPicPr>
        <p:blipFill>
          <a:blip r:embed="rId3"/>
          <a:stretch>
            <a:fillRect/>
          </a:stretch>
        </p:blipFill>
        <p:spPr>
          <a:xfrm>
            <a:off x="1087003" y="3280869"/>
            <a:ext cx="1344442" cy="1277459"/>
          </a:xfrm>
          <a:prstGeom prst="rect">
            <a:avLst/>
          </a:prstGeom>
        </p:spPr>
      </p:pic>
      <p:pic>
        <p:nvPicPr>
          <p:cNvPr id="19" name="Picture 18"/>
          <p:cNvPicPr>
            <a:picLocks noChangeAspect="1"/>
          </p:cNvPicPr>
          <p:nvPr/>
        </p:nvPicPr>
        <p:blipFill>
          <a:blip r:embed="rId4"/>
          <a:stretch>
            <a:fillRect/>
          </a:stretch>
        </p:blipFill>
        <p:spPr>
          <a:xfrm>
            <a:off x="2348873" y="3248004"/>
            <a:ext cx="1344168" cy="1280160"/>
          </a:xfrm>
          <a:prstGeom prst="rect">
            <a:avLst/>
          </a:prstGeom>
        </p:spPr>
      </p:pic>
      <p:pic>
        <p:nvPicPr>
          <p:cNvPr id="21" name="Picture 20"/>
          <p:cNvPicPr>
            <a:picLocks noChangeAspect="1"/>
          </p:cNvPicPr>
          <p:nvPr/>
        </p:nvPicPr>
        <p:blipFill>
          <a:blip r:embed="rId5"/>
          <a:stretch>
            <a:fillRect/>
          </a:stretch>
        </p:blipFill>
        <p:spPr>
          <a:xfrm>
            <a:off x="1125447" y="4582056"/>
            <a:ext cx="1279478" cy="1284097"/>
          </a:xfrm>
          <a:prstGeom prst="rect">
            <a:avLst/>
          </a:prstGeom>
        </p:spPr>
      </p:pic>
      <p:pic>
        <p:nvPicPr>
          <p:cNvPr id="24" name="Picture 23"/>
          <p:cNvPicPr>
            <a:picLocks noChangeAspect="1"/>
          </p:cNvPicPr>
          <p:nvPr/>
        </p:nvPicPr>
        <p:blipFill>
          <a:blip r:embed="rId6"/>
          <a:stretch>
            <a:fillRect/>
          </a:stretch>
        </p:blipFill>
        <p:spPr>
          <a:xfrm>
            <a:off x="2396197" y="4582056"/>
            <a:ext cx="1333996" cy="1250331"/>
          </a:xfrm>
          <a:prstGeom prst="rect">
            <a:avLst/>
          </a:prstGeom>
        </p:spPr>
      </p:pic>
      <p:sp>
        <p:nvSpPr>
          <p:cNvPr id="26" name="Right Arrow 25"/>
          <p:cNvSpPr/>
          <p:nvPr/>
        </p:nvSpPr>
        <p:spPr>
          <a:xfrm>
            <a:off x="3664964" y="4248131"/>
            <a:ext cx="548039" cy="503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ectangle 27"/>
          <p:cNvSpPr/>
          <p:nvPr/>
        </p:nvSpPr>
        <p:spPr>
          <a:xfrm>
            <a:off x="1787518" y="2672731"/>
            <a:ext cx="1287853"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INPUT DATA</a:t>
            </a:r>
          </a:p>
        </p:txBody>
      </p:sp>
      <mc:AlternateContent xmlns:mc="http://schemas.openxmlformats.org/markup-compatibility/2006" xmlns:a14="http://schemas.microsoft.com/office/drawing/2010/main">
        <mc:Choice Requires="a14">
          <p:sp>
            <p:nvSpPr>
              <p:cNvPr id="29" name="Rectangle 28"/>
              <p:cNvSpPr/>
              <p:nvPr/>
            </p:nvSpPr>
            <p:spPr>
              <a:xfrm>
                <a:off x="1901803" y="2911785"/>
                <a:ext cx="933269" cy="307777"/>
              </a:xfrm>
              <a:prstGeom prst="rect">
                <a:avLst/>
              </a:prstGeom>
            </p:spPr>
            <p:txBody>
              <a:bodyPr wrap="none">
                <a:spAutoFit/>
              </a:bodyPr>
              <a:lstStyle/>
              <a:p>
                <a:pPr>
                  <a:lnSpc>
                    <a:spcPct val="100000"/>
                  </a:lnSpc>
                  <a:buSzPct val="120000"/>
                </a:pPr>
                <a14:m>
                  <m:oMathPara xmlns:m="http://schemas.openxmlformats.org/officeDocument/2006/math">
                    <m:oMathParaPr>
                      <m:jc m:val="centerGroup"/>
                    </m:oMathParaPr>
                    <m:oMath xmlns:m="http://schemas.openxmlformats.org/officeDocument/2006/math">
                      <m:r>
                        <a:rPr lang="en-US" sz="1400" b="1" i="1" dirty="0" smtClean="0">
                          <a:solidFill>
                            <a:srgbClr val="FF0000"/>
                          </a:solidFill>
                          <a:latin typeface="Cambria Math" panose="02040503050406030204" pitchFamily="18" charset="0"/>
                          <a:ea typeface="Arial" charset="0"/>
                          <a:cs typeface="Arial" charset="0"/>
                        </a:rPr>
                        <m:t>𝑿</m:t>
                      </m:r>
                      <m:r>
                        <a:rPr lang="en-US" sz="1400" b="1" i="1" dirty="0" smtClean="0">
                          <a:solidFill>
                            <a:srgbClr val="FF0000"/>
                          </a:solidFill>
                          <a:latin typeface="Cambria Math" panose="02040503050406030204" pitchFamily="18" charset="0"/>
                          <a:ea typeface="Arial" charset="0"/>
                          <a:cs typeface="Arial" charset="0"/>
                        </a:rPr>
                        <m:t> _</m:t>
                      </m:r>
                      <m:r>
                        <a:rPr lang="en-US" sz="1400" b="1" i="1" dirty="0" smtClean="0">
                          <a:solidFill>
                            <a:srgbClr val="FF0000"/>
                          </a:solidFill>
                          <a:latin typeface="Cambria Math" panose="02040503050406030204" pitchFamily="18" charset="0"/>
                          <a:ea typeface="Arial" charset="0"/>
                          <a:cs typeface="Arial" charset="0"/>
                        </a:rPr>
                        <m:t>𝒕𝒓𝒂𝒊𝒏</m:t>
                      </m:r>
                    </m:oMath>
                  </m:oMathPara>
                </a14:m>
                <a:endParaRPr lang="en-US" sz="1400" b="1" dirty="0">
                  <a:solidFill>
                    <a:srgbClr val="FF0000"/>
                  </a:solidFill>
                  <a:latin typeface="Arial" charset="0"/>
                  <a:ea typeface="Arial" charset="0"/>
                  <a:cs typeface="Arial"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1901803" y="2911785"/>
                <a:ext cx="933269" cy="307777"/>
              </a:xfrm>
              <a:prstGeom prst="rect">
                <a:avLst/>
              </a:prstGeom>
              <a:blipFill>
                <a:blip r:embed="rId7"/>
                <a:stretch>
                  <a:fillRect/>
                </a:stretch>
              </a:blipFill>
            </p:spPr>
            <p:txBody>
              <a:bodyPr/>
              <a:lstStyle/>
              <a:p>
                <a:r>
                  <a:rPr lang="en-US">
                    <a:noFill/>
                  </a:rPr>
                  <a:t> </a:t>
                </a:r>
              </a:p>
            </p:txBody>
          </p:sp>
        </mc:Fallback>
      </mc:AlternateContent>
      <p:sp>
        <p:nvSpPr>
          <p:cNvPr id="30" name="Rectangle 29"/>
          <p:cNvSpPr/>
          <p:nvPr/>
        </p:nvSpPr>
        <p:spPr>
          <a:xfrm>
            <a:off x="7112020" y="2280557"/>
            <a:ext cx="739433" cy="307777"/>
          </a:xfrm>
          <a:prstGeom prst="rect">
            <a:avLst/>
          </a:prstGeom>
        </p:spPr>
        <p:txBody>
          <a:bodyPr wrap="none">
            <a:spAutoFit/>
          </a:bodyPr>
          <a:lstStyle/>
          <a:p>
            <a:pPr>
              <a:buSzPct val="120000"/>
            </a:pPr>
            <a:r>
              <a:rPr lang="en-US" sz="1400" b="1" i="1" dirty="0">
                <a:solidFill>
                  <a:srgbClr val="FF0000"/>
                </a:solidFill>
                <a:latin typeface="Cambria Math" panose="02040503050406030204" pitchFamily="18" charset="0"/>
                <a:ea typeface="Arial" charset="0"/>
                <a:cs typeface="Arial" charset="0"/>
              </a:rPr>
              <a:t>y _train</a:t>
            </a:r>
          </a:p>
        </p:txBody>
      </p:sp>
    </p:spTree>
    <p:extLst>
      <p:ext uri="{BB962C8B-B14F-4D97-AF65-F5344CB8AC3E}">
        <p14:creationId xmlns:p14="http://schemas.microsoft.com/office/powerpoint/2010/main" val="157636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500" fill="hold"/>
                                        <p:tgtEl>
                                          <p:spTgt spid="26"/>
                                        </p:tgtEl>
                                        <p:attrNameLst>
                                          <p:attrName>ppt_x</p:attrName>
                                        </p:attrNameLst>
                                      </p:cBhvr>
                                      <p:tavLst>
                                        <p:tav tm="0">
                                          <p:val>
                                            <p:strVal val="#ppt_x"/>
                                          </p:val>
                                        </p:tav>
                                        <p:tav tm="100000">
                                          <p:val>
                                            <p:strVal val="#ppt_x"/>
                                          </p:val>
                                        </p:tav>
                                      </p:tavLst>
                                    </p:anim>
                                    <p:anim calcmode="lin" valueType="num">
                                      <p:cBhvr additive="base">
                                        <p:cTn id="28" dur="500" fill="hold"/>
                                        <p:tgtEl>
                                          <p:spTgt spid="2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5" grpId="0" animBg="1"/>
      <p:bldP spid="20" grpId="0" animBg="1"/>
      <p:bldP spid="9" grpId="0" animBg="1"/>
      <p:bldP spid="12" grpId="0" animBg="1"/>
      <p:bldP spid="13" grpId="0"/>
      <p:bldP spid="14" grpId="0"/>
      <p:bldP spid="15" grpId="0" animBg="1"/>
      <p:bldP spid="16" grpId="0" animBg="1"/>
      <p:bldP spid="26" grpId="0" animBg="1"/>
      <p:bldP spid="28" grpId="0"/>
      <p:bldP spid="29"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Supervised Machine Learning</a:t>
            </a:r>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1933863"/>
          </a:xfrm>
        </p:spPr>
        <p:txBody>
          <a:bodyPr/>
          <a:lstStyle/>
          <a:p>
            <a:pPr>
              <a:buClr>
                <a:srgbClr val="00B0F0"/>
              </a:buClr>
              <a:buFont typeface="Courier New" panose="02070309020205020404" pitchFamily="49" charset="0"/>
              <a:buChar char="o"/>
            </a:pPr>
            <a:r>
              <a:rPr lang="en-US" dirty="0" smtClean="0"/>
              <a:t>Supervised </a:t>
            </a:r>
            <a:r>
              <a:rPr lang="en-US" dirty="0"/>
              <a:t>learning can be further categorized as </a:t>
            </a:r>
            <a:r>
              <a:rPr lang="en-US" b="1" dirty="0"/>
              <a:t>Regression</a:t>
            </a:r>
            <a:r>
              <a:rPr lang="en-US" dirty="0"/>
              <a:t> or </a:t>
            </a:r>
            <a:r>
              <a:rPr lang="en-US" b="1" dirty="0" smtClean="0"/>
              <a:t>Classification</a:t>
            </a:r>
            <a:r>
              <a:rPr lang="en-US" dirty="0" smtClean="0"/>
              <a:t>.</a:t>
            </a:r>
          </a:p>
          <a:p>
            <a:pPr>
              <a:buClr>
                <a:srgbClr val="00B0F0"/>
              </a:buClr>
              <a:buFont typeface="Courier New" panose="02070309020205020404" pitchFamily="49" charset="0"/>
              <a:buChar char="o"/>
            </a:pPr>
            <a:r>
              <a:rPr lang="en-US" dirty="0" smtClean="0"/>
              <a:t>Regression </a:t>
            </a:r>
            <a:r>
              <a:rPr lang="en-US" dirty="0"/>
              <a:t>-- When the output variable can take continuous numerical values, e.g. price of a car, delivery time, credit </a:t>
            </a:r>
            <a:r>
              <a:rPr lang="en-US" dirty="0" smtClean="0"/>
              <a:t>limit</a:t>
            </a:r>
          </a:p>
          <a:p>
            <a:pPr>
              <a:buClr>
                <a:srgbClr val="00B0F0"/>
              </a:buClr>
              <a:buFont typeface="Courier New" panose="02070309020205020404" pitchFamily="49" charset="0"/>
              <a:buChar char="o"/>
            </a:pPr>
            <a:r>
              <a:rPr lang="en-US" dirty="0" smtClean="0"/>
              <a:t>Classification </a:t>
            </a:r>
            <a:r>
              <a:rPr lang="en-US" dirty="0"/>
              <a:t>-- When the output variable takes categorical or discrete (non-continuous) values, e.g. whether an email is a spam, whether a transaction is fraudulent etc</a:t>
            </a:r>
            <a:r>
              <a:rPr lang="en-US" dirty="0" smtClean="0"/>
              <a:t>.</a:t>
            </a:r>
            <a:endParaRPr lang="en-US" dirty="0"/>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Unsupervised Machine Learning</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420130" y="3214818"/>
            <a:ext cx="10466173" cy="2953629"/>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b="1" dirty="0" smtClean="0"/>
              <a:t>Unsupervised </a:t>
            </a:r>
            <a:r>
              <a:rPr lang="en-US" b="1" dirty="0"/>
              <a:t>machine learning</a:t>
            </a:r>
            <a:r>
              <a:rPr lang="en-US" dirty="0"/>
              <a:t> has no explicitly defined output. The idea is to discover knowledge or structure in the data. </a:t>
            </a:r>
          </a:p>
          <a:p>
            <a:r>
              <a:rPr lang="en-US" dirty="0"/>
              <a:t/>
            </a:r>
            <a:br>
              <a:rPr lang="en-US" dirty="0"/>
            </a:br>
            <a:endParaRPr lang="en-US" dirty="0"/>
          </a:p>
        </p:txBody>
      </p:sp>
      <p:pic>
        <p:nvPicPr>
          <p:cNvPr id="124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1248032"/>
            <a:ext cx="8282025" cy="259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Unsupervised Machine Learning</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506627" y="1287163"/>
            <a:ext cx="10898659" cy="2543431"/>
          </a:xfrm>
        </p:spPr>
        <p:txBody>
          <a:bodyPr/>
          <a:lstStyle/>
          <a:p>
            <a:pPr>
              <a:buClr>
                <a:srgbClr val="00B0F0"/>
              </a:buClr>
              <a:buFont typeface="Courier New" panose="02070309020205020404" pitchFamily="49" charset="0"/>
              <a:buChar char="o"/>
            </a:pPr>
            <a:r>
              <a:rPr lang="en-US" dirty="0" smtClean="0"/>
              <a:t>For </a:t>
            </a:r>
            <a:r>
              <a:rPr lang="en-US" dirty="0"/>
              <a:t>example, an online retailer will have data about all items that the customers purchased. Unsupervised learning algorithms can be applied on this data to group customers based on their buying patterns. </a:t>
            </a:r>
          </a:p>
          <a:p>
            <a:r>
              <a:rPr lang="en-US" dirty="0"/>
              <a:t/>
            </a:r>
            <a:br>
              <a:rPr lang="en-US" dirty="0"/>
            </a:br>
            <a:endParaRPr lang="en-US" dirty="0"/>
          </a:p>
          <a:p>
            <a:r>
              <a:rPr lang="en-US" dirty="0"/>
              <a:t/>
            </a:r>
            <a:br>
              <a:rPr lang="en-US" dirty="0"/>
            </a:br>
            <a:endParaRPr lang="en-US" dirty="0"/>
          </a:p>
        </p:txBody>
      </p:sp>
      <p:pic>
        <p:nvPicPr>
          <p:cNvPr id="125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4925" y="2945541"/>
            <a:ext cx="8752819" cy="1960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304" y="678269"/>
            <a:ext cx="11353800" cy="1631216"/>
          </a:xfrm>
        </p:spPr>
        <p:txBody>
          <a:bodyPr vert="horz" wrap="square" lIns="91440" tIns="45720" rIns="91440" bIns="45720" rtlCol="0">
            <a:spAutoFit/>
          </a:bodyPr>
          <a:lstStyle/>
          <a:p>
            <a:pPr marL="342900" indent="-342900">
              <a:lnSpc>
                <a:spcPct val="100000"/>
              </a:lnSpc>
              <a:spcBef>
                <a:spcPts val="0"/>
              </a:spcBef>
              <a:buClr>
                <a:srgbClr val="000000"/>
              </a:buClr>
            </a:pPr>
            <a:r>
              <a:rPr lang="en-CA" sz="2000" dirty="0">
                <a:latin typeface="Montserrat" charset="0"/>
                <a:cs typeface="Arial"/>
              </a:rPr>
              <a:t>Unsupervised learning: provides the algorithm with no labeled data.</a:t>
            </a:r>
          </a:p>
          <a:p>
            <a:pPr marL="342900" indent="-342900">
              <a:lnSpc>
                <a:spcPct val="100000"/>
              </a:lnSpc>
              <a:spcBef>
                <a:spcPts val="0"/>
              </a:spcBef>
              <a:buClr>
                <a:srgbClr val="000000"/>
              </a:buClr>
            </a:pPr>
            <a:r>
              <a:rPr lang="en-CA" sz="2000" dirty="0">
                <a:latin typeface="Montserrat" charset="0"/>
                <a:cs typeface="Arial"/>
              </a:rPr>
              <a:t>The algorithm attempts at discovering hidden patterns within the training data.</a:t>
            </a:r>
          </a:p>
          <a:p>
            <a:pPr marL="342900" indent="-342900">
              <a:lnSpc>
                <a:spcPct val="100000"/>
              </a:lnSpc>
              <a:spcBef>
                <a:spcPts val="0"/>
              </a:spcBef>
              <a:buClr>
                <a:srgbClr val="000000"/>
              </a:buClr>
            </a:pPr>
            <a:r>
              <a:rPr lang="en-CA" sz="2000" dirty="0">
                <a:latin typeface="Montserrat" charset="0"/>
                <a:cs typeface="Arial"/>
              </a:rPr>
              <a:t>Unsupervised learning methods can analyze complex data that humans might find difficult to interpret. </a:t>
            </a:r>
          </a:p>
          <a:p>
            <a:pPr marL="342900" indent="-342900">
              <a:lnSpc>
                <a:spcPct val="100000"/>
              </a:lnSpc>
              <a:spcBef>
                <a:spcPts val="0"/>
              </a:spcBef>
              <a:buClr>
                <a:srgbClr val="000000"/>
              </a:buClr>
            </a:pPr>
            <a:r>
              <a:rPr lang="en-CA" sz="2000" dirty="0">
                <a:latin typeface="Montserrat" charset="0"/>
                <a:cs typeface="Arial"/>
              </a:rPr>
              <a:t>No feedback!</a:t>
            </a:r>
          </a:p>
        </p:txBody>
      </p:sp>
      <p:sp>
        <p:nvSpPr>
          <p:cNvPr id="7" name="Title 1"/>
          <p:cNvSpPr txBox="1">
            <a:spLocks/>
          </p:cNvSpPr>
          <p:nvPr/>
        </p:nvSpPr>
        <p:spPr>
          <a:xfrm>
            <a:off x="387588" y="147216"/>
            <a:ext cx="10512784" cy="523220"/>
          </a:xfrm>
          <a:prstGeom prst="rect">
            <a:avLst/>
          </a:prstGeom>
        </p:spPr>
        <p:txBody>
          <a:bodyPr wrap="square">
            <a:spAutoFit/>
          </a:bodyPr>
          <a:lstStyle>
            <a:defPPr marR="0" lvl="0" algn="l" rtl="0">
              <a:lnSpc>
                <a:spcPct val="100000"/>
              </a:lnSpc>
              <a:spcBef>
                <a:spcPts val="0"/>
              </a:spcBef>
              <a:spcAft>
                <a:spcPts val="0"/>
              </a:spcAft>
              <a:defRPr/>
            </a:defPPr>
            <a:lvl1pPr>
              <a:defRPr sz="2800" b="1" kern="1200">
                <a:solidFill>
                  <a:srgbClr val="FF9F1C"/>
                </a:solidFill>
                <a:latin typeface="Montserrat" charset="0"/>
                <a:ea typeface="+mn-ea"/>
                <a:cs typeface="+mn-cs"/>
              </a:defRPr>
            </a:lvl1pPr>
          </a:lstStyle>
          <a:p>
            <a:r>
              <a:rPr lang="en-CA" dirty="0"/>
              <a:t>MACHINE LEARNING: UNSUPERVISED LEARNING</a:t>
            </a:r>
          </a:p>
        </p:txBody>
      </p:sp>
      <p:sp>
        <p:nvSpPr>
          <p:cNvPr id="9" name="Rounded Rectangle 8"/>
          <p:cNvSpPr/>
          <p:nvPr/>
        </p:nvSpPr>
        <p:spPr>
          <a:xfrm>
            <a:off x="3369261" y="3778437"/>
            <a:ext cx="1437927" cy="8709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b="1" dirty="0"/>
              <a:t>MODEL</a:t>
            </a:r>
            <a:endParaRPr lang="en-CA" sz="1200" b="1" dirty="0"/>
          </a:p>
        </p:txBody>
      </p:sp>
      <p:sp>
        <p:nvSpPr>
          <p:cNvPr id="12" name="Right Arrow 11"/>
          <p:cNvSpPr/>
          <p:nvPr/>
        </p:nvSpPr>
        <p:spPr>
          <a:xfrm>
            <a:off x="4860216" y="3926850"/>
            <a:ext cx="548831"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ight Arrow 25"/>
          <p:cNvSpPr/>
          <p:nvPr/>
        </p:nvSpPr>
        <p:spPr>
          <a:xfrm>
            <a:off x="2797030" y="3968034"/>
            <a:ext cx="548039" cy="503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Rounded Rectangle 1"/>
          <p:cNvSpPr/>
          <p:nvPr/>
        </p:nvSpPr>
        <p:spPr>
          <a:xfrm>
            <a:off x="2009579" y="3780224"/>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ounded Rectangle 26"/>
          <p:cNvSpPr/>
          <p:nvPr/>
        </p:nvSpPr>
        <p:spPr>
          <a:xfrm>
            <a:off x="2110024" y="4143833"/>
            <a:ext cx="173970" cy="2643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ounded Rectangle 27"/>
          <p:cNvSpPr/>
          <p:nvPr/>
        </p:nvSpPr>
        <p:spPr>
          <a:xfrm>
            <a:off x="2251656" y="3878351"/>
            <a:ext cx="271623" cy="265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ounded Rectangle 28"/>
          <p:cNvSpPr/>
          <p:nvPr/>
        </p:nvSpPr>
        <p:spPr>
          <a:xfrm>
            <a:off x="2186635" y="4505141"/>
            <a:ext cx="239359" cy="692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ounded Rectangle 29"/>
          <p:cNvSpPr/>
          <p:nvPr/>
        </p:nvSpPr>
        <p:spPr>
          <a:xfrm>
            <a:off x="1481633" y="3800769"/>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ounded Rectangle 30"/>
          <p:cNvSpPr/>
          <p:nvPr/>
        </p:nvSpPr>
        <p:spPr>
          <a:xfrm>
            <a:off x="1742488" y="3645826"/>
            <a:ext cx="228599" cy="1438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ounded Rectangle 31"/>
          <p:cNvSpPr/>
          <p:nvPr/>
        </p:nvSpPr>
        <p:spPr>
          <a:xfrm>
            <a:off x="1768682" y="3894233"/>
            <a:ext cx="263245"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5-Point Star 3"/>
          <p:cNvSpPr/>
          <p:nvPr/>
        </p:nvSpPr>
        <p:spPr>
          <a:xfrm>
            <a:off x="1860426" y="4820814"/>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5-Point Star 32"/>
          <p:cNvSpPr/>
          <p:nvPr/>
        </p:nvSpPr>
        <p:spPr>
          <a:xfrm>
            <a:off x="2161979" y="473268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5-Point Star 33"/>
          <p:cNvSpPr/>
          <p:nvPr/>
        </p:nvSpPr>
        <p:spPr>
          <a:xfrm>
            <a:off x="1574666" y="369377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5-Point Star 34"/>
          <p:cNvSpPr/>
          <p:nvPr/>
        </p:nvSpPr>
        <p:spPr>
          <a:xfrm>
            <a:off x="1899082" y="402575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5-Point Star 35"/>
          <p:cNvSpPr/>
          <p:nvPr/>
        </p:nvSpPr>
        <p:spPr>
          <a:xfrm>
            <a:off x="2432801" y="3841053"/>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5-Point Star 36"/>
          <p:cNvSpPr/>
          <p:nvPr/>
        </p:nvSpPr>
        <p:spPr>
          <a:xfrm>
            <a:off x="1236480" y="428174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5-Point Star 37"/>
          <p:cNvSpPr/>
          <p:nvPr/>
        </p:nvSpPr>
        <p:spPr>
          <a:xfrm>
            <a:off x="1507302" y="339011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p:cNvSpPr/>
          <p:nvPr/>
        </p:nvSpPr>
        <p:spPr>
          <a:xfrm>
            <a:off x="1704779" y="4143833"/>
            <a:ext cx="155647" cy="2643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Oval 38"/>
          <p:cNvSpPr/>
          <p:nvPr/>
        </p:nvSpPr>
        <p:spPr>
          <a:xfrm>
            <a:off x="1913470" y="4034390"/>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Oval 39"/>
          <p:cNvSpPr/>
          <p:nvPr/>
        </p:nvSpPr>
        <p:spPr>
          <a:xfrm>
            <a:off x="2317799" y="4305295"/>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Oval 40"/>
          <p:cNvSpPr/>
          <p:nvPr/>
        </p:nvSpPr>
        <p:spPr>
          <a:xfrm>
            <a:off x="1753260" y="348460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Oval 41"/>
          <p:cNvSpPr/>
          <p:nvPr/>
        </p:nvSpPr>
        <p:spPr>
          <a:xfrm>
            <a:off x="1571806" y="4045042"/>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Oval 42"/>
          <p:cNvSpPr/>
          <p:nvPr/>
        </p:nvSpPr>
        <p:spPr>
          <a:xfrm>
            <a:off x="2049473" y="3798372"/>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Oval 43"/>
          <p:cNvSpPr/>
          <p:nvPr/>
        </p:nvSpPr>
        <p:spPr>
          <a:xfrm>
            <a:off x="1228107" y="3934044"/>
            <a:ext cx="274395" cy="20511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Cross 5"/>
          <p:cNvSpPr/>
          <p:nvPr/>
        </p:nvSpPr>
        <p:spPr>
          <a:xfrm>
            <a:off x="1860426" y="4574369"/>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Cross 44"/>
          <p:cNvSpPr/>
          <p:nvPr/>
        </p:nvSpPr>
        <p:spPr>
          <a:xfrm>
            <a:off x="2473922" y="452159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Cross 45"/>
          <p:cNvSpPr/>
          <p:nvPr/>
        </p:nvSpPr>
        <p:spPr>
          <a:xfrm>
            <a:off x="1339102" y="3495491"/>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Cross 46"/>
          <p:cNvSpPr/>
          <p:nvPr/>
        </p:nvSpPr>
        <p:spPr>
          <a:xfrm>
            <a:off x="1952598" y="3442715"/>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Cross 47"/>
          <p:cNvSpPr/>
          <p:nvPr/>
        </p:nvSpPr>
        <p:spPr>
          <a:xfrm>
            <a:off x="1557821" y="502259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Cross 48"/>
          <p:cNvSpPr/>
          <p:nvPr/>
        </p:nvSpPr>
        <p:spPr>
          <a:xfrm>
            <a:off x="2171317" y="4969817"/>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Cross 49"/>
          <p:cNvSpPr/>
          <p:nvPr/>
        </p:nvSpPr>
        <p:spPr>
          <a:xfrm>
            <a:off x="6493122" y="2991599"/>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Cross 50"/>
          <p:cNvSpPr/>
          <p:nvPr/>
        </p:nvSpPr>
        <p:spPr>
          <a:xfrm>
            <a:off x="7106618" y="293882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Cross 51"/>
          <p:cNvSpPr/>
          <p:nvPr/>
        </p:nvSpPr>
        <p:spPr>
          <a:xfrm>
            <a:off x="6128617" y="2800822"/>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Cross 52"/>
          <p:cNvSpPr/>
          <p:nvPr/>
        </p:nvSpPr>
        <p:spPr>
          <a:xfrm>
            <a:off x="6742113" y="2748046"/>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Cross 53"/>
          <p:cNvSpPr/>
          <p:nvPr/>
        </p:nvSpPr>
        <p:spPr>
          <a:xfrm>
            <a:off x="6190517" y="3439823"/>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Cross 54"/>
          <p:cNvSpPr/>
          <p:nvPr/>
        </p:nvSpPr>
        <p:spPr>
          <a:xfrm>
            <a:off x="6804013" y="3387047"/>
            <a:ext cx="225353" cy="246445"/>
          </a:xfrm>
          <a:prstGeom prst="pl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Oval 55"/>
          <p:cNvSpPr/>
          <p:nvPr/>
        </p:nvSpPr>
        <p:spPr>
          <a:xfrm>
            <a:off x="6478679" y="4806657"/>
            <a:ext cx="155647" cy="2643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Oval 56"/>
          <p:cNvSpPr/>
          <p:nvPr/>
        </p:nvSpPr>
        <p:spPr>
          <a:xfrm>
            <a:off x="6687370" y="4697214"/>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8" name="Oval 57"/>
          <p:cNvSpPr/>
          <p:nvPr/>
        </p:nvSpPr>
        <p:spPr>
          <a:xfrm>
            <a:off x="7091699" y="4968119"/>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Oval 58"/>
          <p:cNvSpPr/>
          <p:nvPr/>
        </p:nvSpPr>
        <p:spPr>
          <a:xfrm>
            <a:off x="6527160" y="4147430"/>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Oval 59"/>
          <p:cNvSpPr/>
          <p:nvPr/>
        </p:nvSpPr>
        <p:spPr>
          <a:xfrm>
            <a:off x="6345706" y="470786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1" name="Oval 60"/>
          <p:cNvSpPr/>
          <p:nvPr/>
        </p:nvSpPr>
        <p:spPr>
          <a:xfrm>
            <a:off x="6823373" y="4461196"/>
            <a:ext cx="146023" cy="16886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Oval 61"/>
          <p:cNvSpPr/>
          <p:nvPr/>
        </p:nvSpPr>
        <p:spPr>
          <a:xfrm>
            <a:off x="6002007" y="4596868"/>
            <a:ext cx="274395" cy="20511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5-Point Star 62"/>
          <p:cNvSpPr/>
          <p:nvPr/>
        </p:nvSpPr>
        <p:spPr>
          <a:xfrm>
            <a:off x="6003264" y="612021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4" name="5-Point Star 63"/>
          <p:cNvSpPr/>
          <p:nvPr/>
        </p:nvSpPr>
        <p:spPr>
          <a:xfrm>
            <a:off x="6304817" y="6032085"/>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5-Point Star 64"/>
          <p:cNvSpPr/>
          <p:nvPr/>
        </p:nvSpPr>
        <p:spPr>
          <a:xfrm>
            <a:off x="5696280" y="552119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5-Point Star 65"/>
          <p:cNvSpPr/>
          <p:nvPr/>
        </p:nvSpPr>
        <p:spPr>
          <a:xfrm>
            <a:off x="6020696" y="5853179"/>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7" name="5-Point Star 66"/>
          <p:cNvSpPr/>
          <p:nvPr/>
        </p:nvSpPr>
        <p:spPr>
          <a:xfrm>
            <a:off x="6554415" y="5668476"/>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8" name="5-Point Star 67"/>
          <p:cNvSpPr/>
          <p:nvPr/>
        </p:nvSpPr>
        <p:spPr>
          <a:xfrm>
            <a:off x="5379318" y="5581151"/>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5-Point Star 68"/>
          <p:cNvSpPr/>
          <p:nvPr/>
        </p:nvSpPr>
        <p:spPr>
          <a:xfrm>
            <a:off x="5628916" y="5217542"/>
            <a:ext cx="249598" cy="262862"/>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Rounded Rectangle 69"/>
          <p:cNvSpPr/>
          <p:nvPr/>
        </p:nvSpPr>
        <p:spPr>
          <a:xfrm>
            <a:off x="8258307" y="3925009"/>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Rounded Rectangle 70"/>
          <p:cNvSpPr/>
          <p:nvPr/>
        </p:nvSpPr>
        <p:spPr>
          <a:xfrm>
            <a:off x="8358752" y="4288618"/>
            <a:ext cx="173970" cy="2643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Rounded Rectangle 71"/>
          <p:cNvSpPr/>
          <p:nvPr/>
        </p:nvSpPr>
        <p:spPr>
          <a:xfrm>
            <a:off x="8500384" y="4023136"/>
            <a:ext cx="271623" cy="265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3" name="Rounded Rectangle 72"/>
          <p:cNvSpPr/>
          <p:nvPr/>
        </p:nvSpPr>
        <p:spPr>
          <a:xfrm>
            <a:off x="8435363" y="4649926"/>
            <a:ext cx="239359" cy="692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Rounded Rectangle 73"/>
          <p:cNvSpPr/>
          <p:nvPr/>
        </p:nvSpPr>
        <p:spPr>
          <a:xfrm>
            <a:off x="7730361" y="3945554"/>
            <a:ext cx="152400"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Rounded Rectangle 74"/>
          <p:cNvSpPr/>
          <p:nvPr/>
        </p:nvSpPr>
        <p:spPr>
          <a:xfrm>
            <a:off x="7991216" y="3790611"/>
            <a:ext cx="228599" cy="1438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Rounded Rectangle 75"/>
          <p:cNvSpPr/>
          <p:nvPr/>
        </p:nvSpPr>
        <p:spPr>
          <a:xfrm>
            <a:off x="8017410" y="4039018"/>
            <a:ext cx="263245" cy="2387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Rectangle 76"/>
          <p:cNvSpPr/>
          <p:nvPr/>
        </p:nvSpPr>
        <p:spPr>
          <a:xfrm>
            <a:off x="1235426" y="2909581"/>
            <a:ext cx="1287853"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INPUT DATA</a:t>
            </a:r>
          </a:p>
        </p:txBody>
      </p:sp>
      <p:sp>
        <p:nvSpPr>
          <p:cNvPr id="78" name="Rectangle 77"/>
          <p:cNvSpPr/>
          <p:nvPr/>
        </p:nvSpPr>
        <p:spPr>
          <a:xfrm>
            <a:off x="6044118" y="2410435"/>
            <a:ext cx="1667764" cy="307777"/>
          </a:xfrm>
          <a:prstGeom prst="rect">
            <a:avLst/>
          </a:prstGeom>
        </p:spPr>
        <p:txBody>
          <a:bodyPr wrap="none">
            <a:spAutoFit/>
          </a:bodyPr>
          <a:lstStyle/>
          <a:p>
            <a:pPr>
              <a:lnSpc>
                <a:spcPct val="100000"/>
              </a:lnSpc>
              <a:buSzPct val="120000"/>
            </a:pPr>
            <a:r>
              <a:rPr lang="en-US" sz="1400" b="1" dirty="0">
                <a:solidFill>
                  <a:srgbClr val="FF0000"/>
                </a:solidFill>
                <a:latin typeface="Arial" charset="0"/>
                <a:ea typeface="Arial" charset="0"/>
                <a:cs typeface="Arial" charset="0"/>
              </a:rPr>
              <a:t>DATA CLUSTERS</a:t>
            </a:r>
          </a:p>
        </p:txBody>
      </p:sp>
    </p:spTree>
    <p:extLst>
      <p:ext uri="{BB962C8B-B14F-4D97-AF65-F5344CB8AC3E}">
        <p14:creationId xmlns:p14="http://schemas.microsoft.com/office/powerpoint/2010/main" val="162694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anim calcmode="lin" valueType="num">
                                      <p:cBhvr additive="base">
                                        <p:cTn id="19" dur="500" fill="hold"/>
                                        <p:tgtEl>
                                          <p:spTgt spid="77"/>
                                        </p:tgtEl>
                                        <p:attrNameLst>
                                          <p:attrName>ppt_x</p:attrName>
                                        </p:attrNameLst>
                                      </p:cBhvr>
                                      <p:tavLst>
                                        <p:tav tm="0">
                                          <p:val>
                                            <p:strVal val="#ppt_x"/>
                                          </p:val>
                                        </p:tav>
                                        <p:tav tm="100000">
                                          <p:val>
                                            <p:strVal val="#ppt_x"/>
                                          </p:val>
                                        </p:tav>
                                      </p:tavLst>
                                    </p:anim>
                                    <p:anim calcmode="lin" valueType="num">
                                      <p:cBhvr additive="base">
                                        <p:cTn id="20" dur="500" fill="hold"/>
                                        <p:tgtEl>
                                          <p:spTgt spid="7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500" fill="hold"/>
                                        <p:tgtEl>
                                          <p:spTgt spid="78"/>
                                        </p:tgtEl>
                                        <p:attrNameLst>
                                          <p:attrName>ppt_x</p:attrName>
                                        </p:attrNameLst>
                                      </p:cBhvr>
                                      <p:tavLst>
                                        <p:tav tm="0">
                                          <p:val>
                                            <p:strVal val="#ppt_x"/>
                                          </p:val>
                                        </p:tav>
                                        <p:tav tm="100000">
                                          <p:val>
                                            <p:strVal val="#ppt_x"/>
                                          </p:val>
                                        </p:tav>
                                      </p:tavLst>
                                    </p:anim>
                                    <p:anim calcmode="lin" valueType="num">
                                      <p:cBhvr additive="base">
                                        <p:cTn id="24"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fill="hold"/>
                                        <p:tgtEl>
                                          <p:spTgt spid="30"/>
                                        </p:tgtEl>
                                        <p:attrNameLst>
                                          <p:attrName>ppt_x</p:attrName>
                                        </p:attrNameLst>
                                      </p:cBhvr>
                                      <p:tavLst>
                                        <p:tav tm="0">
                                          <p:val>
                                            <p:strVal val="#ppt_x"/>
                                          </p:val>
                                        </p:tav>
                                        <p:tav tm="100000">
                                          <p:val>
                                            <p:strVal val="#ppt_x"/>
                                          </p:val>
                                        </p:tav>
                                      </p:tavLst>
                                    </p:anim>
                                    <p:anim calcmode="lin" valueType="num">
                                      <p:cBhvr additive="base">
                                        <p:cTn id="46" dur="500" fill="hold"/>
                                        <p:tgtEl>
                                          <p:spTgt spid="3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additive="base">
                                        <p:cTn id="49" dur="500" fill="hold"/>
                                        <p:tgtEl>
                                          <p:spTgt spid="31"/>
                                        </p:tgtEl>
                                        <p:attrNameLst>
                                          <p:attrName>ppt_x</p:attrName>
                                        </p:attrNameLst>
                                      </p:cBhvr>
                                      <p:tavLst>
                                        <p:tav tm="0">
                                          <p:val>
                                            <p:strVal val="#ppt_x"/>
                                          </p:val>
                                        </p:tav>
                                        <p:tav tm="100000">
                                          <p:val>
                                            <p:strVal val="#ppt_x"/>
                                          </p:val>
                                        </p:tav>
                                      </p:tavLst>
                                    </p:anim>
                                    <p:anim calcmode="lin" valueType="num">
                                      <p:cBhvr additive="base">
                                        <p:cTn id="50" dur="500" fill="hold"/>
                                        <p:tgtEl>
                                          <p:spTgt spid="3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500" fill="hold"/>
                                        <p:tgtEl>
                                          <p:spTgt spid="32"/>
                                        </p:tgtEl>
                                        <p:attrNameLst>
                                          <p:attrName>ppt_x</p:attrName>
                                        </p:attrNameLst>
                                      </p:cBhvr>
                                      <p:tavLst>
                                        <p:tav tm="0">
                                          <p:val>
                                            <p:strVal val="#ppt_x"/>
                                          </p:val>
                                        </p:tav>
                                        <p:tav tm="100000">
                                          <p:val>
                                            <p:strVal val="#ppt_x"/>
                                          </p:val>
                                        </p:tav>
                                      </p:tavLst>
                                    </p:anim>
                                    <p:anim calcmode="lin" valueType="num">
                                      <p:cBhvr additive="base">
                                        <p:cTn id="54" dur="500" fill="hold"/>
                                        <p:tgtEl>
                                          <p:spTgt spid="3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ppt_x"/>
                                          </p:val>
                                        </p:tav>
                                        <p:tav tm="100000">
                                          <p:val>
                                            <p:strVal val="#ppt_x"/>
                                          </p:val>
                                        </p:tav>
                                      </p:tavLst>
                                    </p:anim>
                                    <p:anim calcmode="lin" valueType="num">
                                      <p:cBhvr additive="base">
                                        <p:cTn id="62" dur="500" fill="hold"/>
                                        <p:tgtEl>
                                          <p:spTgt spid="3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additive="base">
                                        <p:cTn id="65" dur="500" fill="hold"/>
                                        <p:tgtEl>
                                          <p:spTgt spid="34"/>
                                        </p:tgtEl>
                                        <p:attrNameLst>
                                          <p:attrName>ppt_x</p:attrName>
                                        </p:attrNameLst>
                                      </p:cBhvr>
                                      <p:tavLst>
                                        <p:tav tm="0">
                                          <p:val>
                                            <p:strVal val="#ppt_x"/>
                                          </p:val>
                                        </p:tav>
                                        <p:tav tm="100000">
                                          <p:val>
                                            <p:strVal val="#ppt_x"/>
                                          </p:val>
                                        </p:tav>
                                      </p:tavLst>
                                    </p:anim>
                                    <p:anim calcmode="lin" valueType="num">
                                      <p:cBhvr additive="base">
                                        <p:cTn id="66" dur="500" fill="hold"/>
                                        <p:tgtEl>
                                          <p:spTgt spid="34"/>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5"/>
                                        </p:tgtEl>
                                        <p:attrNameLst>
                                          <p:attrName>style.visibility</p:attrName>
                                        </p:attrNameLst>
                                      </p:cBhvr>
                                      <p:to>
                                        <p:strVal val="visible"/>
                                      </p:to>
                                    </p:set>
                                    <p:anim calcmode="lin" valueType="num">
                                      <p:cBhvr additive="base">
                                        <p:cTn id="85" dur="500" fill="hold"/>
                                        <p:tgtEl>
                                          <p:spTgt spid="5"/>
                                        </p:tgtEl>
                                        <p:attrNameLst>
                                          <p:attrName>ppt_x</p:attrName>
                                        </p:attrNameLst>
                                      </p:cBhvr>
                                      <p:tavLst>
                                        <p:tav tm="0">
                                          <p:val>
                                            <p:strVal val="#ppt_x"/>
                                          </p:val>
                                        </p:tav>
                                        <p:tav tm="100000">
                                          <p:val>
                                            <p:strVal val="#ppt_x"/>
                                          </p:val>
                                        </p:tav>
                                      </p:tavLst>
                                    </p:anim>
                                    <p:anim calcmode="lin" valueType="num">
                                      <p:cBhvr additive="base">
                                        <p:cTn id="86" dur="500" fill="hold"/>
                                        <p:tgtEl>
                                          <p:spTgt spid="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 calcmode="lin" valueType="num">
                                      <p:cBhvr additive="base">
                                        <p:cTn id="89" dur="500" fill="hold"/>
                                        <p:tgtEl>
                                          <p:spTgt spid="39"/>
                                        </p:tgtEl>
                                        <p:attrNameLst>
                                          <p:attrName>ppt_x</p:attrName>
                                        </p:attrNameLst>
                                      </p:cBhvr>
                                      <p:tavLst>
                                        <p:tav tm="0">
                                          <p:val>
                                            <p:strVal val="#ppt_x"/>
                                          </p:val>
                                        </p:tav>
                                        <p:tav tm="100000">
                                          <p:val>
                                            <p:strVal val="#ppt_x"/>
                                          </p:val>
                                        </p:tav>
                                      </p:tavLst>
                                    </p:anim>
                                    <p:anim calcmode="lin" valueType="num">
                                      <p:cBhvr additive="base">
                                        <p:cTn id="90" dur="500" fill="hold"/>
                                        <p:tgtEl>
                                          <p:spTgt spid="39"/>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 calcmode="lin" valueType="num">
                                      <p:cBhvr additive="base">
                                        <p:cTn id="93" dur="500" fill="hold"/>
                                        <p:tgtEl>
                                          <p:spTgt spid="40"/>
                                        </p:tgtEl>
                                        <p:attrNameLst>
                                          <p:attrName>ppt_x</p:attrName>
                                        </p:attrNameLst>
                                      </p:cBhvr>
                                      <p:tavLst>
                                        <p:tav tm="0">
                                          <p:val>
                                            <p:strVal val="#ppt_x"/>
                                          </p:val>
                                        </p:tav>
                                        <p:tav tm="100000">
                                          <p:val>
                                            <p:strVal val="#ppt_x"/>
                                          </p:val>
                                        </p:tav>
                                      </p:tavLst>
                                    </p:anim>
                                    <p:anim calcmode="lin" valueType="num">
                                      <p:cBhvr additive="base">
                                        <p:cTn id="94" dur="500" fill="hold"/>
                                        <p:tgtEl>
                                          <p:spTgt spid="40"/>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additive="base">
                                        <p:cTn id="97" dur="500" fill="hold"/>
                                        <p:tgtEl>
                                          <p:spTgt spid="41"/>
                                        </p:tgtEl>
                                        <p:attrNameLst>
                                          <p:attrName>ppt_x</p:attrName>
                                        </p:attrNameLst>
                                      </p:cBhvr>
                                      <p:tavLst>
                                        <p:tav tm="0">
                                          <p:val>
                                            <p:strVal val="#ppt_x"/>
                                          </p:val>
                                        </p:tav>
                                        <p:tav tm="100000">
                                          <p:val>
                                            <p:strVal val="#ppt_x"/>
                                          </p:val>
                                        </p:tav>
                                      </p:tavLst>
                                    </p:anim>
                                    <p:anim calcmode="lin" valueType="num">
                                      <p:cBhvr additive="base">
                                        <p:cTn id="98" dur="500" fill="hold"/>
                                        <p:tgtEl>
                                          <p:spTgt spid="41"/>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anim calcmode="lin" valueType="num">
                                      <p:cBhvr additive="base">
                                        <p:cTn id="101" dur="500" fill="hold"/>
                                        <p:tgtEl>
                                          <p:spTgt spid="42"/>
                                        </p:tgtEl>
                                        <p:attrNameLst>
                                          <p:attrName>ppt_x</p:attrName>
                                        </p:attrNameLst>
                                      </p:cBhvr>
                                      <p:tavLst>
                                        <p:tav tm="0">
                                          <p:val>
                                            <p:strVal val="#ppt_x"/>
                                          </p:val>
                                        </p:tav>
                                        <p:tav tm="100000">
                                          <p:val>
                                            <p:strVal val="#ppt_x"/>
                                          </p:val>
                                        </p:tav>
                                      </p:tavLst>
                                    </p:anim>
                                    <p:anim calcmode="lin" valueType="num">
                                      <p:cBhvr additive="base">
                                        <p:cTn id="102" dur="500" fill="hold"/>
                                        <p:tgtEl>
                                          <p:spTgt spid="42"/>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3"/>
                                        </p:tgtEl>
                                        <p:attrNameLst>
                                          <p:attrName>style.visibility</p:attrName>
                                        </p:attrNameLst>
                                      </p:cBhvr>
                                      <p:to>
                                        <p:strVal val="visible"/>
                                      </p:to>
                                    </p:set>
                                    <p:anim calcmode="lin" valueType="num">
                                      <p:cBhvr additive="base">
                                        <p:cTn id="105" dur="500" fill="hold"/>
                                        <p:tgtEl>
                                          <p:spTgt spid="43"/>
                                        </p:tgtEl>
                                        <p:attrNameLst>
                                          <p:attrName>ppt_x</p:attrName>
                                        </p:attrNameLst>
                                      </p:cBhvr>
                                      <p:tavLst>
                                        <p:tav tm="0">
                                          <p:val>
                                            <p:strVal val="#ppt_x"/>
                                          </p:val>
                                        </p:tav>
                                        <p:tav tm="100000">
                                          <p:val>
                                            <p:strVal val="#ppt_x"/>
                                          </p:val>
                                        </p:tav>
                                      </p:tavLst>
                                    </p:anim>
                                    <p:anim calcmode="lin" valueType="num">
                                      <p:cBhvr additive="base">
                                        <p:cTn id="106" dur="500" fill="hold"/>
                                        <p:tgtEl>
                                          <p:spTgt spid="43"/>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 calcmode="lin" valueType="num">
                                      <p:cBhvr additive="base">
                                        <p:cTn id="109" dur="500" fill="hold"/>
                                        <p:tgtEl>
                                          <p:spTgt spid="44"/>
                                        </p:tgtEl>
                                        <p:attrNameLst>
                                          <p:attrName>ppt_x</p:attrName>
                                        </p:attrNameLst>
                                      </p:cBhvr>
                                      <p:tavLst>
                                        <p:tav tm="0">
                                          <p:val>
                                            <p:strVal val="#ppt_x"/>
                                          </p:val>
                                        </p:tav>
                                        <p:tav tm="100000">
                                          <p:val>
                                            <p:strVal val="#ppt_x"/>
                                          </p:val>
                                        </p:tav>
                                      </p:tavLst>
                                    </p:anim>
                                    <p:anim calcmode="lin" valueType="num">
                                      <p:cBhvr additive="base">
                                        <p:cTn id="110" dur="500" fill="hold"/>
                                        <p:tgtEl>
                                          <p:spTgt spid="44"/>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6"/>
                                        </p:tgtEl>
                                        <p:attrNameLst>
                                          <p:attrName>style.visibility</p:attrName>
                                        </p:attrNameLst>
                                      </p:cBhvr>
                                      <p:to>
                                        <p:strVal val="visible"/>
                                      </p:to>
                                    </p:set>
                                    <p:anim calcmode="lin" valueType="num">
                                      <p:cBhvr additive="base">
                                        <p:cTn id="113" dur="500" fill="hold"/>
                                        <p:tgtEl>
                                          <p:spTgt spid="6"/>
                                        </p:tgtEl>
                                        <p:attrNameLst>
                                          <p:attrName>ppt_x</p:attrName>
                                        </p:attrNameLst>
                                      </p:cBhvr>
                                      <p:tavLst>
                                        <p:tav tm="0">
                                          <p:val>
                                            <p:strVal val="#ppt_x"/>
                                          </p:val>
                                        </p:tav>
                                        <p:tav tm="100000">
                                          <p:val>
                                            <p:strVal val="#ppt_x"/>
                                          </p:val>
                                        </p:tav>
                                      </p:tavLst>
                                    </p:anim>
                                    <p:anim calcmode="lin" valueType="num">
                                      <p:cBhvr additive="base">
                                        <p:cTn id="114" dur="500" fill="hold"/>
                                        <p:tgtEl>
                                          <p:spTgt spid="6"/>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5"/>
                                        </p:tgtEl>
                                        <p:attrNameLst>
                                          <p:attrName>style.visibility</p:attrName>
                                        </p:attrNameLst>
                                      </p:cBhvr>
                                      <p:to>
                                        <p:strVal val="visible"/>
                                      </p:to>
                                    </p:set>
                                    <p:anim calcmode="lin" valueType="num">
                                      <p:cBhvr additive="base">
                                        <p:cTn id="117" dur="500" fill="hold"/>
                                        <p:tgtEl>
                                          <p:spTgt spid="45"/>
                                        </p:tgtEl>
                                        <p:attrNameLst>
                                          <p:attrName>ppt_x</p:attrName>
                                        </p:attrNameLst>
                                      </p:cBhvr>
                                      <p:tavLst>
                                        <p:tav tm="0">
                                          <p:val>
                                            <p:strVal val="#ppt_x"/>
                                          </p:val>
                                        </p:tav>
                                        <p:tav tm="100000">
                                          <p:val>
                                            <p:strVal val="#ppt_x"/>
                                          </p:val>
                                        </p:tav>
                                      </p:tavLst>
                                    </p:anim>
                                    <p:anim calcmode="lin" valueType="num">
                                      <p:cBhvr additive="base">
                                        <p:cTn id="118" dur="500" fill="hold"/>
                                        <p:tgtEl>
                                          <p:spTgt spid="45"/>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 calcmode="lin" valueType="num">
                                      <p:cBhvr additive="base">
                                        <p:cTn id="121" dur="500" fill="hold"/>
                                        <p:tgtEl>
                                          <p:spTgt spid="46"/>
                                        </p:tgtEl>
                                        <p:attrNameLst>
                                          <p:attrName>ppt_x</p:attrName>
                                        </p:attrNameLst>
                                      </p:cBhvr>
                                      <p:tavLst>
                                        <p:tav tm="0">
                                          <p:val>
                                            <p:strVal val="#ppt_x"/>
                                          </p:val>
                                        </p:tav>
                                        <p:tav tm="100000">
                                          <p:val>
                                            <p:strVal val="#ppt_x"/>
                                          </p:val>
                                        </p:tav>
                                      </p:tavLst>
                                    </p:anim>
                                    <p:anim calcmode="lin" valueType="num">
                                      <p:cBhvr additive="base">
                                        <p:cTn id="122" dur="500" fill="hold"/>
                                        <p:tgtEl>
                                          <p:spTgt spid="46"/>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 calcmode="lin" valueType="num">
                                      <p:cBhvr additive="base">
                                        <p:cTn id="125" dur="500" fill="hold"/>
                                        <p:tgtEl>
                                          <p:spTgt spid="47"/>
                                        </p:tgtEl>
                                        <p:attrNameLst>
                                          <p:attrName>ppt_x</p:attrName>
                                        </p:attrNameLst>
                                      </p:cBhvr>
                                      <p:tavLst>
                                        <p:tav tm="0">
                                          <p:val>
                                            <p:strVal val="#ppt_x"/>
                                          </p:val>
                                        </p:tav>
                                        <p:tav tm="100000">
                                          <p:val>
                                            <p:strVal val="#ppt_x"/>
                                          </p:val>
                                        </p:tav>
                                      </p:tavLst>
                                    </p:anim>
                                    <p:anim calcmode="lin" valueType="num">
                                      <p:cBhvr additive="base">
                                        <p:cTn id="126" dur="500" fill="hold"/>
                                        <p:tgtEl>
                                          <p:spTgt spid="47"/>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anim calcmode="lin" valueType="num">
                                      <p:cBhvr additive="base">
                                        <p:cTn id="129" dur="500" fill="hold"/>
                                        <p:tgtEl>
                                          <p:spTgt spid="48"/>
                                        </p:tgtEl>
                                        <p:attrNameLst>
                                          <p:attrName>ppt_x</p:attrName>
                                        </p:attrNameLst>
                                      </p:cBhvr>
                                      <p:tavLst>
                                        <p:tav tm="0">
                                          <p:val>
                                            <p:strVal val="#ppt_x"/>
                                          </p:val>
                                        </p:tav>
                                        <p:tav tm="100000">
                                          <p:val>
                                            <p:strVal val="#ppt_x"/>
                                          </p:val>
                                        </p:tav>
                                      </p:tavLst>
                                    </p:anim>
                                    <p:anim calcmode="lin" valueType="num">
                                      <p:cBhvr additive="base">
                                        <p:cTn id="130" dur="500" fill="hold"/>
                                        <p:tgtEl>
                                          <p:spTgt spid="48"/>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anim calcmode="lin" valueType="num">
                                      <p:cBhvr additive="base">
                                        <p:cTn id="133" dur="500" fill="hold"/>
                                        <p:tgtEl>
                                          <p:spTgt spid="49"/>
                                        </p:tgtEl>
                                        <p:attrNameLst>
                                          <p:attrName>ppt_x</p:attrName>
                                        </p:attrNameLst>
                                      </p:cBhvr>
                                      <p:tavLst>
                                        <p:tav tm="0">
                                          <p:val>
                                            <p:strVal val="#ppt_x"/>
                                          </p:val>
                                        </p:tav>
                                        <p:tav tm="100000">
                                          <p:val>
                                            <p:strVal val="#ppt_x"/>
                                          </p:val>
                                        </p:tav>
                                      </p:tavLst>
                                    </p:anim>
                                    <p:anim calcmode="lin" valueType="num">
                                      <p:cBhvr additive="base">
                                        <p:cTn id="13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52"/>
                                        </p:tgtEl>
                                        <p:attrNameLst>
                                          <p:attrName>style.visibility</p:attrName>
                                        </p:attrNameLst>
                                      </p:cBhvr>
                                      <p:to>
                                        <p:strVal val="visible"/>
                                      </p:to>
                                    </p:set>
                                    <p:anim calcmode="lin" valueType="num">
                                      <p:cBhvr additive="base">
                                        <p:cTn id="139" dur="500" fill="hold"/>
                                        <p:tgtEl>
                                          <p:spTgt spid="52"/>
                                        </p:tgtEl>
                                        <p:attrNameLst>
                                          <p:attrName>ppt_x</p:attrName>
                                        </p:attrNameLst>
                                      </p:cBhvr>
                                      <p:tavLst>
                                        <p:tav tm="0">
                                          <p:val>
                                            <p:strVal val="#ppt_x"/>
                                          </p:val>
                                        </p:tav>
                                        <p:tav tm="100000">
                                          <p:val>
                                            <p:strVal val="#ppt_x"/>
                                          </p:val>
                                        </p:tav>
                                      </p:tavLst>
                                    </p:anim>
                                    <p:anim calcmode="lin" valueType="num">
                                      <p:cBhvr additive="base">
                                        <p:cTn id="140" dur="500" fill="hold"/>
                                        <p:tgtEl>
                                          <p:spTgt spid="52"/>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anim calcmode="lin" valueType="num">
                                      <p:cBhvr additive="base">
                                        <p:cTn id="143" dur="500" fill="hold"/>
                                        <p:tgtEl>
                                          <p:spTgt spid="53"/>
                                        </p:tgtEl>
                                        <p:attrNameLst>
                                          <p:attrName>ppt_x</p:attrName>
                                        </p:attrNameLst>
                                      </p:cBhvr>
                                      <p:tavLst>
                                        <p:tav tm="0">
                                          <p:val>
                                            <p:strVal val="#ppt_x"/>
                                          </p:val>
                                        </p:tav>
                                        <p:tav tm="100000">
                                          <p:val>
                                            <p:strVal val="#ppt_x"/>
                                          </p:val>
                                        </p:tav>
                                      </p:tavLst>
                                    </p:anim>
                                    <p:anim calcmode="lin" valueType="num">
                                      <p:cBhvr additive="base">
                                        <p:cTn id="144" dur="500" fill="hold"/>
                                        <p:tgtEl>
                                          <p:spTgt spid="53"/>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50"/>
                                        </p:tgtEl>
                                        <p:attrNameLst>
                                          <p:attrName>style.visibility</p:attrName>
                                        </p:attrNameLst>
                                      </p:cBhvr>
                                      <p:to>
                                        <p:strVal val="visible"/>
                                      </p:to>
                                    </p:set>
                                    <p:anim calcmode="lin" valueType="num">
                                      <p:cBhvr additive="base">
                                        <p:cTn id="147" dur="500" fill="hold"/>
                                        <p:tgtEl>
                                          <p:spTgt spid="50"/>
                                        </p:tgtEl>
                                        <p:attrNameLst>
                                          <p:attrName>ppt_x</p:attrName>
                                        </p:attrNameLst>
                                      </p:cBhvr>
                                      <p:tavLst>
                                        <p:tav tm="0">
                                          <p:val>
                                            <p:strVal val="#ppt_x"/>
                                          </p:val>
                                        </p:tav>
                                        <p:tav tm="100000">
                                          <p:val>
                                            <p:strVal val="#ppt_x"/>
                                          </p:val>
                                        </p:tav>
                                      </p:tavLst>
                                    </p:anim>
                                    <p:anim calcmode="lin" valueType="num">
                                      <p:cBhvr additive="base">
                                        <p:cTn id="148" dur="500" fill="hold"/>
                                        <p:tgtEl>
                                          <p:spTgt spid="50"/>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51"/>
                                        </p:tgtEl>
                                        <p:attrNameLst>
                                          <p:attrName>style.visibility</p:attrName>
                                        </p:attrNameLst>
                                      </p:cBhvr>
                                      <p:to>
                                        <p:strVal val="visible"/>
                                      </p:to>
                                    </p:set>
                                    <p:anim calcmode="lin" valueType="num">
                                      <p:cBhvr additive="base">
                                        <p:cTn id="151" dur="500" fill="hold"/>
                                        <p:tgtEl>
                                          <p:spTgt spid="51"/>
                                        </p:tgtEl>
                                        <p:attrNameLst>
                                          <p:attrName>ppt_x</p:attrName>
                                        </p:attrNameLst>
                                      </p:cBhvr>
                                      <p:tavLst>
                                        <p:tav tm="0">
                                          <p:val>
                                            <p:strVal val="#ppt_x"/>
                                          </p:val>
                                        </p:tav>
                                        <p:tav tm="100000">
                                          <p:val>
                                            <p:strVal val="#ppt_x"/>
                                          </p:val>
                                        </p:tav>
                                      </p:tavLst>
                                    </p:anim>
                                    <p:anim calcmode="lin" valueType="num">
                                      <p:cBhvr additive="base">
                                        <p:cTn id="152" dur="500" fill="hold"/>
                                        <p:tgtEl>
                                          <p:spTgt spid="51"/>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 calcmode="lin" valueType="num">
                                      <p:cBhvr additive="base">
                                        <p:cTn id="155" dur="500" fill="hold"/>
                                        <p:tgtEl>
                                          <p:spTgt spid="55"/>
                                        </p:tgtEl>
                                        <p:attrNameLst>
                                          <p:attrName>ppt_x</p:attrName>
                                        </p:attrNameLst>
                                      </p:cBhvr>
                                      <p:tavLst>
                                        <p:tav tm="0">
                                          <p:val>
                                            <p:strVal val="#ppt_x"/>
                                          </p:val>
                                        </p:tav>
                                        <p:tav tm="100000">
                                          <p:val>
                                            <p:strVal val="#ppt_x"/>
                                          </p:val>
                                        </p:tav>
                                      </p:tavLst>
                                    </p:anim>
                                    <p:anim calcmode="lin" valueType="num">
                                      <p:cBhvr additive="base">
                                        <p:cTn id="156" dur="500" fill="hold"/>
                                        <p:tgtEl>
                                          <p:spTgt spid="55"/>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 calcmode="lin" valueType="num">
                                      <p:cBhvr additive="base">
                                        <p:cTn id="159" dur="500" fill="hold"/>
                                        <p:tgtEl>
                                          <p:spTgt spid="54"/>
                                        </p:tgtEl>
                                        <p:attrNameLst>
                                          <p:attrName>ppt_x</p:attrName>
                                        </p:attrNameLst>
                                      </p:cBhvr>
                                      <p:tavLst>
                                        <p:tav tm="0">
                                          <p:val>
                                            <p:strVal val="#ppt_x"/>
                                          </p:val>
                                        </p:tav>
                                        <p:tav tm="100000">
                                          <p:val>
                                            <p:strVal val="#ppt_x"/>
                                          </p:val>
                                        </p:tav>
                                      </p:tavLst>
                                    </p:anim>
                                    <p:anim calcmode="lin" valueType="num">
                                      <p:cBhvr additive="base">
                                        <p:cTn id="16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grpId="0" nodeType="clickEffect">
                                  <p:stCondLst>
                                    <p:cond delay="0"/>
                                  </p:stCondLst>
                                  <p:childTnLst>
                                    <p:set>
                                      <p:cBhvr>
                                        <p:cTn id="164" dur="1" fill="hold">
                                          <p:stCondLst>
                                            <p:cond delay="0"/>
                                          </p:stCondLst>
                                        </p:cTn>
                                        <p:tgtEl>
                                          <p:spTgt spid="74"/>
                                        </p:tgtEl>
                                        <p:attrNameLst>
                                          <p:attrName>style.visibility</p:attrName>
                                        </p:attrNameLst>
                                      </p:cBhvr>
                                      <p:to>
                                        <p:strVal val="visible"/>
                                      </p:to>
                                    </p:set>
                                    <p:anim calcmode="lin" valueType="num">
                                      <p:cBhvr additive="base">
                                        <p:cTn id="165" dur="500" fill="hold"/>
                                        <p:tgtEl>
                                          <p:spTgt spid="74"/>
                                        </p:tgtEl>
                                        <p:attrNameLst>
                                          <p:attrName>ppt_x</p:attrName>
                                        </p:attrNameLst>
                                      </p:cBhvr>
                                      <p:tavLst>
                                        <p:tav tm="0">
                                          <p:val>
                                            <p:strVal val="#ppt_x"/>
                                          </p:val>
                                        </p:tav>
                                        <p:tav tm="100000">
                                          <p:val>
                                            <p:strVal val="#ppt_x"/>
                                          </p:val>
                                        </p:tav>
                                      </p:tavLst>
                                    </p:anim>
                                    <p:anim calcmode="lin" valueType="num">
                                      <p:cBhvr additive="base">
                                        <p:cTn id="166" dur="500" fill="hold"/>
                                        <p:tgtEl>
                                          <p:spTgt spid="74"/>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75"/>
                                        </p:tgtEl>
                                        <p:attrNameLst>
                                          <p:attrName>style.visibility</p:attrName>
                                        </p:attrNameLst>
                                      </p:cBhvr>
                                      <p:to>
                                        <p:strVal val="visible"/>
                                      </p:to>
                                    </p:set>
                                    <p:anim calcmode="lin" valueType="num">
                                      <p:cBhvr additive="base">
                                        <p:cTn id="169" dur="500" fill="hold"/>
                                        <p:tgtEl>
                                          <p:spTgt spid="75"/>
                                        </p:tgtEl>
                                        <p:attrNameLst>
                                          <p:attrName>ppt_x</p:attrName>
                                        </p:attrNameLst>
                                      </p:cBhvr>
                                      <p:tavLst>
                                        <p:tav tm="0">
                                          <p:val>
                                            <p:strVal val="#ppt_x"/>
                                          </p:val>
                                        </p:tav>
                                        <p:tav tm="100000">
                                          <p:val>
                                            <p:strVal val="#ppt_x"/>
                                          </p:val>
                                        </p:tav>
                                      </p:tavLst>
                                    </p:anim>
                                    <p:anim calcmode="lin" valueType="num">
                                      <p:cBhvr additive="base">
                                        <p:cTn id="170" dur="500" fill="hold"/>
                                        <p:tgtEl>
                                          <p:spTgt spid="75"/>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70"/>
                                        </p:tgtEl>
                                        <p:attrNameLst>
                                          <p:attrName>style.visibility</p:attrName>
                                        </p:attrNameLst>
                                      </p:cBhvr>
                                      <p:to>
                                        <p:strVal val="visible"/>
                                      </p:to>
                                    </p:set>
                                    <p:anim calcmode="lin" valueType="num">
                                      <p:cBhvr additive="base">
                                        <p:cTn id="173" dur="500" fill="hold"/>
                                        <p:tgtEl>
                                          <p:spTgt spid="70"/>
                                        </p:tgtEl>
                                        <p:attrNameLst>
                                          <p:attrName>ppt_x</p:attrName>
                                        </p:attrNameLst>
                                      </p:cBhvr>
                                      <p:tavLst>
                                        <p:tav tm="0">
                                          <p:val>
                                            <p:strVal val="#ppt_x"/>
                                          </p:val>
                                        </p:tav>
                                        <p:tav tm="100000">
                                          <p:val>
                                            <p:strVal val="#ppt_x"/>
                                          </p:val>
                                        </p:tav>
                                      </p:tavLst>
                                    </p:anim>
                                    <p:anim calcmode="lin" valueType="num">
                                      <p:cBhvr additive="base">
                                        <p:cTn id="174" dur="500" fill="hold"/>
                                        <p:tgtEl>
                                          <p:spTgt spid="70"/>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76"/>
                                        </p:tgtEl>
                                        <p:attrNameLst>
                                          <p:attrName>style.visibility</p:attrName>
                                        </p:attrNameLst>
                                      </p:cBhvr>
                                      <p:to>
                                        <p:strVal val="visible"/>
                                      </p:to>
                                    </p:set>
                                    <p:anim calcmode="lin" valueType="num">
                                      <p:cBhvr additive="base">
                                        <p:cTn id="177" dur="500" fill="hold"/>
                                        <p:tgtEl>
                                          <p:spTgt spid="76"/>
                                        </p:tgtEl>
                                        <p:attrNameLst>
                                          <p:attrName>ppt_x</p:attrName>
                                        </p:attrNameLst>
                                      </p:cBhvr>
                                      <p:tavLst>
                                        <p:tav tm="0">
                                          <p:val>
                                            <p:strVal val="#ppt_x"/>
                                          </p:val>
                                        </p:tav>
                                        <p:tav tm="100000">
                                          <p:val>
                                            <p:strVal val="#ppt_x"/>
                                          </p:val>
                                        </p:tav>
                                      </p:tavLst>
                                    </p:anim>
                                    <p:anim calcmode="lin" valueType="num">
                                      <p:cBhvr additive="base">
                                        <p:cTn id="178" dur="500" fill="hold"/>
                                        <p:tgtEl>
                                          <p:spTgt spid="76"/>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71"/>
                                        </p:tgtEl>
                                        <p:attrNameLst>
                                          <p:attrName>style.visibility</p:attrName>
                                        </p:attrNameLst>
                                      </p:cBhvr>
                                      <p:to>
                                        <p:strVal val="visible"/>
                                      </p:to>
                                    </p:set>
                                    <p:anim calcmode="lin" valueType="num">
                                      <p:cBhvr additive="base">
                                        <p:cTn id="181" dur="500" fill="hold"/>
                                        <p:tgtEl>
                                          <p:spTgt spid="71"/>
                                        </p:tgtEl>
                                        <p:attrNameLst>
                                          <p:attrName>ppt_x</p:attrName>
                                        </p:attrNameLst>
                                      </p:cBhvr>
                                      <p:tavLst>
                                        <p:tav tm="0">
                                          <p:val>
                                            <p:strVal val="#ppt_x"/>
                                          </p:val>
                                        </p:tav>
                                        <p:tav tm="100000">
                                          <p:val>
                                            <p:strVal val="#ppt_x"/>
                                          </p:val>
                                        </p:tav>
                                      </p:tavLst>
                                    </p:anim>
                                    <p:anim calcmode="lin" valueType="num">
                                      <p:cBhvr additive="base">
                                        <p:cTn id="182" dur="500" fill="hold"/>
                                        <p:tgtEl>
                                          <p:spTgt spid="71"/>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72"/>
                                        </p:tgtEl>
                                        <p:attrNameLst>
                                          <p:attrName>style.visibility</p:attrName>
                                        </p:attrNameLst>
                                      </p:cBhvr>
                                      <p:to>
                                        <p:strVal val="visible"/>
                                      </p:to>
                                    </p:set>
                                    <p:anim calcmode="lin" valueType="num">
                                      <p:cBhvr additive="base">
                                        <p:cTn id="185" dur="500" fill="hold"/>
                                        <p:tgtEl>
                                          <p:spTgt spid="72"/>
                                        </p:tgtEl>
                                        <p:attrNameLst>
                                          <p:attrName>ppt_x</p:attrName>
                                        </p:attrNameLst>
                                      </p:cBhvr>
                                      <p:tavLst>
                                        <p:tav tm="0">
                                          <p:val>
                                            <p:strVal val="#ppt_x"/>
                                          </p:val>
                                        </p:tav>
                                        <p:tav tm="100000">
                                          <p:val>
                                            <p:strVal val="#ppt_x"/>
                                          </p:val>
                                        </p:tav>
                                      </p:tavLst>
                                    </p:anim>
                                    <p:anim calcmode="lin" valueType="num">
                                      <p:cBhvr additive="base">
                                        <p:cTn id="186" dur="500" fill="hold"/>
                                        <p:tgtEl>
                                          <p:spTgt spid="72"/>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73"/>
                                        </p:tgtEl>
                                        <p:attrNameLst>
                                          <p:attrName>style.visibility</p:attrName>
                                        </p:attrNameLst>
                                      </p:cBhvr>
                                      <p:to>
                                        <p:strVal val="visible"/>
                                      </p:to>
                                    </p:set>
                                    <p:anim calcmode="lin" valueType="num">
                                      <p:cBhvr additive="base">
                                        <p:cTn id="189" dur="500" fill="hold"/>
                                        <p:tgtEl>
                                          <p:spTgt spid="73"/>
                                        </p:tgtEl>
                                        <p:attrNameLst>
                                          <p:attrName>ppt_x</p:attrName>
                                        </p:attrNameLst>
                                      </p:cBhvr>
                                      <p:tavLst>
                                        <p:tav tm="0">
                                          <p:val>
                                            <p:strVal val="#ppt_x"/>
                                          </p:val>
                                        </p:tav>
                                        <p:tav tm="100000">
                                          <p:val>
                                            <p:strVal val="#ppt_x"/>
                                          </p:val>
                                        </p:tav>
                                      </p:tavLst>
                                    </p:anim>
                                    <p:anim calcmode="lin" valueType="num">
                                      <p:cBhvr additive="base">
                                        <p:cTn id="190"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2" presetClass="entr" presetSubtype="4" fill="hold" grpId="0" nodeType="clickEffect">
                                  <p:stCondLst>
                                    <p:cond delay="0"/>
                                  </p:stCondLst>
                                  <p:childTnLst>
                                    <p:set>
                                      <p:cBhvr>
                                        <p:cTn id="194" dur="1" fill="hold">
                                          <p:stCondLst>
                                            <p:cond delay="0"/>
                                          </p:stCondLst>
                                        </p:cTn>
                                        <p:tgtEl>
                                          <p:spTgt spid="56"/>
                                        </p:tgtEl>
                                        <p:attrNameLst>
                                          <p:attrName>style.visibility</p:attrName>
                                        </p:attrNameLst>
                                      </p:cBhvr>
                                      <p:to>
                                        <p:strVal val="visible"/>
                                      </p:to>
                                    </p:set>
                                    <p:anim calcmode="lin" valueType="num">
                                      <p:cBhvr additive="base">
                                        <p:cTn id="195" dur="500" fill="hold"/>
                                        <p:tgtEl>
                                          <p:spTgt spid="56"/>
                                        </p:tgtEl>
                                        <p:attrNameLst>
                                          <p:attrName>ppt_x</p:attrName>
                                        </p:attrNameLst>
                                      </p:cBhvr>
                                      <p:tavLst>
                                        <p:tav tm="0">
                                          <p:val>
                                            <p:strVal val="#ppt_x"/>
                                          </p:val>
                                        </p:tav>
                                        <p:tav tm="100000">
                                          <p:val>
                                            <p:strVal val="#ppt_x"/>
                                          </p:val>
                                        </p:tav>
                                      </p:tavLst>
                                    </p:anim>
                                    <p:anim calcmode="lin" valueType="num">
                                      <p:cBhvr additive="base">
                                        <p:cTn id="196" dur="500" fill="hold"/>
                                        <p:tgtEl>
                                          <p:spTgt spid="56"/>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57"/>
                                        </p:tgtEl>
                                        <p:attrNameLst>
                                          <p:attrName>style.visibility</p:attrName>
                                        </p:attrNameLst>
                                      </p:cBhvr>
                                      <p:to>
                                        <p:strVal val="visible"/>
                                      </p:to>
                                    </p:set>
                                    <p:anim calcmode="lin" valueType="num">
                                      <p:cBhvr additive="base">
                                        <p:cTn id="199" dur="500" fill="hold"/>
                                        <p:tgtEl>
                                          <p:spTgt spid="57"/>
                                        </p:tgtEl>
                                        <p:attrNameLst>
                                          <p:attrName>ppt_x</p:attrName>
                                        </p:attrNameLst>
                                      </p:cBhvr>
                                      <p:tavLst>
                                        <p:tav tm="0">
                                          <p:val>
                                            <p:strVal val="#ppt_x"/>
                                          </p:val>
                                        </p:tav>
                                        <p:tav tm="100000">
                                          <p:val>
                                            <p:strVal val="#ppt_x"/>
                                          </p:val>
                                        </p:tav>
                                      </p:tavLst>
                                    </p:anim>
                                    <p:anim calcmode="lin" valueType="num">
                                      <p:cBhvr additive="base">
                                        <p:cTn id="200" dur="500" fill="hold"/>
                                        <p:tgtEl>
                                          <p:spTgt spid="57"/>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58"/>
                                        </p:tgtEl>
                                        <p:attrNameLst>
                                          <p:attrName>style.visibility</p:attrName>
                                        </p:attrNameLst>
                                      </p:cBhvr>
                                      <p:to>
                                        <p:strVal val="visible"/>
                                      </p:to>
                                    </p:set>
                                    <p:anim calcmode="lin" valueType="num">
                                      <p:cBhvr additive="base">
                                        <p:cTn id="203" dur="500" fill="hold"/>
                                        <p:tgtEl>
                                          <p:spTgt spid="58"/>
                                        </p:tgtEl>
                                        <p:attrNameLst>
                                          <p:attrName>ppt_x</p:attrName>
                                        </p:attrNameLst>
                                      </p:cBhvr>
                                      <p:tavLst>
                                        <p:tav tm="0">
                                          <p:val>
                                            <p:strVal val="#ppt_x"/>
                                          </p:val>
                                        </p:tav>
                                        <p:tav tm="100000">
                                          <p:val>
                                            <p:strVal val="#ppt_x"/>
                                          </p:val>
                                        </p:tav>
                                      </p:tavLst>
                                    </p:anim>
                                    <p:anim calcmode="lin" valueType="num">
                                      <p:cBhvr additive="base">
                                        <p:cTn id="204" dur="500" fill="hold"/>
                                        <p:tgtEl>
                                          <p:spTgt spid="58"/>
                                        </p:tgtEl>
                                        <p:attrNameLst>
                                          <p:attrName>ppt_y</p:attrName>
                                        </p:attrNameLst>
                                      </p:cBhvr>
                                      <p:tavLst>
                                        <p:tav tm="0">
                                          <p:val>
                                            <p:strVal val="1+#ppt_h/2"/>
                                          </p:val>
                                        </p:tav>
                                        <p:tav tm="100000">
                                          <p:val>
                                            <p:strVal val="#ppt_y"/>
                                          </p:val>
                                        </p:tav>
                                      </p:tavLst>
                                    </p:anim>
                                  </p:childTnLst>
                                </p:cTn>
                              </p:par>
                              <p:par>
                                <p:cTn id="205" presetID="2" presetClass="entr" presetSubtype="4" fill="hold" grpId="0" nodeType="withEffect">
                                  <p:stCondLst>
                                    <p:cond delay="0"/>
                                  </p:stCondLst>
                                  <p:childTnLst>
                                    <p:set>
                                      <p:cBhvr>
                                        <p:cTn id="206" dur="1" fill="hold">
                                          <p:stCondLst>
                                            <p:cond delay="0"/>
                                          </p:stCondLst>
                                        </p:cTn>
                                        <p:tgtEl>
                                          <p:spTgt spid="59"/>
                                        </p:tgtEl>
                                        <p:attrNameLst>
                                          <p:attrName>style.visibility</p:attrName>
                                        </p:attrNameLst>
                                      </p:cBhvr>
                                      <p:to>
                                        <p:strVal val="visible"/>
                                      </p:to>
                                    </p:set>
                                    <p:anim calcmode="lin" valueType="num">
                                      <p:cBhvr additive="base">
                                        <p:cTn id="207" dur="500" fill="hold"/>
                                        <p:tgtEl>
                                          <p:spTgt spid="59"/>
                                        </p:tgtEl>
                                        <p:attrNameLst>
                                          <p:attrName>ppt_x</p:attrName>
                                        </p:attrNameLst>
                                      </p:cBhvr>
                                      <p:tavLst>
                                        <p:tav tm="0">
                                          <p:val>
                                            <p:strVal val="#ppt_x"/>
                                          </p:val>
                                        </p:tav>
                                        <p:tav tm="100000">
                                          <p:val>
                                            <p:strVal val="#ppt_x"/>
                                          </p:val>
                                        </p:tav>
                                      </p:tavLst>
                                    </p:anim>
                                    <p:anim calcmode="lin" valueType="num">
                                      <p:cBhvr additive="base">
                                        <p:cTn id="208" dur="500" fill="hold"/>
                                        <p:tgtEl>
                                          <p:spTgt spid="59"/>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60"/>
                                        </p:tgtEl>
                                        <p:attrNameLst>
                                          <p:attrName>style.visibility</p:attrName>
                                        </p:attrNameLst>
                                      </p:cBhvr>
                                      <p:to>
                                        <p:strVal val="visible"/>
                                      </p:to>
                                    </p:set>
                                    <p:anim calcmode="lin" valueType="num">
                                      <p:cBhvr additive="base">
                                        <p:cTn id="211" dur="500" fill="hold"/>
                                        <p:tgtEl>
                                          <p:spTgt spid="60"/>
                                        </p:tgtEl>
                                        <p:attrNameLst>
                                          <p:attrName>ppt_x</p:attrName>
                                        </p:attrNameLst>
                                      </p:cBhvr>
                                      <p:tavLst>
                                        <p:tav tm="0">
                                          <p:val>
                                            <p:strVal val="#ppt_x"/>
                                          </p:val>
                                        </p:tav>
                                        <p:tav tm="100000">
                                          <p:val>
                                            <p:strVal val="#ppt_x"/>
                                          </p:val>
                                        </p:tav>
                                      </p:tavLst>
                                    </p:anim>
                                    <p:anim calcmode="lin" valueType="num">
                                      <p:cBhvr additive="base">
                                        <p:cTn id="212" dur="500" fill="hold"/>
                                        <p:tgtEl>
                                          <p:spTgt spid="60"/>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61"/>
                                        </p:tgtEl>
                                        <p:attrNameLst>
                                          <p:attrName>style.visibility</p:attrName>
                                        </p:attrNameLst>
                                      </p:cBhvr>
                                      <p:to>
                                        <p:strVal val="visible"/>
                                      </p:to>
                                    </p:set>
                                    <p:anim calcmode="lin" valueType="num">
                                      <p:cBhvr additive="base">
                                        <p:cTn id="215" dur="500" fill="hold"/>
                                        <p:tgtEl>
                                          <p:spTgt spid="61"/>
                                        </p:tgtEl>
                                        <p:attrNameLst>
                                          <p:attrName>ppt_x</p:attrName>
                                        </p:attrNameLst>
                                      </p:cBhvr>
                                      <p:tavLst>
                                        <p:tav tm="0">
                                          <p:val>
                                            <p:strVal val="#ppt_x"/>
                                          </p:val>
                                        </p:tav>
                                        <p:tav tm="100000">
                                          <p:val>
                                            <p:strVal val="#ppt_x"/>
                                          </p:val>
                                        </p:tav>
                                      </p:tavLst>
                                    </p:anim>
                                    <p:anim calcmode="lin" valueType="num">
                                      <p:cBhvr additive="base">
                                        <p:cTn id="216" dur="500" fill="hold"/>
                                        <p:tgtEl>
                                          <p:spTgt spid="61"/>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62"/>
                                        </p:tgtEl>
                                        <p:attrNameLst>
                                          <p:attrName>style.visibility</p:attrName>
                                        </p:attrNameLst>
                                      </p:cBhvr>
                                      <p:to>
                                        <p:strVal val="visible"/>
                                      </p:to>
                                    </p:set>
                                    <p:anim calcmode="lin" valueType="num">
                                      <p:cBhvr additive="base">
                                        <p:cTn id="219" dur="500" fill="hold"/>
                                        <p:tgtEl>
                                          <p:spTgt spid="62"/>
                                        </p:tgtEl>
                                        <p:attrNameLst>
                                          <p:attrName>ppt_x</p:attrName>
                                        </p:attrNameLst>
                                      </p:cBhvr>
                                      <p:tavLst>
                                        <p:tav tm="0">
                                          <p:val>
                                            <p:strVal val="#ppt_x"/>
                                          </p:val>
                                        </p:tav>
                                        <p:tav tm="100000">
                                          <p:val>
                                            <p:strVal val="#ppt_x"/>
                                          </p:val>
                                        </p:tav>
                                      </p:tavLst>
                                    </p:anim>
                                    <p:anim calcmode="lin" valueType="num">
                                      <p:cBhvr additive="base">
                                        <p:cTn id="220"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2" presetClass="entr" presetSubtype="4" fill="hold" grpId="0" nodeType="clickEffect">
                                  <p:stCondLst>
                                    <p:cond delay="0"/>
                                  </p:stCondLst>
                                  <p:childTnLst>
                                    <p:set>
                                      <p:cBhvr>
                                        <p:cTn id="224" dur="1" fill="hold">
                                          <p:stCondLst>
                                            <p:cond delay="0"/>
                                          </p:stCondLst>
                                        </p:cTn>
                                        <p:tgtEl>
                                          <p:spTgt spid="63"/>
                                        </p:tgtEl>
                                        <p:attrNameLst>
                                          <p:attrName>style.visibility</p:attrName>
                                        </p:attrNameLst>
                                      </p:cBhvr>
                                      <p:to>
                                        <p:strVal val="visible"/>
                                      </p:to>
                                    </p:set>
                                    <p:anim calcmode="lin" valueType="num">
                                      <p:cBhvr additive="base">
                                        <p:cTn id="225" dur="500" fill="hold"/>
                                        <p:tgtEl>
                                          <p:spTgt spid="63"/>
                                        </p:tgtEl>
                                        <p:attrNameLst>
                                          <p:attrName>ppt_x</p:attrName>
                                        </p:attrNameLst>
                                      </p:cBhvr>
                                      <p:tavLst>
                                        <p:tav tm="0">
                                          <p:val>
                                            <p:strVal val="#ppt_x"/>
                                          </p:val>
                                        </p:tav>
                                        <p:tav tm="100000">
                                          <p:val>
                                            <p:strVal val="#ppt_x"/>
                                          </p:val>
                                        </p:tav>
                                      </p:tavLst>
                                    </p:anim>
                                    <p:anim calcmode="lin" valueType="num">
                                      <p:cBhvr additive="base">
                                        <p:cTn id="226" dur="500" fill="hold"/>
                                        <p:tgtEl>
                                          <p:spTgt spid="63"/>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64"/>
                                        </p:tgtEl>
                                        <p:attrNameLst>
                                          <p:attrName>style.visibility</p:attrName>
                                        </p:attrNameLst>
                                      </p:cBhvr>
                                      <p:to>
                                        <p:strVal val="visible"/>
                                      </p:to>
                                    </p:set>
                                    <p:anim calcmode="lin" valueType="num">
                                      <p:cBhvr additive="base">
                                        <p:cTn id="229" dur="500" fill="hold"/>
                                        <p:tgtEl>
                                          <p:spTgt spid="64"/>
                                        </p:tgtEl>
                                        <p:attrNameLst>
                                          <p:attrName>ppt_x</p:attrName>
                                        </p:attrNameLst>
                                      </p:cBhvr>
                                      <p:tavLst>
                                        <p:tav tm="0">
                                          <p:val>
                                            <p:strVal val="#ppt_x"/>
                                          </p:val>
                                        </p:tav>
                                        <p:tav tm="100000">
                                          <p:val>
                                            <p:strVal val="#ppt_x"/>
                                          </p:val>
                                        </p:tav>
                                      </p:tavLst>
                                    </p:anim>
                                    <p:anim calcmode="lin" valueType="num">
                                      <p:cBhvr additive="base">
                                        <p:cTn id="230" dur="500" fill="hold"/>
                                        <p:tgtEl>
                                          <p:spTgt spid="64"/>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65"/>
                                        </p:tgtEl>
                                        <p:attrNameLst>
                                          <p:attrName>style.visibility</p:attrName>
                                        </p:attrNameLst>
                                      </p:cBhvr>
                                      <p:to>
                                        <p:strVal val="visible"/>
                                      </p:to>
                                    </p:set>
                                    <p:anim calcmode="lin" valueType="num">
                                      <p:cBhvr additive="base">
                                        <p:cTn id="233" dur="500" fill="hold"/>
                                        <p:tgtEl>
                                          <p:spTgt spid="65"/>
                                        </p:tgtEl>
                                        <p:attrNameLst>
                                          <p:attrName>ppt_x</p:attrName>
                                        </p:attrNameLst>
                                      </p:cBhvr>
                                      <p:tavLst>
                                        <p:tav tm="0">
                                          <p:val>
                                            <p:strVal val="#ppt_x"/>
                                          </p:val>
                                        </p:tav>
                                        <p:tav tm="100000">
                                          <p:val>
                                            <p:strVal val="#ppt_x"/>
                                          </p:val>
                                        </p:tav>
                                      </p:tavLst>
                                    </p:anim>
                                    <p:anim calcmode="lin" valueType="num">
                                      <p:cBhvr additive="base">
                                        <p:cTn id="234" dur="500" fill="hold"/>
                                        <p:tgtEl>
                                          <p:spTgt spid="65"/>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66"/>
                                        </p:tgtEl>
                                        <p:attrNameLst>
                                          <p:attrName>style.visibility</p:attrName>
                                        </p:attrNameLst>
                                      </p:cBhvr>
                                      <p:to>
                                        <p:strVal val="visible"/>
                                      </p:to>
                                    </p:set>
                                    <p:anim calcmode="lin" valueType="num">
                                      <p:cBhvr additive="base">
                                        <p:cTn id="237" dur="500" fill="hold"/>
                                        <p:tgtEl>
                                          <p:spTgt spid="66"/>
                                        </p:tgtEl>
                                        <p:attrNameLst>
                                          <p:attrName>ppt_x</p:attrName>
                                        </p:attrNameLst>
                                      </p:cBhvr>
                                      <p:tavLst>
                                        <p:tav tm="0">
                                          <p:val>
                                            <p:strVal val="#ppt_x"/>
                                          </p:val>
                                        </p:tav>
                                        <p:tav tm="100000">
                                          <p:val>
                                            <p:strVal val="#ppt_x"/>
                                          </p:val>
                                        </p:tav>
                                      </p:tavLst>
                                    </p:anim>
                                    <p:anim calcmode="lin" valueType="num">
                                      <p:cBhvr additive="base">
                                        <p:cTn id="238" dur="500" fill="hold"/>
                                        <p:tgtEl>
                                          <p:spTgt spid="66"/>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67"/>
                                        </p:tgtEl>
                                        <p:attrNameLst>
                                          <p:attrName>style.visibility</p:attrName>
                                        </p:attrNameLst>
                                      </p:cBhvr>
                                      <p:to>
                                        <p:strVal val="visible"/>
                                      </p:to>
                                    </p:set>
                                    <p:anim calcmode="lin" valueType="num">
                                      <p:cBhvr additive="base">
                                        <p:cTn id="241" dur="500" fill="hold"/>
                                        <p:tgtEl>
                                          <p:spTgt spid="67"/>
                                        </p:tgtEl>
                                        <p:attrNameLst>
                                          <p:attrName>ppt_x</p:attrName>
                                        </p:attrNameLst>
                                      </p:cBhvr>
                                      <p:tavLst>
                                        <p:tav tm="0">
                                          <p:val>
                                            <p:strVal val="#ppt_x"/>
                                          </p:val>
                                        </p:tav>
                                        <p:tav tm="100000">
                                          <p:val>
                                            <p:strVal val="#ppt_x"/>
                                          </p:val>
                                        </p:tav>
                                      </p:tavLst>
                                    </p:anim>
                                    <p:anim calcmode="lin" valueType="num">
                                      <p:cBhvr additive="base">
                                        <p:cTn id="242" dur="500" fill="hold"/>
                                        <p:tgtEl>
                                          <p:spTgt spid="67"/>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68"/>
                                        </p:tgtEl>
                                        <p:attrNameLst>
                                          <p:attrName>style.visibility</p:attrName>
                                        </p:attrNameLst>
                                      </p:cBhvr>
                                      <p:to>
                                        <p:strVal val="visible"/>
                                      </p:to>
                                    </p:set>
                                    <p:anim calcmode="lin" valueType="num">
                                      <p:cBhvr additive="base">
                                        <p:cTn id="245" dur="500" fill="hold"/>
                                        <p:tgtEl>
                                          <p:spTgt spid="68"/>
                                        </p:tgtEl>
                                        <p:attrNameLst>
                                          <p:attrName>ppt_x</p:attrName>
                                        </p:attrNameLst>
                                      </p:cBhvr>
                                      <p:tavLst>
                                        <p:tav tm="0">
                                          <p:val>
                                            <p:strVal val="#ppt_x"/>
                                          </p:val>
                                        </p:tav>
                                        <p:tav tm="100000">
                                          <p:val>
                                            <p:strVal val="#ppt_x"/>
                                          </p:val>
                                        </p:tav>
                                      </p:tavLst>
                                    </p:anim>
                                    <p:anim calcmode="lin" valueType="num">
                                      <p:cBhvr additive="base">
                                        <p:cTn id="246" dur="500" fill="hold"/>
                                        <p:tgtEl>
                                          <p:spTgt spid="68"/>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69"/>
                                        </p:tgtEl>
                                        <p:attrNameLst>
                                          <p:attrName>style.visibility</p:attrName>
                                        </p:attrNameLst>
                                      </p:cBhvr>
                                      <p:to>
                                        <p:strVal val="visible"/>
                                      </p:to>
                                    </p:set>
                                    <p:anim calcmode="lin" valueType="num">
                                      <p:cBhvr additive="base">
                                        <p:cTn id="249" dur="500" fill="hold"/>
                                        <p:tgtEl>
                                          <p:spTgt spid="69"/>
                                        </p:tgtEl>
                                        <p:attrNameLst>
                                          <p:attrName>ppt_x</p:attrName>
                                        </p:attrNameLst>
                                      </p:cBhvr>
                                      <p:tavLst>
                                        <p:tav tm="0">
                                          <p:val>
                                            <p:strVal val="#ppt_x"/>
                                          </p:val>
                                        </p:tav>
                                        <p:tav tm="100000">
                                          <p:val>
                                            <p:strVal val="#ppt_x"/>
                                          </p:val>
                                        </p:tav>
                                      </p:tavLst>
                                    </p:anim>
                                    <p:anim calcmode="lin" valueType="num">
                                      <p:cBhvr additive="base">
                                        <p:cTn id="25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26" grpId="0" animBg="1"/>
      <p:bldP spid="2" grpId="0" animBg="1"/>
      <p:bldP spid="27" grpId="0" animBg="1"/>
      <p:bldP spid="28" grpId="0" animBg="1"/>
      <p:bldP spid="29" grpId="0" animBg="1"/>
      <p:bldP spid="30" grpId="0" animBg="1"/>
      <p:bldP spid="31" grpId="0" animBg="1"/>
      <p:bldP spid="32" grpId="0" animBg="1"/>
      <p:bldP spid="4" grpId="0" animBg="1"/>
      <p:bldP spid="33" grpId="0" animBg="1"/>
      <p:bldP spid="34" grpId="0" animBg="1"/>
      <p:bldP spid="35" grpId="0" animBg="1"/>
      <p:bldP spid="36" grpId="0" animBg="1"/>
      <p:bldP spid="37" grpId="0" animBg="1"/>
      <p:bldP spid="38" grpId="0" animBg="1"/>
      <p:bldP spid="5" grpId="0" animBg="1"/>
      <p:bldP spid="39" grpId="0" animBg="1"/>
      <p:bldP spid="40" grpId="0" animBg="1"/>
      <p:bldP spid="41" grpId="0" animBg="1"/>
      <p:bldP spid="42" grpId="0" animBg="1"/>
      <p:bldP spid="43" grpId="0" animBg="1"/>
      <p:bldP spid="44" grpId="0" animBg="1"/>
      <p:bldP spid="6"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p:bldP spid="7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 Machine Learning Process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708229"/>
          </a:xfrm>
        </p:spPr>
        <p:txBody>
          <a:bodyPr/>
          <a:lstStyle/>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endParaRPr lang="en-US" dirty="0"/>
          </a:p>
          <a:p>
            <a:pPr lvl="0">
              <a:buClr>
                <a:srgbClr val="00B0F0"/>
              </a:buClr>
              <a:buFont typeface="Courier New" panose="02070309020205020404" pitchFamily="49" charset="0"/>
              <a:buChar char="o"/>
            </a:pPr>
            <a:endParaRPr lang="en-US" dirty="0" smtClean="0"/>
          </a:p>
          <a:p>
            <a:pPr lvl="0">
              <a:buClr>
                <a:srgbClr val="00B0F0"/>
              </a:buClr>
              <a:buFont typeface="Courier New" panose="02070309020205020404" pitchFamily="49" charset="0"/>
              <a:buChar char="o"/>
            </a:pPr>
            <a:r>
              <a:rPr lang="en-US" dirty="0" smtClean="0"/>
              <a:t>The </a:t>
            </a:r>
            <a:r>
              <a:rPr lang="en-US" dirty="0"/>
              <a:t>diagram above illustrates the Machine Learning process.</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019" y="1294758"/>
            <a:ext cx="10919421" cy="3734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33153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a:t> Machine Learning Process</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4987006"/>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dirty="0" smtClean="0"/>
              <a:t>In </a:t>
            </a:r>
            <a:r>
              <a:rPr lang="en-US" dirty="0"/>
              <a:t>this process, first relevant data is gathered then is cleaned and transformed through a process called Feature Engineering. During the process of Feature Engineering, handling missing value, handling outliers, creating new features out of existing ones are some of the common tasks </a:t>
            </a:r>
            <a:r>
              <a:rPr lang="en-US" dirty="0" smtClean="0"/>
              <a:t>performed.</a:t>
            </a:r>
          </a:p>
          <a:p>
            <a:pPr lvl="0">
              <a:buClr>
                <a:srgbClr val="00B0F0"/>
              </a:buClr>
              <a:buFont typeface="Courier New" panose="02070309020205020404" pitchFamily="49" charset="0"/>
              <a:buChar char="o"/>
            </a:pPr>
            <a:r>
              <a:rPr lang="en-US" dirty="0" smtClean="0"/>
              <a:t>After </a:t>
            </a:r>
            <a:r>
              <a:rPr lang="en-US" dirty="0"/>
              <a:t>feature engineering, the data is split into Train Data and Test Data. The Train Data is used for training the machine learning model. Once the model is built, it is validated against the Test Data for accuracy. This accuracy helps us in estimating the performance on previously unseen data. If the model performance on both Train and Test Data is satisfactory, the model may be deployed. </a:t>
            </a:r>
            <a:endParaRPr lang="en-US" dirty="0" smtClean="0"/>
          </a:p>
          <a:p>
            <a:pPr lvl="0">
              <a:buClr>
                <a:srgbClr val="00B0F0"/>
              </a:buClr>
              <a:buFont typeface="Courier New" panose="02070309020205020404" pitchFamily="49" charset="0"/>
              <a:buChar char="o"/>
            </a:pPr>
            <a:r>
              <a:rPr lang="en-US" dirty="0" smtClean="0"/>
              <a:t>Once </a:t>
            </a:r>
            <a:r>
              <a:rPr lang="en-US" dirty="0"/>
              <a:t>deployed, the model makes predictions on new data ; these predictions/insights are used to take business decisions.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xmlns="" id="{5EE88138-48BD-46AA-94F3-3B05DD703F63}"/>
              </a:ext>
            </a:extLst>
          </p:cNvPr>
          <p:cNvSpPr/>
          <p:nvPr/>
        </p:nvSpPr>
        <p:spPr>
          <a:xfrm>
            <a:off x="304800" y="203921"/>
            <a:ext cx="9827492" cy="523220"/>
          </a:xfrm>
          <a:prstGeom prst="rect">
            <a:avLst/>
          </a:prstGeom>
        </p:spPr>
        <p:txBody>
          <a:bodyPr wrap="square">
            <a:spAutoFit/>
          </a:bodyPr>
          <a:lstStyle/>
          <a:p>
            <a:r>
              <a:rPr lang="en-US" sz="2800" b="1" kern="1200" dirty="0">
                <a:solidFill>
                  <a:srgbClr val="FF9F1C"/>
                </a:solidFill>
                <a:latin typeface="Montserrat" charset="0"/>
                <a:ea typeface="+mn-ea"/>
                <a:cs typeface="+mn-cs"/>
              </a:rPr>
              <a:t>AI/ML KEY INGREDIENTS</a:t>
            </a:r>
            <a:endParaRPr lang="ru-RU" sz="2800" b="1" kern="1200" dirty="0">
              <a:solidFill>
                <a:srgbClr val="FF9F1C"/>
              </a:solidFill>
              <a:ea typeface="+mn-ea"/>
              <a:cs typeface="+mn-cs"/>
            </a:endParaRPr>
          </a:p>
        </p:txBody>
      </p:sp>
      <p:sp>
        <p:nvSpPr>
          <p:cNvPr id="6" name="Rounded Rectangle 5"/>
          <p:cNvSpPr/>
          <p:nvPr/>
        </p:nvSpPr>
        <p:spPr>
          <a:xfrm>
            <a:off x="925664" y="2538440"/>
            <a:ext cx="2850293" cy="1589903"/>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1. DATA</a:t>
            </a:r>
          </a:p>
        </p:txBody>
      </p:sp>
      <p:sp>
        <p:nvSpPr>
          <p:cNvPr id="9" name="Rounded Rectangle 8"/>
          <p:cNvSpPr/>
          <p:nvPr/>
        </p:nvSpPr>
        <p:spPr>
          <a:xfrm>
            <a:off x="4546193" y="2538440"/>
            <a:ext cx="2870889" cy="1589903"/>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2. MODEL</a:t>
            </a:r>
          </a:p>
        </p:txBody>
      </p:sp>
      <p:sp>
        <p:nvSpPr>
          <p:cNvPr id="11" name="Rounded Rectangle 10"/>
          <p:cNvSpPr/>
          <p:nvPr/>
        </p:nvSpPr>
        <p:spPr>
          <a:xfrm>
            <a:off x="8240863" y="2538440"/>
            <a:ext cx="3056239" cy="1589903"/>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3. COMPUTE</a:t>
            </a:r>
          </a:p>
        </p:txBody>
      </p:sp>
      <p:sp>
        <p:nvSpPr>
          <p:cNvPr id="7" name="Plus 6"/>
          <p:cNvSpPr/>
          <p:nvPr/>
        </p:nvSpPr>
        <p:spPr>
          <a:xfrm>
            <a:off x="3775956" y="2999758"/>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
        <p:nvSpPr>
          <p:cNvPr id="12" name="Plus 11"/>
          <p:cNvSpPr/>
          <p:nvPr/>
        </p:nvSpPr>
        <p:spPr>
          <a:xfrm>
            <a:off x="7417082" y="2999758"/>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Tree>
    <p:extLst>
      <p:ext uri="{BB962C8B-B14F-4D97-AF65-F5344CB8AC3E}">
        <p14:creationId xmlns:p14="http://schemas.microsoft.com/office/powerpoint/2010/main" val="400298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7"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xmlns="" id="{5EE88138-48BD-46AA-94F3-3B05DD703F63}"/>
              </a:ext>
            </a:extLst>
          </p:cNvPr>
          <p:cNvSpPr/>
          <p:nvPr/>
        </p:nvSpPr>
        <p:spPr>
          <a:xfrm>
            <a:off x="340061" y="215643"/>
            <a:ext cx="9827492" cy="461624"/>
          </a:xfrm>
          <a:prstGeom prst="rect">
            <a:avLst/>
          </a:prstGeom>
        </p:spPr>
        <p:txBody>
          <a:bodyPr wrap="square">
            <a:spAutoFit/>
          </a:bodyPr>
          <a:lstStyle/>
          <a:p>
            <a:r>
              <a:rPr lang="en-CA" sz="2800" b="1" kern="1200" dirty="0">
                <a:solidFill>
                  <a:srgbClr val="FF9F1C"/>
                </a:solidFill>
                <a:latin typeface="Montserrat" charset="0"/>
                <a:ea typeface="+mn-ea"/>
                <a:cs typeface="+mn-cs"/>
              </a:rPr>
              <a:t>1. DATA</a:t>
            </a:r>
          </a:p>
        </p:txBody>
      </p:sp>
      <p:sp>
        <p:nvSpPr>
          <p:cNvPr id="6" name="Rectangle 5">
            <a:extLst>
              <a:ext uri="{FF2B5EF4-FFF2-40B4-BE49-F238E27FC236}">
                <a16:creationId xmlns:a16="http://schemas.microsoft.com/office/drawing/2014/main" xmlns="" id="{7840EACA-6DC8-40AD-9614-669D7CE61B61}"/>
              </a:ext>
            </a:extLst>
          </p:cNvPr>
          <p:cNvSpPr/>
          <p:nvPr/>
        </p:nvSpPr>
        <p:spPr>
          <a:xfrm>
            <a:off x="389163" y="739906"/>
            <a:ext cx="11299489" cy="1015663"/>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Data can come from so many sources such as images, audio, video, and text.</a:t>
            </a:r>
          </a:p>
          <a:p>
            <a:pPr marL="342900" indent="-342900">
              <a:buFont typeface="Arial" pitchFamily="34" charset="0"/>
              <a:buChar char="•"/>
            </a:pPr>
            <a:r>
              <a:rPr lang="en-CA" sz="2000" kern="1200" dirty="0">
                <a:solidFill>
                  <a:schemeClr val="tx1"/>
                </a:solidFill>
                <a:latin typeface="Montserrat" charset="0"/>
                <a:ea typeface="+mn-ea"/>
              </a:rPr>
              <a:t>Collecting, structuring and analysing this data is critical for companies to gain customers insights and set their marketing and product strategies.</a:t>
            </a:r>
          </a:p>
        </p:txBody>
      </p:sp>
      <p:sp>
        <p:nvSpPr>
          <p:cNvPr id="2" name="Rectangle 1"/>
          <p:cNvSpPr/>
          <p:nvPr/>
        </p:nvSpPr>
        <p:spPr>
          <a:xfrm>
            <a:off x="2967894" y="5481254"/>
            <a:ext cx="7825946" cy="769441"/>
          </a:xfrm>
          <a:prstGeom prst="rect">
            <a:avLst/>
          </a:prstGeom>
        </p:spPr>
        <p:txBody>
          <a:bodyPr wrap="square">
            <a:spAutoFit/>
          </a:bodyPr>
          <a:lstStyle/>
          <a:p>
            <a:endParaRPr lang="en-CA" sz="1100" dirty="0">
              <a:solidFill>
                <a:schemeClr val="tx1"/>
              </a:solidFill>
            </a:endParaRPr>
          </a:p>
          <a:p>
            <a:endParaRPr lang="en-CA" sz="1100" dirty="0">
              <a:solidFill>
                <a:schemeClr val="tx1"/>
              </a:solidFill>
            </a:endParaRPr>
          </a:p>
          <a:p>
            <a:endParaRPr lang="en-CA" sz="1100" dirty="0">
              <a:solidFill>
                <a:schemeClr val="tx1"/>
              </a:solidFill>
            </a:endParaRPr>
          </a:p>
          <a:p>
            <a:endParaRPr lang="en-CA" sz="1100" dirty="0">
              <a:solidFill>
                <a:schemeClr val="tx1"/>
              </a:solidFill>
            </a:endParaRPr>
          </a:p>
        </p:txBody>
      </p:sp>
      <p:pic>
        <p:nvPicPr>
          <p:cNvPr id="2052" name="Picture 4" descr="video recording conference public speaking presentation lecture speaker man smartphone screen horizontal technology display device mobile hand holding social media business live communication white businessperson suit managem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5953" y="2535423"/>
            <a:ext cx="2945730" cy="170852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speaking phon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7881" y="2570038"/>
            <a:ext cx="2542630" cy="169591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result for message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89448" y="2570038"/>
            <a:ext cx="1171177" cy="167390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File:Messages (macOS).sv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0824" y="2723150"/>
            <a:ext cx="799136" cy="73643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367599" y="2150362"/>
            <a:ext cx="2000295" cy="307777"/>
          </a:xfrm>
          <a:prstGeom prst="rect">
            <a:avLst/>
          </a:prstGeom>
          <a:noFill/>
        </p:spPr>
        <p:txBody>
          <a:bodyPr wrap="square" rtlCol="0">
            <a:spAutoFit/>
          </a:bodyPr>
          <a:lstStyle/>
          <a:p>
            <a:pPr algn="ctr"/>
            <a:r>
              <a:rPr lang="en-CA" b="1" dirty="0">
                <a:solidFill>
                  <a:srgbClr val="FF9F1C"/>
                </a:solidFill>
              </a:rPr>
              <a:t>IMAGE/VIDEO </a:t>
            </a:r>
          </a:p>
        </p:txBody>
      </p:sp>
      <p:sp>
        <p:nvSpPr>
          <p:cNvPr id="12" name="TextBox 11"/>
          <p:cNvSpPr txBox="1"/>
          <p:nvPr/>
        </p:nvSpPr>
        <p:spPr>
          <a:xfrm>
            <a:off x="4290385" y="2142052"/>
            <a:ext cx="2000295" cy="307777"/>
          </a:xfrm>
          <a:prstGeom prst="rect">
            <a:avLst/>
          </a:prstGeom>
          <a:noFill/>
        </p:spPr>
        <p:txBody>
          <a:bodyPr wrap="square" rtlCol="0">
            <a:spAutoFit/>
          </a:bodyPr>
          <a:lstStyle/>
          <a:p>
            <a:pPr algn="ctr"/>
            <a:r>
              <a:rPr lang="en-CA" b="1" dirty="0">
                <a:solidFill>
                  <a:srgbClr val="FF9F1C"/>
                </a:solidFill>
              </a:rPr>
              <a:t>TEXT (CORPUS)</a:t>
            </a:r>
          </a:p>
        </p:txBody>
      </p:sp>
      <p:sp>
        <p:nvSpPr>
          <p:cNvPr id="13" name="TextBox 12"/>
          <p:cNvSpPr txBox="1"/>
          <p:nvPr/>
        </p:nvSpPr>
        <p:spPr>
          <a:xfrm>
            <a:off x="6399048" y="2142052"/>
            <a:ext cx="2000295" cy="307777"/>
          </a:xfrm>
          <a:prstGeom prst="rect">
            <a:avLst/>
          </a:prstGeom>
          <a:noFill/>
        </p:spPr>
        <p:txBody>
          <a:bodyPr wrap="square" rtlCol="0">
            <a:spAutoFit/>
          </a:bodyPr>
          <a:lstStyle/>
          <a:p>
            <a:pPr algn="ctr"/>
            <a:r>
              <a:rPr lang="en-CA" b="1" dirty="0">
                <a:solidFill>
                  <a:srgbClr val="FF9F1C"/>
                </a:solidFill>
              </a:rPr>
              <a:t>AUDIO/SOUND</a:t>
            </a:r>
          </a:p>
        </p:txBody>
      </p:sp>
      <p:pic>
        <p:nvPicPr>
          <p:cNvPr id="2060" name="Picture 12" descr="Blue and Yellow Graph on Stock Market Monito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63367" y="2570038"/>
            <a:ext cx="2290564" cy="171792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8670511" y="2150362"/>
            <a:ext cx="2490589" cy="307777"/>
          </a:xfrm>
          <a:prstGeom prst="rect">
            <a:avLst/>
          </a:prstGeom>
          <a:noFill/>
        </p:spPr>
        <p:txBody>
          <a:bodyPr wrap="square" rtlCol="0">
            <a:spAutoFit/>
          </a:bodyPr>
          <a:lstStyle/>
          <a:p>
            <a:pPr algn="ctr"/>
            <a:r>
              <a:rPr lang="en-CA" b="1" dirty="0">
                <a:solidFill>
                  <a:srgbClr val="FF9F1C"/>
                </a:solidFill>
              </a:rPr>
              <a:t>TIMESERIES/SIGNALS</a:t>
            </a:r>
          </a:p>
        </p:txBody>
      </p:sp>
    </p:spTree>
    <p:extLst>
      <p:ext uri="{BB962C8B-B14F-4D97-AF65-F5344CB8AC3E}">
        <p14:creationId xmlns:p14="http://schemas.microsoft.com/office/powerpoint/2010/main" val="15583595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xmlns="" id="{5EE88138-48BD-46AA-94F3-3B05DD703F63}"/>
              </a:ext>
            </a:extLst>
          </p:cNvPr>
          <p:cNvSpPr/>
          <p:nvPr/>
        </p:nvSpPr>
        <p:spPr>
          <a:xfrm>
            <a:off x="340061" y="215643"/>
            <a:ext cx="9827492" cy="523220"/>
          </a:xfrm>
          <a:prstGeom prst="rect">
            <a:avLst/>
          </a:prstGeom>
        </p:spPr>
        <p:txBody>
          <a:bodyPr wrap="square">
            <a:spAutoFit/>
          </a:bodyPr>
          <a:lstStyle/>
          <a:p>
            <a:r>
              <a:rPr lang="en-CA" sz="2800" b="1" kern="1200" dirty="0">
                <a:solidFill>
                  <a:srgbClr val="FF9F1C"/>
                </a:solidFill>
                <a:latin typeface="Montserrat" charset="0"/>
                <a:ea typeface="+mn-ea"/>
                <a:cs typeface="+mn-cs"/>
              </a:rPr>
              <a:t>1. DATA: WHERE DOES THIS DATA COME FROM? </a:t>
            </a:r>
          </a:p>
        </p:txBody>
      </p:sp>
      <p:sp>
        <p:nvSpPr>
          <p:cNvPr id="6" name="Rectangle 5">
            <a:extLst>
              <a:ext uri="{FF2B5EF4-FFF2-40B4-BE49-F238E27FC236}">
                <a16:creationId xmlns:a16="http://schemas.microsoft.com/office/drawing/2014/main" xmlns="" id="{7840EACA-6DC8-40AD-9614-669D7CE61B61}"/>
              </a:ext>
            </a:extLst>
          </p:cNvPr>
          <p:cNvSpPr/>
          <p:nvPr/>
        </p:nvSpPr>
        <p:spPr>
          <a:xfrm>
            <a:off x="340062" y="608416"/>
            <a:ext cx="11428804" cy="1323439"/>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Data could also come from multiple sources such as Kaggle and University of California, Irvine (UCI).</a:t>
            </a:r>
          </a:p>
          <a:p>
            <a:pPr marL="342900" indent="-342900">
              <a:buFont typeface="Arial" pitchFamily="34" charset="0"/>
              <a:buChar char="•"/>
            </a:pPr>
            <a:r>
              <a:rPr lang="en-CA" sz="2000" kern="1200" dirty="0">
                <a:solidFill>
                  <a:schemeClr val="tx1"/>
                </a:solidFill>
                <a:latin typeface="Montserrat" charset="0"/>
                <a:ea typeface="+mn-ea"/>
              </a:rPr>
              <a:t>Example: ImageNet is an open source repository of images consisting of 21,841 subcategories (classes) and over 14 million images.</a:t>
            </a:r>
          </a:p>
        </p:txBody>
      </p:sp>
      <p:pic>
        <p:nvPicPr>
          <p:cNvPr id="2" name="Picture 1"/>
          <p:cNvPicPr>
            <a:picLocks noChangeAspect="1"/>
          </p:cNvPicPr>
          <p:nvPr/>
        </p:nvPicPr>
        <p:blipFill rotWithShape="1">
          <a:blip r:embed="rId3"/>
          <a:srcRect r="24081"/>
          <a:stretch/>
        </p:blipFill>
        <p:spPr>
          <a:xfrm>
            <a:off x="1218225" y="2018749"/>
            <a:ext cx="4343400" cy="2845311"/>
          </a:xfrm>
          <a:prstGeom prst="rect">
            <a:avLst/>
          </a:prstGeom>
          <a:ln w="57150">
            <a:noFill/>
          </a:ln>
        </p:spPr>
      </p:pic>
      <p:pic>
        <p:nvPicPr>
          <p:cNvPr id="3" name="Picture 2"/>
          <p:cNvPicPr>
            <a:picLocks noChangeAspect="1"/>
          </p:cNvPicPr>
          <p:nvPr/>
        </p:nvPicPr>
        <p:blipFill>
          <a:blip r:embed="rId4"/>
          <a:stretch>
            <a:fillRect/>
          </a:stretch>
        </p:blipFill>
        <p:spPr>
          <a:xfrm>
            <a:off x="6299582" y="2018749"/>
            <a:ext cx="5144973" cy="2820502"/>
          </a:xfrm>
          <a:prstGeom prst="rect">
            <a:avLst/>
          </a:prstGeom>
          <a:ln w="57150">
            <a:noFill/>
          </a:ln>
        </p:spPr>
      </p:pic>
    </p:spTree>
    <p:extLst>
      <p:ext uri="{BB962C8B-B14F-4D97-AF65-F5344CB8AC3E}">
        <p14:creationId xmlns:p14="http://schemas.microsoft.com/office/powerpoint/2010/main" val="42424687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9">
            <a:extLst>
              <a:ext uri="{FF2B5EF4-FFF2-40B4-BE49-F238E27FC236}">
                <a16:creationId xmlns:a16="http://schemas.microsoft.com/office/drawing/2014/main" xmlns="" id="{5EE88138-48BD-46AA-94F3-3B05DD703F63}"/>
              </a:ext>
            </a:extLst>
          </p:cNvPr>
          <p:cNvSpPr/>
          <p:nvPr/>
        </p:nvSpPr>
        <p:spPr>
          <a:xfrm>
            <a:off x="481747" y="223065"/>
            <a:ext cx="9827492" cy="461624"/>
          </a:xfrm>
          <a:prstGeom prst="rect">
            <a:avLst/>
          </a:prstGeom>
        </p:spPr>
        <p:txBody>
          <a:bodyPr wrap="square">
            <a:spAutoFit/>
          </a:bodyPr>
          <a:lstStyle/>
          <a:p>
            <a:r>
              <a:rPr lang="en-CA" sz="2800" b="1" kern="1200" dirty="0">
                <a:solidFill>
                  <a:srgbClr val="FF9F1C"/>
                </a:solidFill>
                <a:latin typeface="Montserrat" charset="0"/>
                <a:ea typeface="+mn-ea"/>
                <a:cs typeface="+mn-cs"/>
              </a:rPr>
              <a:t>2. MODEL</a:t>
            </a:r>
          </a:p>
        </p:txBody>
      </p:sp>
      <p:sp>
        <p:nvSpPr>
          <p:cNvPr id="7" name="Title 1"/>
          <p:cNvSpPr txBox="1">
            <a:spLocks/>
          </p:cNvSpPr>
          <p:nvPr/>
        </p:nvSpPr>
        <p:spPr>
          <a:xfrm>
            <a:off x="927648" y="328463"/>
            <a:ext cx="8839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defRPr/>
            </a:pPr>
            <a:endParaRPr lang="en-CA" sz="3200" dirty="0">
              <a:solidFill>
                <a:srgbClr val="FF0000"/>
              </a:solidFill>
              <a:latin typeface="Calibri Light" panose="020F0302020204030204"/>
            </a:endParaRPr>
          </a:p>
        </p:txBody>
      </p:sp>
      <p:sp>
        <p:nvSpPr>
          <p:cNvPr id="3" name="Rectangle 2"/>
          <p:cNvSpPr/>
          <p:nvPr/>
        </p:nvSpPr>
        <p:spPr>
          <a:xfrm>
            <a:off x="459099" y="728430"/>
            <a:ext cx="5410095" cy="3477875"/>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The human brain consists of billions of neurons that communicate to each other using electrical/chemical signals and enable humans to see, feel, and make decision. </a:t>
            </a:r>
          </a:p>
          <a:p>
            <a:pPr marL="342900" indent="-342900">
              <a:buFont typeface="Arial" pitchFamily="34" charset="0"/>
              <a:buChar char="•"/>
            </a:pPr>
            <a:r>
              <a:rPr lang="en-CA" sz="2000" kern="1200" dirty="0">
                <a:solidFill>
                  <a:schemeClr val="tx1"/>
                </a:solidFill>
                <a:latin typeface="Montserrat" charset="0"/>
                <a:ea typeface="+mn-ea"/>
              </a:rPr>
              <a:t>Artificial neural networks (ANNs) are information processing models inspired by the human brain. </a:t>
            </a:r>
          </a:p>
          <a:p>
            <a:pPr marL="342900" indent="-342900">
              <a:buFont typeface="Arial" pitchFamily="34" charset="0"/>
              <a:buChar char="•"/>
            </a:pPr>
            <a:r>
              <a:rPr lang="en-CA" sz="2000" kern="1200" dirty="0">
                <a:solidFill>
                  <a:schemeClr val="tx1"/>
                </a:solidFill>
                <a:latin typeface="Montserrat" charset="0"/>
                <a:ea typeface="+mn-ea"/>
              </a:rPr>
              <a:t>Simply, ANNs are couple of equations that mimic the human brain!</a:t>
            </a:r>
          </a:p>
          <a:p>
            <a:pPr marL="342900" indent="-342900">
              <a:buFont typeface="Arial" pitchFamily="34" charset="0"/>
              <a:buChar char="•"/>
            </a:pPr>
            <a:endParaRPr lang="en-CA" sz="2000" kern="1200" dirty="0">
              <a:solidFill>
                <a:schemeClr val="tx1"/>
              </a:solidFill>
              <a:latin typeface="Montserrat" charset="0"/>
              <a:ea typeface="+mn-ea"/>
            </a:endParaRPr>
          </a:p>
        </p:txBody>
      </p:sp>
      <p:pic>
        <p:nvPicPr>
          <p:cNvPr id="4" name="Picture 2" descr="Image result for deep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983" y="714794"/>
            <a:ext cx="2670298" cy="2657601"/>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e 4"/>
          <p:cNvSpPr/>
          <p:nvPr/>
        </p:nvSpPr>
        <p:spPr>
          <a:xfrm>
            <a:off x="7323327" y="767934"/>
            <a:ext cx="574159" cy="2604461"/>
          </a:xfrm>
          <a:prstGeom prst="leftBrace">
            <a:avLst>
              <a:gd name="adj1" fmla="val 82407"/>
              <a:gd name="adj2" fmla="val 50000"/>
            </a:avLst>
          </a:prstGeom>
          <a:ln w="57150">
            <a:solidFill>
              <a:srgbClr val="FF9F1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solidFill>
                <a:srgbClr val="FF9F1C"/>
              </a:solidFill>
            </a:endParaRPr>
          </a:p>
        </p:txBody>
      </p:sp>
      <p:sp>
        <p:nvSpPr>
          <p:cNvPr id="6" name="Left Brace 5"/>
          <p:cNvSpPr/>
          <p:nvPr/>
        </p:nvSpPr>
        <p:spPr>
          <a:xfrm rot="10800000">
            <a:off x="10338726" y="756704"/>
            <a:ext cx="574159" cy="2615691"/>
          </a:xfrm>
          <a:prstGeom prst="leftBrace">
            <a:avLst>
              <a:gd name="adj1" fmla="val 82407"/>
              <a:gd name="adj2" fmla="val 50000"/>
            </a:avLst>
          </a:prstGeom>
          <a:ln w="57150">
            <a:solidFill>
              <a:srgbClr val="FF9F1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solidFill>
                <a:srgbClr val="FF9F1C"/>
              </a:solidFill>
            </a:endParaRPr>
          </a:p>
        </p:txBody>
      </p:sp>
      <p:sp>
        <p:nvSpPr>
          <p:cNvPr id="9" name="Rectangle 8"/>
          <p:cNvSpPr/>
          <p:nvPr/>
        </p:nvSpPr>
        <p:spPr>
          <a:xfrm>
            <a:off x="6858821" y="1225229"/>
            <a:ext cx="927717" cy="523220"/>
          </a:xfrm>
          <a:prstGeom prst="rect">
            <a:avLst/>
          </a:prstGeom>
        </p:spPr>
        <p:txBody>
          <a:bodyPr wrap="square">
            <a:spAutoFit/>
          </a:bodyPr>
          <a:lstStyle/>
          <a:p>
            <a:pPr>
              <a:lnSpc>
                <a:spcPct val="100000"/>
              </a:lnSpc>
              <a:buSzPct val="120000"/>
            </a:pPr>
            <a:r>
              <a:rPr lang="en-US" sz="1400" b="1" dirty="0">
                <a:solidFill>
                  <a:srgbClr val="FF9F1C"/>
                </a:solidFill>
                <a:latin typeface="Arial" charset="0"/>
                <a:ea typeface="Arial" charset="0"/>
                <a:cs typeface="Arial" charset="0"/>
              </a:rPr>
              <a:t>INPUT DATA</a:t>
            </a:r>
          </a:p>
        </p:txBody>
      </p:sp>
      <p:sp>
        <p:nvSpPr>
          <p:cNvPr id="10" name="Rectangle 9"/>
          <p:cNvSpPr/>
          <p:nvPr/>
        </p:nvSpPr>
        <p:spPr>
          <a:xfrm>
            <a:off x="10647783" y="1209685"/>
            <a:ext cx="1221895" cy="307777"/>
          </a:xfrm>
          <a:prstGeom prst="rect">
            <a:avLst/>
          </a:prstGeom>
        </p:spPr>
        <p:txBody>
          <a:bodyPr wrap="square">
            <a:spAutoFit/>
          </a:bodyPr>
          <a:lstStyle/>
          <a:p>
            <a:pPr>
              <a:lnSpc>
                <a:spcPct val="100000"/>
              </a:lnSpc>
              <a:buSzPct val="120000"/>
            </a:pPr>
            <a:r>
              <a:rPr lang="en-US" sz="1400" b="1" dirty="0">
                <a:solidFill>
                  <a:srgbClr val="FF9F1C"/>
                </a:solidFill>
                <a:latin typeface="Arial" charset="0"/>
                <a:ea typeface="Arial" charset="0"/>
                <a:cs typeface="Arial" charset="0"/>
              </a:rPr>
              <a:t>OUTPUTS</a:t>
            </a:r>
          </a:p>
        </p:txBody>
      </p:sp>
      <p:cxnSp>
        <p:nvCxnSpPr>
          <p:cNvPr id="11" name="Straight Arrow Connector 10"/>
          <p:cNvCxnSpPr>
            <a:cxnSpLocks/>
          </p:cNvCxnSpPr>
          <p:nvPr/>
        </p:nvCxnSpPr>
        <p:spPr>
          <a:xfrm>
            <a:off x="7647454" y="3788376"/>
            <a:ext cx="2968827" cy="0"/>
          </a:xfrm>
          <a:prstGeom prst="straightConnector1">
            <a:avLst/>
          </a:prstGeom>
          <a:ln w="57150">
            <a:solidFill>
              <a:srgbClr val="FF9F1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8251466" y="3099164"/>
            <a:ext cx="1937995" cy="523220"/>
          </a:xfrm>
          <a:prstGeom prst="rect">
            <a:avLst/>
          </a:prstGeom>
        </p:spPr>
        <p:txBody>
          <a:bodyPr wrap="square">
            <a:spAutoFit/>
          </a:bodyPr>
          <a:lstStyle/>
          <a:p>
            <a:pPr algn="ctr">
              <a:lnSpc>
                <a:spcPct val="100000"/>
              </a:lnSpc>
              <a:buSzPct val="120000"/>
            </a:pPr>
            <a:r>
              <a:rPr lang="en-US" b="1" dirty="0">
                <a:solidFill>
                  <a:srgbClr val="FF9F1C"/>
                </a:solidFill>
                <a:latin typeface="Arial" charset="0"/>
                <a:ea typeface="Arial" charset="0"/>
                <a:cs typeface="Arial" charset="0"/>
              </a:rPr>
              <a:t>DEEP (HIDDEN LAYERS)</a:t>
            </a:r>
          </a:p>
        </p:txBody>
      </p:sp>
      <p:pic>
        <p:nvPicPr>
          <p:cNvPr id="1026" name="Picture 2">
            <a:extLst>
              <a:ext uri="{FF2B5EF4-FFF2-40B4-BE49-F238E27FC236}">
                <a16:creationId xmlns:a16="http://schemas.microsoft.com/office/drawing/2014/main" xmlns="" id="{C8BAA333-1A1E-471E-AC10-6372FD83CE76}"/>
              </a:ext>
            </a:extLst>
          </p:cNvPr>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448726" y="3510482"/>
            <a:ext cx="3124453" cy="3124453"/>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Connector: Curved 12">
            <a:extLst>
              <a:ext uri="{FF2B5EF4-FFF2-40B4-BE49-F238E27FC236}">
                <a16:creationId xmlns:a16="http://schemas.microsoft.com/office/drawing/2014/main" xmlns="" id="{D1B6D206-9CAE-4442-8137-501641DFE35E}"/>
              </a:ext>
            </a:extLst>
          </p:cNvPr>
          <p:cNvCxnSpPr>
            <a:cxnSpLocks/>
          </p:cNvCxnSpPr>
          <p:nvPr/>
        </p:nvCxnSpPr>
        <p:spPr>
          <a:xfrm flipV="1">
            <a:off x="4165863" y="3429000"/>
            <a:ext cx="2668710" cy="1981961"/>
          </a:xfrm>
          <a:prstGeom prst="curvedConnector3">
            <a:avLst/>
          </a:prstGeom>
          <a:ln w="57150">
            <a:solidFill>
              <a:srgbClr val="FF9F1C"/>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xmlns="" id="{E549657C-3469-4B1B-9309-34C623D0DA99}"/>
              </a:ext>
            </a:extLst>
          </p:cNvPr>
          <p:cNvSpPr/>
          <p:nvPr/>
        </p:nvSpPr>
        <p:spPr>
          <a:xfrm>
            <a:off x="6858821" y="226161"/>
            <a:ext cx="4784773" cy="3721617"/>
          </a:xfrm>
          <a:prstGeom prst="roundRect">
            <a:avLst/>
          </a:prstGeom>
          <a:noFill/>
          <a:ln w="76200">
            <a:solidFill>
              <a:srgbClr val="FF9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xmlns="" id="{AD7176B4-19B1-40B7-A390-DA777C2F36C5}"/>
              </a:ext>
            </a:extLst>
          </p:cNvPr>
          <p:cNvSpPr/>
          <p:nvPr/>
        </p:nvSpPr>
        <p:spPr>
          <a:xfrm rot="19725310">
            <a:off x="4098620" y="4939859"/>
            <a:ext cx="2895600" cy="830997"/>
          </a:xfrm>
          <a:prstGeom prst="rect">
            <a:avLst/>
          </a:prstGeom>
        </p:spPr>
        <p:txBody>
          <a:bodyPr wrap="square">
            <a:spAutoFit/>
          </a:bodyPr>
          <a:lstStyle/>
          <a:p>
            <a:pPr algn="ctr">
              <a:lnSpc>
                <a:spcPct val="100000"/>
              </a:lnSpc>
              <a:buSzPct val="120000"/>
            </a:pPr>
            <a:r>
              <a:rPr lang="en-CA" sz="1600" b="1" dirty="0">
                <a:solidFill>
                  <a:srgbClr val="FF9F1C"/>
                </a:solidFill>
                <a:latin typeface="Arial" charset="0"/>
                <a:ea typeface="Arial" charset="0"/>
                <a:cs typeface="Arial" charset="0"/>
              </a:rPr>
              <a:t>MIMIC HUMAN BRAIN USING MATHEMATICAL EQUATIONS</a:t>
            </a:r>
            <a:endParaRPr lang="en-US" sz="1600" b="1" dirty="0">
              <a:solidFill>
                <a:srgbClr val="FF9F1C"/>
              </a:solidFill>
              <a:latin typeface="Arial" charset="0"/>
              <a:ea typeface="Arial" charset="0"/>
              <a:cs typeface="Arial" charset="0"/>
            </a:endParaRPr>
          </a:p>
        </p:txBody>
      </p:sp>
    </p:spTree>
    <p:extLst>
      <p:ext uri="{BB962C8B-B14F-4D97-AF65-F5344CB8AC3E}">
        <p14:creationId xmlns:p14="http://schemas.microsoft.com/office/powerpoint/2010/main" val="285184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P spid="10" grpId="0"/>
      <p:bldP spid="12" grpId="0"/>
      <p:bldP spid="20" grpId="0" animBg="1"/>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9">
            <a:extLst>
              <a:ext uri="{FF2B5EF4-FFF2-40B4-BE49-F238E27FC236}">
                <a16:creationId xmlns:a16="http://schemas.microsoft.com/office/drawing/2014/main" xmlns="" id="{5EE88138-48BD-46AA-94F3-3B05DD703F63}"/>
              </a:ext>
            </a:extLst>
          </p:cNvPr>
          <p:cNvSpPr/>
          <p:nvPr/>
        </p:nvSpPr>
        <p:spPr>
          <a:xfrm>
            <a:off x="481747" y="223065"/>
            <a:ext cx="9827492" cy="523220"/>
          </a:xfrm>
          <a:prstGeom prst="rect">
            <a:avLst/>
          </a:prstGeom>
        </p:spPr>
        <p:txBody>
          <a:bodyPr wrap="square">
            <a:spAutoFit/>
          </a:bodyPr>
          <a:lstStyle/>
          <a:p>
            <a:r>
              <a:rPr lang="en-CA" sz="2800" b="1" kern="1200" dirty="0">
                <a:solidFill>
                  <a:srgbClr val="FF9F1C"/>
                </a:solidFill>
                <a:latin typeface="Montserrat" charset="0"/>
                <a:ea typeface="+mn-ea"/>
                <a:cs typeface="+mn-cs"/>
              </a:rPr>
              <a:t>3. COMPUTE</a:t>
            </a:r>
          </a:p>
        </p:txBody>
      </p:sp>
      <p:sp>
        <p:nvSpPr>
          <p:cNvPr id="7" name="Title 1"/>
          <p:cNvSpPr txBox="1">
            <a:spLocks/>
          </p:cNvSpPr>
          <p:nvPr/>
        </p:nvSpPr>
        <p:spPr>
          <a:xfrm>
            <a:off x="927648" y="328463"/>
            <a:ext cx="8839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defRPr/>
            </a:pPr>
            <a:endParaRPr lang="en-CA" sz="3200" dirty="0">
              <a:solidFill>
                <a:srgbClr val="FF0000"/>
              </a:solidFill>
              <a:latin typeface="Calibri Light" panose="020F0302020204030204"/>
            </a:endParaRPr>
          </a:p>
        </p:txBody>
      </p:sp>
      <p:sp>
        <p:nvSpPr>
          <p:cNvPr id="3" name="Rectangle 2"/>
          <p:cNvSpPr/>
          <p:nvPr/>
        </p:nvSpPr>
        <p:spPr>
          <a:xfrm>
            <a:off x="481747" y="746285"/>
            <a:ext cx="6078712" cy="3477875"/>
          </a:xfrm>
          <a:prstGeom prst="rect">
            <a:avLst/>
          </a:prstGeom>
        </p:spPr>
        <p:txBody>
          <a:bodyPr vert="horz" wrap="square" lIns="91440" tIns="45720" rIns="91440" bIns="45720" rtlCol="0">
            <a:spAutoFit/>
          </a:bodyPr>
          <a:lstStyle/>
          <a:p>
            <a:pPr marL="342900" indent="-342900">
              <a:buFont typeface="Arial" pitchFamily="34" charset="0"/>
              <a:buChar char="•"/>
            </a:pPr>
            <a:r>
              <a:rPr lang="en-CA" sz="2000" kern="1200" dirty="0">
                <a:solidFill>
                  <a:schemeClr val="tx1"/>
                </a:solidFill>
                <a:latin typeface="Montserrat" charset="0"/>
                <a:ea typeface="+mn-ea"/>
              </a:rPr>
              <a:t>ANN requires computation power to be able to learn from the data.</a:t>
            </a:r>
          </a:p>
          <a:p>
            <a:pPr marL="342900" indent="-342900">
              <a:buFont typeface="Arial" pitchFamily="34" charset="0"/>
              <a:buChar char="•"/>
            </a:pPr>
            <a:r>
              <a:rPr lang="en-CA" sz="2000" kern="1200" dirty="0">
                <a:solidFill>
                  <a:schemeClr val="tx1"/>
                </a:solidFill>
                <a:latin typeface="Montserrat" charset="0"/>
                <a:ea typeface="+mn-ea"/>
              </a:rPr>
              <a:t>AI-based specific chips are being developed and optimized for AI training.  </a:t>
            </a:r>
          </a:p>
          <a:p>
            <a:pPr marL="342900" indent="-342900">
              <a:buFont typeface="Arial" pitchFamily="34" charset="0"/>
              <a:buChar char="•"/>
            </a:pPr>
            <a:r>
              <a:rPr lang="en-CA" sz="2000" kern="1200" dirty="0">
                <a:solidFill>
                  <a:schemeClr val="tx1"/>
                </a:solidFill>
                <a:latin typeface="Montserrat" charset="0"/>
                <a:ea typeface="+mn-ea"/>
              </a:rPr>
              <a:t>The amount of compute has been increasing exponentially with ~3 months doubling time!!</a:t>
            </a:r>
          </a:p>
          <a:p>
            <a:pPr marL="342900" indent="-342900">
              <a:buFont typeface="Arial" pitchFamily="34" charset="0"/>
              <a:buChar char="•"/>
            </a:pPr>
            <a:r>
              <a:rPr lang="en-CA" sz="2000" kern="1200" dirty="0">
                <a:solidFill>
                  <a:schemeClr val="tx1"/>
                </a:solidFill>
                <a:latin typeface="Montserrat" charset="0"/>
                <a:ea typeface="+mn-ea"/>
              </a:rPr>
              <a:t>Great article by </a:t>
            </a:r>
            <a:r>
              <a:rPr lang="en-CA" sz="2000" kern="1200" dirty="0" err="1">
                <a:solidFill>
                  <a:schemeClr val="tx1"/>
                </a:solidFill>
                <a:latin typeface="Montserrat" charset="0"/>
                <a:ea typeface="+mn-ea"/>
              </a:rPr>
              <a:t>OpenAI</a:t>
            </a:r>
            <a:r>
              <a:rPr lang="en-CA" sz="2000" kern="1200" dirty="0">
                <a:solidFill>
                  <a:schemeClr val="tx1"/>
                </a:solidFill>
                <a:latin typeface="Montserrat" charset="0"/>
                <a:ea typeface="+mn-ea"/>
              </a:rPr>
              <a:t>: </a:t>
            </a:r>
            <a:r>
              <a:rPr lang="en-CA" sz="2000" kern="1200" dirty="0">
                <a:solidFill>
                  <a:schemeClr val="tx1"/>
                </a:solidFill>
                <a:latin typeface="Montserrat" charset="0"/>
                <a:ea typeface="+mn-ea"/>
                <a:hlinkClick r:id="rId3">
                  <a:extLst>
                    <a:ext uri="{A12FA001-AC4F-418D-AE19-62706E023703}">
                      <ahyp:hlinkClr xmlns:ahyp="http://schemas.microsoft.com/office/drawing/2018/hyperlinkcolor" xmlns="" val="tx"/>
                    </a:ext>
                  </a:extLst>
                </a:hlinkClick>
              </a:rPr>
              <a:t>https://openai.com/blog/ai-and-compute/</a:t>
            </a:r>
            <a:endParaRPr lang="en-CA" sz="2000" kern="1200" dirty="0">
              <a:solidFill>
                <a:schemeClr val="tx1"/>
              </a:solidFill>
              <a:latin typeface="Montserrat" charset="0"/>
              <a:ea typeface="+mn-ea"/>
            </a:endParaRPr>
          </a:p>
          <a:p>
            <a:pPr marL="342900" indent="-342900">
              <a:buFont typeface="Arial" pitchFamily="34" charset="0"/>
              <a:buChar char="•"/>
            </a:pPr>
            <a:endParaRPr lang="en-CA" sz="2000" kern="1200" dirty="0">
              <a:solidFill>
                <a:schemeClr val="tx1"/>
              </a:solidFill>
              <a:latin typeface="Montserrat" charset="0"/>
              <a:ea typeface="+mn-ea"/>
            </a:endParaRPr>
          </a:p>
          <a:p>
            <a:pPr marL="342900" indent="-342900">
              <a:buFont typeface="Arial" pitchFamily="34" charset="0"/>
              <a:buChar char="•"/>
            </a:pPr>
            <a:endParaRPr lang="en-CA" sz="2000" kern="1200" dirty="0">
              <a:solidFill>
                <a:schemeClr val="tx1"/>
              </a:solidFill>
              <a:latin typeface="Montserrat" charset="0"/>
              <a:ea typeface="+mn-ea"/>
            </a:endParaRPr>
          </a:p>
        </p:txBody>
      </p:sp>
      <p:pic>
        <p:nvPicPr>
          <p:cNvPr id="2" name="Picture 1">
            <a:extLst>
              <a:ext uri="{FF2B5EF4-FFF2-40B4-BE49-F238E27FC236}">
                <a16:creationId xmlns:a16="http://schemas.microsoft.com/office/drawing/2014/main" xmlns="" id="{3252836F-3680-411E-9888-510E7523AEE2}"/>
              </a:ext>
            </a:extLst>
          </p:cNvPr>
          <p:cNvPicPr>
            <a:picLocks noChangeAspect="1"/>
          </p:cNvPicPr>
          <p:nvPr/>
        </p:nvPicPr>
        <p:blipFill>
          <a:blip r:embed="rId4"/>
          <a:stretch>
            <a:fillRect/>
          </a:stretch>
        </p:blipFill>
        <p:spPr>
          <a:xfrm>
            <a:off x="7386568" y="507736"/>
            <a:ext cx="3877784" cy="2921264"/>
          </a:xfrm>
          <a:prstGeom prst="rect">
            <a:avLst/>
          </a:prstGeom>
          <a:ln w="57150">
            <a:noFill/>
          </a:ln>
        </p:spPr>
      </p:pic>
    </p:spTree>
    <p:extLst>
      <p:ext uri="{BB962C8B-B14F-4D97-AF65-F5344CB8AC3E}">
        <p14:creationId xmlns:p14="http://schemas.microsoft.com/office/powerpoint/2010/main" val="23928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49134DB0-9EA5-4320-BEBD-D69443FE5391}"/>
              </a:ext>
            </a:extLst>
          </p:cNvPr>
          <p:cNvSpPr/>
          <p:nvPr/>
        </p:nvSpPr>
        <p:spPr>
          <a:xfrm>
            <a:off x="755425" y="4280483"/>
            <a:ext cx="7899688" cy="156966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400" i="1" u="none" strike="noStrike" kern="1200" cap="none" spc="0" normalizeH="0" baseline="0" noProof="0" dirty="0">
                <a:ln>
                  <a:noFill/>
                </a:ln>
                <a:solidFill>
                  <a:schemeClr val="tx1"/>
                </a:solidFill>
                <a:effectLst/>
                <a:uLnTx/>
                <a:uFillTx/>
                <a:latin typeface="Lyon"/>
                <a:ea typeface="+mn-ea"/>
                <a:cs typeface="+mn-cs"/>
              </a:rPr>
              <a:t>“The least scary future I can think of is one where we have at least democratized AI because if one company or small group of people manages to develop godlike digital superintelligence, they could take over the world,” Elon Musk.</a:t>
            </a:r>
            <a:endParaRPr kumimoji="0" lang="en-US" sz="2400" i="1" u="none" strike="noStrike" kern="1200" cap="none" spc="0" normalizeH="0" baseline="0" noProof="0" dirty="0">
              <a:ln>
                <a:noFill/>
              </a:ln>
              <a:solidFill>
                <a:schemeClr val="tx1"/>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xmlns="" id="{26CD9DCB-4FCB-4677-BCA8-C7C926294BD6}"/>
              </a:ext>
            </a:extLst>
          </p:cNvPr>
          <p:cNvPicPr>
            <a:picLocks noChangeAspect="1"/>
          </p:cNvPicPr>
          <p:nvPr/>
        </p:nvPicPr>
        <p:blipFill>
          <a:blip r:embed="rId2"/>
          <a:stretch>
            <a:fillRect/>
          </a:stretch>
        </p:blipFill>
        <p:spPr>
          <a:xfrm>
            <a:off x="1792989" y="805147"/>
            <a:ext cx="9283072" cy="2623853"/>
          </a:xfrm>
          <a:prstGeom prst="rect">
            <a:avLst/>
          </a:prstGeom>
          <a:ln w="38100">
            <a:solidFill>
              <a:srgbClr val="FF9F1C"/>
            </a:solidFill>
          </a:ln>
        </p:spPr>
      </p:pic>
      <p:sp>
        <p:nvSpPr>
          <p:cNvPr id="7" name="Title 1">
            <a:extLst>
              <a:ext uri="{FF2B5EF4-FFF2-40B4-BE49-F238E27FC236}">
                <a16:creationId xmlns:a16="http://schemas.microsoft.com/office/drawing/2014/main" xmlns="" id="{498678FE-87B1-4F5F-B423-C6039904D3B2}"/>
              </a:ext>
            </a:extLst>
          </p:cNvPr>
          <p:cNvSpPr txBox="1">
            <a:spLocks/>
          </p:cNvSpPr>
          <p:nvPr/>
        </p:nvSpPr>
        <p:spPr>
          <a:xfrm>
            <a:off x="270700" y="197246"/>
            <a:ext cx="8687770" cy="523220"/>
          </a:xfrm>
          <a:prstGeom prst="rect">
            <a:avLst/>
          </a:prstGeom>
        </p:spPr>
        <p:txBody>
          <a:bodyPr wrap="square">
            <a:spAutoFit/>
          </a:bodyPr>
          <a:lstStyle>
            <a:defPPr marR="0" lvl="0" algn="l" rtl="0">
              <a:lnSpc>
                <a:spcPct val="100000"/>
              </a:lnSpc>
              <a:spcBef>
                <a:spcPts val="0"/>
              </a:spcBef>
              <a:spcAft>
                <a:spcPts val="0"/>
              </a:spcAft>
            </a:defPPr>
            <a:lvl1pPr>
              <a:defRPr sz="2800" b="1" kern="1200">
                <a:solidFill>
                  <a:srgbClr val="FF9F1C"/>
                </a:solidFill>
                <a:latin typeface="Montserrat" charset="0"/>
                <a:ea typeface="+mn-ea"/>
                <a:cs typeface="+mn-cs"/>
              </a:defRPr>
            </a:lvl1pPr>
          </a:lstStyle>
          <a:p>
            <a:r>
              <a:rPr lang="en-CA" dirty="0"/>
              <a:t>3. COMPUTE: AI IMMORTAL DICTATOR</a:t>
            </a:r>
          </a:p>
        </p:txBody>
      </p:sp>
    </p:spTree>
    <p:extLst>
      <p:ext uri="{BB962C8B-B14F-4D97-AF65-F5344CB8AC3E}">
        <p14:creationId xmlns:p14="http://schemas.microsoft.com/office/powerpoint/2010/main" val="4701266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Группа 8"/>
          <p:cNvGrpSpPr/>
          <p:nvPr/>
        </p:nvGrpSpPr>
        <p:grpSpPr>
          <a:xfrm>
            <a:off x="544022" y="960806"/>
            <a:ext cx="4581698" cy="3333099"/>
            <a:chOff x="544022" y="1501647"/>
            <a:chExt cx="4581698" cy="3333099"/>
          </a:xfrm>
        </p:grpSpPr>
        <p:sp>
          <p:nvSpPr>
            <p:cNvPr id="4" name="Прямоугольник 3">
              <a:extLst>
                <a:ext uri="{FF2B5EF4-FFF2-40B4-BE49-F238E27FC236}">
                  <a16:creationId xmlns:a16="http://schemas.microsoft.com/office/drawing/2014/main" xmlns="" id="{5EE88138-48BD-46AA-94F3-3B05DD703F63}"/>
                </a:ext>
              </a:extLst>
            </p:cNvPr>
            <p:cNvSpPr/>
            <p:nvPr/>
          </p:nvSpPr>
          <p:spPr>
            <a:xfrm>
              <a:off x="544022" y="1501647"/>
              <a:ext cx="4411436" cy="25545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solidFill>
                  <a:effectLst/>
                  <a:uLnTx/>
                  <a:uFillTx/>
                  <a:latin typeface="Montserrat SemiBold" pitchFamily="2" charset="-52"/>
                  <a:ea typeface="Montserrat" charset="0"/>
                  <a:cs typeface="Montserrat" charset="0"/>
                </a:rPr>
                <a:t>MACHINE LEARNING COMPONENTS IN AWS</a:t>
              </a:r>
            </a:p>
          </p:txBody>
        </p:sp>
        <p:cxnSp>
          <p:nvCxnSpPr>
            <p:cNvPr id="5" name="Прямая соединительная линия 4"/>
            <p:cNvCxnSpPr/>
            <p:nvPr/>
          </p:nvCxnSpPr>
          <p:spPr>
            <a:xfrm>
              <a:off x="620222" y="4834746"/>
              <a:ext cx="4505498" cy="0"/>
            </a:xfrm>
            <a:prstGeom prst="line">
              <a:avLst/>
            </a:prstGeom>
            <a:ln w="19050">
              <a:solidFill>
                <a:srgbClr val="F39622"/>
              </a:solidFill>
            </a:ln>
          </p:spPr>
          <p:style>
            <a:lnRef idx="1">
              <a:schemeClr val="accent1"/>
            </a:lnRef>
            <a:fillRef idx="0">
              <a:schemeClr val="accent1"/>
            </a:fillRef>
            <a:effectRef idx="0">
              <a:schemeClr val="accent1"/>
            </a:effectRef>
            <a:fontRef idx="minor">
              <a:schemeClr val="tx1"/>
            </a:fontRef>
          </p:style>
        </p:cxnSp>
      </p:grpSp>
      <p:sp>
        <p:nvSpPr>
          <p:cNvPr id="7" name="Rectangle: Rounded Corners 6">
            <a:extLst>
              <a:ext uri="{FF2B5EF4-FFF2-40B4-BE49-F238E27FC236}">
                <a16:creationId xmlns:a16="http://schemas.microsoft.com/office/drawing/2014/main" xmlns="" id="{0E5460ED-1B0D-4682-853E-EC6297E8C3D0}"/>
              </a:ext>
            </a:extLst>
          </p:cNvPr>
          <p:cNvSpPr/>
          <p:nvPr/>
        </p:nvSpPr>
        <p:spPr>
          <a:xfrm>
            <a:off x="620222" y="4657807"/>
            <a:ext cx="4066078" cy="228600"/>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xmlns="" id="{A824B192-C5C9-4707-B2B0-059991822E69}"/>
              </a:ext>
            </a:extLst>
          </p:cNvPr>
          <p:cNvSpPr/>
          <p:nvPr/>
        </p:nvSpPr>
        <p:spPr>
          <a:xfrm>
            <a:off x="620222" y="4654811"/>
            <a:ext cx="1222548" cy="228600"/>
          </a:xfrm>
          <a:prstGeom prst="roundRect">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9900"/>
              </a:solidFill>
              <a:effectLst/>
              <a:uLnTx/>
              <a:uFillTx/>
              <a:latin typeface="Calibri"/>
              <a:ea typeface="+mn-ea"/>
              <a:cs typeface="+mn-cs"/>
            </a:endParaRPr>
          </a:p>
        </p:txBody>
      </p:sp>
      <p:sp>
        <p:nvSpPr>
          <p:cNvPr id="11" name="TextBox 10">
            <a:extLst>
              <a:ext uri="{FF2B5EF4-FFF2-40B4-BE49-F238E27FC236}">
                <a16:creationId xmlns:a16="http://schemas.microsoft.com/office/drawing/2014/main" xmlns="" id="{723C56CB-7A7A-4F0E-8A4A-6A162998B2D6}"/>
              </a:ext>
            </a:extLst>
          </p:cNvPr>
          <p:cNvSpPr txBox="1"/>
          <p:nvPr/>
        </p:nvSpPr>
        <p:spPr>
          <a:xfrm>
            <a:off x="544022" y="4958400"/>
            <a:ext cx="6431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EASY</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2" name="TextBox 11">
            <a:extLst>
              <a:ext uri="{FF2B5EF4-FFF2-40B4-BE49-F238E27FC236}">
                <a16:creationId xmlns:a16="http://schemas.microsoft.com/office/drawing/2014/main" xmlns="" id="{14F24877-C482-4F61-9BA7-69E9D02CC79C}"/>
              </a:ext>
            </a:extLst>
          </p:cNvPr>
          <p:cNvSpPr txBox="1"/>
          <p:nvPr/>
        </p:nvSpPr>
        <p:spPr>
          <a:xfrm>
            <a:off x="3534872" y="4958400"/>
            <a:ext cx="12387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srgbClr val="FF9F1C"/>
                </a:solidFill>
                <a:effectLst/>
                <a:uLnTx/>
                <a:uFillTx/>
                <a:latin typeface="Calibri"/>
                <a:ea typeface="+mn-ea"/>
                <a:cs typeface="+mn-cs"/>
              </a:rPr>
              <a:t>ADVANCED</a:t>
            </a:r>
            <a:endParaRPr kumimoji="0" lang="en-US" sz="1800" b="0" i="0" u="none" strike="noStrike" kern="1200" cap="none" spc="0" normalizeH="0" baseline="0" noProof="0" dirty="0">
              <a:ln>
                <a:noFill/>
              </a:ln>
              <a:solidFill>
                <a:srgbClr val="FF9F1C"/>
              </a:solidFill>
              <a:effectLst/>
              <a:uLnTx/>
              <a:uFillTx/>
              <a:latin typeface="Calibri"/>
              <a:ea typeface="+mn-ea"/>
              <a:cs typeface="+mn-cs"/>
            </a:endParaRPr>
          </a:p>
        </p:txBody>
      </p:sp>
      <p:sp>
        <p:nvSpPr>
          <p:cNvPr id="13" name="Isosceles Triangle 12">
            <a:extLst>
              <a:ext uri="{FF2B5EF4-FFF2-40B4-BE49-F238E27FC236}">
                <a16:creationId xmlns:a16="http://schemas.microsoft.com/office/drawing/2014/main" xmlns="" id="{176D5DA7-D9D1-4C8C-97F2-D4E9CF8E1F7C}"/>
              </a:ext>
            </a:extLst>
          </p:cNvPr>
          <p:cNvSpPr/>
          <p:nvPr/>
        </p:nvSpPr>
        <p:spPr>
          <a:xfrm>
            <a:off x="1690370" y="4958400"/>
            <a:ext cx="304800" cy="228600"/>
          </a:xfrm>
          <a:prstGeom prst="triangle">
            <a:avLst/>
          </a:prstGeom>
          <a:solidFill>
            <a:srgbClr val="FF9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5" name="Picture 14">
            <a:extLst>
              <a:ext uri="{FF2B5EF4-FFF2-40B4-BE49-F238E27FC236}">
                <a16:creationId xmlns:a16="http://schemas.microsoft.com/office/drawing/2014/main" xmlns="" id="{B0134924-7BC2-4DC7-8CF8-C38C80779717}"/>
              </a:ext>
            </a:extLst>
          </p:cNvPr>
          <p:cNvPicPr>
            <a:picLocks noChangeAspect="1"/>
          </p:cNvPicPr>
          <p:nvPr/>
        </p:nvPicPr>
        <p:blipFill>
          <a:blip r:embed="rId2"/>
          <a:stretch>
            <a:fillRect/>
          </a:stretch>
        </p:blipFill>
        <p:spPr>
          <a:xfrm>
            <a:off x="7117081" y="-1"/>
            <a:ext cx="5074919" cy="6857999"/>
          </a:xfrm>
          <a:prstGeom prst="rect">
            <a:avLst/>
          </a:prstGeom>
        </p:spPr>
      </p:pic>
    </p:spTree>
    <p:extLst>
      <p:ext uri="{BB962C8B-B14F-4D97-AF65-F5344CB8AC3E}">
        <p14:creationId xmlns:p14="http://schemas.microsoft.com/office/powerpoint/2010/main" val="12829700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Прямоугольник 9">
            <a:extLst>
              <a:ext uri="{FF2B5EF4-FFF2-40B4-BE49-F238E27FC236}">
                <a16:creationId xmlns:a16="http://schemas.microsoft.com/office/drawing/2014/main" xmlns="" id="{5EE88138-48BD-46AA-94F3-3B05DD703F63}"/>
              </a:ext>
            </a:extLst>
          </p:cNvPr>
          <p:cNvSpPr/>
          <p:nvPr/>
        </p:nvSpPr>
        <p:spPr>
          <a:xfrm>
            <a:off x="554182" y="297659"/>
            <a:ext cx="10885977" cy="523220"/>
          </a:xfrm>
          <a:prstGeom prst="rect">
            <a:avLst/>
          </a:prstGeom>
        </p:spPr>
        <p:txBody>
          <a:bodyPr wrap="square">
            <a:spAutoFit/>
          </a:bodyPr>
          <a:lstStyle/>
          <a:p>
            <a:r>
              <a:rPr lang="en-US" sz="2800" b="1" kern="1200" dirty="0">
                <a:solidFill>
                  <a:srgbClr val="FF9F1C"/>
                </a:solidFill>
                <a:latin typeface="Montserrat" charset="0"/>
                <a:ea typeface="+mn-ea"/>
                <a:cs typeface="+mn-cs"/>
              </a:rPr>
              <a:t>MACHINE LEARNING COMPONENTS IN AWS: 1. DATA</a:t>
            </a:r>
            <a:endParaRPr lang="ru-RU" sz="2800" b="1" kern="1200" dirty="0">
              <a:solidFill>
                <a:srgbClr val="FF9F1C"/>
              </a:solidFill>
              <a:latin typeface="Montserrat" charset="0"/>
              <a:ea typeface="+mn-ea"/>
              <a:cs typeface="+mn-cs"/>
            </a:endParaRPr>
          </a:p>
        </p:txBody>
      </p:sp>
      <p:sp>
        <p:nvSpPr>
          <p:cNvPr id="13" name="Rounded Rectangle 5">
            <a:extLst>
              <a:ext uri="{FF2B5EF4-FFF2-40B4-BE49-F238E27FC236}">
                <a16:creationId xmlns:a16="http://schemas.microsoft.com/office/drawing/2014/main" xmlns="" id="{0055E5CB-D245-4724-B748-D6AC22BE1531}"/>
              </a:ext>
            </a:extLst>
          </p:cNvPr>
          <p:cNvSpPr/>
          <p:nvPr/>
        </p:nvSpPr>
        <p:spPr>
          <a:xfrm>
            <a:off x="932936" y="1121986"/>
            <a:ext cx="2850293" cy="752283"/>
          </a:xfrm>
          <a:prstGeom prst="roundRect">
            <a:avLst/>
          </a:prstGeom>
          <a:solidFill>
            <a:srgbClr val="FF9F1C"/>
          </a:solidFill>
          <a:ln w="57150">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1. DATA</a:t>
            </a:r>
          </a:p>
        </p:txBody>
      </p:sp>
      <p:sp>
        <p:nvSpPr>
          <p:cNvPr id="14" name="Rounded Rectangle 8">
            <a:extLst>
              <a:ext uri="{FF2B5EF4-FFF2-40B4-BE49-F238E27FC236}">
                <a16:creationId xmlns:a16="http://schemas.microsoft.com/office/drawing/2014/main" xmlns="" id="{BFA46B1D-5180-4631-8A53-0ACD66EC4FEA}"/>
              </a:ext>
            </a:extLst>
          </p:cNvPr>
          <p:cNvSpPr/>
          <p:nvPr/>
        </p:nvSpPr>
        <p:spPr>
          <a:xfrm>
            <a:off x="4553465" y="1121987"/>
            <a:ext cx="2870889" cy="749200"/>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2. MODEL</a:t>
            </a:r>
          </a:p>
        </p:txBody>
      </p:sp>
      <p:sp>
        <p:nvSpPr>
          <p:cNvPr id="15" name="Rounded Rectangle 10">
            <a:extLst>
              <a:ext uri="{FF2B5EF4-FFF2-40B4-BE49-F238E27FC236}">
                <a16:creationId xmlns:a16="http://schemas.microsoft.com/office/drawing/2014/main" xmlns="" id="{4681CEF0-1035-4527-8D4A-B51D93EE46D0}"/>
              </a:ext>
            </a:extLst>
          </p:cNvPr>
          <p:cNvSpPr/>
          <p:nvPr/>
        </p:nvSpPr>
        <p:spPr>
          <a:xfrm>
            <a:off x="8248135" y="1121987"/>
            <a:ext cx="3056239" cy="749200"/>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3. COMPUTE</a:t>
            </a:r>
          </a:p>
        </p:txBody>
      </p:sp>
      <p:sp>
        <p:nvSpPr>
          <p:cNvPr id="16" name="Plus 6">
            <a:extLst>
              <a:ext uri="{FF2B5EF4-FFF2-40B4-BE49-F238E27FC236}">
                <a16:creationId xmlns:a16="http://schemas.microsoft.com/office/drawing/2014/main" xmlns="" id="{2A910928-495E-41B5-9105-305840C1EAC1}"/>
              </a:ext>
            </a:extLst>
          </p:cNvPr>
          <p:cNvSpPr/>
          <p:nvPr/>
        </p:nvSpPr>
        <p:spPr>
          <a:xfrm>
            <a:off x="3783228" y="1203921"/>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
        <p:nvSpPr>
          <p:cNvPr id="17" name="Plus 11">
            <a:extLst>
              <a:ext uri="{FF2B5EF4-FFF2-40B4-BE49-F238E27FC236}">
                <a16:creationId xmlns:a16="http://schemas.microsoft.com/office/drawing/2014/main" xmlns="" id="{E2C602F5-CA5B-4929-84D0-0024124FD610}"/>
              </a:ext>
            </a:extLst>
          </p:cNvPr>
          <p:cNvSpPr/>
          <p:nvPr/>
        </p:nvSpPr>
        <p:spPr>
          <a:xfrm>
            <a:off x="7461422" y="1164592"/>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pic>
        <p:nvPicPr>
          <p:cNvPr id="26" name="Picture 25">
            <a:extLst>
              <a:ext uri="{FF2B5EF4-FFF2-40B4-BE49-F238E27FC236}">
                <a16:creationId xmlns:a16="http://schemas.microsoft.com/office/drawing/2014/main" xmlns="" id="{30268AFE-2EA7-48F0-9DC3-8DA3004596FC}"/>
              </a:ext>
            </a:extLst>
          </p:cNvPr>
          <p:cNvPicPr>
            <a:picLocks noChangeAspect="1"/>
          </p:cNvPicPr>
          <p:nvPr/>
        </p:nvPicPr>
        <p:blipFill rotWithShape="1">
          <a:blip r:embed="rId2"/>
          <a:srcRect b="1967"/>
          <a:stretch/>
        </p:blipFill>
        <p:spPr>
          <a:xfrm>
            <a:off x="2316150" y="2152726"/>
            <a:ext cx="8065525" cy="4407615"/>
          </a:xfrm>
          <a:prstGeom prst="rect">
            <a:avLst/>
          </a:prstGeom>
        </p:spPr>
      </p:pic>
      <p:sp>
        <p:nvSpPr>
          <p:cNvPr id="27" name="Rounded Rectangle 6">
            <a:extLst>
              <a:ext uri="{FF2B5EF4-FFF2-40B4-BE49-F238E27FC236}">
                <a16:creationId xmlns:a16="http://schemas.microsoft.com/office/drawing/2014/main" xmlns="" id="{7B91C9BC-8C66-4D41-9BD2-BFCD1C925A30}"/>
              </a:ext>
            </a:extLst>
          </p:cNvPr>
          <p:cNvSpPr/>
          <p:nvPr/>
        </p:nvSpPr>
        <p:spPr>
          <a:xfrm>
            <a:off x="3258189" y="4139112"/>
            <a:ext cx="1484499" cy="2289150"/>
          </a:xfrm>
          <a:prstGeom prst="roundRect">
            <a:avLst/>
          </a:prstGeom>
          <a:noFill/>
          <a:ln w="57150">
            <a:solidFill>
              <a:srgbClr val="FF9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xmlns="" id="{11E6463A-3978-4052-A2F1-83B1950EB08A}"/>
              </a:ext>
            </a:extLst>
          </p:cNvPr>
          <p:cNvSpPr/>
          <p:nvPr/>
        </p:nvSpPr>
        <p:spPr>
          <a:xfrm>
            <a:off x="2523435" y="4810410"/>
            <a:ext cx="560173" cy="56841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dirty="0">
                <a:solidFill>
                  <a:schemeClr val="tx1"/>
                </a:solidFill>
              </a:rPr>
              <a:t>1</a:t>
            </a:r>
          </a:p>
        </p:txBody>
      </p:sp>
    </p:spTree>
    <p:extLst>
      <p:ext uri="{BB962C8B-B14F-4D97-AF65-F5344CB8AC3E}">
        <p14:creationId xmlns:p14="http://schemas.microsoft.com/office/powerpoint/2010/main" val="16346351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9">
            <a:extLst>
              <a:ext uri="{FF2B5EF4-FFF2-40B4-BE49-F238E27FC236}">
                <a16:creationId xmlns:a16="http://schemas.microsoft.com/office/drawing/2014/main" xmlns="" id="{5EE88138-48BD-46AA-94F3-3B05DD703F63}"/>
              </a:ext>
            </a:extLst>
          </p:cNvPr>
          <p:cNvSpPr/>
          <p:nvPr/>
        </p:nvSpPr>
        <p:spPr>
          <a:xfrm>
            <a:off x="554182" y="297659"/>
            <a:ext cx="10987577" cy="523220"/>
          </a:xfrm>
          <a:prstGeom prst="rect">
            <a:avLst/>
          </a:prstGeom>
        </p:spPr>
        <p:txBody>
          <a:bodyPr wrap="square">
            <a:spAutoFit/>
          </a:bodyPr>
          <a:lstStyle/>
          <a:p>
            <a:r>
              <a:rPr lang="en-US" sz="2800" b="1" kern="1200" dirty="0">
                <a:solidFill>
                  <a:srgbClr val="FF9F1C"/>
                </a:solidFill>
                <a:latin typeface="Montserrat" charset="0"/>
                <a:ea typeface="+mn-ea"/>
                <a:cs typeface="+mn-cs"/>
              </a:rPr>
              <a:t>MACHINE LEARNING COMPONENTS IN AWS: 2. MODEL</a:t>
            </a:r>
            <a:endParaRPr lang="ru-RU" sz="2800" b="1" kern="1200" dirty="0">
              <a:solidFill>
                <a:srgbClr val="FF9F1C"/>
              </a:solidFill>
              <a:latin typeface="Montserrat" charset="0"/>
              <a:ea typeface="+mn-ea"/>
              <a:cs typeface="+mn-cs"/>
            </a:endParaRPr>
          </a:p>
        </p:txBody>
      </p:sp>
      <p:pic>
        <p:nvPicPr>
          <p:cNvPr id="2" name="Picture 1"/>
          <p:cNvPicPr>
            <a:picLocks noChangeAspect="1"/>
          </p:cNvPicPr>
          <p:nvPr/>
        </p:nvPicPr>
        <p:blipFill rotWithShape="1">
          <a:blip r:embed="rId2"/>
          <a:srcRect l="792"/>
          <a:stretch/>
        </p:blipFill>
        <p:spPr>
          <a:xfrm>
            <a:off x="2781300" y="2214899"/>
            <a:ext cx="6682770" cy="4323265"/>
          </a:xfrm>
          <a:prstGeom prst="rect">
            <a:avLst/>
          </a:prstGeom>
        </p:spPr>
      </p:pic>
      <p:sp>
        <p:nvSpPr>
          <p:cNvPr id="7" name="Rounded Rectangle 6"/>
          <p:cNvSpPr/>
          <p:nvPr/>
        </p:nvSpPr>
        <p:spPr>
          <a:xfrm>
            <a:off x="5133306" y="4202481"/>
            <a:ext cx="1358934" cy="2190699"/>
          </a:xfrm>
          <a:prstGeom prst="roundRect">
            <a:avLst/>
          </a:prstGeom>
          <a:noFill/>
          <a:ln w="57150">
            <a:solidFill>
              <a:srgbClr val="FF9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p:cNvSpPr/>
          <p:nvPr/>
        </p:nvSpPr>
        <p:spPr>
          <a:xfrm>
            <a:off x="4516396" y="4714875"/>
            <a:ext cx="560173" cy="56841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dirty="0">
                <a:solidFill>
                  <a:schemeClr val="tx1"/>
                </a:solidFill>
              </a:rPr>
              <a:t>2</a:t>
            </a:r>
          </a:p>
        </p:txBody>
      </p:sp>
      <p:sp>
        <p:nvSpPr>
          <p:cNvPr id="10" name="Rounded Rectangle 5">
            <a:extLst>
              <a:ext uri="{FF2B5EF4-FFF2-40B4-BE49-F238E27FC236}">
                <a16:creationId xmlns:a16="http://schemas.microsoft.com/office/drawing/2014/main" xmlns="" id="{063510FF-9BCC-4DC5-A07A-2898FE5D5946}"/>
              </a:ext>
            </a:extLst>
          </p:cNvPr>
          <p:cNvSpPr/>
          <p:nvPr/>
        </p:nvSpPr>
        <p:spPr>
          <a:xfrm>
            <a:off x="932936" y="1121986"/>
            <a:ext cx="2850293" cy="752283"/>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1. DATA</a:t>
            </a:r>
          </a:p>
        </p:txBody>
      </p:sp>
      <p:sp>
        <p:nvSpPr>
          <p:cNvPr id="11" name="Rounded Rectangle 8">
            <a:extLst>
              <a:ext uri="{FF2B5EF4-FFF2-40B4-BE49-F238E27FC236}">
                <a16:creationId xmlns:a16="http://schemas.microsoft.com/office/drawing/2014/main" xmlns="" id="{63ED4E39-463B-4E47-97C0-CFE234FE8693}"/>
              </a:ext>
            </a:extLst>
          </p:cNvPr>
          <p:cNvSpPr/>
          <p:nvPr/>
        </p:nvSpPr>
        <p:spPr>
          <a:xfrm>
            <a:off x="4553465" y="1121987"/>
            <a:ext cx="2870889" cy="749200"/>
          </a:xfrm>
          <a:prstGeom prst="roundRect">
            <a:avLst/>
          </a:prstGeom>
          <a:solidFill>
            <a:srgbClr val="FF9F1C"/>
          </a:solidFill>
          <a:ln w="57150">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2. MODEL</a:t>
            </a:r>
          </a:p>
        </p:txBody>
      </p:sp>
      <p:sp>
        <p:nvSpPr>
          <p:cNvPr id="12" name="Rounded Rectangle 10">
            <a:extLst>
              <a:ext uri="{FF2B5EF4-FFF2-40B4-BE49-F238E27FC236}">
                <a16:creationId xmlns:a16="http://schemas.microsoft.com/office/drawing/2014/main" xmlns="" id="{31E770BD-6882-4018-B2CF-EA547762FF6C}"/>
              </a:ext>
            </a:extLst>
          </p:cNvPr>
          <p:cNvSpPr/>
          <p:nvPr/>
        </p:nvSpPr>
        <p:spPr>
          <a:xfrm>
            <a:off x="8248135" y="1121987"/>
            <a:ext cx="3056239" cy="749200"/>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3. COMPUTE</a:t>
            </a:r>
          </a:p>
        </p:txBody>
      </p:sp>
      <p:sp>
        <p:nvSpPr>
          <p:cNvPr id="13" name="Plus 6">
            <a:extLst>
              <a:ext uri="{FF2B5EF4-FFF2-40B4-BE49-F238E27FC236}">
                <a16:creationId xmlns:a16="http://schemas.microsoft.com/office/drawing/2014/main" xmlns="" id="{3393424C-658C-414D-8A3B-4129F803F4C3}"/>
              </a:ext>
            </a:extLst>
          </p:cNvPr>
          <p:cNvSpPr/>
          <p:nvPr/>
        </p:nvSpPr>
        <p:spPr>
          <a:xfrm>
            <a:off x="3783228" y="1203921"/>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
        <p:nvSpPr>
          <p:cNvPr id="14" name="Plus 11">
            <a:extLst>
              <a:ext uri="{FF2B5EF4-FFF2-40B4-BE49-F238E27FC236}">
                <a16:creationId xmlns:a16="http://schemas.microsoft.com/office/drawing/2014/main" xmlns="" id="{B2742943-A40B-4738-B186-2A3C7C94F8F0}"/>
              </a:ext>
            </a:extLst>
          </p:cNvPr>
          <p:cNvSpPr/>
          <p:nvPr/>
        </p:nvSpPr>
        <p:spPr>
          <a:xfrm>
            <a:off x="7461422" y="1164592"/>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Tree>
    <p:extLst>
      <p:ext uri="{BB962C8B-B14F-4D97-AF65-F5344CB8AC3E}">
        <p14:creationId xmlns:p14="http://schemas.microsoft.com/office/powerpoint/2010/main" val="11172056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5">
            <a:extLst>
              <a:ext uri="{FF2B5EF4-FFF2-40B4-BE49-F238E27FC236}">
                <a16:creationId xmlns:a16="http://schemas.microsoft.com/office/drawing/2014/main" xmlns="" id="{F8C497C0-6A09-4570-9B9E-882565B0C352}"/>
              </a:ext>
            </a:extLst>
          </p:cNvPr>
          <p:cNvSpPr/>
          <p:nvPr/>
        </p:nvSpPr>
        <p:spPr>
          <a:xfrm>
            <a:off x="932936" y="1121986"/>
            <a:ext cx="2850293" cy="752283"/>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1. DATA</a:t>
            </a:r>
          </a:p>
        </p:txBody>
      </p:sp>
      <p:sp>
        <p:nvSpPr>
          <p:cNvPr id="13" name="Rounded Rectangle 8">
            <a:extLst>
              <a:ext uri="{FF2B5EF4-FFF2-40B4-BE49-F238E27FC236}">
                <a16:creationId xmlns:a16="http://schemas.microsoft.com/office/drawing/2014/main" xmlns="" id="{B5D382FA-3557-44D8-91EF-70488C31F0B4}"/>
              </a:ext>
            </a:extLst>
          </p:cNvPr>
          <p:cNvSpPr/>
          <p:nvPr/>
        </p:nvSpPr>
        <p:spPr>
          <a:xfrm>
            <a:off x="4553465" y="1121987"/>
            <a:ext cx="2870889" cy="749200"/>
          </a:xfrm>
          <a:prstGeom prst="roundRect">
            <a:avLst/>
          </a:prstGeom>
          <a:solidFill>
            <a:srgbClr val="FF9F1C"/>
          </a:solidFill>
          <a:ln w="571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2. MODEL</a:t>
            </a:r>
          </a:p>
        </p:txBody>
      </p:sp>
      <p:sp>
        <p:nvSpPr>
          <p:cNvPr id="14" name="Rounded Rectangle 10">
            <a:extLst>
              <a:ext uri="{FF2B5EF4-FFF2-40B4-BE49-F238E27FC236}">
                <a16:creationId xmlns:a16="http://schemas.microsoft.com/office/drawing/2014/main" xmlns="" id="{077A1574-917A-458F-9244-55E4DC507B85}"/>
              </a:ext>
            </a:extLst>
          </p:cNvPr>
          <p:cNvSpPr/>
          <p:nvPr/>
        </p:nvSpPr>
        <p:spPr>
          <a:xfrm>
            <a:off x="8248135" y="1121987"/>
            <a:ext cx="3056239" cy="749200"/>
          </a:xfrm>
          <a:prstGeom prst="roundRect">
            <a:avLst/>
          </a:prstGeom>
          <a:solidFill>
            <a:srgbClr val="FF9F1C"/>
          </a:solidFill>
          <a:ln w="57150">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b="1" dirty="0">
                <a:ln w="0"/>
                <a:solidFill>
                  <a:schemeClr val="bg1"/>
                </a:solidFill>
                <a:effectLst>
                  <a:outerShdw blurRad="38100" dist="19050" dir="2700000" algn="tl" rotWithShape="0">
                    <a:schemeClr val="dk1">
                      <a:alpha val="40000"/>
                    </a:schemeClr>
                  </a:outerShdw>
                </a:effectLst>
              </a:rPr>
              <a:t>3. COMPUTE</a:t>
            </a:r>
          </a:p>
        </p:txBody>
      </p:sp>
      <p:sp>
        <p:nvSpPr>
          <p:cNvPr id="15" name="Plus 6">
            <a:extLst>
              <a:ext uri="{FF2B5EF4-FFF2-40B4-BE49-F238E27FC236}">
                <a16:creationId xmlns:a16="http://schemas.microsoft.com/office/drawing/2014/main" xmlns="" id="{52637F08-1A7B-4167-A1A3-7EA861572B37}"/>
              </a:ext>
            </a:extLst>
          </p:cNvPr>
          <p:cNvSpPr/>
          <p:nvPr/>
        </p:nvSpPr>
        <p:spPr>
          <a:xfrm>
            <a:off x="3783228" y="1203921"/>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sp>
        <p:nvSpPr>
          <p:cNvPr id="16" name="Plus 11">
            <a:extLst>
              <a:ext uri="{FF2B5EF4-FFF2-40B4-BE49-F238E27FC236}">
                <a16:creationId xmlns:a16="http://schemas.microsoft.com/office/drawing/2014/main" xmlns="" id="{92057823-2E4E-4EF1-B041-1F6A823B8C0F}"/>
              </a:ext>
            </a:extLst>
          </p:cNvPr>
          <p:cNvSpPr/>
          <p:nvPr/>
        </p:nvSpPr>
        <p:spPr>
          <a:xfrm>
            <a:off x="7461422" y="1164592"/>
            <a:ext cx="733168" cy="667265"/>
          </a:xfrm>
          <a:prstGeom prst="mathPlus">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050"/>
          </a:p>
        </p:txBody>
      </p:sp>
      <p:pic>
        <p:nvPicPr>
          <p:cNvPr id="17" name="Picture 16">
            <a:extLst>
              <a:ext uri="{FF2B5EF4-FFF2-40B4-BE49-F238E27FC236}">
                <a16:creationId xmlns:a16="http://schemas.microsoft.com/office/drawing/2014/main" xmlns="" id="{E6041EB5-AD3B-44EF-A811-20DEAF411A14}"/>
              </a:ext>
            </a:extLst>
          </p:cNvPr>
          <p:cNvPicPr>
            <a:picLocks noChangeAspect="1"/>
          </p:cNvPicPr>
          <p:nvPr/>
        </p:nvPicPr>
        <p:blipFill rotWithShape="1">
          <a:blip r:embed="rId2"/>
          <a:srcRect b="1967"/>
          <a:stretch/>
        </p:blipFill>
        <p:spPr>
          <a:xfrm>
            <a:off x="2316150" y="2152726"/>
            <a:ext cx="8065525" cy="4407615"/>
          </a:xfrm>
          <a:prstGeom prst="rect">
            <a:avLst/>
          </a:prstGeom>
        </p:spPr>
      </p:pic>
      <p:sp>
        <p:nvSpPr>
          <p:cNvPr id="8" name="Rounded Rectangle 7"/>
          <p:cNvSpPr/>
          <p:nvPr/>
        </p:nvSpPr>
        <p:spPr>
          <a:xfrm>
            <a:off x="3366668" y="2694401"/>
            <a:ext cx="1735609" cy="1474573"/>
          </a:xfrm>
          <a:prstGeom prst="roundRect">
            <a:avLst/>
          </a:prstGeom>
          <a:noFill/>
          <a:ln w="57150">
            <a:solidFill>
              <a:srgbClr val="FF9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Прямоугольник 9">
            <a:extLst>
              <a:ext uri="{FF2B5EF4-FFF2-40B4-BE49-F238E27FC236}">
                <a16:creationId xmlns:a16="http://schemas.microsoft.com/office/drawing/2014/main" xmlns="" id="{831BBDED-BD37-404E-BF3D-CA6001C96B37}"/>
              </a:ext>
            </a:extLst>
          </p:cNvPr>
          <p:cNvSpPr/>
          <p:nvPr/>
        </p:nvSpPr>
        <p:spPr>
          <a:xfrm>
            <a:off x="554182" y="297659"/>
            <a:ext cx="10987577" cy="523220"/>
          </a:xfrm>
          <a:prstGeom prst="rect">
            <a:avLst/>
          </a:prstGeom>
        </p:spPr>
        <p:txBody>
          <a:bodyPr wrap="square">
            <a:spAutoFit/>
          </a:bodyPr>
          <a:lstStyle/>
          <a:p>
            <a:r>
              <a:rPr lang="en-US" sz="2800" b="1" kern="1200" dirty="0">
                <a:solidFill>
                  <a:srgbClr val="FF9F1C"/>
                </a:solidFill>
                <a:latin typeface="Montserrat" charset="0"/>
                <a:ea typeface="+mn-ea"/>
                <a:cs typeface="+mn-cs"/>
              </a:rPr>
              <a:t>MACHINE LEARNING COMPONENTS IN AWS: 3. COMPUTE</a:t>
            </a:r>
            <a:endParaRPr lang="ru-RU" sz="2800" b="1" kern="1200" dirty="0">
              <a:solidFill>
                <a:srgbClr val="FF9F1C"/>
              </a:solidFill>
              <a:latin typeface="Montserrat" charset="0"/>
              <a:ea typeface="+mn-ea"/>
              <a:cs typeface="+mn-cs"/>
            </a:endParaRPr>
          </a:p>
        </p:txBody>
      </p:sp>
      <p:sp>
        <p:nvSpPr>
          <p:cNvPr id="9" name="Oval 8"/>
          <p:cNvSpPr/>
          <p:nvPr/>
        </p:nvSpPr>
        <p:spPr>
          <a:xfrm>
            <a:off x="2714642" y="3429000"/>
            <a:ext cx="560173" cy="56841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sz="2800" dirty="0">
                <a:solidFill>
                  <a:schemeClr val="tx1"/>
                </a:solidFill>
              </a:rPr>
              <a:t>3</a:t>
            </a:r>
          </a:p>
        </p:txBody>
      </p:sp>
    </p:spTree>
    <p:extLst>
      <p:ext uri="{BB962C8B-B14F-4D97-AF65-F5344CB8AC3E}">
        <p14:creationId xmlns:p14="http://schemas.microsoft.com/office/powerpoint/2010/main" val="29881695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863d8192-19c9-48ba-956d-c31701e6c36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49084</TotalTime>
  <Words>1289</Words>
  <Application>Microsoft Office PowerPoint</Application>
  <PresentationFormat>Custom</PresentationFormat>
  <Paragraphs>211</Paragraphs>
  <Slides>34</Slides>
  <Notes>12</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34</vt:i4>
      </vt:variant>
    </vt:vector>
  </HeadingPairs>
  <TitlesOfParts>
    <vt:vector size="38" baseType="lpstr">
      <vt:lpstr>Infogain Theme</vt:lpstr>
      <vt:lpstr>Tenarai</vt:lpstr>
      <vt:lpstr>1_Tenarai</vt:lpstr>
      <vt:lpstr>think-cell Slide</vt:lpstr>
      <vt:lpstr>TypeScript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984</cp:revision>
  <dcterms:created xsi:type="dcterms:W3CDTF">2016-11-03T07:42:20Z</dcterms:created>
  <dcterms:modified xsi:type="dcterms:W3CDTF">2026-06-22T07:46:33Z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