
<file path=[Content_Types].xml><?xml version="1.0" encoding="utf-8"?>
<Types xmlns="http://schemas.openxmlformats.org/package/2006/content-types">
  <Default Extension="png" ContentType="image/png"/>
  <Default Extension="bin" ContentType="application/vnd.openxmlformats-officedocument.oleObject"/>
  <Default Extension="svg" ContentType="image/svg+xml"/>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theme/theme3.xml" ContentType="application/vnd.openxmlformats-officedocument.theme+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heme/theme4.xml" ContentType="application/vnd.openxmlformats-officedocument.theme+xml"/>
  <Override PartName="/ppt/tags/tag23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8" r:id="rId4"/>
    <p:sldMasterId id="2147483705" r:id="rId5"/>
    <p:sldMasterId id="2147483826" r:id="rId6"/>
  </p:sldMasterIdLst>
  <p:notesMasterIdLst>
    <p:notesMasterId r:id="rId21"/>
  </p:notesMasterIdLst>
  <p:sldIdLst>
    <p:sldId id="360" r:id="rId7"/>
    <p:sldId id="825" r:id="rId8"/>
    <p:sldId id="821" r:id="rId9"/>
    <p:sldId id="822" r:id="rId10"/>
    <p:sldId id="823" r:id="rId11"/>
    <p:sldId id="824" r:id="rId12"/>
    <p:sldId id="742" r:id="rId13"/>
    <p:sldId id="743" r:id="rId14"/>
    <p:sldId id="805" r:id="rId15"/>
    <p:sldId id="744" r:id="rId16"/>
    <p:sldId id="787" r:id="rId17"/>
    <p:sldId id="807" r:id="rId18"/>
    <p:sldId id="809" r:id="rId19"/>
    <p:sldId id="390" r:id="rId20"/>
  </p:sldIdLst>
  <p:sldSz cx="12192000" cy="6858000"/>
  <p:notesSz cx="6858000" cy="9144000"/>
  <p:custDataLst>
    <p:tags r:id="rId2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Template" id="{F95B354D-98B6-4567-B21B-97DFBEE36FD2}">
          <p14:sldIdLst>
            <p14:sldId id="360"/>
            <p14:sldId id="825"/>
            <p14:sldId id="821"/>
            <p14:sldId id="822"/>
            <p14:sldId id="823"/>
            <p14:sldId id="824"/>
            <p14:sldId id="742"/>
            <p14:sldId id="743"/>
            <p14:sldId id="805"/>
            <p14:sldId id="744"/>
            <p14:sldId id="787"/>
            <p14:sldId id="807"/>
            <p14:sldId id="809"/>
            <p14:sldId id="390"/>
          </p14:sldIdLst>
        </p14:section>
      </p14:sectionLst>
    </p:ext>
    <p:ext uri="{EFAFB233-063F-42B5-8137-9DF3F51BA10A}">
      <p15:sldGuideLst xmlns:p15="http://schemas.microsoft.com/office/powerpoint/2012/main" xmlns="">
        <p15:guide id="1" orient="horz" pos="3288" userDrawn="1">
          <p15:clr>
            <a:srgbClr val="A4A3A4"/>
          </p15:clr>
        </p15:guide>
        <p15:guide id="2" pos="192" userDrawn="1">
          <p15:clr>
            <a:srgbClr val="A4A3A4"/>
          </p15:clr>
        </p15:guide>
        <p15:guide id="3" pos="7416" userDrawn="1">
          <p15:clr>
            <a:srgbClr val="A4A3A4"/>
          </p15:clr>
        </p15:guide>
        <p15:guide id="4" orient="horz" pos="98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0070C0"/>
    <a:srgbClr val="BDE3FF"/>
    <a:srgbClr val="0099CC"/>
    <a:srgbClr val="EAEFF7"/>
    <a:srgbClr val="000000"/>
    <a:srgbClr val="003366"/>
    <a:srgbClr val="5F5F5F"/>
    <a:srgbClr val="C7C7C7"/>
    <a:srgbClr val="8FA2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132" autoAdjust="0"/>
    <p:restoredTop sz="93543" autoAdjust="0"/>
  </p:normalViewPr>
  <p:slideViewPr>
    <p:cSldViewPr snapToGrid="0">
      <p:cViewPr>
        <p:scale>
          <a:sx n="77" d="100"/>
          <a:sy n="77" d="100"/>
        </p:scale>
        <p:origin x="-96" y="-72"/>
      </p:cViewPr>
      <p:guideLst>
        <p:guide orient="horz" pos="3288"/>
        <p:guide orient="horz" pos="984"/>
        <p:guide pos="192"/>
        <p:guide pos="7416"/>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presProps" Target="presProps.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tags" Target="tags/tag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41.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42.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46.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47.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48.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49.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50.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51.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52.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53.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54.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55.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56.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57.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58.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59.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60.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61.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62.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63.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64.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65.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66.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67.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68.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69.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0.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1.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2.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3.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4.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5.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6.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7.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8.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9.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80.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1.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2.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3.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4.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5.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6.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7.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8.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9.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90.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91.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92.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93.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94.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95.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96.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97.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98.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99.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0.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1.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2.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3.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4.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5.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06.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07.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08.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09.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10.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11.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12.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113.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4.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5.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6.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7.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8.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9.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20.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21.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22.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3.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4.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5.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6.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7.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8.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9.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0.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1.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2.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3.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4.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5.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6.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7.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8.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9.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0.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1.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2.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3.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4.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5.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6.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7.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8.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9.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50.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51.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52.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53.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54.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55.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56.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57.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58.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59.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0.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1.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2.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3.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4.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5.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66.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67.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68.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69.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0.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1.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2.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3.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4.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5.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76.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77.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78.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79.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80.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1.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2.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3.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4.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5.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6.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7.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8.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9.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90.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91.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2.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3.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4.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5.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6.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7.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8.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9.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200.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201.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202.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203.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204.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205.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206.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207.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208.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209.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210.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1.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2.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3.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4.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5.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6.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217.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218.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219.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220.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221.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222.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223.vml.rels><?xml version="1.0" encoding="UTF-8" standalone="yes"?>
<Relationships xmlns="http://schemas.openxmlformats.org/package/2006/relationships"><Relationship Id="rId1" Type="http://schemas.openxmlformats.org/officeDocument/2006/relationships/image" Target="../media/image3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8EC6BA1-DC03-4CEA-9050-1B4C09061324}" type="datetimeFigureOut">
              <a:rPr lang="en-IN" smtClean="0"/>
              <a:pPr/>
              <a:t>24-08-2026</a:t>
            </a:fld>
            <a:endParaRPr lang="en-I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619FFEA-3951-4BA9-8398-FEC7047E1482}" type="slidenum">
              <a:rPr lang="en-IN" smtClean="0"/>
              <a:pPr/>
              <a:t>‹#›</a:t>
            </a:fld>
            <a:endParaRPr lang="en-IN"/>
          </a:p>
        </p:txBody>
      </p:sp>
    </p:spTree>
    <p:extLst>
      <p:ext uri="{BB962C8B-B14F-4D97-AF65-F5344CB8AC3E}">
        <p14:creationId xmlns:p14="http://schemas.microsoft.com/office/powerpoint/2010/main" val="4123224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11.png"/><Relationship Id="rId4" Type="http://schemas.openxmlformats.org/officeDocument/2006/relationships/image" Target="../media/image10.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hyperlink" Target="http://www.infogain.com/" TargetMode="External"/></Relationships>
</file>

<file path=ppt/slideLayouts/_rels/slideLayout3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xml"/><Relationship Id="rId1" Type="http://schemas.openxmlformats.org/officeDocument/2006/relationships/vmlDrawing" Target="../drawings/vmlDrawing2.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2.bin"/></Relationships>
</file>

<file path=ppt/slideLayouts/_rels/slideLayout3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xml"/><Relationship Id="rId1" Type="http://schemas.openxmlformats.org/officeDocument/2006/relationships/vmlDrawing" Target="../drawings/vmlDrawing3.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3.bin"/></Relationships>
</file>

<file path=ppt/slideLayouts/_rels/slideLayout3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xml"/><Relationship Id="rId1" Type="http://schemas.openxmlformats.org/officeDocument/2006/relationships/vmlDrawing" Target="../drawings/vmlDrawing4.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4.bin"/></Relationships>
</file>

<file path=ppt/slideLayouts/_rels/slideLayout3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xml"/><Relationship Id="rId1" Type="http://schemas.openxmlformats.org/officeDocument/2006/relationships/vmlDrawing" Target="../drawings/vmlDrawing5.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5.bin"/></Relationships>
</file>

<file path=ppt/slideLayouts/_rels/slideLayout3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xml"/><Relationship Id="rId1" Type="http://schemas.openxmlformats.org/officeDocument/2006/relationships/vmlDrawing" Target="../drawings/vmlDrawing6.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6.bin"/></Relationships>
</file>

<file path=ppt/slideLayouts/_rels/slideLayout3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xml"/><Relationship Id="rId1" Type="http://schemas.openxmlformats.org/officeDocument/2006/relationships/vmlDrawing" Target="../drawings/vmlDrawing7.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7.bin"/></Relationships>
</file>

<file path=ppt/slideLayouts/_rels/slideLayout3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xml"/><Relationship Id="rId1" Type="http://schemas.openxmlformats.org/officeDocument/2006/relationships/vmlDrawing" Target="../drawings/vmlDrawing8.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8.bin"/></Relationships>
</file>

<file path=ppt/slideLayouts/_rels/slideLayout4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xml"/><Relationship Id="rId1" Type="http://schemas.openxmlformats.org/officeDocument/2006/relationships/vmlDrawing" Target="../drawings/vmlDrawing9.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9.bin"/></Relationships>
</file>

<file path=ppt/slideLayouts/_rels/slideLayout4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xml"/><Relationship Id="rId1" Type="http://schemas.openxmlformats.org/officeDocument/2006/relationships/vmlDrawing" Target="../drawings/vmlDrawing10.vml"/><Relationship Id="rId5" Type="http://schemas.openxmlformats.org/officeDocument/2006/relationships/image" Target="../media/image16.emf"/><Relationship Id="rId4" Type="http://schemas.openxmlformats.org/officeDocument/2006/relationships/oleObject" Target="../embeddings/oleObject10.bin"/></Relationships>
</file>

<file path=ppt/slideLayouts/_rels/slideLayout4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2.xml"/><Relationship Id="rId1" Type="http://schemas.openxmlformats.org/officeDocument/2006/relationships/vmlDrawing" Target="../drawings/vmlDrawing11.vml"/><Relationship Id="rId5" Type="http://schemas.openxmlformats.org/officeDocument/2006/relationships/image" Target="../media/image17.emf"/><Relationship Id="rId4" Type="http://schemas.openxmlformats.org/officeDocument/2006/relationships/oleObject" Target="../embeddings/oleObject11.bin"/></Relationships>
</file>

<file path=ppt/slideLayouts/_rels/slideLayout4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3.xml"/><Relationship Id="rId1" Type="http://schemas.openxmlformats.org/officeDocument/2006/relationships/vmlDrawing" Target="../drawings/vmlDrawing12.vml"/><Relationship Id="rId5" Type="http://schemas.openxmlformats.org/officeDocument/2006/relationships/image" Target="../media/image17.emf"/><Relationship Id="rId4" Type="http://schemas.openxmlformats.org/officeDocument/2006/relationships/oleObject" Target="../embeddings/oleObject12.bin"/></Relationships>
</file>

<file path=ppt/slideLayouts/_rels/slideLayout4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4.xml"/><Relationship Id="rId1" Type="http://schemas.openxmlformats.org/officeDocument/2006/relationships/vmlDrawing" Target="../drawings/vmlDrawing13.vml"/><Relationship Id="rId5" Type="http://schemas.openxmlformats.org/officeDocument/2006/relationships/image" Target="../media/image17.emf"/><Relationship Id="rId4" Type="http://schemas.openxmlformats.org/officeDocument/2006/relationships/oleObject" Target="../embeddings/oleObject13.bin"/></Relationships>
</file>

<file path=ppt/slideLayouts/_rels/slideLayout4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5.xml"/><Relationship Id="rId1" Type="http://schemas.openxmlformats.org/officeDocument/2006/relationships/vmlDrawing" Target="../drawings/vmlDrawing14.vml"/><Relationship Id="rId5" Type="http://schemas.openxmlformats.org/officeDocument/2006/relationships/image" Target="../media/image17.emf"/><Relationship Id="rId4" Type="http://schemas.openxmlformats.org/officeDocument/2006/relationships/oleObject" Target="../embeddings/oleObject14.bin"/></Relationships>
</file>

<file path=ppt/slideLayouts/_rels/slideLayout4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6.xml"/><Relationship Id="rId1" Type="http://schemas.openxmlformats.org/officeDocument/2006/relationships/vmlDrawing" Target="../drawings/vmlDrawing15.vml"/><Relationship Id="rId5" Type="http://schemas.openxmlformats.org/officeDocument/2006/relationships/image" Target="../media/image17.emf"/><Relationship Id="rId4" Type="http://schemas.openxmlformats.org/officeDocument/2006/relationships/oleObject" Target="../embeddings/oleObject15.bin"/></Relationships>
</file>

<file path=ppt/slideLayouts/_rels/slideLayout4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7.xml"/><Relationship Id="rId1" Type="http://schemas.openxmlformats.org/officeDocument/2006/relationships/vmlDrawing" Target="../drawings/vmlDrawing16.vml"/><Relationship Id="rId5" Type="http://schemas.openxmlformats.org/officeDocument/2006/relationships/image" Target="../media/image17.emf"/><Relationship Id="rId4" Type="http://schemas.openxmlformats.org/officeDocument/2006/relationships/oleObject" Target="../embeddings/oleObject16.bin"/></Relationships>
</file>

<file path=ppt/slideLayouts/_rels/slideLayout4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8.xml"/><Relationship Id="rId1" Type="http://schemas.openxmlformats.org/officeDocument/2006/relationships/vmlDrawing" Target="../drawings/vmlDrawing17.vml"/><Relationship Id="rId5" Type="http://schemas.openxmlformats.org/officeDocument/2006/relationships/image" Target="../media/image17.emf"/><Relationship Id="rId4" Type="http://schemas.openxmlformats.org/officeDocument/2006/relationships/oleObject" Target="../embeddings/oleObject17.bin"/></Relationships>
</file>

<file path=ppt/slideLayouts/_rels/slideLayout4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9.xml"/><Relationship Id="rId1" Type="http://schemas.openxmlformats.org/officeDocument/2006/relationships/vmlDrawing" Target="../drawings/vmlDrawing18.vml"/><Relationship Id="rId5" Type="http://schemas.openxmlformats.org/officeDocument/2006/relationships/image" Target="../media/image17.emf"/><Relationship Id="rId4" Type="http://schemas.openxmlformats.org/officeDocument/2006/relationships/oleObject" Target="../embeddings/oleObject18.bin"/></Relationships>
</file>

<file path=ppt/slideLayouts/_rels/slideLayout5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0.xml"/><Relationship Id="rId1" Type="http://schemas.openxmlformats.org/officeDocument/2006/relationships/vmlDrawing" Target="../drawings/vmlDrawing19.vml"/><Relationship Id="rId5" Type="http://schemas.openxmlformats.org/officeDocument/2006/relationships/image" Target="../media/image17.emf"/><Relationship Id="rId4" Type="http://schemas.openxmlformats.org/officeDocument/2006/relationships/oleObject" Target="../embeddings/oleObject19.bin"/></Relationships>
</file>

<file path=ppt/slideLayouts/_rels/slideLayout5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1.xml"/><Relationship Id="rId1" Type="http://schemas.openxmlformats.org/officeDocument/2006/relationships/vmlDrawing" Target="../drawings/vmlDrawing20.vml"/><Relationship Id="rId5" Type="http://schemas.openxmlformats.org/officeDocument/2006/relationships/image" Target="../media/image17.emf"/><Relationship Id="rId4" Type="http://schemas.openxmlformats.org/officeDocument/2006/relationships/oleObject" Target="../embeddings/oleObject20.bin"/></Relationships>
</file>

<file path=ppt/slideLayouts/_rels/slideLayout5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2.xml"/><Relationship Id="rId1" Type="http://schemas.openxmlformats.org/officeDocument/2006/relationships/vmlDrawing" Target="../drawings/vmlDrawing21.vml"/><Relationship Id="rId5" Type="http://schemas.openxmlformats.org/officeDocument/2006/relationships/image" Target="../media/image17.emf"/><Relationship Id="rId4" Type="http://schemas.openxmlformats.org/officeDocument/2006/relationships/oleObject" Target="../embeddings/oleObject21.bin"/></Relationships>
</file>

<file path=ppt/slideLayouts/_rels/slideLayout5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3.xml"/><Relationship Id="rId1" Type="http://schemas.openxmlformats.org/officeDocument/2006/relationships/vmlDrawing" Target="../drawings/vmlDrawing22.vml"/><Relationship Id="rId5" Type="http://schemas.openxmlformats.org/officeDocument/2006/relationships/image" Target="../media/image17.emf"/><Relationship Id="rId4" Type="http://schemas.openxmlformats.org/officeDocument/2006/relationships/oleObject" Target="../embeddings/oleObject22.bin"/></Relationships>
</file>

<file path=ppt/slideLayouts/_rels/slideLayout5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4.xml"/><Relationship Id="rId1" Type="http://schemas.openxmlformats.org/officeDocument/2006/relationships/vmlDrawing" Target="../drawings/vmlDrawing23.vml"/><Relationship Id="rId5" Type="http://schemas.openxmlformats.org/officeDocument/2006/relationships/image" Target="../media/image17.emf"/><Relationship Id="rId4" Type="http://schemas.openxmlformats.org/officeDocument/2006/relationships/oleObject" Target="../embeddings/oleObject23.bin"/></Relationships>
</file>

<file path=ppt/slideLayouts/_rels/slideLayout5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5.xml"/><Relationship Id="rId1" Type="http://schemas.openxmlformats.org/officeDocument/2006/relationships/vmlDrawing" Target="../drawings/vmlDrawing24.vml"/><Relationship Id="rId5" Type="http://schemas.openxmlformats.org/officeDocument/2006/relationships/image" Target="../media/image17.emf"/><Relationship Id="rId4" Type="http://schemas.openxmlformats.org/officeDocument/2006/relationships/oleObject" Target="../embeddings/oleObject24.bin"/></Relationships>
</file>

<file path=ppt/slideLayouts/_rels/slideLayout5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6.xml"/><Relationship Id="rId1" Type="http://schemas.openxmlformats.org/officeDocument/2006/relationships/vmlDrawing" Target="../drawings/vmlDrawing25.vml"/><Relationship Id="rId5" Type="http://schemas.openxmlformats.org/officeDocument/2006/relationships/image" Target="../media/image17.emf"/><Relationship Id="rId4" Type="http://schemas.openxmlformats.org/officeDocument/2006/relationships/oleObject" Target="../embeddings/oleObject25.bin"/></Relationships>
</file>

<file path=ppt/slideLayouts/_rels/slideLayout5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7.xml"/><Relationship Id="rId1" Type="http://schemas.openxmlformats.org/officeDocument/2006/relationships/vmlDrawing" Target="../drawings/vmlDrawing26.vml"/><Relationship Id="rId5" Type="http://schemas.openxmlformats.org/officeDocument/2006/relationships/image" Target="../media/image17.emf"/><Relationship Id="rId4" Type="http://schemas.openxmlformats.org/officeDocument/2006/relationships/oleObject" Target="../embeddings/oleObject26.bin"/></Relationships>
</file>

<file path=ppt/slideLayouts/_rels/slideLayout5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8.xml"/><Relationship Id="rId1" Type="http://schemas.openxmlformats.org/officeDocument/2006/relationships/vmlDrawing" Target="../drawings/vmlDrawing27.vml"/><Relationship Id="rId5" Type="http://schemas.openxmlformats.org/officeDocument/2006/relationships/image" Target="../media/image17.emf"/><Relationship Id="rId4" Type="http://schemas.openxmlformats.org/officeDocument/2006/relationships/oleObject" Target="../embeddings/oleObject27.bin"/></Relationships>
</file>

<file path=ppt/slideLayouts/_rels/slideLayout5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9.xml"/><Relationship Id="rId1" Type="http://schemas.openxmlformats.org/officeDocument/2006/relationships/vmlDrawing" Target="../drawings/vmlDrawing28.vml"/><Relationship Id="rId5" Type="http://schemas.openxmlformats.org/officeDocument/2006/relationships/image" Target="../media/image18.emf"/><Relationship Id="rId4" Type="http://schemas.openxmlformats.org/officeDocument/2006/relationships/oleObject" Target="../embeddings/oleObject28.bin"/></Relationships>
</file>

<file path=ppt/slideLayouts/_rels/slideLayout6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0.xml"/><Relationship Id="rId1" Type="http://schemas.openxmlformats.org/officeDocument/2006/relationships/vmlDrawing" Target="../drawings/vmlDrawing29.vml"/><Relationship Id="rId5" Type="http://schemas.openxmlformats.org/officeDocument/2006/relationships/image" Target="../media/image18.emf"/><Relationship Id="rId4" Type="http://schemas.openxmlformats.org/officeDocument/2006/relationships/oleObject" Target="../embeddings/oleObject29.bin"/></Relationships>
</file>

<file path=ppt/slideLayouts/_rels/slideLayout6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1.xml"/><Relationship Id="rId1" Type="http://schemas.openxmlformats.org/officeDocument/2006/relationships/vmlDrawing" Target="../drawings/vmlDrawing30.vml"/><Relationship Id="rId5" Type="http://schemas.openxmlformats.org/officeDocument/2006/relationships/image" Target="../media/image18.emf"/><Relationship Id="rId4" Type="http://schemas.openxmlformats.org/officeDocument/2006/relationships/oleObject" Target="../embeddings/oleObject30.bin"/></Relationships>
</file>

<file path=ppt/slideLayouts/_rels/slideLayout6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2.xml"/><Relationship Id="rId1" Type="http://schemas.openxmlformats.org/officeDocument/2006/relationships/vmlDrawing" Target="../drawings/vmlDrawing31.vml"/><Relationship Id="rId5" Type="http://schemas.openxmlformats.org/officeDocument/2006/relationships/image" Target="../media/image18.emf"/><Relationship Id="rId4" Type="http://schemas.openxmlformats.org/officeDocument/2006/relationships/oleObject" Target="../embeddings/oleObject31.bin"/></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3.xml"/><Relationship Id="rId1" Type="http://schemas.openxmlformats.org/officeDocument/2006/relationships/vmlDrawing" Target="../drawings/vmlDrawing32.vml"/><Relationship Id="rId5" Type="http://schemas.openxmlformats.org/officeDocument/2006/relationships/image" Target="../media/image18.emf"/><Relationship Id="rId4" Type="http://schemas.openxmlformats.org/officeDocument/2006/relationships/oleObject" Target="../embeddings/oleObject32.bin"/></Relationships>
</file>

<file path=ppt/slideLayouts/_rels/slideLayout6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4.xml"/><Relationship Id="rId1" Type="http://schemas.openxmlformats.org/officeDocument/2006/relationships/vmlDrawing" Target="../drawings/vmlDrawing33.vml"/><Relationship Id="rId5" Type="http://schemas.openxmlformats.org/officeDocument/2006/relationships/image" Target="../media/image18.emf"/><Relationship Id="rId4" Type="http://schemas.openxmlformats.org/officeDocument/2006/relationships/oleObject" Target="../embeddings/oleObject33.bin"/></Relationships>
</file>

<file path=ppt/slideLayouts/_rels/slideLayout6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5.xml"/><Relationship Id="rId1" Type="http://schemas.openxmlformats.org/officeDocument/2006/relationships/vmlDrawing" Target="../drawings/vmlDrawing34.vml"/><Relationship Id="rId5" Type="http://schemas.openxmlformats.org/officeDocument/2006/relationships/image" Target="../media/image18.emf"/><Relationship Id="rId4" Type="http://schemas.openxmlformats.org/officeDocument/2006/relationships/oleObject" Target="../embeddings/oleObject34.bin"/></Relationships>
</file>

<file path=ppt/slideLayouts/_rels/slideLayout6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6.xml"/><Relationship Id="rId1" Type="http://schemas.openxmlformats.org/officeDocument/2006/relationships/vmlDrawing" Target="../drawings/vmlDrawing35.vml"/><Relationship Id="rId5" Type="http://schemas.openxmlformats.org/officeDocument/2006/relationships/image" Target="../media/image18.emf"/><Relationship Id="rId4" Type="http://schemas.openxmlformats.org/officeDocument/2006/relationships/oleObject" Target="../embeddings/oleObject35.bin"/></Relationships>
</file>

<file path=ppt/slideLayouts/_rels/slideLayout6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7.xml"/><Relationship Id="rId1" Type="http://schemas.openxmlformats.org/officeDocument/2006/relationships/vmlDrawing" Target="../drawings/vmlDrawing36.vml"/><Relationship Id="rId5" Type="http://schemas.openxmlformats.org/officeDocument/2006/relationships/image" Target="../media/image18.emf"/><Relationship Id="rId4" Type="http://schemas.openxmlformats.org/officeDocument/2006/relationships/oleObject" Target="../embeddings/oleObject36.bin"/></Relationships>
</file>

<file path=ppt/slideLayouts/_rels/slideLayout6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8.xml"/><Relationship Id="rId1" Type="http://schemas.openxmlformats.org/officeDocument/2006/relationships/vmlDrawing" Target="../drawings/vmlDrawing37.vml"/><Relationship Id="rId5" Type="http://schemas.openxmlformats.org/officeDocument/2006/relationships/image" Target="../media/image18.emf"/><Relationship Id="rId4" Type="http://schemas.openxmlformats.org/officeDocument/2006/relationships/oleObject" Target="../embeddings/oleObject37.bin"/></Relationships>
</file>

<file path=ppt/slideLayouts/_rels/slideLayout6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9.xml"/><Relationship Id="rId1" Type="http://schemas.openxmlformats.org/officeDocument/2006/relationships/vmlDrawing" Target="../drawings/vmlDrawing38.vml"/><Relationship Id="rId5" Type="http://schemas.openxmlformats.org/officeDocument/2006/relationships/image" Target="../media/image18.emf"/><Relationship Id="rId4" Type="http://schemas.openxmlformats.org/officeDocument/2006/relationships/oleObject" Target="../embeddings/oleObject38.bin"/></Relationships>
</file>

<file path=ppt/slideLayouts/_rels/slideLayout7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0.xml"/><Relationship Id="rId1" Type="http://schemas.openxmlformats.org/officeDocument/2006/relationships/vmlDrawing" Target="../drawings/vmlDrawing39.vml"/><Relationship Id="rId5" Type="http://schemas.openxmlformats.org/officeDocument/2006/relationships/image" Target="../media/image18.emf"/><Relationship Id="rId4" Type="http://schemas.openxmlformats.org/officeDocument/2006/relationships/oleObject" Target="../embeddings/oleObject39.bin"/></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1.xml"/><Relationship Id="rId1" Type="http://schemas.openxmlformats.org/officeDocument/2006/relationships/vmlDrawing" Target="../drawings/vmlDrawing40.vml"/><Relationship Id="rId5" Type="http://schemas.openxmlformats.org/officeDocument/2006/relationships/image" Target="../media/image16.emf"/><Relationship Id="rId4" Type="http://schemas.openxmlformats.org/officeDocument/2006/relationships/oleObject" Target="../embeddings/oleObject40.bin"/></Relationships>
</file>

<file path=ppt/slideLayouts/_rels/slideLayout7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2.xml"/><Relationship Id="rId1" Type="http://schemas.openxmlformats.org/officeDocument/2006/relationships/vmlDrawing" Target="../drawings/vmlDrawing41.vml"/><Relationship Id="rId5" Type="http://schemas.openxmlformats.org/officeDocument/2006/relationships/image" Target="../media/image19.emf"/><Relationship Id="rId4" Type="http://schemas.openxmlformats.org/officeDocument/2006/relationships/oleObject" Target="../embeddings/oleObject41.bin"/></Relationships>
</file>

<file path=ppt/slideLayouts/_rels/slideLayout7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3.xml"/><Relationship Id="rId1" Type="http://schemas.openxmlformats.org/officeDocument/2006/relationships/vmlDrawing" Target="../drawings/vmlDrawing42.vml"/><Relationship Id="rId5" Type="http://schemas.openxmlformats.org/officeDocument/2006/relationships/image" Target="../media/image19.emf"/><Relationship Id="rId4" Type="http://schemas.openxmlformats.org/officeDocument/2006/relationships/oleObject" Target="../embeddings/oleObject42.bin"/></Relationships>
</file>

<file path=ppt/slideLayouts/_rels/slideLayout7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4.xml"/><Relationship Id="rId1" Type="http://schemas.openxmlformats.org/officeDocument/2006/relationships/vmlDrawing" Target="../drawings/vmlDrawing43.vml"/><Relationship Id="rId5" Type="http://schemas.openxmlformats.org/officeDocument/2006/relationships/image" Target="../media/image19.emf"/><Relationship Id="rId4" Type="http://schemas.openxmlformats.org/officeDocument/2006/relationships/oleObject" Target="../embeddings/oleObject43.bin"/></Relationships>
</file>

<file path=ppt/slideLayouts/_rels/slideLayout7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5.xml"/><Relationship Id="rId1" Type="http://schemas.openxmlformats.org/officeDocument/2006/relationships/vmlDrawing" Target="../drawings/vmlDrawing44.vml"/><Relationship Id="rId5" Type="http://schemas.openxmlformats.org/officeDocument/2006/relationships/image" Target="../media/image19.emf"/><Relationship Id="rId4" Type="http://schemas.openxmlformats.org/officeDocument/2006/relationships/oleObject" Target="../embeddings/oleObject44.bin"/></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6.xml"/><Relationship Id="rId1" Type="http://schemas.openxmlformats.org/officeDocument/2006/relationships/vmlDrawing" Target="../drawings/vmlDrawing45.vml"/><Relationship Id="rId5" Type="http://schemas.openxmlformats.org/officeDocument/2006/relationships/image" Target="../media/image16.emf"/><Relationship Id="rId4" Type="http://schemas.openxmlformats.org/officeDocument/2006/relationships/oleObject" Target="../embeddings/oleObject45.bin"/></Relationships>
</file>

<file path=ppt/slideLayouts/_rels/slideLayout8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7.xml"/><Relationship Id="rId1" Type="http://schemas.openxmlformats.org/officeDocument/2006/relationships/vmlDrawing" Target="../drawings/vmlDrawing46.vml"/><Relationship Id="rId5" Type="http://schemas.openxmlformats.org/officeDocument/2006/relationships/image" Target="../media/image20.emf"/><Relationship Id="rId4" Type="http://schemas.openxmlformats.org/officeDocument/2006/relationships/oleObject" Target="../embeddings/oleObject46.bin"/></Relationships>
</file>

<file path=ppt/slideLayouts/_rels/slideLayout8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8.xml"/><Relationship Id="rId1" Type="http://schemas.openxmlformats.org/officeDocument/2006/relationships/vmlDrawing" Target="../drawings/vmlDrawing47.vml"/><Relationship Id="rId5" Type="http://schemas.openxmlformats.org/officeDocument/2006/relationships/image" Target="../media/image20.emf"/><Relationship Id="rId4" Type="http://schemas.openxmlformats.org/officeDocument/2006/relationships/oleObject" Target="../embeddings/oleObject47.bin"/></Relationships>
</file>

<file path=ppt/slideLayouts/_rels/slideLayout8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9.xml"/><Relationship Id="rId1" Type="http://schemas.openxmlformats.org/officeDocument/2006/relationships/vmlDrawing" Target="../drawings/vmlDrawing48.vml"/><Relationship Id="rId5" Type="http://schemas.openxmlformats.org/officeDocument/2006/relationships/image" Target="../media/image20.emf"/><Relationship Id="rId4" Type="http://schemas.openxmlformats.org/officeDocument/2006/relationships/oleObject" Target="../embeddings/oleObject48.bin"/></Relationships>
</file>

<file path=ppt/slideLayouts/_rels/slideLayout8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0.xml"/><Relationship Id="rId1" Type="http://schemas.openxmlformats.org/officeDocument/2006/relationships/vmlDrawing" Target="../drawings/vmlDrawing49.vml"/><Relationship Id="rId5" Type="http://schemas.openxmlformats.org/officeDocument/2006/relationships/image" Target="../media/image20.emf"/><Relationship Id="rId4" Type="http://schemas.openxmlformats.org/officeDocument/2006/relationships/oleObject" Target="../embeddings/oleObject49.bin"/></Relationships>
</file>

<file path=ppt/slideLayouts/_rels/slideLayout8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1.xml"/><Relationship Id="rId1" Type="http://schemas.openxmlformats.org/officeDocument/2006/relationships/vmlDrawing" Target="../drawings/vmlDrawing50.vml"/><Relationship Id="rId5" Type="http://schemas.openxmlformats.org/officeDocument/2006/relationships/image" Target="../media/image20.emf"/><Relationship Id="rId4" Type="http://schemas.openxmlformats.org/officeDocument/2006/relationships/oleObject" Target="../embeddings/oleObject50.bin"/></Relationships>
</file>

<file path=ppt/slideLayouts/_rels/slideLayout8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2.xml"/><Relationship Id="rId1" Type="http://schemas.openxmlformats.org/officeDocument/2006/relationships/vmlDrawing" Target="../drawings/vmlDrawing51.vml"/><Relationship Id="rId5" Type="http://schemas.openxmlformats.org/officeDocument/2006/relationships/image" Target="../media/image20.emf"/><Relationship Id="rId4" Type="http://schemas.openxmlformats.org/officeDocument/2006/relationships/oleObject" Target="../embeddings/oleObject51.bin"/></Relationships>
</file>

<file path=ppt/slideLayouts/_rels/slideLayout8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3.xml"/><Relationship Id="rId1" Type="http://schemas.openxmlformats.org/officeDocument/2006/relationships/vmlDrawing" Target="../drawings/vmlDrawing52.vml"/><Relationship Id="rId5" Type="http://schemas.openxmlformats.org/officeDocument/2006/relationships/image" Target="../media/image20.emf"/><Relationship Id="rId4" Type="http://schemas.openxmlformats.org/officeDocument/2006/relationships/oleObject" Target="../embeddings/oleObject52.bin"/></Relationships>
</file>

<file path=ppt/slideLayouts/_rels/slideLayout9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4.xml"/><Relationship Id="rId1" Type="http://schemas.openxmlformats.org/officeDocument/2006/relationships/vmlDrawing" Target="../drawings/vmlDrawing53.vml"/><Relationship Id="rId5" Type="http://schemas.openxmlformats.org/officeDocument/2006/relationships/image" Target="../media/image20.emf"/><Relationship Id="rId4" Type="http://schemas.openxmlformats.org/officeDocument/2006/relationships/oleObject" Target="../embeddings/oleObject53.bin"/></Relationships>
</file>

<file path=ppt/slideLayouts/_rels/slideLayout9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5.xml"/><Relationship Id="rId1" Type="http://schemas.openxmlformats.org/officeDocument/2006/relationships/vmlDrawing" Target="../drawings/vmlDrawing54.vml"/><Relationship Id="rId5" Type="http://schemas.openxmlformats.org/officeDocument/2006/relationships/image" Target="../media/image16.emf"/><Relationship Id="rId4" Type="http://schemas.openxmlformats.org/officeDocument/2006/relationships/oleObject" Target="../embeddings/oleObject54.bin"/></Relationships>
</file>

<file path=ppt/slideLayouts/_rels/slideLayout9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6.xml"/><Relationship Id="rId1" Type="http://schemas.openxmlformats.org/officeDocument/2006/relationships/vmlDrawing" Target="../drawings/vmlDrawing55.vml"/><Relationship Id="rId5" Type="http://schemas.openxmlformats.org/officeDocument/2006/relationships/image" Target="../media/image21.emf"/><Relationship Id="rId4" Type="http://schemas.openxmlformats.org/officeDocument/2006/relationships/oleObject" Target="../embeddings/oleObject55.bin"/></Relationships>
</file>

<file path=ppt/slideLayouts/_rels/slideLayout9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7.xml"/><Relationship Id="rId1" Type="http://schemas.openxmlformats.org/officeDocument/2006/relationships/vmlDrawing" Target="../drawings/vmlDrawing56.vml"/><Relationship Id="rId5" Type="http://schemas.openxmlformats.org/officeDocument/2006/relationships/image" Target="../media/image21.emf"/><Relationship Id="rId4" Type="http://schemas.openxmlformats.org/officeDocument/2006/relationships/oleObject" Target="../embeddings/oleObject56.bin"/></Relationships>
</file>

<file path=ppt/slideLayouts/_rels/slideLayout9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8.xml"/><Relationship Id="rId1" Type="http://schemas.openxmlformats.org/officeDocument/2006/relationships/vmlDrawing" Target="../drawings/vmlDrawing57.vml"/><Relationship Id="rId5" Type="http://schemas.openxmlformats.org/officeDocument/2006/relationships/image" Target="../media/image21.emf"/><Relationship Id="rId4" Type="http://schemas.openxmlformats.org/officeDocument/2006/relationships/oleObject" Target="../embeddings/oleObject57.bin"/></Relationships>
</file>

<file path=ppt/slideLayouts/_rels/slideLayout9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9.xml"/><Relationship Id="rId1" Type="http://schemas.openxmlformats.org/officeDocument/2006/relationships/vmlDrawing" Target="../drawings/vmlDrawing58.vml"/><Relationship Id="rId6" Type="http://schemas.openxmlformats.org/officeDocument/2006/relationships/image" Target="../media/image23.svg"/><Relationship Id="rId5" Type="http://schemas.openxmlformats.org/officeDocument/2006/relationships/image" Target="../media/image21.emf"/><Relationship Id="rId4" Type="http://schemas.openxmlformats.org/officeDocument/2006/relationships/oleObject" Target="../embeddings/oleObject58.bin"/></Relationships>
</file>

<file path=ppt/slideLayouts/_rels/slideLayout9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0.xml"/><Relationship Id="rId1" Type="http://schemas.openxmlformats.org/officeDocument/2006/relationships/vmlDrawing" Target="../drawings/vmlDrawing59.vml"/><Relationship Id="rId6" Type="http://schemas.openxmlformats.org/officeDocument/2006/relationships/image" Target="../media/image24.svg"/><Relationship Id="rId5" Type="http://schemas.openxmlformats.org/officeDocument/2006/relationships/image" Target="../media/image21.emf"/><Relationship Id="rId4" Type="http://schemas.openxmlformats.org/officeDocument/2006/relationships/oleObject" Target="../embeddings/oleObject59.bin"/></Relationships>
</file>

<file path=ppt/slideLayouts/_rels/slideLayout9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1.xml"/><Relationship Id="rId1" Type="http://schemas.openxmlformats.org/officeDocument/2006/relationships/vmlDrawing" Target="../drawings/vmlDrawing60.vml"/><Relationship Id="rId5" Type="http://schemas.openxmlformats.org/officeDocument/2006/relationships/image" Target="../media/image21.emf"/><Relationship Id="rId4" Type="http://schemas.openxmlformats.org/officeDocument/2006/relationships/oleObject" Target="../embeddings/oleObject60.bin"/></Relationships>
</file>

<file path=ppt/slideLayouts/_rels/slideLayout9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2.xml"/><Relationship Id="rId1" Type="http://schemas.openxmlformats.org/officeDocument/2006/relationships/vmlDrawing" Target="../drawings/vmlDrawing61.vml"/><Relationship Id="rId5" Type="http://schemas.openxmlformats.org/officeDocument/2006/relationships/image" Target="../media/image21.emf"/><Relationship Id="rId4" Type="http://schemas.openxmlformats.org/officeDocument/2006/relationships/oleObject" Target="../embeddings/oleObject61.bin"/></Relationships>
</file>

<file path=ppt/slideLayouts/_rels/slideLayout9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3.xml"/><Relationship Id="rId1" Type="http://schemas.openxmlformats.org/officeDocument/2006/relationships/vmlDrawing" Target="../drawings/vmlDrawing62.vml"/><Relationship Id="rId5" Type="http://schemas.openxmlformats.org/officeDocument/2006/relationships/image" Target="../media/image21.emf"/><Relationship Id="rId4" Type="http://schemas.openxmlformats.org/officeDocument/2006/relationships/oleObject" Target="../embeddings/oleObject62.bin"/></Relationships>
</file>

<file path=ppt/slideLayouts/_rels/slideLayout10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4.xml"/><Relationship Id="rId1" Type="http://schemas.openxmlformats.org/officeDocument/2006/relationships/vmlDrawing" Target="../drawings/vmlDrawing63.vml"/><Relationship Id="rId5" Type="http://schemas.openxmlformats.org/officeDocument/2006/relationships/image" Target="../media/image21.emf"/><Relationship Id="rId4" Type="http://schemas.openxmlformats.org/officeDocument/2006/relationships/oleObject" Target="../embeddings/oleObject63.bin"/></Relationships>
</file>

<file path=ppt/slideLayouts/_rels/slideLayout10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5.xml"/><Relationship Id="rId1" Type="http://schemas.openxmlformats.org/officeDocument/2006/relationships/vmlDrawing" Target="../drawings/vmlDrawing64.vml"/><Relationship Id="rId5" Type="http://schemas.openxmlformats.org/officeDocument/2006/relationships/image" Target="../media/image16.emf"/><Relationship Id="rId4" Type="http://schemas.openxmlformats.org/officeDocument/2006/relationships/oleObject" Target="../embeddings/oleObject64.bin"/></Relationships>
</file>

<file path=ppt/slideLayouts/_rels/slideLayout10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6.xml"/><Relationship Id="rId1" Type="http://schemas.openxmlformats.org/officeDocument/2006/relationships/vmlDrawing" Target="../drawings/vmlDrawing65.vml"/><Relationship Id="rId5" Type="http://schemas.openxmlformats.org/officeDocument/2006/relationships/image" Target="../media/image22.emf"/><Relationship Id="rId4" Type="http://schemas.openxmlformats.org/officeDocument/2006/relationships/oleObject" Target="../embeddings/oleObject65.bin"/></Relationships>
</file>

<file path=ppt/slideLayouts/_rels/slideLayout10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7.xml"/><Relationship Id="rId1" Type="http://schemas.openxmlformats.org/officeDocument/2006/relationships/vmlDrawing" Target="../drawings/vmlDrawing66.vml"/><Relationship Id="rId5" Type="http://schemas.openxmlformats.org/officeDocument/2006/relationships/image" Target="../media/image22.emf"/><Relationship Id="rId4" Type="http://schemas.openxmlformats.org/officeDocument/2006/relationships/oleObject" Target="../embeddings/oleObject66.bin"/></Relationships>
</file>

<file path=ppt/slideLayouts/_rels/slideLayout10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8.xml"/><Relationship Id="rId1" Type="http://schemas.openxmlformats.org/officeDocument/2006/relationships/vmlDrawing" Target="../drawings/vmlDrawing67.vml"/><Relationship Id="rId5" Type="http://schemas.openxmlformats.org/officeDocument/2006/relationships/image" Target="../media/image22.emf"/><Relationship Id="rId4" Type="http://schemas.openxmlformats.org/officeDocument/2006/relationships/oleObject" Target="../embeddings/oleObject67.bin"/></Relationships>
</file>

<file path=ppt/slideLayouts/_rels/slideLayout10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9.xml"/><Relationship Id="rId1" Type="http://schemas.openxmlformats.org/officeDocument/2006/relationships/vmlDrawing" Target="../drawings/vmlDrawing68.vml"/><Relationship Id="rId5" Type="http://schemas.openxmlformats.org/officeDocument/2006/relationships/image" Target="../media/image22.emf"/><Relationship Id="rId4" Type="http://schemas.openxmlformats.org/officeDocument/2006/relationships/oleObject" Target="../embeddings/oleObject68.bin"/></Relationships>
</file>

<file path=ppt/slideLayouts/_rels/slideLayout10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0.xml"/><Relationship Id="rId1" Type="http://schemas.openxmlformats.org/officeDocument/2006/relationships/vmlDrawing" Target="../drawings/vmlDrawing69.vml"/><Relationship Id="rId5" Type="http://schemas.openxmlformats.org/officeDocument/2006/relationships/image" Target="../media/image23.emf"/><Relationship Id="rId4" Type="http://schemas.openxmlformats.org/officeDocument/2006/relationships/oleObject" Target="../embeddings/oleObject69.bin"/></Relationships>
</file>

<file path=ppt/slideLayouts/_rels/slideLayout10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1.xml"/><Relationship Id="rId1" Type="http://schemas.openxmlformats.org/officeDocument/2006/relationships/vmlDrawing" Target="../drawings/vmlDrawing70.vml"/><Relationship Id="rId5" Type="http://schemas.openxmlformats.org/officeDocument/2006/relationships/image" Target="../media/image23.emf"/><Relationship Id="rId4" Type="http://schemas.openxmlformats.org/officeDocument/2006/relationships/oleObject" Target="../embeddings/oleObject70.bin"/></Relationships>
</file>

<file path=ppt/slideLayouts/_rels/slideLayout10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2.xml"/><Relationship Id="rId1" Type="http://schemas.openxmlformats.org/officeDocument/2006/relationships/vmlDrawing" Target="../drawings/vmlDrawing71.vml"/><Relationship Id="rId5" Type="http://schemas.openxmlformats.org/officeDocument/2006/relationships/image" Target="../media/image23.emf"/><Relationship Id="rId4" Type="http://schemas.openxmlformats.org/officeDocument/2006/relationships/oleObject" Target="../embeddings/oleObject71.bin"/></Relationships>
</file>

<file path=ppt/slideLayouts/_rels/slideLayout10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3.xml"/><Relationship Id="rId1" Type="http://schemas.openxmlformats.org/officeDocument/2006/relationships/vmlDrawing" Target="../drawings/vmlDrawing72.vml"/><Relationship Id="rId5" Type="http://schemas.openxmlformats.org/officeDocument/2006/relationships/image" Target="../media/image23.emf"/><Relationship Id="rId4" Type="http://schemas.openxmlformats.org/officeDocument/2006/relationships/oleObject" Target="../embeddings/oleObject72.bin"/></Relationships>
</file>

<file path=ppt/slideLayouts/_rels/slideLayout11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4.xml"/><Relationship Id="rId1" Type="http://schemas.openxmlformats.org/officeDocument/2006/relationships/vmlDrawing" Target="../drawings/vmlDrawing73.vml"/><Relationship Id="rId5" Type="http://schemas.openxmlformats.org/officeDocument/2006/relationships/image" Target="../media/image23.emf"/><Relationship Id="rId4" Type="http://schemas.openxmlformats.org/officeDocument/2006/relationships/oleObject" Target="../embeddings/oleObject73.bin"/></Relationships>
</file>

<file path=ppt/slideLayouts/_rels/slideLayout11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5.xml"/><Relationship Id="rId1" Type="http://schemas.openxmlformats.org/officeDocument/2006/relationships/vmlDrawing" Target="../drawings/vmlDrawing74.vml"/><Relationship Id="rId5" Type="http://schemas.openxmlformats.org/officeDocument/2006/relationships/image" Target="../media/image23.emf"/><Relationship Id="rId4" Type="http://schemas.openxmlformats.org/officeDocument/2006/relationships/oleObject" Target="../embeddings/oleObject74.bin"/></Relationships>
</file>

<file path=ppt/slideLayouts/_rels/slideLayout11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6.xml"/><Relationship Id="rId1" Type="http://schemas.openxmlformats.org/officeDocument/2006/relationships/vmlDrawing" Target="../drawings/vmlDrawing75.vml"/><Relationship Id="rId5" Type="http://schemas.openxmlformats.org/officeDocument/2006/relationships/image" Target="../media/image23.emf"/><Relationship Id="rId4" Type="http://schemas.openxmlformats.org/officeDocument/2006/relationships/oleObject" Target="../embeddings/oleObject75.bin"/></Relationships>
</file>

<file path=ppt/slideLayouts/_rels/slideLayout11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7.xml"/><Relationship Id="rId1" Type="http://schemas.openxmlformats.org/officeDocument/2006/relationships/vmlDrawing" Target="../drawings/vmlDrawing76.vml"/><Relationship Id="rId5" Type="http://schemas.openxmlformats.org/officeDocument/2006/relationships/image" Target="../media/image23.emf"/><Relationship Id="rId4" Type="http://schemas.openxmlformats.org/officeDocument/2006/relationships/oleObject" Target="../embeddings/oleObject76.bin"/></Relationships>
</file>

<file path=ppt/slideLayouts/_rels/slideLayout11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8.xml"/><Relationship Id="rId1" Type="http://schemas.openxmlformats.org/officeDocument/2006/relationships/vmlDrawing" Target="../drawings/vmlDrawing77.vml"/><Relationship Id="rId5" Type="http://schemas.openxmlformats.org/officeDocument/2006/relationships/image" Target="../media/image23.emf"/><Relationship Id="rId4" Type="http://schemas.openxmlformats.org/officeDocument/2006/relationships/oleObject" Target="../embeddings/oleObject77.bin"/></Relationships>
</file>

<file path=ppt/slideLayouts/_rels/slideLayout11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9.xml"/><Relationship Id="rId1" Type="http://schemas.openxmlformats.org/officeDocument/2006/relationships/vmlDrawing" Target="../drawings/vmlDrawing78.vml"/><Relationship Id="rId5" Type="http://schemas.openxmlformats.org/officeDocument/2006/relationships/image" Target="../media/image23.emf"/><Relationship Id="rId4" Type="http://schemas.openxmlformats.org/officeDocument/2006/relationships/oleObject" Target="../embeddings/oleObject78.bin"/></Relationships>
</file>

<file path=ppt/slideLayouts/_rels/slideLayout11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0.xml"/><Relationship Id="rId1" Type="http://schemas.openxmlformats.org/officeDocument/2006/relationships/vmlDrawing" Target="../drawings/vmlDrawing79.vml"/><Relationship Id="rId5" Type="http://schemas.openxmlformats.org/officeDocument/2006/relationships/image" Target="../media/image16.emf"/><Relationship Id="rId4" Type="http://schemas.openxmlformats.org/officeDocument/2006/relationships/oleObject" Target="../embeddings/oleObject79.bin"/></Relationships>
</file>

<file path=ppt/slideLayouts/_rels/slideLayout117.xml.rels><?xml version="1.0" encoding="UTF-8" standalone="yes"?>
<Relationships xmlns="http://schemas.openxmlformats.org/package/2006/relationships"><Relationship Id="rId3" Type="http://schemas.openxmlformats.org/officeDocument/2006/relationships/tags" Target="../tags/tag82.xml"/><Relationship Id="rId7" Type="http://schemas.openxmlformats.org/officeDocument/2006/relationships/oleObject" Target="../embeddings/oleObject81.bin"/><Relationship Id="rId2" Type="http://schemas.openxmlformats.org/officeDocument/2006/relationships/tags" Target="../tags/tag81.xml"/><Relationship Id="rId1" Type="http://schemas.openxmlformats.org/officeDocument/2006/relationships/vmlDrawing" Target="../drawings/vmlDrawing80.vml"/><Relationship Id="rId6" Type="http://schemas.openxmlformats.org/officeDocument/2006/relationships/image" Target="../media/image24.emf"/><Relationship Id="rId5" Type="http://schemas.openxmlformats.org/officeDocument/2006/relationships/oleObject" Target="../embeddings/oleObject80.bin"/><Relationship Id="rId4"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3" Type="http://schemas.openxmlformats.org/officeDocument/2006/relationships/tags" Target="../tags/tag84.xml"/><Relationship Id="rId7" Type="http://schemas.openxmlformats.org/officeDocument/2006/relationships/oleObject" Target="../embeddings/oleObject83.bin"/><Relationship Id="rId2" Type="http://schemas.openxmlformats.org/officeDocument/2006/relationships/tags" Target="../tags/tag83.xml"/><Relationship Id="rId1" Type="http://schemas.openxmlformats.org/officeDocument/2006/relationships/vmlDrawing" Target="../drawings/vmlDrawing81.vml"/><Relationship Id="rId6" Type="http://schemas.openxmlformats.org/officeDocument/2006/relationships/image" Target="../media/image24.emf"/><Relationship Id="rId5" Type="http://schemas.openxmlformats.org/officeDocument/2006/relationships/oleObject" Target="../embeddings/oleObject82.bin"/><Relationship Id="rId4"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3" Type="http://schemas.openxmlformats.org/officeDocument/2006/relationships/tags" Target="../tags/tag86.xml"/><Relationship Id="rId7" Type="http://schemas.openxmlformats.org/officeDocument/2006/relationships/oleObject" Target="../embeddings/oleObject85.bin"/><Relationship Id="rId2" Type="http://schemas.openxmlformats.org/officeDocument/2006/relationships/tags" Target="../tags/tag85.xml"/><Relationship Id="rId1" Type="http://schemas.openxmlformats.org/officeDocument/2006/relationships/vmlDrawing" Target="../drawings/vmlDrawing82.vml"/><Relationship Id="rId6" Type="http://schemas.openxmlformats.org/officeDocument/2006/relationships/image" Target="../media/image24.emf"/><Relationship Id="rId5" Type="http://schemas.openxmlformats.org/officeDocument/2006/relationships/oleObject" Target="../embeddings/oleObject84.bin"/><Relationship Id="rId4"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tags" Target="../tags/tag88.xml"/><Relationship Id="rId7" Type="http://schemas.openxmlformats.org/officeDocument/2006/relationships/image" Target="../media/image25.png"/><Relationship Id="rId2" Type="http://schemas.openxmlformats.org/officeDocument/2006/relationships/tags" Target="../tags/tag87.xml"/><Relationship Id="rId1" Type="http://schemas.openxmlformats.org/officeDocument/2006/relationships/vmlDrawing" Target="../drawings/vmlDrawing83.vml"/><Relationship Id="rId6" Type="http://schemas.openxmlformats.org/officeDocument/2006/relationships/image" Target="../media/image24.emf"/><Relationship Id="rId5" Type="http://schemas.openxmlformats.org/officeDocument/2006/relationships/oleObject" Target="../embeddings/oleObject86.bin"/><Relationship Id="rId10" Type="http://schemas.openxmlformats.org/officeDocument/2006/relationships/oleObject" Target="../embeddings/oleObject87.bin"/><Relationship Id="rId4" Type="http://schemas.openxmlformats.org/officeDocument/2006/relationships/slideMaster" Target="../slideMasters/slideMaster2.xml"/><Relationship Id="rId9" Type="http://schemas.openxmlformats.org/officeDocument/2006/relationships/image" Target="../media/image27.png"/></Relationships>
</file>

<file path=ppt/slideLayouts/_rels/slideLayout12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9.xml"/><Relationship Id="rId1" Type="http://schemas.openxmlformats.org/officeDocument/2006/relationships/vmlDrawing" Target="../drawings/vmlDrawing84.vml"/><Relationship Id="rId5" Type="http://schemas.openxmlformats.org/officeDocument/2006/relationships/image" Target="../media/image24.emf"/><Relationship Id="rId4" Type="http://schemas.openxmlformats.org/officeDocument/2006/relationships/oleObject" Target="../embeddings/oleObject88.bin"/></Relationships>
</file>

<file path=ppt/slideLayouts/_rels/slideLayout12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0.xml"/><Relationship Id="rId1" Type="http://schemas.openxmlformats.org/officeDocument/2006/relationships/vmlDrawing" Target="../drawings/vmlDrawing85.vml"/><Relationship Id="rId5" Type="http://schemas.openxmlformats.org/officeDocument/2006/relationships/image" Target="../media/image24.emf"/><Relationship Id="rId4" Type="http://schemas.openxmlformats.org/officeDocument/2006/relationships/oleObject" Target="../embeddings/oleObject89.bin"/></Relationships>
</file>

<file path=ppt/slideLayouts/_rels/slideLayout12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1.xml"/><Relationship Id="rId1" Type="http://schemas.openxmlformats.org/officeDocument/2006/relationships/vmlDrawing" Target="../drawings/vmlDrawing86.vml"/><Relationship Id="rId5" Type="http://schemas.openxmlformats.org/officeDocument/2006/relationships/image" Target="../media/image24.emf"/><Relationship Id="rId4" Type="http://schemas.openxmlformats.org/officeDocument/2006/relationships/oleObject" Target="../embeddings/oleObject90.bin"/></Relationships>
</file>

<file path=ppt/slideLayouts/_rels/slideLayout12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2.xml"/><Relationship Id="rId1" Type="http://schemas.openxmlformats.org/officeDocument/2006/relationships/vmlDrawing" Target="../drawings/vmlDrawing87.vml"/><Relationship Id="rId6" Type="http://schemas.openxmlformats.org/officeDocument/2006/relationships/image" Target="../media/image28.png"/><Relationship Id="rId5" Type="http://schemas.openxmlformats.org/officeDocument/2006/relationships/image" Target="../media/image24.emf"/><Relationship Id="rId4" Type="http://schemas.openxmlformats.org/officeDocument/2006/relationships/oleObject" Target="../embeddings/oleObject91.bin"/></Relationships>
</file>

<file path=ppt/slideLayouts/_rels/slideLayout12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3.xml"/><Relationship Id="rId1" Type="http://schemas.openxmlformats.org/officeDocument/2006/relationships/vmlDrawing" Target="../drawings/vmlDrawing88.vml"/><Relationship Id="rId6" Type="http://schemas.openxmlformats.org/officeDocument/2006/relationships/image" Target="../media/image28.png"/><Relationship Id="rId5" Type="http://schemas.openxmlformats.org/officeDocument/2006/relationships/image" Target="../media/image24.emf"/><Relationship Id="rId4" Type="http://schemas.openxmlformats.org/officeDocument/2006/relationships/oleObject" Target="../embeddings/oleObject92.bin"/></Relationships>
</file>

<file path=ppt/slideLayouts/_rels/slideLayout12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4.xml"/><Relationship Id="rId1" Type="http://schemas.openxmlformats.org/officeDocument/2006/relationships/vmlDrawing" Target="../drawings/vmlDrawing89.vml"/><Relationship Id="rId6" Type="http://schemas.openxmlformats.org/officeDocument/2006/relationships/image" Target="../media/image29.png"/><Relationship Id="rId5" Type="http://schemas.openxmlformats.org/officeDocument/2006/relationships/image" Target="../media/image24.emf"/><Relationship Id="rId4" Type="http://schemas.openxmlformats.org/officeDocument/2006/relationships/oleObject" Target="../embeddings/oleObject93.bin"/></Relationships>
</file>

<file path=ppt/slideLayouts/_rels/slideLayout12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5.xml"/><Relationship Id="rId1" Type="http://schemas.openxmlformats.org/officeDocument/2006/relationships/vmlDrawing" Target="../drawings/vmlDrawing90.vml"/><Relationship Id="rId6" Type="http://schemas.openxmlformats.org/officeDocument/2006/relationships/image" Target="../media/image29.png"/><Relationship Id="rId5" Type="http://schemas.openxmlformats.org/officeDocument/2006/relationships/image" Target="../media/image24.emf"/><Relationship Id="rId4" Type="http://schemas.openxmlformats.org/officeDocument/2006/relationships/oleObject" Target="../embeddings/oleObject94.bin"/></Relationships>
</file>

<file path=ppt/slideLayouts/_rels/slideLayout12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6.xml"/><Relationship Id="rId1" Type="http://schemas.openxmlformats.org/officeDocument/2006/relationships/vmlDrawing" Target="../drawings/vmlDrawing91.vml"/><Relationship Id="rId6" Type="http://schemas.openxmlformats.org/officeDocument/2006/relationships/image" Target="../media/image33.svg"/><Relationship Id="rId5" Type="http://schemas.openxmlformats.org/officeDocument/2006/relationships/image" Target="../media/image24.emf"/><Relationship Id="rId4" Type="http://schemas.openxmlformats.org/officeDocument/2006/relationships/oleObject" Target="../embeddings/oleObject95.bin"/></Relationships>
</file>

<file path=ppt/slideLayouts/_rels/slideLayout12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7.xml"/><Relationship Id="rId1" Type="http://schemas.openxmlformats.org/officeDocument/2006/relationships/vmlDrawing" Target="../drawings/vmlDrawing92.vml"/><Relationship Id="rId6" Type="http://schemas.openxmlformats.org/officeDocument/2006/relationships/image" Target="../media/image34.svg"/><Relationship Id="rId5" Type="http://schemas.openxmlformats.org/officeDocument/2006/relationships/image" Target="../media/image24.emf"/><Relationship Id="rId4" Type="http://schemas.openxmlformats.org/officeDocument/2006/relationships/oleObject" Target="../embeddings/oleObject96.bin"/></Relationships>
</file>

<file path=ppt/slideLayouts/_rels/slideLayout13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8.xml"/><Relationship Id="rId1" Type="http://schemas.openxmlformats.org/officeDocument/2006/relationships/vmlDrawing" Target="../drawings/vmlDrawing93.vml"/><Relationship Id="rId5" Type="http://schemas.openxmlformats.org/officeDocument/2006/relationships/image" Target="../media/image16.emf"/><Relationship Id="rId4" Type="http://schemas.openxmlformats.org/officeDocument/2006/relationships/oleObject" Target="../embeddings/oleObject97.bin"/></Relationships>
</file>

<file path=ppt/slideLayouts/_rels/slideLayout13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9.xml"/><Relationship Id="rId1" Type="http://schemas.openxmlformats.org/officeDocument/2006/relationships/vmlDrawing" Target="../drawings/vmlDrawing94.vml"/><Relationship Id="rId5" Type="http://schemas.openxmlformats.org/officeDocument/2006/relationships/image" Target="../media/image30.emf"/><Relationship Id="rId4" Type="http://schemas.openxmlformats.org/officeDocument/2006/relationships/oleObject" Target="../embeddings/oleObject98.bin"/></Relationships>
</file>

<file path=ppt/slideLayouts/_rels/slideLayout13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0.xml"/><Relationship Id="rId1" Type="http://schemas.openxmlformats.org/officeDocument/2006/relationships/vmlDrawing" Target="../drawings/vmlDrawing95.vml"/><Relationship Id="rId5" Type="http://schemas.openxmlformats.org/officeDocument/2006/relationships/image" Target="../media/image30.emf"/><Relationship Id="rId4" Type="http://schemas.openxmlformats.org/officeDocument/2006/relationships/oleObject" Target="../embeddings/oleObject99.bin"/></Relationships>
</file>

<file path=ppt/slideLayouts/_rels/slideLayout13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1.xml"/><Relationship Id="rId1" Type="http://schemas.openxmlformats.org/officeDocument/2006/relationships/vmlDrawing" Target="../drawings/vmlDrawing96.vml"/><Relationship Id="rId5" Type="http://schemas.openxmlformats.org/officeDocument/2006/relationships/image" Target="../media/image31.emf"/><Relationship Id="rId4" Type="http://schemas.openxmlformats.org/officeDocument/2006/relationships/oleObject" Target="../embeddings/oleObject100.bin"/></Relationships>
</file>

<file path=ppt/slideLayouts/_rels/slideLayout13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2.xml"/><Relationship Id="rId1" Type="http://schemas.openxmlformats.org/officeDocument/2006/relationships/vmlDrawing" Target="../drawings/vmlDrawing97.vml"/><Relationship Id="rId5" Type="http://schemas.openxmlformats.org/officeDocument/2006/relationships/image" Target="../media/image31.emf"/><Relationship Id="rId4" Type="http://schemas.openxmlformats.org/officeDocument/2006/relationships/oleObject" Target="../embeddings/oleObject101.bin"/></Relationships>
</file>

<file path=ppt/slideLayouts/_rels/slideLayout13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3.xml"/><Relationship Id="rId1" Type="http://schemas.openxmlformats.org/officeDocument/2006/relationships/vmlDrawing" Target="../drawings/vmlDrawing98.vml"/><Relationship Id="rId5" Type="http://schemas.openxmlformats.org/officeDocument/2006/relationships/image" Target="../media/image16.emf"/><Relationship Id="rId4" Type="http://schemas.openxmlformats.org/officeDocument/2006/relationships/oleObject" Target="../embeddings/oleObject102.bin"/></Relationships>
</file>

<file path=ppt/slideLayouts/_rels/slideLayout13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4.xml"/><Relationship Id="rId1" Type="http://schemas.openxmlformats.org/officeDocument/2006/relationships/vmlDrawing" Target="../drawings/vmlDrawing99.vml"/><Relationship Id="rId5" Type="http://schemas.openxmlformats.org/officeDocument/2006/relationships/image" Target="../media/image32.emf"/><Relationship Id="rId4" Type="http://schemas.openxmlformats.org/officeDocument/2006/relationships/oleObject" Target="../embeddings/oleObject103.bin"/></Relationships>
</file>

<file path=ppt/slideLayouts/_rels/slideLayout13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5.xml"/><Relationship Id="rId1" Type="http://schemas.openxmlformats.org/officeDocument/2006/relationships/vmlDrawing" Target="../drawings/vmlDrawing100.vml"/><Relationship Id="rId5" Type="http://schemas.openxmlformats.org/officeDocument/2006/relationships/image" Target="../media/image32.emf"/><Relationship Id="rId4" Type="http://schemas.openxmlformats.org/officeDocument/2006/relationships/oleObject" Target="../embeddings/oleObject104.bin"/></Relationships>
</file>

<file path=ppt/slideLayouts/_rels/slideLayout13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6.xml"/><Relationship Id="rId1" Type="http://schemas.openxmlformats.org/officeDocument/2006/relationships/vmlDrawing" Target="../drawings/vmlDrawing101.vml"/><Relationship Id="rId5" Type="http://schemas.openxmlformats.org/officeDocument/2006/relationships/image" Target="../media/image32.emf"/><Relationship Id="rId4" Type="http://schemas.openxmlformats.org/officeDocument/2006/relationships/oleObject" Target="../embeddings/oleObject105.bin"/></Relationships>
</file>

<file path=ppt/slideLayouts/_rels/slideLayout13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7.xml"/><Relationship Id="rId1" Type="http://schemas.openxmlformats.org/officeDocument/2006/relationships/vmlDrawing" Target="../drawings/vmlDrawing102.vml"/><Relationship Id="rId5" Type="http://schemas.openxmlformats.org/officeDocument/2006/relationships/image" Target="../media/image32.emf"/><Relationship Id="rId4" Type="http://schemas.openxmlformats.org/officeDocument/2006/relationships/oleObject" Target="../embeddings/oleObject106.bin"/></Relationships>
</file>

<file path=ppt/slideLayouts/_rels/slideLayout14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8.xml"/><Relationship Id="rId1" Type="http://schemas.openxmlformats.org/officeDocument/2006/relationships/vmlDrawing" Target="../drawings/vmlDrawing103.vml"/><Relationship Id="rId5" Type="http://schemas.openxmlformats.org/officeDocument/2006/relationships/image" Target="../media/image32.emf"/><Relationship Id="rId4" Type="http://schemas.openxmlformats.org/officeDocument/2006/relationships/oleObject" Target="../embeddings/oleObject107.bin"/></Relationships>
</file>

<file path=ppt/slideLayouts/_rels/slideLayout14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9.xml"/><Relationship Id="rId1" Type="http://schemas.openxmlformats.org/officeDocument/2006/relationships/vmlDrawing" Target="../drawings/vmlDrawing104.vml"/><Relationship Id="rId5" Type="http://schemas.openxmlformats.org/officeDocument/2006/relationships/image" Target="../media/image32.emf"/><Relationship Id="rId4" Type="http://schemas.openxmlformats.org/officeDocument/2006/relationships/oleObject" Target="../embeddings/oleObject108.bin"/></Relationships>
</file>

<file path=ppt/slideLayouts/_rels/slideLayout14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0.xml"/><Relationship Id="rId1" Type="http://schemas.openxmlformats.org/officeDocument/2006/relationships/vmlDrawing" Target="../drawings/vmlDrawing105.vml"/><Relationship Id="rId5" Type="http://schemas.openxmlformats.org/officeDocument/2006/relationships/image" Target="../media/image16.emf"/><Relationship Id="rId4" Type="http://schemas.openxmlformats.org/officeDocument/2006/relationships/oleObject" Target="../embeddings/oleObject109.bin"/></Relationships>
</file>

<file path=ppt/slideLayouts/_rels/slideLayout143.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40.svg"/><Relationship Id="rId2" Type="http://schemas.openxmlformats.org/officeDocument/2006/relationships/tags" Target="../tags/tag111.xml"/><Relationship Id="rId1" Type="http://schemas.openxmlformats.org/officeDocument/2006/relationships/vmlDrawing" Target="../drawings/vmlDrawing106.vml"/><Relationship Id="rId6" Type="http://schemas.openxmlformats.org/officeDocument/2006/relationships/image" Target="../media/image33.emf"/><Relationship Id="rId5" Type="http://schemas.openxmlformats.org/officeDocument/2006/relationships/oleObject" Target="../embeddings/oleObject110.bin"/><Relationship Id="rId4" Type="http://schemas.openxmlformats.org/officeDocument/2006/relationships/image" Target="../media/image38.svg"/></Relationships>
</file>

<file path=ppt/slideLayouts/_rels/slideLayout144.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40.svg"/><Relationship Id="rId2" Type="http://schemas.openxmlformats.org/officeDocument/2006/relationships/tags" Target="../tags/tag112.xml"/><Relationship Id="rId1" Type="http://schemas.openxmlformats.org/officeDocument/2006/relationships/vmlDrawing" Target="../drawings/vmlDrawing107.vml"/><Relationship Id="rId6" Type="http://schemas.openxmlformats.org/officeDocument/2006/relationships/image" Target="../media/image33.emf"/><Relationship Id="rId5" Type="http://schemas.openxmlformats.org/officeDocument/2006/relationships/oleObject" Target="../embeddings/oleObject111.bin"/><Relationship Id="rId4" Type="http://schemas.openxmlformats.org/officeDocument/2006/relationships/image" Target="../media/image23.svg"/></Relationships>
</file>

<file path=ppt/slideLayouts/_rels/slideLayout145.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40.svg"/><Relationship Id="rId2" Type="http://schemas.openxmlformats.org/officeDocument/2006/relationships/tags" Target="../tags/tag113.xml"/><Relationship Id="rId1" Type="http://schemas.openxmlformats.org/officeDocument/2006/relationships/vmlDrawing" Target="../drawings/vmlDrawing108.vml"/><Relationship Id="rId6" Type="http://schemas.openxmlformats.org/officeDocument/2006/relationships/image" Target="../media/image33.emf"/><Relationship Id="rId5" Type="http://schemas.openxmlformats.org/officeDocument/2006/relationships/oleObject" Target="../embeddings/oleObject112.bin"/><Relationship Id="rId4" Type="http://schemas.openxmlformats.org/officeDocument/2006/relationships/image" Target="../media/image23.svg"/></Relationships>
</file>

<file path=ppt/slideLayouts/_rels/slideLayout14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4.xml"/><Relationship Id="rId1" Type="http://schemas.openxmlformats.org/officeDocument/2006/relationships/vmlDrawing" Target="../drawings/vmlDrawing109.vml"/><Relationship Id="rId6" Type="http://schemas.openxmlformats.org/officeDocument/2006/relationships/image" Target="../media/image41.svg"/><Relationship Id="rId5" Type="http://schemas.openxmlformats.org/officeDocument/2006/relationships/image" Target="../media/image33.emf"/><Relationship Id="rId4" Type="http://schemas.openxmlformats.org/officeDocument/2006/relationships/oleObject" Target="../embeddings/oleObject113.bin"/></Relationships>
</file>

<file path=ppt/slideLayouts/_rels/slideLayout14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5.xml"/><Relationship Id="rId1" Type="http://schemas.openxmlformats.org/officeDocument/2006/relationships/vmlDrawing" Target="../drawings/vmlDrawing110.vml"/><Relationship Id="rId6" Type="http://schemas.openxmlformats.org/officeDocument/2006/relationships/image" Target="../media/image42.svg"/><Relationship Id="rId5" Type="http://schemas.openxmlformats.org/officeDocument/2006/relationships/image" Target="../media/image33.emf"/><Relationship Id="rId4" Type="http://schemas.openxmlformats.org/officeDocument/2006/relationships/oleObject" Target="../embeddings/oleObject114.bin"/></Relationships>
</file>

<file path=ppt/slideLayouts/_rels/slideLayout14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6.xml"/><Relationship Id="rId1" Type="http://schemas.openxmlformats.org/officeDocument/2006/relationships/vmlDrawing" Target="../drawings/vmlDrawing111.vml"/><Relationship Id="rId5" Type="http://schemas.openxmlformats.org/officeDocument/2006/relationships/image" Target="../media/image16.emf"/><Relationship Id="rId4" Type="http://schemas.openxmlformats.org/officeDocument/2006/relationships/oleObject" Target="../embeddings/oleObject115.bin"/></Relationships>
</file>

<file path=ppt/slideLayouts/_rels/slideLayout14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15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18.xml"/><Relationship Id="rId1" Type="http://schemas.openxmlformats.org/officeDocument/2006/relationships/vmlDrawing" Target="../drawings/vmlDrawing113.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17.bin"/></Relationships>
</file>

<file path=ppt/slideLayouts/_rels/slideLayout15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19.xml"/><Relationship Id="rId1" Type="http://schemas.openxmlformats.org/officeDocument/2006/relationships/vmlDrawing" Target="../drawings/vmlDrawing114.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18.bin"/></Relationships>
</file>

<file path=ppt/slideLayouts/_rels/slideLayout15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0.xml"/><Relationship Id="rId1" Type="http://schemas.openxmlformats.org/officeDocument/2006/relationships/vmlDrawing" Target="../drawings/vmlDrawing115.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19.bin"/></Relationships>
</file>

<file path=ppt/slideLayouts/_rels/slideLayout15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1.xml"/><Relationship Id="rId1" Type="http://schemas.openxmlformats.org/officeDocument/2006/relationships/vmlDrawing" Target="../drawings/vmlDrawing116.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20.bin"/></Relationships>
</file>

<file path=ppt/slideLayouts/_rels/slideLayout15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2.xml"/><Relationship Id="rId1" Type="http://schemas.openxmlformats.org/officeDocument/2006/relationships/vmlDrawing" Target="../drawings/vmlDrawing117.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21.bin"/></Relationships>
</file>

<file path=ppt/slideLayouts/_rels/slideLayout15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3.xml"/><Relationship Id="rId1" Type="http://schemas.openxmlformats.org/officeDocument/2006/relationships/vmlDrawing" Target="../drawings/vmlDrawing118.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22.bin"/></Relationships>
</file>

<file path=ppt/slideLayouts/_rels/slideLayout15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4.xml"/><Relationship Id="rId1" Type="http://schemas.openxmlformats.org/officeDocument/2006/relationships/vmlDrawing" Target="../drawings/vmlDrawing119.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23.bin"/></Relationships>
</file>

<file path=ppt/slideLayouts/_rels/slideLayout15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5.xml"/><Relationship Id="rId1" Type="http://schemas.openxmlformats.org/officeDocument/2006/relationships/vmlDrawing" Target="../drawings/vmlDrawing120.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24.bin"/></Relationships>
</file>

<file path=ppt/slideLayouts/_rels/slideLayout15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6.xml"/><Relationship Id="rId1" Type="http://schemas.openxmlformats.org/officeDocument/2006/relationships/vmlDrawing" Target="../drawings/vmlDrawing121.vml"/><Relationship Id="rId5" Type="http://schemas.openxmlformats.org/officeDocument/2006/relationships/image" Target="../media/image16.emf"/><Relationship Id="rId4" Type="http://schemas.openxmlformats.org/officeDocument/2006/relationships/oleObject" Target="../embeddings/oleObject125.bin"/></Relationships>
</file>

<file path=ppt/slideLayouts/_rels/slideLayout15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7.xml"/><Relationship Id="rId1" Type="http://schemas.openxmlformats.org/officeDocument/2006/relationships/vmlDrawing" Target="../drawings/vmlDrawing122.vml"/><Relationship Id="rId5" Type="http://schemas.openxmlformats.org/officeDocument/2006/relationships/image" Target="../media/image17.emf"/><Relationship Id="rId4" Type="http://schemas.openxmlformats.org/officeDocument/2006/relationships/oleObject" Target="../embeddings/oleObject126.bin"/></Relationships>
</file>

<file path=ppt/slideLayouts/_rels/slideLayout16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8.xml"/><Relationship Id="rId1" Type="http://schemas.openxmlformats.org/officeDocument/2006/relationships/vmlDrawing" Target="../drawings/vmlDrawing123.vml"/><Relationship Id="rId5" Type="http://schemas.openxmlformats.org/officeDocument/2006/relationships/image" Target="../media/image17.emf"/><Relationship Id="rId4" Type="http://schemas.openxmlformats.org/officeDocument/2006/relationships/oleObject" Target="../embeddings/oleObject127.bin"/></Relationships>
</file>

<file path=ppt/slideLayouts/_rels/slideLayout16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9.xml"/><Relationship Id="rId1" Type="http://schemas.openxmlformats.org/officeDocument/2006/relationships/vmlDrawing" Target="../drawings/vmlDrawing124.vml"/><Relationship Id="rId5" Type="http://schemas.openxmlformats.org/officeDocument/2006/relationships/image" Target="../media/image17.emf"/><Relationship Id="rId4" Type="http://schemas.openxmlformats.org/officeDocument/2006/relationships/oleObject" Target="../embeddings/oleObject128.bin"/></Relationships>
</file>

<file path=ppt/slideLayouts/_rels/slideLayout16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0.xml"/><Relationship Id="rId1" Type="http://schemas.openxmlformats.org/officeDocument/2006/relationships/vmlDrawing" Target="../drawings/vmlDrawing125.vml"/><Relationship Id="rId5" Type="http://schemas.openxmlformats.org/officeDocument/2006/relationships/image" Target="../media/image17.emf"/><Relationship Id="rId4" Type="http://schemas.openxmlformats.org/officeDocument/2006/relationships/oleObject" Target="../embeddings/oleObject129.bin"/></Relationships>
</file>

<file path=ppt/slideLayouts/_rels/slideLayout16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1.xml"/><Relationship Id="rId1" Type="http://schemas.openxmlformats.org/officeDocument/2006/relationships/vmlDrawing" Target="../drawings/vmlDrawing126.vml"/><Relationship Id="rId5" Type="http://schemas.openxmlformats.org/officeDocument/2006/relationships/image" Target="../media/image17.emf"/><Relationship Id="rId4" Type="http://schemas.openxmlformats.org/officeDocument/2006/relationships/oleObject" Target="../embeddings/oleObject130.bin"/></Relationships>
</file>

<file path=ppt/slideLayouts/_rels/slideLayout16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2.xml"/><Relationship Id="rId1" Type="http://schemas.openxmlformats.org/officeDocument/2006/relationships/vmlDrawing" Target="../drawings/vmlDrawing127.vml"/><Relationship Id="rId5" Type="http://schemas.openxmlformats.org/officeDocument/2006/relationships/image" Target="../media/image17.emf"/><Relationship Id="rId4" Type="http://schemas.openxmlformats.org/officeDocument/2006/relationships/oleObject" Target="../embeddings/oleObject131.bin"/></Relationships>
</file>

<file path=ppt/slideLayouts/_rels/slideLayout16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3.xml"/><Relationship Id="rId1" Type="http://schemas.openxmlformats.org/officeDocument/2006/relationships/vmlDrawing" Target="../drawings/vmlDrawing128.vml"/><Relationship Id="rId5" Type="http://schemas.openxmlformats.org/officeDocument/2006/relationships/image" Target="../media/image17.emf"/><Relationship Id="rId4" Type="http://schemas.openxmlformats.org/officeDocument/2006/relationships/oleObject" Target="../embeddings/oleObject132.bin"/></Relationships>
</file>

<file path=ppt/slideLayouts/_rels/slideLayout16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4.xml"/><Relationship Id="rId1" Type="http://schemas.openxmlformats.org/officeDocument/2006/relationships/vmlDrawing" Target="../drawings/vmlDrawing129.vml"/><Relationship Id="rId5" Type="http://schemas.openxmlformats.org/officeDocument/2006/relationships/image" Target="../media/image17.emf"/><Relationship Id="rId4" Type="http://schemas.openxmlformats.org/officeDocument/2006/relationships/oleObject" Target="../embeddings/oleObject133.bin"/></Relationships>
</file>

<file path=ppt/slideLayouts/_rels/slideLayout16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5.xml"/><Relationship Id="rId1" Type="http://schemas.openxmlformats.org/officeDocument/2006/relationships/vmlDrawing" Target="../drawings/vmlDrawing130.vml"/><Relationship Id="rId5" Type="http://schemas.openxmlformats.org/officeDocument/2006/relationships/image" Target="../media/image17.emf"/><Relationship Id="rId4" Type="http://schemas.openxmlformats.org/officeDocument/2006/relationships/oleObject" Target="../embeddings/oleObject134.bin"/></Relationships>
</file>

<file path=ppt/slideLayouts/_rels/slideLayout16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6.xml"/><Relationship Id="rId1" Type="http://schemas.openxmlformats.org/officeDocument/2006/relationships/vmlDrawing" Target="../drawings/vmlDrawing131.vml"/><Relationship Id="rId5" Type="http://schemas.openxmlformats.org/officeDocument/2006/relationships/image" Target="../media/image17.emf"/><Relationship Id="rId4" Type="http://schemas.openxmlformats.org/officeDocument/2006/relationships/oleObject" Target="../embeddings/oleObject135.bin"/></Relationships>
</file>

<file path=ppt/slideLayouts/_rels/slideLayout16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7.xml"/><Relationship Id="rId1" Type="http://schemas.openxmlformats.org/officeDocument/2006/relationships/vmlDrawing" Target="../drawings/vmlDrawing132.vml"/><Relationship Id="rId5" Type="http://schemas.openxmlformats.org/officeDocument/2006/relationships/image" Target="../media/image17.emf"/><Relationship Id="rId4" Type="http://schemas.openxmlformats.org/officeDocument/2006/relationships/oleObject" Target="../embeddings/oleObject136.bin"/></Relationships>
</file>

<file path=ppt/slideLayouts/_rels/slideLayout17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8.xml"/><Relationship Id="rId1" Type="http://schemas.openxmlformats.org/officeDocument/2006/relationships/vmlDrawing" Target="../drawings/vmlDrawing133.vml"/><Relationship Id="rId5" Type="http://schemas.openxmlformats.org/officeDocument/2006/relationships/image" Target="../media/image17.emf"/><Relationship Id="rId4" Type="http://schemas.openxmlformats.org/officeDocument/2006/relationships/oleObject" Target="../embeddings/oleObject137.bin"/></Relationships>
</file>

<file path=ppt/slideLayouts/_rels/slideLayout17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9.xml"/><Relationship Id="rId1" Type="http://schemas.openxmlformats.org/officeDocument/2006/relationships/vmlDrawing" Target="../drawings/vmlDrawing134.vml"/><Relationship Id="rId5" Type="http://schemas.openxmlformats.org/officeDocument/2006/relationships/image" Target="../media/image17.emf"/><Relationship Id="rId4" Type="http://schemas.openxmlformats.org/officeDocument/2006/relationships/oleObject" Target="../embeddings/oleObject138.bin"/></Relationships>
</file>

<file path=ppt/slideLayouts/_rels/slideLayout17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0.xml"/><Relationship Id="rId1" Type="http://schemas.openxmlformats.org/officeDocument/2006/relationships/vmlDrawing" Target="../drawings/vmlDrawing135.vml"/><Relationship Id="rId5" Type="http://schemas.openxmlformats.org/officeDocument/2006/relationships/image" Target="../media/image17.emf"/><Relationship Id="rId4" Type="http://schemas.openxmlformats.org/officeDocument/2006/relationships/oleObject" Target="../embeddings/oleObject139.bin"/></Relationships>
</file>

<file path=ppt/slideLayouts/_rels/slideLayout17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1.xml"/><Relationship Id="rId1" Type="http://schemas.openxmlformats.org/officeDocument/2006/relationships/vmlDrawing" Target="../drawings/vmlDrawing136.vml"/><Relationship Id="rId5" Type="http://schemas.openxmlformats.org/officeDocument/2006/relationships/image" Target="../media/image17.emf"/><Relationship Id="rId4" Type="http://schemas.openxmlformats.org/officeDocument/2006/relationships/oleObject" Target="../embeddings/oleObject140.bin"/></Relationships>
</file>

<file path=ppt/slideLayouts/_rels/slideLayout17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2.xml"/><Relationship Id="rId1" Type="http://schemas.openxmlformats.org/officeDocument/2006/relationships/vmlDrawing" Target="../drawings/vmlDrawing137.vml"/><Relationship Id="rId5" Type="http://schemas.openxmlformats.org/officeDocument/2006/relationships/image" Target="../media/image17.emf"/><Relationship Id="rId4" Type="http://schemas.openxmlformats.org/officeDocument/2006/relationships/oleObject" Target="../embeddings/oleObject141.bin"/></Relationships>
</file>

<file path=ppt/slideLayouts/_rels/slideLayout17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3.xml"/><Relationship Id="rId1" Type="http://schemas.openxmlformats.org/officeDocument/2006/relationships/vmlDrawing" Target="../drawings/vmlDrawing138.vml"/><Relationship Id="rId5" Type="http://schemas.openxmlformats.org/officeDocument/2006/relationships/image" Target="../media/image17.emf"/><Relationship Id="rId4" Type="http://schemas.openxmlformats.org/officeDocument/2006/relationships/oleObject" Target="../embeddings/oleObject142.bin"/></Relationships>
</file>

<file path=ppt/slideLayouts/_rels/slideLayout17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4.xml"/><Relationship Id="rId1" Type="http://schemas.openxmlformats.org/officeDocument/2006/relationships/vmlDrawing" Target="../drawings/vmlDrawing139.vml"/><Relationship Id="rId5" Type="http://schemas.openxmlformats.org/officeDocument/2006/relationships/image" Target="../media/image18.emf"/><Relationship Id="rId4" Type="http://schemas.openxmlformats.org/officeDocument/2006/relationships/oleObject" Target="../embeddings/oleObject143.bin"/></Relationships>
</file>

<file path=ppt/slideLayouts/_rels/slideLayout17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5.xml"/><Relationship Id="rId1" Type="http://schemas.openxmlformats.org/officeDocument/2006/relationships/vmlDrawing" Target="../drawings/vmlDrawing140.vml"/><Relationship Id="rId5" Type="http://schemas.openxmlformats.org/officeDocument/2006/relationships/image" Target="../media/image18.emf"/><Relationship Id="rId4" Type="http://schemas.openxmlformats.org/officeDocument/2006/relationships/oleObject" Target="../embeddings/oleObject144.bin"/></Relationships>
</file>

<file path=ppt/slideLayouts/_rels/slideLayout17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6.xml"/><Relationship Id="rId1" Type="http://schemas.openxmlformats.org/officeDocument/2006/relationships/vmlDrawing" Target="../drawings/vmlDrawing141.vml"/><Relationship Id="rId5" Type="http://schemas.openxmlformats.org/officeDocument/2006/relationships/image" Target="../media/image18.emf"/><Relationship Id="rId4" Type="http://schemas.openxmlformats.org/officeDocument/2006/relationships/oleObject" Target="../embeddings/oleObject145.bin"/></Relationships>
</file>

<file path=ppt/slideLayouts/_rels/slideLayout17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7.xml"/><Relationship Id="rId1" Type="http://schemas.openxmlformats.org/officeDocument/2006/relationships/vmlDrawing" Target="../drawings/vmlDrawing142.vml"/><Relationship Id="rId5" Type="http://schemas.openxmlformats.org/officeDocument/2006/relationships/image" Target="../media/image18.emf"/><Relationship Id="rId4" Type="http://schemas.openxmlformats.org/officeDocument/2006/relationships/oleObject" Target="../embeddings/oleObject146.bin"/></Relationships>
</file>

<file path=ppt/slideLayouts/_rels/slideLayout18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8.xml"/><Relationship Id="rId1" Type="http://schemas.openxmlformats.org/officeDocument/2006/relationships/vmlDrawing" Target="../drawings/vmlDrawing143.vml"/><Relationship Id="rId5" Type="http://schemas.openxmlformats.org/officeDocument/2006/relationships/image" Target="../media/image18.emf"/><Relationship Id="rId4" Type="http://schemas.openxmlformats.org/officeDocument/2006/relationships/oleObject" Target="../embeddings/oleObject147.bin"/></Relationships>
</file>

<file path=ppt/slideLayouts/_rels/slideLayout18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9.xml"/><Relationship Id="rId1" Type="http://schemas.openxmlformats.org/officeDocument/2006/relationships/vmlDrawing" Target="../drawings/vmlDrawing144.vml"/><Relationship Id="rId5" Type="http://schemas.openxmlformats.org/officeDocument/2006/relationships/image" Target="../media/image18.emf"/><Relationship Id="rId4" Type="http://schemas.openxmlformats.org/officeDocument/2006/relationships/oleObject" Target="../embeddings/oleObject148.bin"/></Relationships>
</file>

<file path=ppt/slideLayouts/_rels/slideLayout18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0.xml"/><Relationship Id="rId1" Type="http://schemas.openxmlformats.org/officeDocument/2006/relationships/vmlDrawing" Target="../drawings/vmlDrawing145.vml"/><Relationship Id="rId5" Type="http://schemas.openxmlformats.org/officeDocument/2006/relationships/image" Target="../media/image18.emf"/><Relationship Id="rId4" Type="http://schemas.openxmlformats.org/officeDocument/2006/relationships/oleObject" Target="../embeddings/oleObject149.bin"/></Relationships>
</file>

<file path=ppt/slideLayouts/_rels/slideLayout18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1.xml"/><Relationship Id="rId1" Type="http://schemas.openxmlformats.org/officeDocument/2006/relationships/vmlDrawing" Target="../drawings/vmlDrawing146.vml"/><Relationship Id="rId5" Type="http://schemas.openxmlformats.org/officeDocument/2006/relationships/image" Target="../media/image18.emf"/><Relationship Id="rId4" Type="http://schemas.openxmlformats.org/officeDocument/2006/relationships/oleObject" Target="../embeddings/oleObject150.bin"/></Relationships>
</file>

<file path=ppt/slideLayouts/_rels/slideLayout18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2.xml"/><Relationship Id="rId1" Type="http://schemas.openxmlformats.org/officeDocument/2006/relationships/vmlDrawing" Target="../drawings/vmlDrawing147.vml"/><Relationship Id="rId5" Type="http://schemas.openxmlformats.org/officeDocument/2006/relationships/image" Target="../media/image18.emf"/><Relationship Id="rId4" Type="http://schemas.openxmlformats.org/officeDocument/2006/relationships/oleObject" Target="../embeddings/oleObject151.bin"/></Relationships>
</file>

<file path=ppt/slideLayouts/_rels/slideLayout18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3.xml"/><Relationship Id="rId1" Type="http://schemas.openxmlformats.org/officeDocument/2006/relationships/vmlDrawing" Target="../drawings/vmlDrawing148.vml"/><Relationship Id="rId5" Type="http://schemas.openxmlformats.org/officeDocument/2006/relationships/image" Target="../media/image18.emf"/><Relationship Id="rId4" Type="http://schemas.openxmlformats.org/officeDocument/2006/relationships/oleObject" Target="../embeddings/oleObject152.bin"/></Relationships>
</file>

<file path=ppt/slideLayouts/_rels/slideLayout18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4.xml"/><Relationship Id="rId1" Type="http://schemas.openxmlformats.org/officeDocument/2006/relationships/vmlDrawing" Target="../drawings/vmlDrawing149.vml"/><Relationship Id="rId5" Type="http://schemas.openxmlformats.org/officeDocument/2006/relationships/image" Target="../media/image18.emf"/><Relationship Id="rId4" Type="http://schemas.openxmlformats.org/officeDocument/2006/relationships/oleObject" Target="../embeddings/oleObject153.bin"/></Relationships>
</file>

<file path=ppt/slideLayouts/_rels/slideLayout18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5.xml"/><Relationship Id="rId1" Type="http://schemas.openxmlformats.org/officeDocument/2006/relationships/vmlDrawing" Target="../drawings/vmlDrawing150.vml"/><Relationship Id="rId5" Type="http://schemas.openxmlformats.org/officeDocument/2006/relationships/image" Target="../media/image18.emf"/><Relationship Id="rId4" Type="http://schemas.openxmlformats.org/officeDocument/2006/relationships/oleObject" Target="../embeddings/oleObject154.bin"/></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6.xml"/><Relationship Id="rId1" Type="http://schemas.openxmlformats.org/officeDocument/2006/relationships/vmlDrawing" Target="../drawings/vmlDrawing151.vml"/><Relationship Id="rId5" Type="http://schemas.openxmlformats.org/officeDocument/2006/relationships/image" Target="../media/image16.emf"/><Relationship Id="rId4" Type="http://schemas.openxmlformats.org/officeDocument/2006/relationships/oleObject" Target="../embeddings/oleObject155.bin"/></Relationships>
</file>

<file path=ppt/slideLayouts/_rels/slideLayout19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7.xml"/><Relationship Id="rId1" Type="http://schemas.openxmlformats.org/officeDocument/2006/relationships/vmlDrawing" Target="../drawings/vmlDrawing152.vml"/><Relationship Id="rId5" Type="http://schemas.openxmlformats.org/officeDocument/2006/relationships/image" Target="../media/image19.emf"/><Relationship Id="rId4" Type="http://schemas.openxmlformats.org/officeDocument/2006/relationships/oleObject" Target="../embeddings/oleObject156.bin"/></Relationships>
</file>

<file path=ppt/slideLayouts/_rels/slideLayout19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8.xml"/><Relationship Id="rId1" Type="http://schemas.openxmlformats.org/officeDocument/2006/relationships/vmlDrawing" Target="../drawings/vmlDrawing153.vml"/><Relationship Id="rId5" Type="http://schemas.openxmlformats.org/officeDocument/2006/relationships/image" Target="../media/image19.emf"/><Relationship Id="rId4" Type="http://schemas.openxmlformats.org/officeDocument/2006/relationships/oleObject" Target="../embeddings/oleObject157.bin"/></Relationships>
</file>

<file path=ppt/slideLayouts/_rels/slideLayout19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9.xml"/><Relationship Id="rId1" Type="http://schemas.openxmlformats.org/officeDocument/2006/relationships/vmlDrawing" Target="../drawings/vmlDrawing154.vml"/><Relationship Id="rId5" Type="http://schemas.openxmlformats.org/officeDocument/2006/relationships/image" Target="../media/image19.emf"/><Relationship Id="rId4" Type="http://schemas.openxmlformats.org/officeDocument/2006/relationships/oleObject" Target="../embeddings/oleObject158.bin"/></Relationships>
</file>

<file path=ppt/slideLayouts/_rels/slideLayout19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0.xml"/><Relationship Id="rId1" Type="http://schemas.openxmlformats.org/officeDocument/2006/relationships/vmlDrawing" Target="../drawings/vmlDrawing155.vml"/><Relationship Id="rId5" Type="http://schemas.openxmlformats.org/officeDocument/2006/relationships/image" Target="../media/image19.emf"/><Relationship Id="rId4" Type="http://schemas.openxmlformats.org/officeDocument/2006/relationships/oleObject" Target="../embeddings/oleObject159.bin"/></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1.xml"/><Relationship Id="rId1" Type="http://schemas.openxmlformats.org/officeDocument/2006/relationships/vmlDrawing" Target="../drawings/vmlDrawing156.vml"/><Relationship Id="rId5" Type="http://schemas.openxmlformats.org/officeDocument/2006/relationships/image" Target="../media/image16.emf"/><Relationship Id="rId4" Type="http://schemas.openxmlformats.org/officeDocument/2006/relationships/oleObject" Target="../embeddings/oleObject160.bin"/></Relationships>
</file>

<file path=ppt/slideLayouts/_rels/slideLayout20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2.xml"/><Relationship Id="rId1" Type="http://schemas.openxmlformats.org/officeDocument/2006/relationships/vmlDrawing" Target="../drawings/vmlDrawing157.vml"/><Relationship Id="rId5" Type="http://schemas.openxmlformats.org/officeDocument/2006/relationships/image" Target="../media/image20.emf"/><Relationship Id="rId4" Type="http://schemas.openxmlformats.org/officeDocument/2006/relationships/oleObject" Target="../embeddings/oleObject161.bin"/></Relationships>
</file>

<file path=ppt/slideLayouts/_rels/slideLayout20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3.xml"/><Relationship Id="rId1" Type="http://schemas.openxmlformats.org/officeDocument/2006/relationships/vmlDrawing" Target="../drawings/vmlDrawing158.vml"/><Relationship Id="rId5" Type="http://schemas.openxmlformats.org/officeDocument/2006/relationships/image" Target="../media/image20.emf"/><Relationship Id="rId4" Type="http://schemas.openxmlformats.org/officeDocument/2006/relationships/oleObject" Target="../embeddings/oleObject162.bin"/></Relationships>
</file>

<file path=ppt/slideLayouts/_rels/slideLayout20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4.xml"/><Relationship Id="rId1" Type="http://schemas.openxmlformats.org/officeDocument/2006/relationships/vmlDrawing" Target="../drawings/vmlDrawing159.vml"/><Relationship Id="rId5" Type="http://schemas.openxmlformats.org/officeDocument/2006/relationships/image" Target="../media/image20.emf"/><Relationship Id="rId4" Type="http://schemas.openxmlformats.org/officeDocument/2006/relationships/oleObject" Target="../embeddings/oleObject163.bin"/></Relationships>
</file>

<file path=ppt/slideLayouts/_rels/slideLayout20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5.xml"/><Relationship Id="rId1" Type="http://schemas.openxmlformats.org/officeDocument/2006/relationships/vmlDrawing" Target="../drawings/vmlDrawing160.vml"/><Relationship Id="rId5" Type="http://schemas.openxmlformats.org/officeDocument/2006/relationships/image" Target="../media/image20.emf"/><Relationship Id="rId4" Type="http://schemas.openxmlformats.org/officeDocument/2006/relationships/oleObject" Target="../embeddings/oleObject164.bin"/></Relationships>
</file>

<file path=ppt/slideLayouts/_rels/slideLayout20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6.xml"/><Relationship Id="rId1" Type="http://schemas.openxmlformats.org/officeDocument/2006/relationships/vmlDrawing" Target="../drawings/vmlDrawing161.vml"/><Relationship Id="rId5" Type="http://schemas.openxmlformats.org/officeDocument/2006/relationships/image" Target="../media/image20.emf"/><Relationship Id="rId4" Type="http://schemas.openxmlformats.org/officeDocument/2006/relationships/oleObject" Target="../embeddings/oleObject165.bin"/></Relationships>
</file>

<file path=ppt/slideLayouts/_rels/slideLayout20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7.xml"/><Relationship Id="rId1" Type="http://schemas.openxmlformats.org/officeDocument/2006/relationships/vmlDrawing" Target="../drawings/vmlDrawing162.vml"/><Relationship Id="rId5" Type="http://schemas.openxmlformats.org/officeDocument/2006/relationships/image" Target="../media/image20.emf"/><Relationship Id="rId4" Type="http://schemas.openxmlformats.org/officeDocument/2006/relationships/oleObject" Target="../embeddings/oleObject166.bin"/></Relationships>
</file>

<file path=ppt/slideLayouts/_rels/slideLayout20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8.xml"/><Relationship Id="rId1" Type="http://schemas.openxmlformats.org/officeDocument/2006/relationships/vmlDrawing" Target="../drawings/vmlDrawing163.vml"/><Relationship Id="rId5" Type="http://schemas.openxmlformats.org/officeDocument/2006/relationships/image" Target="../media/image20.emf"/><Relationship Id="rId4" Type="http://schemas.openxmlformats.org/officeDocument/2006/relationships/oleObject" Target="../embeddings/oleObject167.bin"/></Relationships>
</file>

<file path=ppt/slideLayouts/_rels/slideLayout20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9.xml"/><Relationship Id="rId1" Type="http://schemas.openxmlformats.org/officeDocument/2006/relationships/vmlDrawing" Target="../drawings/vmlDrawing164.vml"/><Relationship Id="rId5" Type="http://schemas.openxmlformats.org/officeDocument/2006/relationships/image" Target="../media/image20.emf"/><Relationship Id="rId4" Type="http://schemas.openxmlformats.org/officeDocument/2006/relationships/oleObject" Target="../embeddings/oleObject168.bin"/></Relationships>
</file>

<file path=ppt/slideLayouts/_rels/slideLayout20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0.xml"/><Relationship Id="rId1" Type="http://schemas.openxmlformats.org/officeDocument/2006/relationships/vmlDrawing" Target="../drawings/vmlDrawing165.vml"/><Relationship Id="rId5" Type="http://schemas.openxmlformats.org/officeDocument/2006/relationships/image" Target="../media/image16.emf"/><Relationship Id="rId4" Type="http://schemas.openxmlformats.org/officeDocument/2006/relationships/oleObject" Target="../embeddings/oleObject169.bin"/></Relationships>
</file>

<file path=ppt/slideLayouts/_rels/slideLayout20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1.xml"/><Relationship Id="rId1" Type="http://schemas.openxmlformats.org/officeDocument/2006/relationships/vmlDrawing" Target="../drawings/vmlDrawing166.vml"/><Relationship Id="rId5" Type="http://schemas.openxmlformats.org/officeDocument/2006/relationships/image" Target="../media/image21.emf"/><Relationship Id="rId4" Type="http://schemas.openxmlformats.org/officeDocument/2006/relationships/oleObject" Target="../embeddings/oleObject170.bin"/></Relationships>
</file>

<file path=ppt/slideLayouts/_rels/slideLayout21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2.xml"/><Relationship Id="rId1" Type="http://schemas.openxmlformats.org/officeDocument/2006/relationships/vmlDrawing" Target="../drawings/vmlDrawing167.vml"/><Relationship Id="rId5" Type="http://schemas.openxmlformats.org/officeDocument/2006/relationships/image" Target="../media/image21.emf"/><Relationship Id="rId4" Type="http://schemas.openxmlformats.org/officeDocument/2006/relationships/oleObject" Target="../embeddings/oleObject171.bin"/></Relationships>
</file>

<file path=ppt/slideLayouts/_rels/slideLayout21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3.xml"/><Relationship Id="rId1" Type="http://schemas.openxmlformats.org/officeDocument/2006/relationships/vmlDrawing" Target="../drawings/vmlDrawing168.vml"/><Relationship Id="rId5" Type="http://schemas.openxmlformats.org/officeDocument/2006/relationships/image" Target="../media/image21.emf"/><Relationship Id="rId4" Type="http://schemas.openxmlformats.org/officeDocument/2006/relationships/oleObject" Target="../embeddings/oleObject172.bin"/></Relationships>
</file>

<file path=ppt/slideLayouts/_rels/slideLayout21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4.xml"/><Relationship Id="rId1" Type="http://schemas.openxmlformats.org/officeDocument/2006/relationships/vmlDrawing" Target="../drawings/vmlDrawing169.vml"/><Relationship Id="rId6" Type="http://schemas.openxmlformats.org/officeDocument/2006/relationships/image" Target="../media/image23.svg"/><Relationship Id="rId5" Type="http://schemas.openxmlformats.org/officeDocument/2006/relationships/image" Target="../media/image21.emf"/><Relationship Id="rId4" Type="http://schemas.openxmlformats.org/officeDocument/2006/relationships/oleObject" Target="../embeddings/oleObject173.bin"/></Relationships>
</file>

<file path=ppt/slideLayouts/_rels/slideLayout21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5.xml"/><Relationship Id="rId1" Type="http://schemas.openxmlformats.org/officeDocument/2006/relationships/vmlDrawing" Target="../drawings/vmlDrawing170.vml"/><Relationship Id="rId6" Type="http://schemas.openxmlformats.org/officeDocument/2006/relationships/image" Target="../media/image24.svg"/><Relationship Id="rId5" Type="http://schemas.openxmlformats.org/officeDocument/2006/relationships/image" Target="../media/image21.emf"/><Relationship Id="rId4" Type="http://schemas.openxmlformats.org/officeDocument/2006/relationships/oleObject" Target="../embeddings/oleObject174.bin"/></Relationships>
</file>

<file path=ppt/slideLayouts/_rels/slideLayout21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6.xml"/><Relationship Id="rId1" Type="http://schemas.openxmlformats.org/officeDocument/2006/relationships/vmlDrawing" Target="../drawings/vmlDrawing171.vml"/><Relationship Id="rId5" Type="http://schemas.openxmlformats.org/officeDocument/2006/relationships/image" Target="../media/image21.emf"/><Relationship Id="rId4" Type="http://schemas.openxmlformats.org/officeDocument/2006/relationships/oleObject" Target="../embeddings/oleObject175.bin"/></Relationships>
</file>

<file path=ppt/slideLayouts/_rels/slideLayout21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7.xml"/><Relationship Id="rId1" Type="http://schemas.openxmlformats.org/officeDocument/2006/relationships/vmlDrawing" Target="../drawings/vmlDrawing172.vml"/><Relationship Id="rId5" Type="http://schemas.openxmlformats.org/officeDocument/2006/relationships/image" Target="../media/image21.emf"/><Relationship Id="rId4" Type="http://schemas.openxmlformats.org/officeDocument/2006/relationships/oleObject" Target="../embeddings/oleObject176.bin"/></Relationships>
</file>

<file path=ppt/slideLayouts/_rels/slideLayout21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8.xml"/><Relationship Id="rId1" Type="http://schemas.openxmlformats.org/officeDocument/2006/relationships/vmlDrawing" Target="../drawings/vmlDrawing173.vml"/><Relationship Id="rId5" Type="http://schemas.openxmlformats.org/officeDocument/2006/relationships/image" Target="../media/image21.emf"/><Relationship Id="rId4" Type="http://schemas.openxmlformats.org/officeDocument/2006/relationships/oleObject" Target="../embeddings/oleObject177.bin"/></Relationships>
</file>

<file path=ppt/slideLayouts/_rels/slideLayout21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9.xml"/><Relationship Id="rId1" Type="http://schemas.openxmlformats.org/officeDocument/2006/relationships/vmlDrawing" Target="../drawings/vmlDrawing174.vml"/><Relationship Id="rId5" Type="http://schemas.openxmlformats.org/officeDocument/2006/relationships/image" Target="../media/image21.emf"/><Relationship Id="rId4" Type="http://schemas.openxmlformats.org/officeDocument/2006/relationships/oleObject" Target="../embeddings/oleObject178.bin"/></Relationships>
</file>

<file path=ppt/slideLayouts/_rels/slideLayout21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0.xml"/><Relationship Id="rId1" Type="http://schemas.openxmlformats.org/officeDocument/2006/relationships/vmlDrawing" Target="../drawings/vmlDrawing175.vml"/><Relationship Id="rId5" Type="http://schemas.openxmlformats.org/officeDocument/2006/relationships/image" Target="../media/image16.emf"/><Relationship Id="rId4" Type="http://schemas.openxmlformats.org/officeDocument/2006/relationships/oleObject" Target="../embeddings/oleObject179.bin"/></Relationships>
</file>

<file path=ppt/slideLayouts/_rels/slideLayout21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1.xml"/><Relationship Id="rId1" Type="http://schemas.openxmlformats.org/officeDocument/2006/relationships/vmlDrawing" Target="../drawings/vmlDrawing176.vml"/><Relationship Id="rId5" Type="http://schemas.openxmlformats.org/officeDocument/2006/relationships/image" Target="../media/image22.emf"/><Relationship Id="rId4" Type="http://schemas.openxmlformats.org/officeDocument/2006/relationships/oleObject" Target="../embeddings/oleObject180.bin"/></Relationships>
</file>

<file path=ppt/slideLayouts/_rels/slideLayout22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2.xml"/><Relationship Id="rId1" Type="http://schemas.openxmlformats.org/officeDocument/2006/relationships/vmlDrawing" Target="../drawings/vmlDrawing177.vml"/><Relationship Id="rId5" Type="http://schemas.openxmlformats.org/officeDocument/2006/relationships/image" Target="../media/image22.emf"/><Relationship Id="rId4" Type="http://schemas.openxmlformats.org/officeDocument/2006/relationships/oleObject" Target="../embeddings/oleObject181.bin"/></Relationships>
</file>

<file path=ppt/slideLayouts/_rels/slideLayout22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3.xml"/><Relationship Id="rId1" Type="http://schemas.openxmlformats.org/officeDocument/2006/relationships/vmlDrawing" Target="../drawings/vmlDrawing178.vml"/><Relationship Id="rId5" Type="http://schemas.openxmlformats.org/officeDocument/2006/relationships/image" Target="../media/image22.emf"/><Relationship Id="rId4" Type="http://schemas.openxmlformats.org/officeDocument/2006/relationships/oleObject" Target="../embeddings/oleObject182.bin"/></Relationships>
</file>

<file path=ppt/slideLayouts/_rels/slideLayout22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4.xml"/><Relationship Id="rId1" Type="http://schemas.openxmlformats.org/officeDocument/2006/relationships/vmlDrawing" Target="../drawings/vmlDrawing179.vml"/><Relationship Id="rId5" Type="http://schemas.openxmlformats.org/officeDocument/2006/relationships/image" Target="../media/image22.emf"/><Relationship Id="rId4" Type="http://schemas.openxmlformats.org/officeDocument/2006/relationships/oleObject" Target="../embeddings/oleObject183.bin"/></Relationships>
</file>

<file path=ppt/slideLayouts/_rels/slideLayout22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5.xml"/><Relationship Id="rId1" Type="http://schemas.openxmlformats.org/officeDocument/2006/relationships/vmlDrawing" Target="../drawings/vmlDrawing180.vml"/><Relationship Id="rId5" Type="http://schemas.openxmlformats.org/officeDocument/2006/relationships/image" Target="../media/image23.emf"/><Relationship Id="rId4" Type="http://schemas.openxmlformats.org/officeDocument/2006/relationships/oleObject" Target="../embeddings/oleObject184.bin"/></Relationships>
</file>

<file path=ppt/slideLayouts/_rels/slideLayout22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6.xml"/><Relationship Id="rId1" Type="http://schemas.openxmlformats.org/officeDocument/2006/relationships/vmlDrawing" Target="../drawings/vmlDrawing181.vml"/><Relationship Id="rId5" Type="http://schemas.openxmlformats.org/officeDocument/2006/relationships/image" Target="../media/image23.emf"/><Relationship Id="rId4" Type="http://schemas.openxmlformats.org/officeDocument/2006/relationships/oleObject" Target="../embeddings/oleObject185.bin"/></Relationships>
</file>

<file path=ppt/slideLayouts/_rels/slideLayout22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7.xml"/><Relationship Id="rId1" Type="http://schemas.openxmlformats.org/officeDocument/2006/relationships/vmlDrawing" Target="../drawings/vmlDrawing182.vml"/><Relationship Id="rId5" Type="http://schemas.openxmlformats.org/officeDocument/2006/relationships/image" Target="../media/image23.emf"/><Relationship Id="rId4" Type="http://schemas.openxmlformats.org/officeDocument/2006/relationships/oleObject" Target="../embeddings/oleObject186.bin"/></Relationships>
</file>

<file path=ppt/slideLayouts/_rels/slideLayout22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8.xml"/><Relationship Id="rId1" Type="http://schemas.openxmlformats.org/officeDocument/2006/relationships/vmlDrawing" Target="../drawings/vmlDrawing183.vml"/><Relationship Id="rId5" Type="http://schemas.openxmlformats.org/officeDocument/2006/relationships/image" Target="../media/image23.emf"/><Relationship Id="rId4" Type="http://schemas.openxmlformats.org/officeDocument/2006/relationships/oleObject" Target="../embeddings/oleObject187.bin"/></Relationships>
</file>

<file path=ppt/slideLayouts/_rels/slideLayout22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9.xml"/><Relationship Id="rId1" Type="http://schemas.openxmlformats.org/officeDocument/2006/relationships/vmlDrawing" Target="../drawings/vmlDrawing184.vml"/><Relationship Id="rId5" Type="http://schemas.openxmlformats.org/officeDocument/2006/relationships/image" Target="../media/image23.emf"/><Relationship Id="rId4" Type="http://schemas.openxmlformats.org/officeDocument/2006/relationships/oleObject" Target="../embeddings/oleObject188.bin"/></Relationships>
</file>

<file path=ppt/slideLayouts/_rels/slideLayout22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0.xml"/><Relationship Id="rId1" Type="http://schemas.openxmlformats.org/officeDocument/2006/relationships/vmlDrawing" Target="../drawings/vmlDrawing185.vml"/><Relationship Id="rId5" Type="http://schemas.openxmlformats.org/officeDocument/2006/relationships/image" Target="../media/image23.emf"/><Relationship Id="rId4" Type="http://schemas.openxmlformats.org/officeDocument/2006/relationships/oleObject" Target="../embeddings/oleObject189.bin"/></Relationships>
</file>

<file path=ppt/slideLayouts/_rels/slideLayout22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1.xml"/><Relationship Id="rId1" Type="http://schemas.openxmlformats.org/officeDocument/2006/relationships/vmlDrawing" Target="../drawings/vmlDrawing186.vml"/><Relationship Id="rId5" Type="http://schemas.openxmlformats.org/officeDocument/2006/relationships/image" Target="../media/image23.emf"/><Relationship Id="rId4" Type="http://schemas.openxmlformats.org/officeDocument/2006/relationships/oleObject" Target="../embeddings/oleObject190.bin"/></Relationships>
</file>

<file path=ppt/slideLayouts/_rels/slideLayout23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2.xml"/><Relationship Id="rId1" Type="http://schemas.openxmlformats.org/officeDocument/2006/relationships/vmlDrawing" Target="../drawings/vmlDrawing187.vml"/><Relationship Id="rId5" Type="http://schemas.openxmlformats.org/officeDocument/2006/relationships/image" Target="../media/image23.emf"/><Relationship Id="rId4" Type="http://schemas.openxmlformats.org/officeDocument/2006/relationships/oleObject" Target="../embeddings/oleObject191.bin"/></Relationships>
</file>

<file path=ppt/slideLayouts/_rels/slideLayout23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3.xml"/><Relationship Id="rId1" Type="http://schemas.openxmlformats.org/officeDocument/2006/relationships/vmlDrawing" Target="../drawings/vmlDrawing188.vml"/><Relationship Id="rId5" Type="http://schemas.openxmlformats.org/officeDocument/2006/relationships/image" Target="../media/image23.emf"/><Relationship Id="rId4" Type="http://schemas.openxmlformats.org/officeDocument/2006/relationships/oleObject" Target="../embeddings/oleObject192.bin"/></Relationships>
</file>

<file path=ppt/slideLayouts/_rels/slideLayout23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4.xml"/><Relationship Id="rId1" Type="http://schemas.openxmlformats.org/officeDocument/2006/relationships/vmlDrawing" Target="../drawings/vmlDrawing189.vml"/><Relationship Id="rId5" Type="http://schemas.openxmlformats.org/officeDocument/2006/relationships/image" Target="../media/image23.emf"/><Relationship Id="rId4" Type="http://schemas.openxmlformats.org/officeDocument/2006/relationships/oleObject" Target="../embeddings/oleObject193.bin"/></Relationships>
</file>

<file path=ppt/slideLayouts/_rels/slideLayout23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5.xml"/><Relationship Id="rId1" Type="http://schemas.openxmlformats.org/officeDocument/2006/relationships/vmlDrawing" Target="../drawings/vmlDrawing190.vml"/><Relationship Id="rId5" Type="http://schemas.openxmlformats.org/officeDocument/2006/relationships/image" Target="../media/image16.emf"/><Relationship Id="rId4" Type="http://schemas.openxmlformats.org/officeDocument/2006/relationships/oleObject" Target="../embeddings/oleObject194.bin"/></Relationships>
</file>

<file path=ppt/slideLayouts/_rels/slideLayout234.xml.rels><?xml version="1.0" encoding="UTF-8" standalone="yes"?>
<Relationships xmlns="http://schemas.openxmlformats.org/package/2006/relationships"><Relationship Id="rId3" Type="http://schemas.openxmlformats.org/officeDocument/2006/relationships/tags" Target="../tags/tag197.xml"/><Relationship Id="rId7" Type="http://schemas.openxmlformats.org/officeDocument/2006/relationships/oleObject" Target="../embeddings/oleObject196.bin"/><Relationship Id="rId2" Type="http://schemas.openxmlformats.org/officeDocument/2006/relationships/tags" Target="../tags/tag196.xml"/><Relationship Id="rId1" Type="http://schemas.openxmlformats.org/officeDocument/2006/relationships/vmlDrawing" Target="../drawings/vmlDrawing191.vml"/><Relationship Id="rId6" Type="http://schemas.openxmlformats.org/officeDocument/2006/relationships/image" Target="../media/image24.emf"/><Relationship Id="rId5" Type="http://schemas.openxmlformats.org/officeDocument/2006/relationships/oleObject" Target="../embeddings/oleObject195.bin"/><Relationship Id="rId4" Type="http://schemas.openxmlformats.org/officeDocument/2006/relationships/slideMaster" Target="../slideMasters/slideMaster3.xml"/></Relationships>
</file>

<file path=ppt/slideLayouts/_rels/slideLayout235.xml.rels><?xml version="1.0" encoding="UTF-8" standalone="yes"?>
<Relationships xmlns="http://schemas.openxmlformats.org/package/2006/relationships"><Relationship Id="rId3" Type="http://schemas.openxmlformats.org/officeDocument/2006/relationships/tags" Target="../tags/tag199.xml"/><Relationship Id="rId7" Type="http://schemas.openxmlformats.org/officeDocument/2006/relationships/oleObject" Target="../embeddings/oleObject198.bin"/><Relationship Id="rId2" Type="http://schemas.openxmlformats.org/officeDocument/2006/relationships/tags" Target="../tags/tag198.xml"/><Relationship Id="rId1" Type="http://schemas.openxmlformats.org/officeDocument/2006/relationships/vmlDrawing" Target="../drawings/vmlDrawing192.vml"/><Relationship Id="rId6" Type="http://schemas.openxmlformats.org/officeDocument/2006/relationships/image" Target="../media/image24.emf"/><Relationship Id="rId5" Type="http://schemas.openxmlformats.org/officeDocument/2006/relationships/oleObject" Target="../embeddings/oleObject197.bin"/><Relationship Id="rId4" Type="http://schemas.openxmlformats.org/officeDocument/2006/relationships/slideMaster" Target="../slideMasters/slideMaster3.xml"/></Relationships>
</file>

<file path=ppt/slideLayouts/_rels/slideLayout236.xml.rels><?xml version="1.0" encoding="UTF-8" standalone="yes"?>
<Relationships xmlns="http://schemas.openxmlformats.org/package/2006/relationships"><Relationship Id="rId3" Type="http://schemas.openxmlformats.org/officeDocument/2006/relationships/tags" Target="../tags/tag201.xml"/><Relationship Id="rId7" Type="http://schemas.openxmlformats.org/officeDocument/2006/relationships/oleObject" Target="../embeddings/oleObject200.bin"/><Relationship Id="rId2" Type="http://schemas.openxmlformats.org/officeDocument/2006/relationships/tags" Target="../tags/tag200.xml"/><Relationship Id="rId1" Type="http://schemas.openxmlformats.org/officeDocument/2006/relationships/vmlDrawing" Target="../drawings/vmlDrawing193.vml"/><Relationship Id="rId6" Type="http://schemas.openxmlformats.org/officeDocument/2006/relationships/image" Target="../media/image24.emf"/><Relationship Id="rId5" Type="http://schemas.openxmlformats.org/officeDocument/2006/relationships/oleObject" Target="../embeddings/oleObject199.bin"/><Relationship Id="rId4" Type="http://schemas.openxmlformats.org/officeDocument/2006/relationships/slideMaster" Target="../slideMasters/slideMaster3.xml"/></Relationships>
</file>

<file path=ppt/slideLayouts/_rels/slideLayout237.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tags" Target="../tags/tag203.xml"/><Relationship Id="rId7" Type="http://schemas.openxmlformats.org/officeDocument/2006/relationships/image" Target="../media/image25.png"/><Relationship Id="rId2" Type="http://schemas.openxmlformats.org/officeDocument/2006/relationships/tags" Target="../tags/tag202.xml"/><Relationship Id="rId1" Type="http://schemas.openxmlformats.org/officeDocument/2006/relationships/vmlDrawing" Target="../drawings/vmlDrawing194.vml"/><Relationship Id="rId6" Type="http://schemas.openxmlformats.org/officeDocument/2006/relationships/image" Target="../media/image24.emf"/><Relationship Id="rId5" Type="http://schemas.openxmlformats.org/officeDocument/2006/relationships/oleObject" Target="../embeddings/oleObject201.bin"/><Relationship Id="rId10" Type="http://schemas.openxmlformats.org/officeDocument/2006/relationships/oleObject" Target="../embeddings/oleObject202.bin"/><Relationship Id="rId4" Type="http://schemas.openxmlformats.org/officeDocument/2006/relationships/slideMaster" Target="../slideMasters/slideMaster3.xml"/><Relationship Id="rId9" Type="http://schemas.openxmlformats.org/officeDocument/2006/relationships/image" Target="../media/image27.png"/></Relationships>
</file>

<file path=ppt/slideLayouts/_rels/slideLayout23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4.xml"/><Relationship Id="rId1" Type="http://schemas.openxmlformats.org/officeDocument/2006/relationships/vmlDrawing" Target="../drawings/vmlDrawing195.vml"/><Relationship Id="rId5" Type="http://schemas.openxmlformats.org/officeDocument/2006/relationships/image" Target="../media/image24.emf"/><Relationship Id="rId4" Type="http://schemas.openxmlformats.org/officeDocument/2006/relationships/oleObject" Target="../embeddings/oleObject203.bin"/></Relationships>
</file>

<file path=ppt/slideLayouts/_rels/slideLayout23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5.xml"/><Relationship Id="rId1" Type="http://schemas.openxmlformats.org/officeDocument/2006/relationships/vmlDrawing" Target="../drawings/vmlDrawing196.vml"/><Relationship Id="rId5" Type="http://schemas.openxmlformats.org/officeDocument/2006/relationships/image" Target="../media/image24.emf"/><Relationship Id="rId4" Type="http://schemas.openxmlformats.org/officeDocument/2006/relationships/oleObject" Target="../embeddings/oleObject204.bin"/></Relationships>
</file>

<file path=ppt/slideLayouts/_rels/slideLayout24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6.xml"/><Relationship Id="rId1" Type="http://schemas.openxmlformats.org/officeDocument/2006/relationships/vmlDrawing" Target="../drawings/vmlDrawing197.vml"/><Relationship Id="rId5" Type="http://schemas.openxmlformats.org/officeDocument/2006/relationships/image" Target="../media/image24.emf"/><Relationship Id="rId4" Type="http://schemas.openxmlformats.org/officeDocument/2006/relationships/oleObject" Target="../embeddings/oleObject205.bin"/></Relationships>
</file>

<file path=ppt/slideLayouts/_rels/slideLayout24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7.xml"/><Relationship Id="rId1" Type="http://schemas.openxmlformats.org/officeDocument/2006/relationships/vmlDrawing" Target="../drawings/vmlDrawing198.vml"/><Relationship Id="rId6" Type="http://schemas.openxmlformats.org/officeDocument/2006/relationships/image" Target="../media/image28.png"/><Relationship Id="rId5" Type="http://schemas.openxmlformats.org/officeDocument/2006/relationships/image" Target="../media/image24.emf"/><Relationship Id="rId4" Type="http://schemas.openxmlformats.org/officeDocument/2006/relationships/oleObject" Target="../embeddings/oleObject206.bin"/></Relationships>
</file>

<file path=ppt/slideLayouts/_rels/slideLayout24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8.xml"/><Relationship Id="rId1" Type="http://schemas.openxmlformats.org/officeDocument/2006/relationships/vmlDrawing" Target="../drawings/vmlDrawing199.vml"/><Relationship Id="rId6" Type="http://schemas.openxmlformats.org/officeDocument/2006/relationships/image" Target="../media/image28.png"/><Relationship Id="rId5" Type="http://schemas.openxmlformats.org/officeDocument/2006/relationships/image" Target="../media/image24.emf"/><Relationship Id="rId4" Type="http://schemas.openxmlformats.org/officeDocument/2006/relationships/oleObject" Target="../embeddings/oleObject207.bin"/></Relationships>
</file>

<file path=ppt/slideLayouts/_rels/slideLayout24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9.xml"/><Relationship Id="rId1" Type="http://schemas.openxmlformats.org/officeDocument/2006/relationships/vmlDrawing" Target="../drawings/vmlDrawing200.vml"/><Relationship Id="rId6" Type="http://schemas.openxmlformats.org/officeDocument/2006/relationships/image" Target="../media/image29.png"/><Relationship Id="rId5" Type="http://schemas.openxmlformats.org/officeDocument/2006/relationships/image" Target="../media/image24.emf"/><Relationship Id="rId4" Type="http://schemas.openxmlformats.org/officeDocument/2006/relationships/oleObject" Target="../embeddings/oleObject208.bin"/></Relationships>
</file>

<file path=ppt/slideLayouts/_rels/slideLayout24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0.xml"/><Relationship Id="rId1" Type="http://schemas.openxmlformats.org/officeDocument/2006/relationships/vmlDrawing" Target="../drawings/vmlDrawing201.vml"/><Relationship Id="rId6" Type="http://schemas.openxmlformats.org/officeDocument/2006/relationships/image" Target="../media/image29.png"/><Relationship Id="rId5" Type="http://schemas.openxmlformats.org/officeDocument/2006/relationships/image" Target="../media/image24.emf"/><Relationship Id="rId4" Type="http://schemas.openxmlformats.org/officeDocument/2006/relationships/oleObject" Target="../embeddings/oleObject209.bin"/></Relationships>
</file>

<file path=ppt/slideLayouts/_rels/slideLayout24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1.xml"/><Relationship Id="rId1" Type="http://schemas.openxmlformats.org/officeDocument/2006/relationships/vmlDrawing" Target="../drawings/vmlDrawing202.vml"/><Relationship Id="rId6" Type="http://schemas.openxmlformats.org/officeDocument/2006/relationships/image" Target="../media/image33.svg"/><Relationship Id="rId5" Type="http://schemas.openxmlformats.org/officeDocument/2006/relationships/image" Target="../media/image24.emf"/><Relationship Id="rId4" Type="http://schemas.openxmlformats.org/officeDocument/2006/relationships/oleObject" Target="../embeddings/oleObject210.bin"/></Relationships>
</file>

<file path=ppt/slideLayouts/_rels/slideLayout24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2.xml"/><Relationship Id="rId1" Type="http://schemas.openxmlformats.org/officeDocument/2006/relationships/vmlDrawing" Target="../drawings/vmlDrawing203.vml"/><Relationship Id="rId6" Type="http://schemas.openxmlformats.org/officeDocument/2006/relationships/image" Target="../media/image34.svg"/><Relationship Id="rId5" Type="http://schemas.openxmlformats.org/officeDocument/2006/relationships/image" Target="../media/image24.emf"/><Relationship Id="rId4" Type="http://schemas.openxmlformats.org/officeDocument/2006/relationships/oleObject" Target="../embeddings/oleObject211.bin"/></Relationships>
</file>

<file path=ppt/slideLayouts/_rels/slideLayout24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3.xml"/><Relationship Id="rId1" Type="http://schemas.openxmlformats.org/officeDocument/2006/relationships/vmlDrawing" Target="../drawings/vmlDrawing204.vml"/><Relationship Id="rId5" Type="http://schemas.openxmlformats.org/officeDocument/2006/relationships/image" Target="../media/image16.emf"/><Relationship Id="rId4" Type="http://schemas.openxmlformats.org/officeDocument/2006/relationships/oleObject" Target="../embeddings/oleObject212.bin"/></Relationships>
</file>

<file path=ppt/slideLayouts/_rels/slideLayout24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4.xml"/><Relationship Id="rId1" Type="http://schemas.openxmlformats.org/officeDocument/2006/relationships/vmlDrawing" Target="../drawings/vmlDrawing205.vml"/><Relationship Id="rId5" Type="http://schemas.openxmlformats.org/officeDocument/2006/relationships/image" Target="../media/image30.emf"/><Relationship Id="rId4" Type="http://schemas.openxmlformats.org/officeDocument/2006/relationships/oleObject" Target="../embeddings/oleObject213.bin"/></Relationships>
</file>

<file path=ppt/slideLayouts/_rels/slideLayout24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5.xml"/><Relationship Id="rId1" Type="http://schemas.openxmlformats.org/officeDocument/2006/relationships/vmlDrawing" Target="../drawings/vmlDrawing206.vml"/><Relationship Id="rId5" Type="http://schemas.openxmlformats.org/officeDocument/2006/relationships/image" Target="../media/image30.emf"/><Relationship Id="rId4" Type="http://schemas.openxmlformats.org/officeDocument/2006/relationships/oleObject" Target="../embeddings/oleObject214.bin"/></Relationships>
</file>

<file path=ppt/slideLayouts/_rels/slideLayout25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6.xml"/><Relationship Id="rId1" Type="http://schemas.openxmlformats.org/officeDocument/2006/relationships/vmlDrawing" Target="../drawings/vmlDrawing207.vml"/><Relationship Id="rId5" Type="http://schemas.openxmlformats.org/officeDocument/2006/relationships/image" Target="../media/image31.emf"/><Relationship Id="rId4" Type="http://schemas.openxmlformats.org/officeDocument/2006/relationships/oleObject" Target="../embeddings/oleObject215.bin"/></Relationships>
</file>

<file path=ppt/slideLayouts/_rels/slideLayout25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7.xml"/><Relationship Id="rId1" Type="http://schemas.openxmlformats.org/officeDocument/2006/relationships/vmlDrawing" Target="../drawings/vmlDrawing208.vml"/><Relationship Id="rId5" Type="http://schemas.openxmlformats.org/officeDocument/2006/relationships/image" Target="../media/image31.emf"/><Relationship Id="rId4" Type="http://schemas.openxmlformats.org/officeDocument/2006/relationships/oleObject" Target="../embeddings/oleObject216.bin"/></Relationships>
</file>

<file path=ppt/slideLayouts/_rels/slideLayout25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8.xml"/><Relationship Id="rId1" Type="http://schemas.openxmlformats.org/officeDocument/2006/relationships/vmlDrawing" Target="../drawings/vmlDrawing209.vml"/><Relationship Id="rId5" Type="http://schemas.openxmlformats.org/officeDocument/2006/relationships/image" Target="../media/image16.emf"/><Relationship Id="rId4" Type="http://schemas.openxmlformats.org/officeDocument/2006/relationships/oleObject" Target="../embeddings/oleObject217.bin"/></Relationships>
</file>

<file path=ppt/slideLayouts/_rels/slideLayout25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9.xml"/><Relationship Id="rId1" Type="http://schemas.openxmlformats.org/officeDocument/2006/relationships/vmlDrawing" Target="../drawings/vmlDrawing210.vml"/><Relationship Id="rId5" Type="http://schemas.openxmlformats.org/officeDocument/2006/relationships/image" Target="../media/image32.emf"/><Relationship Id="rId4" Type="http://schemas.openxmlformats.org/officeDocument/2006/relationships/oleObject" Target="../embeddings/oleObject218.bin"/></Relationships>
</file>

<file path=ppt/slideLayouts/_rels/slideLayout25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0.xml"/><Relationship Id="rId1" Type="http://schemas.openxmlformats.org/officeDocument/2006/relationships/vmlDrawing" Target="../drawings/vmlDrawing211.vml"/><Relationship Id="rId5" Type="http://schemas.openxmlformats.org/officeDocument/2006/relationships/image" Target="../media/image32.emf"/><Relationship Id="rId4" Type="http://schemas.openxmlformats.org/officeDocument/2006/relationships/oleObject" Target="../embeddings/oleObject219.bin"/></Relationships>
</file>

<file path=ppt/slideLayouts/_rels/slideLayout25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1.xml"/><Relationship Id="rId1" Type="http://schemas.openxmlformats.org/officeDocument/2006/relationships/vmlDrawing" Target="../drawings/vmlDrawing212.vml"/><Relationship Id="rId5" Type="http://schemas.openxmlformats.org/officeDocument/2006/relationships/image" Target="../media/image32.emf"/><Relationship Id="rId4" Type="http://schemas.openxmlformats.org/officeDocument/2006/relationships/oleObject" Target="../embeddings/oleObject220.bin"/></Relationships>
</file>

<file path=ppt/slideLayouts/_rels/slideLayout25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2.xml"/><Relationship Id="rId1" Type="http://schemas.openxmlformats.org/officeDocument/2006/relationships/vmlDrawing" Target="../drawings/vmlDrawing213.vml"/><Relationship Id="rId5" Type="http://schemas.openxmlformats.org/officeDocument/2006/relationships/image" Target="../media/image32.emf"/><Relationship Id="rId4" Type="http://schemas.openxmlformats.org/officeDocument/2006/relationships/oleObject" Target="../embeddings/oleObject221.bin"/></Relationships>
</file>

<file path=ppt/slideLayouts/_rels/slideLayout25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3.xml"/><Relationship Id="rId1" Type="http://schemas.openxmlformats.org/officeDocument/2006/relationships/vmlDrawing" Target="../drawings/vmlDrawing214.vml"/><Relationship Id="rId5" Type="http://schemas.openxmlformats.org/officeDocument/2006/relationships/image" Target="../media/image32.emf"/><Relationship Id="rId4" Type="http://schemas.openxmlformats.org/officeDocument/2006/relationships/oleObject" Target="../embeddings/oleObject222.bin"/></Relationships>
</file>

<file path=ppt/slideLayouts/_rels/slideLayout25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4.xml"/><Relationship Id="rId1" Type="http://schemas.openxmlformats.org/officeDocument/2006/relationships/vmlDrawing" Target="../drawings/vmlDrawing215.vml"/><Relationship Id="rId5" Type="http://schemas.openxmlformats.org/officeDocument/2006/relationships/image" Target="../media/image32.emf"/><Relationship Id="rId4" Type="http://schemas.openxmlformats.org/officeDocument/2006/relationships/oleObject" Target="../embeddings/oleObject223.bin"/></Relationships>
</file>

<file path=ppt/slideLayouts/_rels/slideLayout25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5.xml"/><Relationship Id="rId1" Type="http://schemas.openxmlformats.org/officeDocument/2006/relationships/vmlDrawing" Target="../drawings/vmlDrawing216.vml"/><Relationship Id="rId5" Type="http://schemas.openxmlformats.org/officeDocument/2006/relationships/image" Target="../media/image16.emf"/><Relationship Id="rId4" Type="http://schemas.openxmlformats.org/officeDocument/2006/relationships/oleObject" Target="../embeddings/oleObject224.bin"/></Relationships>
</file>

<file path=ppt/slideLayouts/_rels/slideLayout260.xml.rels><?xml version="1.0" encoding="UTF-8" standalone="yes"?>
<Relationships xmlns="http://schemas.openxmlformats.org/package/2006/relationships"><Relationship Id="rId3" Type="http://schemas.openxmlformats.org/officeDocument/2006/relationships/slideMaster" Target="../slideMasters/slideMaster3.xml"/><Relationship Id="rId7" Type="http://schemas.openxmlformats.org/officeDocument/2006/relationships/image" Target="../media/image40.svg"/><Relationship Id="rId2" Type="http://schemas.openxmlformats.org/officeDocument/2006/relationships/tags" Target="../tags/tag226.xml"/><Relationship Id="rId1" Type="http://schemas.openxmlformats.org/officeDocument/2006/relationships/vmlDrawing" Target="../drawings/vmlDrawing217.vml"/><Relationship Id="rId6" Type="http://schemas.openxmlformats.org/officeDocument/2006/relationships/image" Target="../media/image33.emf"/><Relationship Id="rId5" Type="http://schemas.openxmlformats.org/officeDocument/2006/relationships/oleObject" Target="../embeddings/oleObject225.bin"/><Relationship Id="rId4" Type="http://schemas.openxmlformats.org/officeDocument/2006/relationships/image" Target="../media/image38.svg"/></Relationships>
</file>

<file path=ppt/slideLayouts/_rels/slideLayout261.xml.rels><?xml version="1.0" encoding="UTF-8" standalone="yes"?>
<Relationships xmlns="http://schemas.openxmlformats.org/package/2006/relationships"><Relationship Id="rId3" Type="http://schemas.openxmlformats.org/officeDocument/2006/relationships/slideMaster" Target="../slideMasters/slideMaster3.xml"/><Relationship Id="rId7" Type="http://schemas.openxmlformats.org/officeDocument/2006/relationships/image" Target="../media/image40.svg"/><Relationship Id="rId2" Type="http://schemas.openxmlformats.org/officeDocument/2006/relationships/tags" Target="../tags/tag227.xml"/><Relationship Id="rId1" Type="http://schemas.openxmlformats.org/officeDocument/2006/relationships/vmlDrawing" Target="../drawings/vmlDrawing218.vml"/><Relationship Id="rId6" Type="http://schemas.openxmlformats.org/officeDocument/2006/relationships/image" Target="../media/image33.emf"/><Relationship Id="rId5" Type="http://schemas.openxmlformats.org/officeDocument/2006/relationships/oleObject" Target="../embeddings/oleObject226.bin"/><Relationship Id="rId4" Type="http://schemas.openxmlformats.org/officeDocument/2006/relationships/image" Target="../media/image23.svg"/></Relationships>
</file>

<file path=ppt/slideLayouts/_rels/slideLayout262.xml.rels><?xml version="1.0" encoding="UTF-8" standalone="yes"?>
<Relationships xmlns="http://schemas.openxmlformats.org/package/2006/relationships"><Relationship Id="rId3" Type="http://schemas.openxmlformats.org/officeDocument/2006/relationships/slideMaster" Target="../slideMasters/slideMaster3.xml"/><Relationship Id="rId7" Type="http://schemas.openxmlformats.org/officeDocument/2006/relationships/image" Target="../media/image40.svg"/><Relationship Id="rId2" Type="http://schemas.openxmlformats.org/officeDocument/2006/relationships/tags" Target="../tags/tag228.xml"/><Relationship Id="rId1" Type="http://schemas.openxmlformats.org/officeDocument/2006/relationships/vmlDrawing" Target="../drawings/vmlDrawing219.vml"/><Relationship Id="rId6" Type="http://schemas.openxmlformats.org/officeDocument/2006/relationships/image" Target="../media/image33.emf"/><Relationship Id="rId5" Type="http://schemas.openxmlformats.org/officeDocument/2006/relationships/oleObject" Target="../embeddings/oleObject227.bin"/><Relationship Id="rId4" Type="http://schemas.openxmlformats.org/officeDocument/2006/relationships/image" Target="../media/image23.svg"/></Relationships>
</file>

<file path=ppt/slideLayouts/_rels/slideLayout26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9.xml"/><Relationship Id="rId1" Type="http://schemas.openxmlformats.org/officeDocument/2006/relationships/vmlDrawing" Target="../drawings/vmlDrawing220.vml"/><Relationship Id="rId6" Type="http://schemas.openxmlformats.org/officeDocument/2006/relationships/image" Target="../media/image41.svg"/><Relationship Id="rId5" Type="http://schemas.openxmlformats.org/officeDocument/2006/relationships/image" Target="../media/image33.emf"/><Relationship Id="rId4" Type="http://schemas.openxmlformats.org/officeDocument/2006/relationships/oleObject" Target="../embeddings/oleObject228.bin"/></Relationships>
</file>

<file path=ppt/slideLayouts/_rels/slideLayout26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30.xml"/><Relationship Id="rId1" Type="http://schemas.openxmlformats.org/officeDocument/2006/relationships/vmlDrawing" Target="../drawings/vmlDrawing221.vml"/><Relationship Id="rId6" Type="http://schemas.openxmlformats.org/officeDocument/2006/relationships/image" Target="../media/image42.svg"/><Relationship Id="rId5" Type="http://schemas.openxmlformats.org/officeDocument/2006/relationships/image" Target="../media/image33.emf"/><Relationship Id="rId4" Type="http://schemas.openxmlformats.org/officeDocument/2006/relationships/oleObject" Target="../embeddings/oleObject229.bin"/></Relationships>
</file>

<file path=ppt/slideLayouts/_rels/slideLayout26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31.xml"/><Relationship Id="rId1" Type="http://schemas.openxmlformats.org/officeDocument/2006/relationships/vmlDrawing" Target="../drawings/vmlDrawing222.vml"/><Relationship Id="rId5" Type="http://schemas.openxmlformats.org/officeDocument/2006/relationships/image" Target="../media/image16.emf"/><Relationship Id="rId4" Type="http://schemas.openxmlformats.org/officeDocument/2006/relationships/oleObject" Target="../embeddings/oleObject230.bin"/></Relationships>
</file>

<file path=ppt/slideLayouts/_rels/slideLayout26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3.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v1">
    <p:bg>
      <p:bgPr>
        <a:solidFill>
          <a:schemeClr val="accent5"/>
        </a:solidFill>
        <a:effectLst/>
      </p:bgPr>
    </p:bg>
    <p:spTree>
      <p:nvGrpSpPr>
        <p:cNvPr id="1" name=""/>
        <p:cNvGrpSpPr/>
        <p:nvPr/>
      </p:nvGrpSpPr>
      <p:grpSpPr>
        <a:xfrm>
          <a:off x="0" y="0"/>
          <a:ext cx="0" cy="0"/>
          <a:chOff x="0" y="0"/>
          <a:chExt cx="0" cy="0"/>
        </a:xfrm>
      </p:grpSpPr>
      <p:pic>
        <p:nvPicPr>
          <p:cNvPr id="35" name="Picture 34">
            <a:extLst>
              <a:ext uri="{FF2B5EF4-FFF2-40B4-BE49-F238E27FC236}">
                <a16:creationId xmlns:a16="http://schemas.microsoft.com/office/drawing/2014/main" xmlns="" id="{27CB389C-7477-4383-A9E8-C2245E730B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 y="0"/>
            <a:ext cx="12192000" cy="6858000"/>
          </a:xfrm>
          <a:prstGeom prst="rect">
            <a:avLst/>
          </a:prstGeom>
        </p:spPr>
      </p:pic>
      <p:sp>
        <p:nvSpPr>
          <p:cNvPr id="11" name="Rectangle 10">
            <a:extLst>
              <a:ext uri="{FF2B5EF4-FFF2-40B4-BE49-F238E27FC236}">
                <a16:creationId xmlns:a16="http://schemas.microsoft.com/office/drawing/2014/main" xmlns=""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19" name="Oval 18">
            <a:extLst>
              <a:ext uri="{FF2B5EF4-FFF2-40B4-BE49-F238E27FC236}">
                <a16:creationId xmlns:a16="http://schemas.microsoft.com/office/drawing/2014/main" xmlns="" id="{98855B5B-E925-44AD-9009-DE309257938B}"/>
              </a:ext>
            </a:extLst>
          </p:cNvPr>
          <p:cNvSpPr/>
          <p:nvPr userDrawn="1"/>
        </p:nvSpPr>
        <p:spPr>
          <a:xfrm>
            <a:off x="3772818" y="1106424"/>
            <a:ext cx="4646362" cy="4645152"/>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Title 1">
            <a:extLst>
              <a:ext uri="{FF2B5EF4-FFF2-40B4-BE49-F238E27FC236}">
                <a16:creationId xmlns:a16="http://schemas.microsoft.com/office/drawing/2014/main" xmlns="" id="{2B3CE755-2906-40A4-867D-D46C782283BD}"/>
              </a:ext>
            </a:extLst>
          </p:cNvPr>
          <p:cNvSpPr>
            <a:spLocks noGrp="1"/>
          </p:cNvSpPr>
          <p:nvPr>
            <p:ph type="ctrTitle" hasCustomPrompt="1"/>
          </p:nvPr>
        </p:nvSpPr>
        <p:spPr>
          <a:xfrm>
            <a:off x="3771136" y="2552563"/>
            <a:ext cx="4649730" cy="2095500"/>
          </a:xfrm>
        </p:spPr>
        <p:txBody>
          <a:bodyPr anchor="ctr"/>
          <a:lstStyle>
            <a:lvl1pPr algn="ctr">
              <a:lnSpc>
                <a:spcPct val="80000"/>
              </a:lnSpc>
              <a:defRPr sz="40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a16="http://schemas.microsoft.com/office/drawing/2014/main" xmlns="" id="{A6B1691B-8BE5-452A-A64A-26ABE13E0197}"/>
              </a:ext>
            </a:extLst>
          </p:cNvPr>
          <p:cNvSpPr>
            <a:spLocks noGrp="1"/>
          </p:cNvSpPr>
          <p:nvPr>
            <p:ph type="body" sz="quarter" idx="10" hasCustomPrompt="1"/>
          </p:nvPr>
        </p:nvSpPr>
        <p:spPr>
          <a:xfrm>
            <a:off x="5136825" y="1938968"/>
            <a:ext cx="1918348" cy="315913"/>
          </a:xfrm>
          <a:prstGeom prst="rect">
            <a:avLst/>
          </a:prstGeom>
        </p:spPr>
        <p:txBody>
          <a:bodyPr anchor="ctr">
            <a:noAutofit/>
          </a:bodyPr>
          <a:lstStyle>
            <a:lvl1pPr marL="0" indent="0" algn="ctr">
              <a:spcBef>
                <a:spcPts val="0"/>
              </a:spcBef>
              <a:buNone/>
              <a:defRPr sz="1200" spc="400" baseline="0">
                <a:solidFill>
                  <a:schemeClr val="bg1"/>
                </a:solidFill>
              </a:defRPr>
            </a:lvl1pPr>
          </a:lstStyle>
          <a:p>
            <a:pPr lvl="0"/>
            <a:r>
              <a:rPr lang="en-US" dirty="0" err="1"/>
              <a:t>DDD</a:t>
            </a:r>
            <a:r>
              <a:rPr lang="en-US" dirty="0"/>
              <a:t>, MMM </a:t>
            </a:r>
            <a:r>
              <a:rPr lang="en-US" dirty="0" err="1"/>
              <a:t>YY</a:t>
            </a:r>
            <a:endParaRPr lang="en-US" dirty="0"/>
          </a:p>
        </p:txBody>
      </p:sp>
      <p:sp>
        <p:nvSpPr>
          <p:cNvPr id="25" name="Picture Placeholder 19">
            <a:extLst>
              <a:ext uri="{FF2B5EF4-FFF2-40B4-BE49-F238E27FC236}">
                <a16:creationId xmlns:a16="http://schemas.microsoft.com/office/drawing/2014/main" xmlns="" id="{BBB6AD79-4BB3-4B00-81E0-23A147A8722D}"/>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defRPr>
            </a:lvl1pPr>
          </a:lstStyle>
          <a:p>
            <a:r>
              <a:rPr lang="en-US" dirty="0"/>
              <a:t>Click on the picture icon</a:t>
            </a:r>
            <a:br>
              <a:rPr lang="en-US" dirty="0"/>
            </a:br>
            <a:r>
              <a:rPr lang="en-US" dirty="0"/>
              <a:t>to insert the Partner logo</a:t>
            </a:r>
          </a:p>
        </p:txBody>
      </p:sp>
      <p:sp>
        <p:nvSpPr>
          <p:cNvPr id="34" name="Oval 33">
            <a:extLst>
              <a:ext uri="{FF2B5EF4-FFF2-40B4-BE49-F238E27FC236}">
                <a16:creationId xmlns:a16="http://schemas.microsoft.com/office/drawing/2014/main" xmlns="" id="{62724850-F4EF-40CD-8CEE-B0E45566D342}"/>
              </a:ext>
            </a:extLst>
          </p:cNvPr>
          <p:cNvSpPr/>
          <p:nvPr userDrawn="1"/>
        </p:nvSpPr>
        <p:spPr>
          <a:xfrm>
            <a:off x="6634200" y="4535266"/>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a16="http://schemas.microsoft.com/office/drawing/2014/main" xmlns="" id="{DDA26FD1-8103-47E4-A692-B1304618F741}"/>
              </a:ext>
            </a:extLst>
          </p:cNvPr>
          <p:cNvSpPr>
            <a:spLocks noGrp="1"/>
          </p:cNvSpPr>
          <p:nvPr>
            <p:ph type="subTitle" idx="1" hasCustomPrompt="1"/>
          </p:nvPr>
        </p:nvSpPr>
        <p:spPr>
          <a:xfrm>
            <a:off x="6753102" y="4900144"/>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pic>
        <p:nvPicPr>
          <p:cNvPr id="16" name="Picture Placeholder 2">
            <a:extLst>
              <a:ext uri="{FF2B5EF4-FFF2-40B4-BE49-F238E27FC236}">
                <a16:creationId xmlns:a16="http://schemas.microsoft.com/office/drawing/2014/main" xmlns="" id="{0722218A-F86B-4F46-ABF3-1D0489C8A00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tretch/>
        </p:blipFill>
        <p:spPr>
          <a:xfrm>
            <a:off x="561622" y="655354"/>
            <a:ext cx="1966472" cy="799209"/>
          </a:xfrm>
          <a:prstGeom prst="rect">
            <a:avLst/>
          </a:prstGeom>
        </p:spPr>
      </p:pic>
    </p:spTree>
    <p:extLst>
      <p:ext uri="{BB962C8B-B14F-4D97-AF65-F5344CB8AC3E}">
        <p14:creationId xmlns:p14="http://schemas.microsoft.com/office/powerpoint/2010/main" val="33950678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v1 - with Presenters">
    <p:bg>
      <p:bgPr>
        <a:solidFill>
          <a:schemeClr val="accent5"/>
        </a:solidFill>
        <a:effectLst/>
      </p:bgPr>
    </p:bg>
    <p:spTree>
      <p:nvGrpSpPr>
        <p:cNvPr id="1" name=""/>
        <p:cNvGrpSpPr/>
        <p:nvPr/>
      </p:nvGrpSpPr>
      <p:grpSpPr>
        <a:xfrm>
          <a:off x="0" y="0"/>
          <a:ext cx="0" cy="0"/>
          <a:chOff x="0" y="0"/>
          <a:chExt cx="0" cy="0"/>
        </a:xfrm>
      </p:grpSpPr>
      <p:pic>
        <p:nvPicPr>
          <p:cNvPr id="35" name="Picture 34">
            <a:extLst>
              <a:ext uri="{FF2B5EF4-FFF2-40B4-BE49-F238E27FC236}">
                <a16:creationId xmlns:a16="http://schemas.microsoft.com/office/drawing/2014/main" xmlns="" id="{27CB389C-7477-4383-A9E8-C2245E730B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 y="0"/>
            <a:ext cx="12192000" cy="6858000"/>
          </a:xfrm>
          <a:prstGeom prst="rect">
            <a:avLst/>
          </a:prstGeom>
        </p:spPr>
      </p:pic>
      <p:sp>
        <p:nvSpPr>
          <p:cNvPr id="11" name="Rectangle 10">
            <a:extLst>
              <a:ext uri="{FF2B5EF4-FFF2-40B4-BE49-F238E27FC236}">
                <a16:creationId xmlns:a16="http://schemas.microsoft.com/office/drawing/2014/main" xmlns=""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19" name="Oval 18">
            <a:extLst>
              <a:ext uri="{FF2B5EF4-FFF2-40B4-BE49-F238E27FC236}">
                <a16:creationId xmlns:a16="http://schemas.microsoft.com/office/drawing/2014/main" xmlns="" id="{98855B5B-E925-44AD-9009-DE309257938B}"/>
              </a:ext>
            </a:extLst>
          </p:cNvPr>
          <p:cNvSpPr/>
          <p:nvPr userDrawn="1"/>
        </p:nvSpPr>
        <p:spPr>
          <a:xfrm>
            <a:off x="1671996" y="1106424"/>
            <a:ext cx="4646362" cy="4645152"/>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Title 1">
            <a:extLst>
              <a:ext uri="{FF2B5EF4-FFF2-40B4-BE49-F238E27FC236}">
                <a16:creationId xmlns:a16="http://schemas.microsoft.com/office/drawing/2014/main" xmlns="" id="{2B3CE755-2906-40A4-867D-D46C782283BD}"/>
              </a:ext>
            </a:extLst>
          </p:cNvPr>
          <p:cNvSpPr>
            <a:spLocks noGrp="1"/>
          </p:cNvSpPr>
          <p:nvPr>
            <p:ph type="ctrTitle" hasCustomPrompt="1"/>
          </p:nvPr>
        </p:nvSpPr>
        <p:spPr>
          <a:xfrm>
            <a:off x="1670313" y="2552563"/>
            <a:ext cx="4649730" cy="2095500"/>
          </a:xfrm>
        </p:spPr>
        <p:txBody>
          <a:bodyPr anchor="ctr"/>
          <a:lstStyle>
            <a:lvl1pPr algn="ctr">
              <a:lnSpc>
                <a:spcPct val="80000"/>
              </a:lnSpc>
              <a:defRPr sz="40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a16="http://schemas.microsoft.com/office/drawing/2014/main" xmlns="" id="{A6B1691B-8BE5-452A-A64A-26ABE13E0197}"/>
              </a:ext>
            </a:extLst>
          </p:cNvPr>
          <p:cNvSpPr>
            <a:spLocks noGrp="1"/>
          </p:cNvSpPr>
          <p:nvPr>
            <p:ph type="body" sz="quarter" idx="10" hasCustomPrompt="1"/>
          </p:nvPr>
        </p:nvSpPr>
        <p:spPr>
          <a:xfrm>
            <a:off x="3036003" y="1938968"/>
            <a:ext cx="1918348" cy="315913"/>
          </a:xfrm>
          <a:prstGeom prst="rect">
            <a:avLst/>
          </a:prstGeom>
        </p:spPr>
        <p:txBody>
          <a:bodyPr anchor="ctr">
            <a:noAutofit/>
          </a:bodyPr>
          <a:lstStyle>
            <a:lvl1pPr marL="0" indent="0" algn="ctr">
              <a:spcBef>
                <a:spcPts val="0"/>
              </a:spcBef>
              <a:buNone/>
              <a:defRPr sz="1200" spc="400" baseline="0">
                <a:solidFill>
                  <a:schemeClr val="bg1"/>
                </a:solidFill>
              </a:defRPr>
            </a:lvl1pPr>
          </a:lstStyle>
          <a:p>
            <a:pPr lvl="0"/>
            <a:r>
              <a:rPr lang="en-US" dirty="0" err="1"/>
              <a:t>DDD</a:t>
            </a:r>
            <a:r>
              <a:rPr lang="en-US" dirty="0"/>
              <a:t>, MMM </a:t>
            </a:r>
            <a:r>
              <a:rPr lang="en-US" dirty="0" err="1"/>
              <a:t>YY</a:t>
            </a:r>
            <a:endParaRPr lang="en-US" dirty="0"/>
          </a:p>
        </p:txBody>
      </p:sp>
      <p:sp>
        <p:nvSpPr>
          <p:cNvPr id="34" name="Oval 33">
            <a:extLst>
              <a:ext uri="{FF2B5EF4-FFF2-40B4-BE49-F238E27FC236}">
                <a16:creationId xmlns:a16="http://schemas.microsoft.com/office/drawing/2014/main" xmlns="" id="{62724850-F4EF-40CD-8CEE-B0E45566D342}"/>
              </a:ext>
            </a:extLst>
          </p:cNvPr>
          <p:cNvSpPr/>
          <p:nvPr userDrawn="1"/>
        </p:nvSpPr>
        <p:spPr>
          <a:xfrm>
            <a:off x="4533378" y="4535266"/>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a16="http://schemas.microsoft.com/office/drawing/2014/main" xmlns="" id="{DDA26FD1-8103-47E4-A692-B1304618F741}"/>
              </a:ext>
            </a:extLst>
          </p:cNvPr>
          <p:cNvSpPr>
            <a:spLocks noGrp="1"/>
          </p:cNvSpPr>
          <p:nvPr>
            <p:ph type="subTitle" idx="1" hasCustomPrompt="1"/>
          </p:nvPr>
        </p:nvSpPr>
        <p:spPr>
          <a:xfrm>
            <a:off x="4652280" y="4900144"/>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
        <p:nvSpPr>
          <p:cNvPr id="15" name="Picture Placeholder 19">
            <a:extLst>
              <a:ext uri="{FF2B5EF4-FFF2-40B4-BE49-F238E27FC236}">
                <a16:creationId xmlns:a16="http://schemas.microsoft.com/office/drawing/2014/main" xmlns="" id="{F42F61E4-95F5-45EB-A16E-986F5CC77182}"/>
              </a:ext>
            </a:extLst>
          </p:cNvPr>
          <p:cNvSpPr>
            <a:spLocks noGrp="1"/>
          </p:cNvSpPr>
          <p:nvPr>
            <p:ph type="pic" sz="quarter" idx="12" hasCustomPrompt="1"/>
          </p:nvPr>
        </p:nvSpPr>
        <p:spPr>
          <a:xfrm>
            <a:off x="7554041" y="4734588"/>
            <a:ext cx="548783" cy="548640"/>
          </a:xfrm>
          <a:prstGeom prst="ellipse">
            <a:avLst/>
          </a:prstGeom>
          <a:solidFill>
            <a:schemeClr val="bg1"/>
          </a:solidFill>
        </p:spPr>
        <p:txBody>
          <a:bodyPr wrap="none" lIns="0" tIns="0" rIns="0" bIns="1143000" anchor="t">
            <a:noAutofit/>
          </a:bodyPr>
          <a:lstStyle>
            <a:lvl1pPr marL="0" indent="0" algn="ctr">
              <a:buNone/>
              <a:defRPr sz="800" i="1">
                <a:solidFill>
                  <a:schemeClr val="bg1">
                    <a:alpha val="50000"/>
                  </a:schemeClr>
                </a:solidFill>
              </a:defRPr>
            </a:lvl1pPr>
          </a:lstStyle>
          <a:p>
            <a:r>
              <a:rPr lang="en-US" dirty="0"/>
              <a:t>Click to</a:t>
            </a:r>
            <a:br>
              <a:rPr lang="en-US" dirty="0"/>
            </a:br>
            <a:r>
              <a:rPr lang="en-US" dirty="0"/>
              <a:t>add picture</a:t>
            </a:r>
          </a:p>
        </p:txBody>
      </p:sp>
      <p:sp>
        <p:nvSpPr>
          <p:cNvPr id="3" name="Text Placeholder 2">
            <a:extLst>
              <a:ext uri="{FF2B5EF4-FFF2-40B4-BE49-F238E27FC236}">
                <a16:creationId xmlns:a16="http://schemas.microsoft.com/office/drawing/2014/main" xmlns="" id="{69DB7E39-16D3-4AAF-8DB5-F05C74688C93}"/>
              </a:ext>
            </a:extLst>
          </p:cNvPr>
          <p:cNvSpPr>
            <a:spLocks noGrp="1"/>
          </p:cNvSpPr>
          <p:nvPr>
            <p:ph type="body" sz="quarter" idx="13" hasCustomPrompt="1"/>
          </p:nvPr>
        </p:nvSpPr>
        <p:spPr>
          <a:xfrm>
            <a:off x="7420040" y="537438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1 Info</a:t>
            </a:r>
          </a:p>
        </p:txBody>
      </p:sp>
      <p:sp>
        <p:nvSpPr>
          <p:cNvPr id="43" name="Picture Placeholder 19">
            <a:extLst>
              <a:ext uri="{FF2B5EF4-FFF2-40B4-BE49-F238E27FC236}">
                <a16:creationId xmlns:a16="http://schemas.microsoft.com/office/drawing/2014/main" xmlns="" id="{125CEFA6-05AE-45D8-A1A3-F1D0A0552692}"/>
              </a:ext>
            </a:extLst>
          </p:cNvPr>
          <p:cNvSpPr>
            <a:spLocks noGrp="1"/>
          </p:cNvSpPr>
          <p:nvPr>
            <p:ph type="pic" sz="quarter" idx="14" hasCustomPrompt="1"/>
          </p:nvPr>
        </p:nvSpPr>
        <p:spPr>
          <a:xfrm>
            <a:off x="8491033" y="4734588"/>
            <a:ext cx="548783" cy="548640"/>
          </a:xfrm>
          <a:prstGeom prst="ellipse">
            <a:avLst/>
          </a:prstGeom>
          <a:solidFill>
            <a:schemeClr val="bg1"/>
          </a:solidFill>
        </p:spPr>
        <p:txBody>
          <a:bodyPr wrap="none" lIns="0" tIns="0" rIns="0" bIns="1143000" anchor="t">
            <a:noAutofit/>
          </a:bodyPr>
          <a:lstStyle>
            <a:lvl1pPr marL="0" indent="0" algn="ctr">
              <a:buNone/>
              <a:defRPr sz="800" i="1">
                <a:solidFill>
                  <a:schemeClr val="bg1">
                    <a:alpha val="50000"/>
                  </a:schemeClr>
                </a:solidFill>
              </a:defRPr>
            </a:lvl1pPr>
          </a:lstStyle>
          <a:p>
            <a:r>
              <a:rPr lang="en-US" dirty="0"/>
              <a:t>Click to</a:t>
            </a:r>
            <a:br>
              <a:rPr lang="en-US" dirty="0"/>
            </a:br>
            <a:r>
              <a:rPr lang="en-US" dirty="0"/>
              <a:t>add picture</a:t>
            </a:r>
          </a:p>
        </p:txBody>
      </p:sp>
      <p:sp>
        <p:nvSpPr>
          <p:cNvPr id="44" name="Text Placeholder 2">
            <a:extLst>
              <a:ext uri="{FF2B5EF4-FFF2-40B4-BE49-F238E27FC236}">
                <a16:creationId xmlns:a16="http://schemas.microsoft.com/office/drawing/2014/main" xmlns="" id="{ACA2B04E-D901-4211-A62E-E7960290CB86}"/>
              </a:ext>
            </a:extLst>
          </p:cNvPr>
          <p:cNvSpPr>
            <a:spLocks noGrp="1"/>
          </p:cNvSpPr>
          <p:nvPr>
            <p:ph type="body" sz="quarter" idx="15" hasCustomPrompt="1"/>
          </p:nvPr>
        </p:nvSpPr>
        <p:spPr>
          <a:xfrm>
            <a:off x="8357032" y="537438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2 Info</a:t>
            </a:r>
          </a:p>
        </p:txBody>
      </p:sp>
      <p:sp>
        <p:nvSpPr>
          <p:cNvPr id="45" name="Picture Placeholder 19">
            <a:extLst>
              <a:ext uri="{FF2B5EF4-FFF2-40B4-BE49-F238E27FC236}">
                <a16:creationId xmlns:a16="http://schemas.microsoft.com/office/drawing/2014/main" xmlns="" id="{A68CD03B-FB07-4CDC-B7B8-4F39D0ECF4FA}"/>
              </a:ext>
            </a:extLst>
          </p:cNvPr>
          <p:cNvSpPr>
            <a:spLocks noGrp="1"/>
          </p:cNvSpPr>
          <p:nvPr>
            <p:ph type="pic" sz="quarter" idx="16" hasCustomPrompt="1"/>
          </p:nvPr>
        </p:nvSpPr>
        <p:spPr>
          <a:xfrm>
            <a:off x="9428025" y="4734588"/>
            <a:ext cx="548783" cy="548640"/>
          </a:xfrm>
          <a:prstGeom prst="ellipse">
            <a:avLst/>
          </a:prstGeom>
          <a:solidFill>
            <a:schemeClr val="bg1"/>
          </a:solidFill>
        </p:spPr>
        <p:txBody>
          <a:bodyPr wrap="none" lIns="0" tIns="0" rIns="0" bIns="1143000" anchor="t">
            <a:noAutofit/>
          </a:bodyPr>
          <a:lstStyle>
            <a:lvl1pPr marL="0" indent="0" algn="ctr">
              <a:buNone/>
              <a:defRPr sz="800" i="1">
                <a:solidFill>
                  <a:schemeClr val="bg1">
                    <a:alpha val="50000"/>
                  </a:schemeClr>
                </a:solidFill>
              </a:defRPr>
            </a:lvl1pPr>
          </a:lstStyle>
          <a:p>
            <a:r>
              <a:rPr lang="en-US" dirty="0"/>
              <a:t>Click to</a:t>
            </a:r>
            <a:br>
              <a:rPr lang="en-US" dirty="0"/>
            </a:br>
            <a:r>
              <a:rPr lang="en-US" dirty="0"/>
              <a:t>add picture</a:t>
            </a:r>
          </a:p>
        </p:txBody>
      </p:sp>
      <p:sp>
        <p:nvSpPr>
          <p:cNvPr id="46" name="Text Placeholder 2">
            <a:extLst>
              <a:ext uri="{FF2B5EF4-FFF2-40B4-BE49-F238E27FC236}">
                <a16:creationId xmlns:a16="http://schemas.microsoft.com/office/drawing/2014/main" xmlns="" id="{57AE09AE-6FDA-4085-9804-E01790BF677C}"/>
              </a:ext>
            </a:extLst>
          </p:cNvPr>
          <p:cNvSpPr>
            <a:spLocks noGrp="1"/>
          </p:cNvSpPr>
          <p:nvPr>
            <p:ph type="body" sz="quarter" idx="17" hasCustomPrompt="1"/>
          </p:nvPr>
        </p:nvSpPr>
        <p:spPr>
          <a:xfrm>
            <a:off x="9294024" y="537438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3 Info</a:t>
            </a:r>
          </a:p>
        </p:txBody>
      </p:sp>
      <p:sp>
        <p:nvSpPr>
          <p:cNvPr id="47" name="Picture Placeholder 19">
            <a:extLst>
              <a:ext uri="{FF2B5EF4-FFF2-40B4-BE49-F238E27FC236}">
                <a16:creationId xmlns:a16="http://schemas.microsoft.com/office/drawing/2014/main" xmlns="" id="{792FB7E5-DBD8-47F7-92B3-B15C657815D4}"/>
              </a:ext>
            </a:extLst>
          </p:cNvPr>
          <p:cNvSpPr>
            <a:spLocks noGrp="1"/>
          </p:cNvSpPr>
          <p:nvPr>
            <p:ph type="pic" sz="quarter" idx="18" hasCustomPrompt="1"/>
          </p:nvPr>
        </p:nvSpPr>
        <p:spPr>
          <a:xfrm>
            <a:off x="10365017" y="4734588"/>
            <a:ext cx="548783" cy="548640"/>
          </a:xfrm>
          <a:prstGeom prst="ellipse">
            <a:avLst/>
          </a:prstGeom>
          <a:solidFill>
            <a:schemeClr val="bg1"/>
          </a:solidFill>
        </p:spPr>
        <p:txBody>
          <a:bodyPr wrap="none" lIns="0" tIns="0" rIns="0" bIns="1143000" anchor="t">
            <a:noAutofit/>
          </a:bodyPr>
          <a:lstStyle>
            <a:lvl1pPr marL="0" indent="0" algn="ctr">
              <a:buNone/>
              <a:defRPr sz="800" i="1">
                <a:solidFill>
                  <a:schemeClr val="bg1">
                    <a:alpha val="50000"/>
                  </a:schemeClr>
                </a:solidFill>
              </a:defRPr>
            </a:lvl1pPr>
          </a:lstStyle>
          <a:p>
            <a:r>
              <a:rPr lang="en-US" dirty="0"/>
              <a:t>Click to</a:t>
            </a:r>
            <a:br>
              <a:rPr lang="en-US" dirty="0"/>
            </a:br>
            <a:r>
              <a:rPr lang="en-US" dirty="0"/>
              <a:t>add picture</a:t>
            </a:r>
          </a:p>
        </p:txBody>
      </p:sp>
      <p:sp>
        <p:nvSpPr>
          <p:cNvPr id="48" name="Text Placeholder 2">
            <a:extLst>
              <a:ext uri="{FF2B5EF4-FFF2-40B4-BE49-F238E27FC236}">
                <a16:creationId xmlns:a16="http://schemas.microsoft.com/office/drawing/2014/main" xmlns="" id="{62CACE4C-2D9A-4D8C-AD8B-53F5FDBC2020}"/>
              </a:ext>
            </a:extLst>
          </p:cNvPr>
          <p:cNvSpPr>
            <a:spLocks noGrp="1"/>
          </p:cNvSpPr>
          <p:nvPr>
            <p:ph type="body" sz="quarter" idx="19" hasCustomPrompt="1"/>
          </p:nvPr>
        </p:nvSpPr>
        <p:spPr>
          <a:xfrm>
            <a:off x="10231016" y="537438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4 Info</a:t>
            </a:r>
          </a:p>
        </p:txBody>
      </p:sp>
      <p:pic>
        <p:nvPicPr>
          <p:cNvPr id="29" name="Picture Placeholder 2">
            <a:extLst>
              <a:ext uri="{FF2B5EF4-FFF2-40B4-BE49-F238E27FC236}">
                <a16:creationId xmlns:a16="http://schemas.microsoft.com/office/drawing/2014/main" xmlns="" id="{BD41828A-6710-494A-826C-128A666EFB8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tretch/>
        </p:blipFill>
        <p:spPr>
          <a:xfrm>
            <a:off x="561622" y="655354"/>
            <a:ext cx="1966472" cy="799209"/>
          </a:xfrm>
          <a:prstGeom prst="rect">
            <a:avLst/>
          </a:prstGeom>
        </p:spPr>
      </p:pic>
      <p:sp>
        <p:nvSpPr>
          <p:cNvPr id="30" name="Picture Placeholder 19">
            <a:extLst>
              <a:ext uri="{FF2B5EF4-FFF2-40B4-BE49-F238E27FC236}">
                <a16:creationId xmlns:a16="http://schemas.microsoft.com/office/drawing/2014/main" xmlns="" id="{C56FA7D8-298C-485F-ADF4-A3B54BC3F47A}"/>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latin typeface="+mn-lt"/>
              </a:defRPr>
            </a:lvl1pPr>
          </a:lstStyle>
          <a:p>
            <a:r>
              <a:rPr lang="en-US" dirty="0"/>
              <a:t>Click on the picture icon</a:t>
            </a:r>
            <a:br>
              <a:rPr lang="en-US" dirty="0"/>
            </a:br>
            <a:r>
              <a:rPr lang="en-US" dirty="0"/>
              <a:t>to insert the Partner logo</a:t>
            </a:r>
          </a:p>
        </p:txBody>
      </p:sp>
    </p:spTree>
    <p:extLst>
      <p:ext uri="{BB962C8B-B14F-4D97-AF65-F5344CB8AC3E}">
        <p14:creationId xmlns:p14="http://schemas.microsoft.com/office/powerpoint/2010/main" val="19313790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nimated Title Slide v1">
    <p:bg>
      <p:bgPr>
        <a:solidFill>
          <a:schemeClr val="accent5"/>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22" name="Title 1">
            <a:extLst>
              <a:ext uri="{FF2B5EF4-FFF2-40B4-BE49-F238E27FC236}">
                <a16:creationId xmlns:a16="http://schemas.microsoft.com/office/drawing/2014/main" xmlns="" id="{2B3CE755-2906-40A4-867D-D46C782283BD}"/>
              </a:ext>
            </a:extLst>
          </p:cNvPr>
          <p:cNvSpPr>
            <a:spLocks noGrp="1"/>
          </p:cNvSpPr>
          <p:nvPr>
            <p:ph type="ctrTitle" hasCustomPrompt="1"/>
          </p:nvPr>
        </p:nvSpPr>
        <p:spPr>
          <a:xfrm>
            <a:off x="767871" y="2872925"/>
            <a:ext cx="4115872" cy="2095500"/>
          </a:xfrm>
        </p:spPr>
        <p:txBody>
          <a:bodyPr anchor="t"/>
          <a:lstStyle>
            <a:lvl1pPr algn="l">
              <a:lnSpc>
                <a:spcPct val="80000"/>
              </a:lnSpc>
              <a:defRPr sz="44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a16="http://schemas.microsoft.com/office/drawing/2014/main" xmlns="" id="{A6B1691B-8BE5-452A-A64A-26ABE13E0197}"/>
              </a:ext>
            </a:extLst>
          </p:cNvPr>
          <p:cNvSpPr>
            <a:spLocks noGrp="1"/>
          </p:cNvSpPr>
          <p:nvPr>
            <p:ph type="body" sz="quarter" idx="10" hasCustomPrompt="1"/>
          </p:nvPr>
        </p:nvSpPr>
        <p:spPr>
          <a:xfrm>
            <a:off x="767871" y="2439223"/>
            <a:ext cx="1918348" cy="315913"/>
          </a:xfrm>
          <a:prstGeom prst="rect">
            <a:avLst/>
          </a:prstGeom>
        </p:spPr>
        <p:txBody>
          <a:bodyPr lIns="0" tIns="0" rIns="0" bIns="0" anchor="ctr">
            <a:noAutofit/>
          </a:bodyPr>
          <a:lstStyle>
            <a:lvl1pPr marL="0" indent="0" algn="l">
              <a:spcBef>
                <a:spcPts val="0"/>
              </a:spcBef>
              <a:buNone/>
              <a:defRPr sz="1200" spc="400" baseline="0">
                <a:solidFill>
                  <a:schemeClr val="bg1"/>
                </a:solidFill>
              </a:defRPr>
            </a:lvl1pPr>
          </a:lstStyle>
          <a:p>
            <a:pPr lvl="0"/>
            <a:r>
              <a:rPr lang="en-US" dirty="0"/>
              <a:t>DDD, MMM YY</a:t>
            </a:r>
          </a:p>
        </p:txBody>
      </p:sp>
      <p:pic>
        <p:nvPicPr>
          <p:cNvPr id="13" name="Picture Placeholder 2">
            <a:extLst>
              <a:ext uri="{FF2B5EF4-FFF2-40B4-BE49-F238E27FC236}">
                <a16:creationId xmlns:a16="http://schemas.microsoft.com/office/drawing/2014/main" xmlns="" id="{45E66EA5-B756-4646-B7D3-9131530179B7}"/>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tretch/>
        </p:blipFill>
        <p:spPr>
          <a:xfrm>
            <a:off x="561622" y="655354"/>
            <a:ext cx="1966472" cy="799209"/>
          </a:xfrm>
          <a:prstGeom prst="rect">
            <a:avLst/>
          </a:prstGeom>
        </p:spPr>
      </p:pic>
      <p:sp>
        <p:nvSpPr>
          <p:cNvPr id="14" name="Picture Placeholder 19">
            <a:extLst>
              <a:ext uri="{FF2B5EF4-FFF2-40B4-BE49-F238E27FC236}">
                <a16:creationId xmlns:a16="http://schemas.microsoft.com/office/drawing/2014/main" xmlns="" id="{066CFE3F-F7A0-4123-BE7F-76E47C0997A1}"/>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defRPr>
            </a:lvl1pPr>
          </a:lstStyle>
          <a:p>
            <a:r>
              <a:rPr lang="en-US" dirty="0"/>
              <a:t>Click on the picture icon</a:t>
            </a:r>
            <a:br>
              <a:rPr lang="en-US" dirty="0"/>
            </a:br>
            <a:r>
              <a:rPr lang="en-US" dirty="0"/>
              <a:t>to insert the Partner logo</a:t>
            </a:r>
          </a:p>
        </p:txBody>
      </p:sp>
      <p:sp>
        <p:nvSpPr>
          <p:cNvPr id="10" name="Circle: Hollow 27">
            <a:extLst>
              <a:ext uri="{FF2B5EF4-FFF2-40B4-BE49-F238E27FC236}">
                <a16:creationId xmlns:a16="http://schemas.microsoft.com/office/drawing/2014/main" xmlns="" id="{50CF8BA7-9B1E-416B-B0C1-5320E2C70028}"/>
              </a:ext>
            </a:extLst>
          </p:cNvPr>
          <p:cNvSpPr/>
          <p:nvPr userDrawn="1"/>
        </p:nvSpPr>
        <p:spPr>
          <a:xfrm>
            <a:off x="5092704" y="-360991"/>
            <a:ext cx="7545767" cy="7543800"/>
          </a:xfrm>
          <a:prstGeom prst="donut">
            <a:avLst>
              <a:gd name="adj" fmla="val 240"/>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solidFill>
                <a:schemeClr val="tx1"/>
              </a:solidFill>
            </a:endParaRPr>
          </a:p>
        </p:txBody>
      </p:sp>
      <p:sp>
        <p:nvSpPr>
          <p:cNvPr id="12" name="Circle: Hollow 28">
            <a:extLst>
              <a:ext uri="{FF2B5EF4-FFF2-40B4-BE49-F238E27FC236}">
                <a16:creationId xmlns:a16="http://schemas.microsoft.com/office/drawing/2014/main" xmlns="" id="{71DF058B-04F8-4167-B439-D9356F498502}"/>
              </a:ext>
            </a:extLst>
          </p:cNvPr>
          <p:cNvSpPr/>
          <p:nvPr userDrawn="1"/>
        </p:nvSpPr>
        <p:spPr>
          <a:xfrm>
            <a:off x="5104352" y="903642"/>
            <a:ext cx="5236807" cy="5276626"/>
          </a:xfrm>
          <a:prstGeom prst="donut">
            <a:avLst>
              <a:gd name="adj" fmla="val 359"/>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15" name="Circle: Hollow 29">
            <a:extLst>
              <a:ext uri="{FF2B5EF4-FFF2-40B4-BE49-F238E27FC236}">
                <a16:creationId xmlns:a16="http://schemas.microsoft.com/office/drawing/2014/main" xmlns="" id="{E10129F2-B3CB-45BD-BBA7-D14012824D90}"/>
              </a:ext>
            </a:extLst>
          </p:cNvPr>
          <p:cNvSpPr/>
          <p:nvPr userDrawn="1"/>
        </p:nvSpPr>
        <p:spPr>
          <a:xfrm>
            <a:off x="5116961" y="1963271"/>
            <a:ext cx="3314218" cy="3284590"/>
          </a:xfrm>
          <a:prstGeom prst="donut">
            <a:avLst>
              <a:gd name="adj" fmla="val 337"/>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34" name="Oval 33">
            <a:extLst>
              <a:ext uri="{FF2B5EF4-FFF2-40B4-BE49-F238E27FC236}">
                <a16:creationId xmlns:a16="http://schemas.microsoft.com/office/drawing/2014/main" xmlns="" id="{62724850-F4EF-40CD-8CEE-B0E45566D342}"/>
              </a:ext>
            </a:extLst>
          </p:cNvPr>
          <p:cNvSpPr/>
          <p:nvPr userDrawn="1"/>
        </p:nvSpPr>
        <p:spPr>
          <a:xfrm>
            <a:off x="6444344" y="1475195"/>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a16="http://schemas.microsoft.com/office/drawing/2014/main" xmlns="" id="{DDA26FD1-8103-47E4-A692-B1304618F741}"/>
              </a:ext>
            </a:extLst>
          </p:cNvPr>
          <p:cNvSpPr>
            <a:spLocks noGrp="1"/>
          </p:cNvSpPr>
          <p:nvPr>
            <p:ph type="subTitle" idx="1" hasCustomPrompt="1"/>
          </p:nvPr>
        </p:nvSpPr>
        <p:spPr>
          <a:xfrm>
            <a:off x="6563247" y="1840073"/>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Tree>
    <p:extLst>
      <p:ext uri="{BB962C8B-B14F-4D97-AF65-F5344CB8AC3E}">
        <p14:creationId xmlns:p14="http://schemas.microsoft.com/office/powerpoint/2010/main" val="2260415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heel(1)">
                                      <p:cBhvr>
                                        <p:cTn id="7" dur="2000"/>
                                        <p:tgtEl>
                                          <p:spTgt spid="15"/>
                                        </p:tgtEl>
                                      </p:cBhvr>
                                    </p:animEffect>
                                  </p:childTnLst>
                                </p:cTn>
                              </p:par>
                            </p:childTnLst>
                          </p:cTn>
                        </p:par>
                        <p:par>
                          <p:cTn id="8" fill="hold">
                            <p:stCondLst>
                              <p:cond delay="2000"/>
                            </p:stCondLst>
                            <p:childTnLst>
                              <p:par>
                                <p:cTn id="9" presetID="21" presetClass="entr" presetSubtype="1"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heel(1)">
                                      <p:cBhvr>
                                        <p:cTn id="11" dur="2000"/>
                                        <p:tgtEl>
                                          <p:spTgt spid="12"/>
                                        </p:tgtEl>
                                      </p:cBhvr>
                                    </p:animEffect>
                                  </p:childTnLst>
                                </p:cTn>
                              </p:par>
                            </p:childTnLst>
                          </p:cTn>
                        </p:par>
                        <p:par>
                          <p:cTn id="12" fill="hold">
                            <p:stCondLst>
                              <p:cond delay="4000"/>
                            </p:stCondLst>
                            <p:childTnLst>
                              <p:par>
                                <p:cTn id="13" presetID="21" presetClass="entr" presetSubtype="1"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heel(1)">
                                      <p:cBhvr>
                                        <p:cTn id="15"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5" grpId="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Animated Title Slide v1- with Presenters">
    <p:bg>
      <p:bgPr>
        <a:solidFill>
          <a:schemeClr val="accent5"/>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22" name="Title 1">
            <a:extLst>
              <a:ext uri="{FF2B5EF4-FFF2-40B4-BE49-F238E27FC236}">
                <a16:creationId xmlns:a16="http://schemas.microsoft.com/office/drawing/2014/main" xmlns="" id="{2B3CE755-2906-40A4-867D-D46C782283BD}"/>
              </a:ext>
            </a:extLst>
          </p:cNvPr>
          <p:cNvSpPr>
            <a:spLocks noGrp="1"/>
          </p:cNvSpPr>
          <p:nvPr>
            <p:ph type="ctrTitle" hasCustomPrompt="1"/>
          </p:nvPr>
        </p:nvSpPr>
        <p:spPr>
          <a:xfrm>
            <a:off x="767871" y="2872925"/>
            <a:ext cx="4115872" cy="1737360"/>
          </a:xfrm>
        </p:spPr>
        <p:txBody>
          <a:bodyPr anchor="t"/>
          <a:lstStyle>
            <a:lvl1pPr algn="l">
              <a:lnSpc>
                <a:spcPct val="80000"/>
              </a:lnSpc>
              <a:defRPr sz="44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a16="http://schemas.microsoft.com/office/drawing/2014/main" xmlns="" id="{A6B1691B-8BE5-452A-A64A-26ABE13E0197}"/>
              </a:ext>
            </a:extLst>
          </p:cNvPr>
          <p:cNvSpPr>
            <a:spLocks noGrp="1"/>
          </p:cNvSpPr>
          <p:nvPr>
            <p:ph type="body" sz="quarter" idx="10" hasCustomPrompt="1"/>
          </p:nvPr>
        </p:nvSpPr>
        <p:spPr>
          <a:xfrm>
            <a:off x="767871" y="2439223"/>
            <a:ext cx="1918348" cy="315913"/>
          </a:xfrm>
          <a:prstGeom prst="rect">
            <a:avLst/>
          </a:prstGeom>
        </p:spPr>
        <p:txBody>
          <a:bodyPr lIns="0" tIns="0" rIns="0" bIns="0" anchor="ctr">
            <a:noAutofit/>
          </a:bodyPr>
          <a:lstStyle>
            <a:lvl1pPr marL="0" indent="0" algn="l">
              <a:spcBef>
                <a:spcPts val="0"/>
              </a:spcBef>
              <a:buNone/>
              <a:defRPr sz="1200" spc="400" baseline="0">
                <a:solidFill>
                  <a:schemeClr val="bg1"/>
                </a:solidFill>
              </a:defRPr>
            </a:lvl1pPr>
          </a:lstStyle>
          <a:p>
            <a:pPr lvl="0"/>
            <a:r>
              <a:rPr lang="en-US" dirty="0" err="1"/>
              <a:t>DDD</a:t>
            </a:r>
            <a:r>
              <a:rPr lang="en-US" dirty="0"/>
              <a:t>, MMM </a:t>
            </a:r>
            <a:r>
              <a:rPr lang="en-US" dirty="0" err="1"/>
              <a:t>YY</a:t>
            </a:r>
            <a:endParaRPr lang="en-US" dirty="0"/>
          </a:p>
        </p:txBody>
      </p:sp>
      <p:sp>
        <p:nvSpPr>
          <p:cNvPr id="13" name="Picture Placeholder 19">
            <a:extLst>
              <a:ext uri="{FF2B5EF4-FFF2-40B4-BE49-F238E27FC236}">
                <a16:creationId xmlns:a16="http://schemas.microsoft.com/office/drawing/2014/main" xmlns="" id="{1E2FE5FA-466C-4923-8F53-0734F9BF7807}"/>
              </a:ext>
            </a:extLst>
          </p:cNvPr>
          <p:cNvSpPr>
            <a:spLocks noGrp="1"/>
          </p:cNvSpPr>
          <p:nvPr>
            <p:ph type="pic" sz="quarter" idx="12" hasCustomPrompt="1"/>
          </p:nvPr>
        </p:nvSpPr>
        <p:spPr>
          <a:xfrm>
            <a:off x="767871"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4" name="Text Placeholder 2">
            <a:extLst>
              <a:ext uri="{FF2B5EF4-FFF2-40B4-BE49-F238E27FC236}">
                <a16:creationId xmlns:a16="http://schemas.microsoft.com/office/drawing/2014/main" xmlns="" id="{BF48F525-BAF8-4B02-A561-CE7E9720DC40}"/>
              </a:ext>
            </a:extLst>
          </p:cNvPr>
          <p:cNvSpPr>
            <a:spLocks noGrp="1"/>
          </p:cNvSpPr>
          <p:nvPr>
            <p:ph type="body" sz="quarter" idx="13" hasCustomPrompt="1"/>
          </p:nvPr>
        </p:nvSpPr>
        <p:spPr>
          <a:xfrm>
            <a:off x="633870"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1 Info</a:t>
            </a:r>
          </a:p>
        </p:txBody>
      </p:sp>
      <p:sp>
        <p:nvSpPr>
          <p:cNvPr id="15" name="Picture Placeholder 19">
            <a:extLst>
              <a:ext uri="{FF2B5EF4-FFF2-40B4-BE49-F238E27FC236}">
                <a16:creationId xmlns:a16="http://schemas.microsoft.com/office/drawing/2014/main" xmlns="" id="{5308E464-6C9F-49CD-B2F3-D574DBC3B7B2}"/>
              </a:ext>
            </a:extLst>
          </p:cNvPr>
          <p:cNvSpPr>
            <a:spLocks noGrp="1"/>
          </p:cNvSpPr>
          <p:nvPr>
            <p:ph type="pic" sz="quarter" idx="14" hasCustomPrompt="1"/>
          </p:nvPr>
        </p:nvSpPr>
        <p:spPr>
          <a:xfrm>
            <a:off x="1704863"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6" name="Text Placeholder 2">
            <a:extLst>
              <a:ext uri="{FF2B5EF4-FFF2-40B4-BE49-F238E27FC236}">
                <a16:creationId xmlns:a16="http://schemas.microsoft.com/office/drawing/2014/main" xmlns="" id="{047C9EE7-C7C3-4B3F-ACF6-E3942E7B4424}"/>
              </a:ext>
            </a:extLst>
          </p:cNvPr>
          <p:cNvSpPr>
            <a:spLocks noGrp="1"/>
          </p:cNvSpPr>
          <p:nvPr>
            <p:ph type="body" sz="quarter" idx="15" hasCustomPrompt="1"/>
          </p:nvPr>
        </p:nvSpPr>
        <p:spPr>
          <a:xfrm>
            <a:off x="1570862"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2 Info</a:t>
            </a:r>
          </a:p>
        </p:txBody>
      </p:sp>
      <p:sp>
        <p:nvSpPr>
          <p:cNvPr id="17" name="Picture Placeholder 19">
            <a:extLst>
              <a:ext uri="{FF2B5EF4-FFF2-40B4-BE49-F238E27FC236}">
                <a16:creationId xmlns:a16="http://schemas.microsoft.com/office/drawing/2014/main" xmlns="" id="{46D1E226-3E26-4463-99A8-340705B9597B}"/>
              </a:ext>
            </a:extLst>
          </p:cNvPr>
          <p:cNvSpPr>
            <a:spLocks noGrp="1"/>
          </p:cNvSpPr>
          <p:nvPr>
            <p:ph type="pic" sz="quarter" idx="16" hasCustomPrompt="1"/>
          </p:nvPr>
        </p:nvSpPr>
        <p:spPr>
          <a:xfrm>
            <a:off x="2641855"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8" name="Text Placeholder 2">
            <a:extLst>
              <a:ext uri="{FF2B5EF4-FFF2-40B4-BE49-F238E27FC236}">
                <a16:creationId xmlns:a16="http://schemas.microsoft.com/office/drawing/2014/main" xmlns="" id="{2AC2A269-AF55-4716-A12A-CB2396C70C17}"/>
              </a:ext>
            </a:extLst>
          </p:cNvPr>
          <p:cNvSpPr>
            <a:spLocks noGrp="1"/>
          </p:cNvSpPr>
          <p:nvPr>
            <p:ph type="body" sz="quarter" idx="17" hasCustomPrompt="1"/>
          </p:nvPr>
        </p:nvSpPr>
        <p:spPr>
          <a:xfrm>
            <a:off x="2507854"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3 Info</a:t>
            </a:r>
          </a:p>
        </p:txBody>
      </p:sp>
      <p:sp>
        <p:nvSpPr>
          <p:cNvPr id="19" name="Picture Placeholder 19">
            <a:extLst>
              <a:ext uri="{FF2B5EF4-FFF2-40B4-BE49-F238E27FC236}">
                <a16:creationId xmlns:a16="http://schemas.microsoft.com/office/drawing/2014/main" xmlns="" id="{4779B1B4-690B-49D2-A551-3CCFD54F284E}"/>
              </a:ext>
            </a:extLst>
          </p:cNvPr>
          <p:cNvSpPr>
            <a:spLocks noGrp="1"/>
          </p:cNvSpPr>
          <p:nvPr>
            <p:ph type="pic" sz="quarter" idx="18" hasCustomPrompt="1"/>
          </p:nvPr>
        </p:nvSpPr>
        <p:spPr>
          <a:xfrm>
            <a:off x="3578847"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20" name="Text Placeholder 2">
            <a:extLst>
              <a:ext uri="{FF2B5EF4-FFF2-40B4-BE49-F238E27FC236}">
                <a16:creationId xmlns:a16="http://schemas.microsoft.com/office/drawing/2014/main" xmlns="" id="{FE20F70F-96B7-4CD9-B23B-065D42654DD4}"/>
              </a:ext>
            </a:extLst>
          </p:cNvPr>
          <p:cNvSpPr>
            <a:spLocks noGrp="1"/>
          </p:cNvSpPr>
          <p:nvPr>
            <p:ph type="body" sz="quarter" idx="19" hasCustomPrompt="1"/>
          </p:nvPr>
        </p:nvSpPr>
        <p:spPr>
          <a:xfrm>
            <a:off x="3444846"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4 Info</a:t>
            </a:r>
          </a:p>
        </p:txBody>
      </p:sp>
      <p:pic>
        <p:nvPicPr>
          <p:cNvPr id="30" name="Picture Placeholder 2">
            <a:extLst>
              <a:ext uri="{FF2B5EF4-FFF2-40B4-BE49-F238E27FC236}">
                <a16:creationId xmlns:a16="http://schemas.microsoft.com/office/drawing/2014/main" xmlns="" id="{2B49ED0D-8D93-4049-BB9F-EA207C4E35D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tretch/>
        </p:blipFill>
        <p:spPr>
          <a:xfrm>
            <a:off x="561622" y="655354"/>
            <a:ext cx="1966472" cy="799209"/>
          </a:xfrm>
          <a:prstGeom prst="rect">
            <a:avLst/>
          </a:prstGeom>
        </p:spPr>
      </p:pic>
      <p:sp>
        <p:nvSpPr>
          <p:cNvPr id="31" name="Picture Placeholder 19">
            <a:extLst>
              <a:ext uri="{FF2B5EF4-FFF2-40B4-BE49-F238E27FC236}">
                <a16:creationId xmlns:a16="http://schemas.microsoft.com/office/drawing/2014/main" xmlns="" id="{9E1F4D62-6B64-47C1-9F68-73659971546E}"/>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defRPr>
            </a:lvl1pPr>
          </a:lstStyle>
          <a:p>
            <a:r>
              <a:rPr lang="en-US" dirty="0"/>
              <a:t>Click on the picture icon</a:t>
            </a:r>
            <a:br>
              <a:rPr lang="en-US" dirty="0"/>
            </a:br>
            <a:r>
              <a:rPr lang="en-US" dirty="0"/>
              <a:t>to insert the Partner logo</a:t>
            </a:r>
          </a:p>
        </p:txBody>
      </p:sp>
      <p:sp>
        <p:nvSpPr>
          <p:cNvPr id="21" name="Circle: Hollow 27">
            <a:extLst>
              <a:ext uri="{FF2B5EF4-FFF2-40B4-BE49-F238E27FC236}">
                <a16:creationId xmlns:a16="http://schemas.microsoft.com/office/drawing/2014/main" xmlns="" id="{50CF8BA7-9B1E-416B-B0C1-5320E2C70028}"/>
              </a:ext>
            </a:extLst>
          </p:cNvPr>
          <p:cNvSpPr/>
          <p:nvPr userDrawn="1"/>
        </p:nvSpPr>
        <p:spPr>
          <a:xfrm>
            <a:off x="5092704" y="-360991"/>
            <a:ext cx="7545767" cy="7543800"/>
          </a:xfrm>
          <a:prstGeom prst="donut">
            <a:avLst>
              <a:gd name="adj" fmla="val 240"/>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solidFill>
                <a:schemeClr val="tx1"/>
              </a:solidFill>
            </a:endParaRPr>
          </a:p>
        </p:txBody>
      </p:sp>
      <p:sp>
        <p:nvSpPr>
          <p:cNvPr id="25" name="Circle: Hollow 28">
            <a:extLst>
              <a:ext uri="{FF2B5EF4-FFF2-40B4-BE49-F238E27FC236}">
                <a16:creationId xmlns:a16="http://schemas.microsoft.com/office/drawing/2014/main" xmlns="" id="{71DF058B-04F8-4167-B439-D9356F498502}"/>
              </a:ext>
            </a:extLst>
          </p:cNvPr>
          <p:cNvSpPr/>
          <p:nvPr userDrawn="1"/>
        </p:nvSpPr>
        <p:spPr>
          <a:xfrm>
            <a:off x="5104352" y="903642"/>
            <a:ext cx="5236807" cy="5276626"/>
          </a:xfrm>
          <a:prstGeom prst="donut">
            <a:avLst>
              <a:gd name="adj" fmla="val 359"/>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26" name="Circle: Hollow 29">
            <a:extLst>
              <a:ext uri="{FF2B5EF4-FFF2-40B4-BE49-F238E27FC236}">
                <a16:creationId xmlns:a16="http://schemas.microsoft.com/office/drawing/2014/main" xmlns="" id="{E10129F2-B3CB-45BD-BBA7-D14012824D90}"/>
              </a:ext>
            </a:extLst>
          </p:cNvPr>
          <p:cNvSpPr/>
          <p:nvPr userDrawn="1"/>
        </p:nvSpPr>
        <p:spPr>
          <a:xfrm>
            <a:off x="5116961" y="1963271"/>
            <a:ext cx="3314218" cy="3284590"/>
          </a:xfrm>
          <a:prstGeom prst="donut">
            <a:avLst>
              <a:gd name="adj" fmla="val 337"/>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34" name="Oval 33">
            <a:extLst>
              <a:ext uri="{FF2B5EF4-FFF2-40B4-BE49-F238E27FC236}">
                <a16:creationId xmlns:a16="http://schemas.microsoft.com/office/drawing/2014/main" xmlns="" id="{62724850-F4EF-40CD-8CEE-B0E45566D342}"/>
              </a:ext>
            </a:extLst>
          </p:cNvPr>
          <p:cNvSpPr/>
          <p:nvPr userDrawn="1"/>
        </p:nvSpPr>
        <p:spPr>
          <a:xfrm>
            <a:off x="6444344" y="1475195"/>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a16="http://schemas.microsoft.com/office/drawing/2014/main" xmlns="" id="{DDA26FD1-8103-47E4-A692-B1304618F741}"/>
              </a:ext>
            </a:extLst>
          </p:cNvPr>
          <p:cNvSpPr>
            <a:spLocks noGrp="1"/>
          </p:cNvSpPr>
          <p:nvPr>
            <p:ph type="subTitle" idx="1" hasCustomPrompt="1"/>
          </p:nvPr>
        </p:nvSpPr>
        <p:spPr>
          <a:xfrm>
            <a:off x="6563247" y="1840073"/>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Tree>
    <p:extLst>
      <p:ext uri="{BB962C8B-B14F-4D97-AF65-F5344CB8AC3E}">
        <p14:creationId xmlns:p14="http://schemas.microsoft.com/office/powerpoint/2010/main" val="3246532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heel(1)">
                                      <p:cBhvr>
                                        <p:cTn id="7" dur="2000"/>
                                        <p:tgtEl>
                                          <p:spTgt spid="26"/>
                                        </p:tgtEl>
                                      </p:cBhvr>
                                    </p:animEffect>
                                  </p:childTnLst>
                                </p:cTn>
                              </p:par>
                            </p:childTnLst>
                          </p:cTn>
                        </p:par>
                        <p:par>
                          <p:cTn id="8" fill="hold">
                            <p:stCondLst>
                              <p:cond delay="2000"/>
                            </p:stCondLst>
                            <p:childTnLst>
                              <p:par>
                                <p:cTn id="9" presetID="21" presetClass="entr" presetSubtype="1"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heel(1)">
                                      <p:cBhvr>
                                        <p:cTn id="11" dur="2000"/>
                                        <p:tgtEl>
                                          <p:spTgt spid="25"/>
                                        </p:tgtEl>
                                      </p:cBhvr>
                                    </p:animEffect>
                                  </p:childTnLst>
                                </p:cTn>
                              </p:par>
                            </p:childTnLst>
                          </p:cTn>
                        </p:par>
                        <p:par>
                          <p:cTn id="12" fill="hold">
                            <p:stCondLst>
                              <p:cond delay="4000"/>
                            </p:stCondLst>
                            <p:childTnLst>
                              <p:par>
                                <p:cTn id="13" presetID="21" presetClass="entr" presetSubtype="1" fill="hold" grpId="0"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wheel(1)">
                                      <p:cBhvr>
                                        <p:cTn id="15"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5" grpId="0" animBg="1"/>
      <p:bldP spid="26" grpId="0" animBg="1"/>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Animated Title Slide v2">
    <p:bg>
      <p:bgPr>
        <a:solidFill>
          <a:schemeClr val="bg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22" name="Title 1">
            <a:extLst>
              <a:ext uri="{FF2B5EF4-FFF2-40B4-BE49-F238E27FC236}">
                <a16:creationId xmlns:a16="http://schemas.microsoft.com/office/drawing/2014/main" xmlns="" id="{2B3CE755-2906-40A4-867D-D46C782283BD}"/>
              </a:ext>
            </a:extLst>
          </p:cNvPr>
          <p:cNvSpPr>
            <a:spLocks noGrp="1"/>
          </p:cNvSpPr>
          <p:nvPr>
            <p:ph type="ctrTitle" hasCustomPrompt="1"/>
          </p:nvPr>
        </p:nvSpPr>
        <p:spPr>
          <a:xfrm>
            <a:off x="767871" y="2872925"/>
            <a:ext cx="4115872" cy="2095500"/>
          </a:xfrm>
        </p:spPr>
        <p:txBody>
          <a:bodyPr anchor="t"/>
          <a:lstStyle>
            <a:lvl1pPr algn="l">
              <a:lnSpc>
                <a:spcPct val="80000"/>
              </a:lnSpc>
              <a:defRPr sz="44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a16="http://schemas.microsoft.com/office/drawing/2014/main" xmlns="" id="{A6B1691B-8BE5-452A-A64A-26ABE13E0197}"/>
              </a:ext>
            </a:extLst>
          </p:cNvPr>
          <p:cNvSpPr>
            <a:spLocks noGrp="1"/>
          </p:cNvSpPr>
          <p:nvPr>
            <p:ph type="body" sz="quarter" idx="10" hasCustomPrompt="1"/>
          </p:nvPr>
        </p:nvSpPr>
        <p:spPr>
          <a:xfrm>
            <a:off x="767871" y="2439223"/>
            <a:ext cx="1918348" cy="315913"/>
          </a:xfrm>
          <a:prstGeom prst="rect">
            <a:avLst/>
          </a:prstGeom>
        </p:spPr>
        <p:txBody>
          <a:bodyPr lIns="0" tIns="0" rIns="0" bIns="0" anchor="ctr">
            <a:noAutofit/>
          </a:bodyPr>
          <a:lstStyle>
            <a:lvl1pPr marL="0" indent="0" algn="l">
              <a:spcBef>
                <a:spcPts val="0"/>
              </a:spcBef>
              <a:buNone/>
              <a:defRPr sz="1200" spc="400" baseline="0">
                <a:solidFill>
                  <a:schemeClr val="bg1"/>
                </a:solidFill>
              </a:defRPr>
            </a:lvl1pPr>
          </a:lstStyle>
          <a:p>
            <a:pPr lvl="0"/>
            <a:r>
              <a:rPr lang="en-US" dirty="0" err="1"/>
              <a:t>DDD</a:t>
            </a:r>
            <a:r>
              <a:rPr lang="en-US" dirty="0"/>
              <a:t>, MMM </a:t>
            </a:r>
            <a:r>
              <a:rPr lang="en-US" dirty="0" err="1"/>
              <a:t>YY</a:t>
            </a:r>
            <a:endParaRPr lang="en-US" dirty="0"/>
          </a:p>
        </p:txBody>
      </p:sp>
      <p:pic>
        <p:nvPicPr>
          <p:cNvPr id="13" name="Picture Placeholder 2">
            <a:extLst>
              <a:ext uri="{FF2B5EF4-FFF2-40B4-BE49-F238E27FC236}">
                <a16:creationId xmlns:a16="http://schemas.microsoft.com/office/drawing/2014/main" xmlns="" id="{45E66EA5-B756-4646-B7D3-9131530179B7}"/>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p:blipFill>
        <p:spPr>
          <a:xfrm>
            <a:off x="561622" y="655354"/>
            <a:ext cx="1966472" cy="799209"/>
          </a:xfrm>
          <a:prstGeom prst="rect">
            <a:avLst/>
          </a:prstGeom>
        </p:spPr>
      </p:pic>
      <p:sp>
        <p:nvSpPr>
          <p:cNvPr id="14" name="Picture Placeholder 19">
            <a:extLst>
              <a:ext uri="{FF2B5EF4-FFF2-40B4-BE49-F238E27FC236}">
                <a16:creationId xmlns:a16="http://schemas.microsoft.com/office/drawing/2014/main" xmlns="" id="{066CFE3F-F7A0-4123-BE7F-76E47C0997A1}"/>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defRPr>
            </a:lvl1pPr>
          </a:lstStyle>
          <a:p>
            <a:r>
              <a:rPr lang="en-US" dirty="0"/>
              <a:t>Click on the picture icon</a:t>
            </a:r>
            <a:br>
              <a:rPr lang="en-US" dirty="0"/>
            </a:br>
            <a:r>
              <a:rPr lang="en-US" dirty="0"/>
              <a:t>to insert the Partner logo</a:t>
            </a:r>
          </a:p>
        </p:txBody>
      </p:sp>
      <p:sp>
        <p:nvSpPr>
          <p:cNvPr id="10" name="Circle: Hollow 27">
            <a:extLst>
              <a:ext uri="{FF2B5EF4-FFF2-40B4-BE49-F238E27FC236}">
                <a16:creationId xmlns:a16="http://schemas.microsoft.com/office/drawing/2014/main" xmlns="" id="{50CF8BA7-9B1E-416B-B0C1-5320E2C70028}"/>
              </a:ext>
            </a:extLst>
          </p:cNvPr>
          <p:cNvSpPr/>
          <p:nvPr userDrawn="1"/>
        </p:nvSpPr>
        <p:spPr>
          <a:xfrm>
            <a:off x="5092704" y="-360991"/>
            <a:ext cx="7545767" cy="7543800"/>
          </a:xfrm>
          <a:prstGeom prst="donut">
            <a:avLst>
              <a:gd name="adj" fmla="val 24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solidFill>
                <a:schemeClr val="tx1"/>
              </a:solidFill>
            </a:endParaRPr>
          </a:p>
        </p:txBody>
      </p:sp>
      <p:sp>
        <p:nvSpPr>
          <p:cNvPr id="12" name="Circle: Hollow 28">
            <a:extLst>
              <a:ext uri="{FF2B5EF4-FFF2-40B4-BE49-F238E27FC236}">
                <a16:creationId xmlns:a16="http://schemas.microsoft.com/office/drawing/2014/main" xmlns="" id="{71DF058B-04F8-4167-B439-D9356F498502}"/>
              </a:ext>
            </a:extLst>
          </p:cNvPr>
          <p:cNvSpPr/>
          <p:nvPr userDrawn="1"/>
        </p:nvSpPr>
        <p:spPr>
          <a:xfrm>
            <a:off x="5104352" y="903642"/>
            <a:ext cx="5236807" cy="5276626"/>
          </a:xfrm>
          <a:prstGeom prst="donut">
            <a:avLst>
              <a:gd name="adj" fmla="val 359"/>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15" name="Circle: Hollow 29">
            <a:extLst>
              <a:ext uri="{FF2B5EF4-FFF2-40B4-BE49-F238E27FC236}">
                <a16:creationId xmlns:a16="http://schemas.microsoft.com/office/drawing/2014/main" xmlns="" id="{E10129F2-B3CB-45BD-BBA7-D14012824D90}"/>
              </a:ext>
            </a:extLst>
          </p:cNvPr>
          <p:cNvSpPr/>
          <p:nvPr userDrawn="1"/>
        </p:nvSpPr>
        <p:spPr>
          <a:xfrm>
            <a:off x="5116961" y="1963271"/>
            <a:ext cx="3314218" cy="3284590"/>
          </a:xfrm>
          <a:prstGeom prst="donut">
            <a:avLst>
              <a:gd name="adj" fmla="val 337"/>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34" name="Oval 33">
            <a:extLst>
              <a:ext uri="{FF2B5EF4-FFF2-40B4-BE49-F238E27FC236}">
                <a16:creationId xmlns:a16="http://schemas.microsoft.com/office/drawing/2014/main" xmlns="" id="{62724850-F4EF-40CD-8CEE-B0E45566D342}"/>
              </a:ext>
            </a:extLst>
          </p:cNvPr>
          <p:cNvSpPr/>
          <p:nvPr userDrawn="1"/>
        </p:nvSpPr>
        <p:spPr>
          <a:xfrm>
            <a:off x="6444344" y="1475195"/>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a16="http://schemas.microsoft.com/office/drawing/2014/main" xmlns="" id="{DDA26FD1-8103-47E4-A692-B1304618F741}"/>
              </a:ext>
            </a:extLst>
          </p:cNvPr>
          <p:cNvSpPr>
            <a:spLocks noGrp="1"/>
          </p:cNvSpPr>
          <p:nvPr>
            <p:ph type="subTitle" idx="1" hasCustomPrompt="1"/>
          </p:nvPr>
        </p:nvSpPr>
        <p:spPr>
          <a:xfrm>
            <a:off x="6563247" y="1840073"/>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Tree>
    <p:extLst>
      <p:ext uri="{BB962C8B-B14F-4D97-AF65-F5344CB8AC3E}">
        <p14:creationId xmlns:p14="http://schemas.microsoft.com/office/powerpoint/2010/main" val="2031935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heel(1)">
                                      <p:cBhvr>
                                        <p:cTn id="7" dur="2000"/>
                                        <p:tgtEl>
                                          <p:spTgt spid="15"/>
                                        </p:tgtEl>
                                      </p:cBhvr>
                                    </p:animEffect>
                                  </p:childTnLst>
                                </p:cTn>
                              </p:par>
                            </p:childTnLst>
                          </p:cTn>
                        </p:par>
                        <p:par>
                          <p:cTn id="8" fill="hold">
                            <p:stCondLst>
                              <p:cond delay="2000"/>
                            </p:stCondLst>
                            <p:childTnLst>
                              <p:par>
                                <p:cTn id="9" presetID="21" presetClass="entr" presetSubtype="1"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heel(1)">
                                      <p:cBhvr>
                                        <p:cTn id="11" dur="2000"/>
                                        <p:tgtEl>
                                          <p:spTgt spid="12"/>
                                        </p:tgtEl>
                                      </p:cBhvr>
                                    </p:animEffect>
                                  </p:childTnLst>
                                </p:cTn>
                              </p:par>
                            </p:childTnLst>
                          </p:cTn>
                        </p:par>
                        <p:par>
                          <p:cTn id="12" fill="hold">
                            <p:stCondLst>
                              <p:cond delay="4000"/>
                            </p:stCondLst>
                            <p:childTnLst>
                              <p:par>
                                <p:cTn id="13" presetID="21" presetClass="entr" presetSubtype="1"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heel(1)">
                                      <p:cBhvr>
                                        <p:cTn id="15"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5" grpId="0" animBg="1"/>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Animated Title Slide v2 - with Presenters">
    <p:bg>
      <p:bgPr>
        <a:solidFill>
          <a:schemeClr val="bg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22" name="Title 1">
            <a:extLst>
              <a:ext uri="{FF2B5EF4-FFF2-40B4-BE49-F238E27FC236}">
                <a16:creationId xmlns:a16="http://schemas.microsoft.com/office/drawing/2014/main" xmlns="" id="{2B3CE755-2906-40A4-867D-D46C782283BD}"/>
              </a:ext>
            </a:extLst>
          </p:cNvPr>
          <p:cNvSpPr>
            <a:spLocks noGrp="1"/>
          </p:cNvSpPr>
          <p:nvPr>
            <p:ph type="ctrTitle" hasCustomPrompt="1"/>
          </p:nvPr>
        </p:nvSpPr>
        <p:spPr>
          <a:xfrm>
            <a:off x="767871" y="2872925"/>
            <a:ext cx="4115872" cy="1737360"/>
          </a:xfrm>
        </p:spPr>
        <p:txBody>
          <a:bodyPr anchor="t"/>
          <a:lstStyle>
            <a:lvl1pPr algn="l">
              <a:lnSpc>
                <a:spcPct val="80000"/>
              </a:lnSpc>
              <a:defRPr sz="44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a16="http://schemas.microsoft.com/office/drawing/2014/main" xmlns="" id="{A6B1691B-8BE5-452A-A64A-26ABE13E0197}"/>
              </a:ext>
            </a:extLst>
          </p:cNvPr>
          <p:cNvSpPr>
            <a:spLocks noGrp="1"/>
          </p:cNvSpPr>
          <p:nvPr>
            <p:ph type="body" sz="quarter" idx="10" hasCustomPrompt="1"/>
          </p:nvPr>
        </p:nvSpPr>
        <p:spPr>
          <a:xfrm>
            <a:off x="767871" y="2439223"/>
            <a:ext cx="1918348" cy="315913"/>
          </a:xfrm>
          <a:prstGeom prst="rect">
            <a:avLst/>
          </a:prstGeom>
        </p:spPr>
        <p:txBody>
          <a:bodyPr lIns="0" tIns="0" rIns="0" bIns="0" anchor="ctr">
            <a:noAutofit/>
          </a:bodyPr>
          <a:lstStyle>
            <a:lvl1pPr marL="0" indent="0" algn="l">
              <a:spcBef>
                <a:spcPts val="0"/>
              </a:spcBef>
              <a:buNone/>
              <a:defRPr sz="1200" spc="400" baseline="0">
                <a:solidFill>
                  <a:schemeClr val="bg1"/>
                </a:solidFill>
              </a:defRPr>
            </a:lvl1pPr>
          </a:lstStyle>
          <a:p>
            <a:pPr lvl="0"/>
            <a:r>
              <a:rPr lang="en-US" dirty="0" err="1"/>
              <a:t>DDD</a:t>
            </a:r>
            <a:r>
              <a:rPr lang="en-US" dirty="0"/>
              <a:t>, MMM </a:t>
            </a:r>
            <a:r>
              <a:rPr lang="en-US" dirty="0" err="1"/>
              <a:t>YY</a:t>
            </a:r>
            <a:endParaRPr lang="en-US" dirty="0"/>
          </a:p>
        </p:txBody>
      </p:sp>
      <p:sp>
        <p:nvSpPr>
          <p:cNvPr id="13" name="Picture Placeholder 19">
            <a:extLst>
              <a:ext uri="{FF2B5EF4-FFF2-40B4-BE49-F238E27FC236}">
                <a16:creationId xmlns:a16="http://schemas.microsoft.com/office/drawing/2014/main" xmlns="" id="{1E2FE5FA-466C-4923-8F53-0734F9BF7807}"/>
              </a:ext>
            </a:extLst>
          </p:cNvPr>
          <p:cNvSpPr>
            <a:spLocks noGrp="1"/>
          </p:cNvSpPr>
          <p:nvPr>
            <p:ph type="pic" sz="quarter" idx="12" hasCustomPrompt="1"/>
          </p:nvPr>
        </p:nvSpPr>
        <p:spPr>
          <a:xfrm>
            <a:off x="767871"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4" name="Text Placeholder 2">
            <a:extLst>
              <a:ext uri="{FF2B5EF4-FFF2-40B4-BE49-F238E27FC236}">
                <a16:creationId xmlns:a16="http://schemas.microsoft.com/office/drawing/2014/main" xmlns="" id="{BF48F525-BAF8-4B02-A561-CE7E9720DC40}"/>
              </a:ext>
            </a:extLst>
          </p:cNvPr>
          <p:cNvSpPr>
            <a:spLocks noGrp="1"/>
          </p:cNvSpPr>
          <p:nvPr>
            <p:ph type="body" sz="quarter" idx="13" hasCustomPrompt="1"/>
          </p:nvPr>
        </p:nvSpPr>
        <p:spPr>
          <a:xfrm>
            <a:off x="633870"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1 Info</a:t>
            </a:r>
          </a:p>
        </p:txBody>
      </p:sp>
      <p:sp>
        <p:nvSpPr>
          <p:cNvPr id="15" name="Picture Placeholder 19">
            <a:extLst>
              <a:ext uri="{FF2B5EF4-FFF2-40B4-BE49-F238E27FC236}">
                <a16:creationId xmlns:a16="http://schemas.microsoft.com/office/drawing/2014/main" xmlns="" id="{5308E464-6C9F-49CD-B2F3-D574DBC3B7B2}"/>
              </a:ext>
            </a:extLst>
          </p:cNvPr>
          <p:cNvSpPr>
            <a:spLocks noGrp="1"/>
          </p:cNvSpPr>
          <p:nvPr>
            <p:ph type="pic" sz="quarter" idx="14" hasCustomPrompt="1"/>
          </p:nvPr>
        </p:nvSpPr>
        <p:spPr>
          <a:xfrm>
            <a:off x="1704863"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6" name="Text Placeholder 2">
            <a:extLst>
              <a:ext uri="{FF2B5EF4-FFF2-40B4-BE49-F238E27FC236}">
                <a16:creationId xmlns:a16="http://schemas.microsoft.com/office/drawing/2014/main" xmlns="" id="{047C9EE7-C7C3-4B3F-ACF6-E3942E7B4424}"/>
              </a:ext>
            </a:extLst>
          </p:cNvPr>
          <p:cNvSpPr>
            <a:spLocks noGrp="1"/>
          </p:cNvSpPr>
          <p:nvPr>
            <p:ph type="body" sz="quarter" idx="15" hasCustomPrompt="1"/>
          </p:nvPr>
        </p:nvSpPr>
        <p:spPr>
          <a:xfrm>
            <a:off x="1570862"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2 Info</a:t>
            </a:r>
          </a:p>
        </p:txBody>
      </p:sp>
      <p:sp>
        <p:nvSpPr>
          <p:cNvPr id="17" name="Picture Placeholder 19">
            <a:extLst>
              <a:ext uri="{FF2B5EF4-FFF2-40B4-BE49-F238E27FC236}">
                <a16:creationId xmlns:a16="http://schemas.microsoft.com/office/drawing/2014/main" xmlns="" id="{46D1E226-3E26-4463-99A8-340705B9597B}"/>
              </a:ext>
            </a:extLst>
          </p:cNvPr>
          <p:cNvSpPr>
            <a:spLocks noGrp="1"/>
          </p:cNvSpPr>
          <p:nvPr>
            <p:ph type="pic" sz="quarter" idx="16" hasCustomPrompt="1"/>
          </p:nvPr>
        </p:nvSpPr>
        <p:spPr>
          <a:xfrm>
            <a:off x="2641855"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8" name="Text Placeholder 2">
            <a:extLst>
              <a:ext uri="{FF2B5EF4-FFF2-40B4-BE49-F238E27FC236}">
                <a16:creationId xmlns:a16="http://schemas.microsoft.com/office/drawing/2014/main" xmlns="" id="{2AC2A269-AF55-4716-A12A-CB2396C70C17}"/>
              </a:ext>
            </a:extLst>
          </p:cNvPr>
          <p:cNvSpPr>
            <a:spLocks noGrp="1"/>
          </p:cNvSpPr>
          <p:nvPr>
            <p:ph type="body" sz="quarter" idx="17" hasCustomPrompt="1"/>
          </p:nvPr>
        </p:nvSpPr>
        <p:spPr>
          <a:xfrm>
            <a:off x="2507854"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3 Info</a:t>
            </a:r>
          </a:p>
        </p:txBody>
      </p:sp>
      <p:sp>
        <p:nvSpPr>
          <p:cNvPr id="19" name="Picture Placeholder 19">
            <a:extLst>
              <a:ext uri="{FF2B5EF4-FFF2-40B4-BE49-F238E27FC236}">
                <a16:creationId xmlns:a16="http://schemas.microsoft.com/office/drawing/2014/main" xmlns="" id="{4779B1B4-690B-49D2-A551-3CCFD54F284E}"/>
              </a:ext>
            </a:extLst>
          </p:cNvPr>
          <p:cNvSpPr>
            <a:spLocks noGrp="1"/>
          </p:cNvSpPr>
          <p:nvPr>
            <p:ph type="pic" sz="quarter" idx="18" hasCustomPrompt="1"/>
          </p:nvPr>
        </p:nvSpPr>
        <p:spPr>
          <a:xfrm>
            <a:off x="3578847"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20" name="Text Placeholder 2">
            <a:extLst>
              <a:ext uri="{FF2B5EF4-FFF2-40B4-BE49-F238E27FC236}">
                <a16:creationId xmlns:a16="http://schemas.microsoft.com/office/drawing/2014/main" xmlns="" id="{FE20F70F-96B7-4CD9-B23B-065D42654DD4}"/>
              </a:ext>
            </a:extLst>
          </p:cNvPr>
          <p:cNvSpPr>
            <a:spLocks noGrp="1"/>
          </p:cNvSpPr>
          <p:nvPr>
            <p:ph type="body" sz="quarter" idx="19" hasCustomPrompt="1"/>
          </p:nvPr>
        </p:nvSpPr>
        <p:spPr>
          <a:xfrm>
            <a:off x="3444846"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4 Info</a:t>
            </a:r>
          </a:p>
        </p:txBody>
      </p:sp>
      <p:pic>
        <p:nvPicPr>
          <p:cNvPr id="30" name="Picture Placeholder 2">
            <a:extLst>
              <a:ext uri="{FF2B5EF4-FFF2-40B4-BE49-F238E27FC236}">
                <a16:creationId xmlns:a16="http://schemas.microsoft.com/office/drawing/2014/main" xmlns="" id="{2B49ED0D-8D93-4049-BB9F-EA207C4E35D8}"/>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p:blipFill>
        <p:spPr>
          <a:xfrm>
            <a:off x="561622" y="655354"/>
            <a:ext cx="1966472" cy="799209"/>
          </a:xfrm>
          <a:prstGeom prst="rect">
            <a:avLst/>
          </a:prstGeom>
        </p:spPr>
      </p:pic>
      <p:sp>
        <p:nvSpPr>
          <p:cNvPr id="31" name="Picture Placeholder 19">
            <a:extLst>
              <a:ext uri="{FF2B5EF4-FFF2-40B4-BE49-F238E27FC236}">
                <a16:creationId xmlns:a16="http://schemas.microsoft.com/office/drawing/2014/main" xmlns="" id="{9E1F4D62-6B64-47C1-9F68-73659971546E}"/>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defRPr>
            </a:lvl1pPr>
          </a:lstStyle>
          <a:p>
            <a:r>
              <a:rPr lang="en-US" dirty="0"/>
              <a:t>Click on the picture icon</a:t>
            </a:r>
            <a:br>
              <a:rPr lang="en-US" dirty="0"/>
            </a:br>
            <a:r>
              <a:rPr lang="en-US" dirty="0"/>
              <a:t>to insert the Partner logo</a:t>
            </a:r>
          </a:p>
        </p:txBody>
      </p:sp>
      <p:sp>
        <p:nvSpPr>
          <p:cNvPr id="21" name="Circle: Hollow 27">
            <a:extLst>
              <a:ext uri="{FF2B5EF4-FFF2-40B4-BE49-F238E27FC236}">
                <a16:creationId xmlns:a16="http://schemas.microsoft.com/office/drawing/2014/main" xmlns="" id="{50CF8BA7-9B1E-416B-B0C1-5320E2C70028}"/>
              </a:ext>
            </a:extLst>
          </p:cNvPr>
          <p:cNvSpPr/>
          <p:nvPr userDrawn="1"/>
        </p:nvSpPr>
        <p:spPr>
          <a:xfrm>
            <a:off x="5092704" y="-360991"/>
            <a:ext cx="7545767" cy="7543800"/>
          </a:xfrm>
          <a:prstGeom prst="donut">
            <a:avLst>
              <a:gd name="adj" fmla="val 24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solidFill>
                <a:schemeClr val="tx1"/>
              </a:solidFill>
            </a:endParaRPr>
          </a:p>
        </p:txBody>
      </p:sp>
      <p:sp>
        <p:nvSpPr>
          <p:cNvPr id="25" name="Circle: Hollow 28">
            <a:extLst>
              <a:ext uri="{FF2B5EF4-FFF2-40B4-BE49-F238E27FC236}">
                <a16:creationId xmlns:a16="http://schemas.microsoft.com/office/drawing/2014/main" xmlns="" id="{71DF058B-04F8-4167-B439-D9356F498502}"/>
              </a:ext>
            </a:extLst>
          </p:cNvPr>
          <p:cNvSpPr/>
          <p:nvPr userDrawn="1"/>
        </p:nvSpPr>
        <p:spPr>
          <a:xfrm>
            <a:off x="5104352" y="903642"/>
            <a:ext cx="5236807" cy="5276626"/>
          </a:xfrm>
          <a:prstGeom prst="donut">
            <a:avLst>
              <a:gd name="adj" fmla="val 359"/>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26" name="Circle: Hollow 29">
            <a:extLst>
              <a:ext uri="{FF2B5EF4-FFF2-40B4-BE49-F238E27FC236}">
                <a16:creationId xmlns:a16="http://schemas.microsoft.com/office/drawing/2014/main" xmlns="" id="{E10129F2-B3CB-45BD-BBA7-D14012824D90}"/>
              </a:ext>
            </a:extLst>
          </p:cNvPr>
          <p:cNvSpPr/>
          <p:nvPr userDrawn="1"/>
        </p:nvSpPr>
        <p:spPr>
          <a:xfrm>
            <a:off x="5116961" y="1963271"/>
            <a:ext cx="3314218" cy="3284590"/>
          </a:xfrm>
          <a:prstGeom prst="donut">
            <a:avLst>
              <a:gd name="adj" fmla="val 337"/>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34" name="Oval 33">
            <a:extLst>
              <a:ext uri="{FF2B5EF4-FFF2-40B4-BE49-F238E27FC236}">
                <a16:creationId xmlns:a16="http://schemas.microsoft.com/office/drawing/2014/main" xmlns="" id="{62724850-F4EF-40CD-8CEE-B0E45566D342}"/>
              </a:ext>
            </a:extLst>
          </p:cNvPr>
          <p:cNvSpPr/>
          <p:nvPr userDrawn="1"/>
        </p:nvSpPr>
        <p:spPr>
          <a:xfrm>
            <a:off x="6444344" y="1475195"/>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a16="http://schemas.microsoft.com/office/drawing/2014/main" xmlns="" id="{DDA26FD1-8103-47E4-A692-B1304618F741}"/>
              </a:ext>
            </a:extLst>
          </p:cNvPr>
          <p:cNvSpPr>
            <a:spLocks noGrp="1"/>
          </p:cNvSpPr>
          <p:nvPr>
            <p:ph type="subTitle" idx="1" hasCustomPrompt="1"/>
          </p:nvPr>
        </p:nvSpPr>
        <p:spPr>
          <a:xfrm>
            <a:off x="6563247" y="1840073"/>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Tree>
    <p:extLst>
      <p:ext uri="{BB962C8B-B14F-4D97-AF65-F5344CB8AC3E}">
        <p14:creationId xmlns:p14="http://schemas.microsoft.com/office/powerpoint/2010/main" val="2250743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heel(1)">
                                      <p:cBhvr>
                                        <p:cTn id="7" dur="2000"/>
                                        <p:tgtEl>
                                          <p:spTgt spid="26"/>
                                        </p:tgtEl>
                                      </p:cBhvr>
                                    </p:animEffect>
                                  </p:childTnLst>
                                </p:cTn>
                              </p:par>
                            </p:childTnLst>
                          </p:cTn>
                        </p:par>
                        <p:par>
                          <p:cTn id="8" fill="hold">
                            <p:stCondLst>
                              <p:cond delay="2000"/>
                            </p:stCondLst>
                            <p:childTnLst>
                              <p:par>
                                <p:cTn id="9" presetID="21" presetClass="entr" presetSubtype="1"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heel(1)">
                                      <p:cBhvr>
                                        <p:cTn id="11" dur="2000"/>
                                        <p:tgtEl>
                                          <p:spTgt spid="25"/>
                                        </p:tgtEl>
                                      </p:cBhvr>
                                    </p:animEffect>
                                  </p:childTnLst>
                                </p:cTn>
                              </p:par>
                            </p:childTnLst>
                          </p:cTn>
                        </p:par>
                        <p:par>
                          <p:cTn id="12" fill="hold">
                            <p:stCondLst>
                              <p:cond delay="4000"/>
                            </p:stCondLst>
                            <p:childTnLst>
                              <p:par>
                                <p:cTn id="13" presetID="21" presetClass="entr" presetSubtype="1" fill="hold" grpId="0"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wheel(1)">
                                      <p:cBhvr>
                                        <p:cTn id="15"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5" grpId="0" animBg="1"/>
      <p:bldP spid="26" grpId="0" animBg="1"/>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Section Divider v1 - with subtitle">
    <p:bg>
      <p:bgPr>
        <a:solidFill>
          <a:schemeClr val="bg2"/>
        </a:solidFill>
        <a:effectLst/>
      </p:bgPr>
    </p:bg>
    <p:spTree>
      <p:nvGrpSpPr>
        <p:cNvPr id="1" name=""/>
        <p:cNvGrpSpPr/>
        <p:nvPr/>
      </p:nvGrpSpPr>
      <p:grpSpPr>
        <a:xfrm>
          <a:off x="0" y="0"/>
          <a:ext cx="0" cy="0"/>
          <a:chOff x="0" y="0"/>
          <a:chExt cx="0" cy="0"/>
        </a:xfrm>
      </p:grpSpPr>
      <p:sp>
        <p:nvSpPr>
          <p:cNvPr id="32" name="TextBox 31">
            <a:extLst>
              <a:ext uri="{FF2B5EF4-FFF2-40B4-BE49-F238E27FC236}">
                <a16:creationId xmlns:a16="http://schemas.microsoft.com/office/drawing/2014/main" xmlns="" id="{3D027264-FFD5-4664-9F28-20A1BCF7F9C4}"/>
              </a:ext>
            </a:extLst>
          </p:cNvPr>
          <p:cNvSpPr txBox="1"/>
          <p:nvPr userDrawn="1"/>
        </p:nvSpPr>
        <p:spPr>
          <a:xfrm>
            <a:off x="11470597" y="6434405"/>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solidFill>
                <a:latin typeface="Avenir Roman"/>
                <a:cs typeface="Avenir Roman"/>
              </a:rPr>
              <a:pPr algn="r"/>
              <a:t>‹#›</a:t>
            </a:fld>
            <a:endParaRPr kumimoji="0" lang="en-US" sz="1000" u="none" strike="noStrike" kern="1200" cap="none" spc="0" normalizeH="0" baseline="0" noProof="0" dirty="0">
              <a:ln>
                <a:noFill/>
              </a:ln>
              <a:solidFill>
                <a:schemeClr val="bg1"/>
              </a:solidFill>
              <a:effectLst/>
              <a:uLnTx/>
              <a:uFillTx/>
              <a:latin typeface="Avenir Roman"/>
              <a:cs typeface="Avenir Roman"/>
            </a:endParaRPr>
          </a:p>
        </p:txBody>
      </p:sp>
      <p:sp>
        <p:nvSpPr>
          <p:cNvPr id="35" name="Rectangle 34">
            <a:extLst>
              <a:ext uri="{FF2B5EF4-FFF2-40B4-BE49-F238E27FC236}">
                <a16:creationId xmlns:a16="http://schemas.microsoft.com/office/drawing/2014/main" xmlns="" id="{15AA81F1-FB1E-4A27-8998-A3F65FCB5469}"/>
              </a:ext>
            </a:extLst>
          </p:cNvPr>
          <p:cNvSpPr/>
          <p:nvPr userDrawn="1"/>
        </p:nvSpPr>
        <p:spPr>
          <a:xfrm>
            <a:off x="351223" y="6402296"/>
            <a:ext cx="3331361" cy="230832"/>
          </a:xfrm>
          <a:prstGeom prst="rect">
            <a:avLst/>
          </a:prstGeom>
        </p:spPr>
        <p:txBody>
          <a:bodyPr wrap="none">
            <a:spAutoFit/>
          </a:bodyPr>
          <a:lstStyle/>
          <a:p>
            <a:r>
              <a:rPr lang="en-US" sz="900" dirty="0">
                <a:solidFill>
                  <a:schemeClr val="bg1"/>
                </a:solidFill>
                <a:latin typeface="Avenir Roman"/>
                <a:cs typeface="Avenir Roman"/>
              </a:rPr>
              <a:t>Copyright © 2022 Infogain Corporation. All Rights Reserved.</a:t>
            </a:r>
          </a:p>
        </p:txBody>
      </p:sp>
      <p:sp>
        <p:nvSpPr>
          <p:cNvPr id="38" name="Oval 37">
            <a:extLst>
              <a:ext uri="{FF2B5EF4-FFF2-40B4-BE49-F238E27FC236}">
                <a16:creationId xmlns:a16="http://schemas.microsoft.com/office/drawing/2014/main" xmlns="" id="{6223CD6E-27C2-414B-99FE-78D1D98AAD06}"/>
              </a:ext>
            </a:extLst>
          </p:cNvPr>
          <p:cNvSpPr/>
          <p:nvPr userDrawn="1"/>
        </p:nvSpPr>
        <p:spPr>
          <a:xfrm>
            <a:off x="3770931" y="898473"/>
            <a:ext cx="4650137" cy="4648926"/>
          </a:xfrm>
          <a:prstGeom prst="ellipse">
            <a:avLst/>
          </a:prstGeom>
          <a:solidFill>
            <a:schemeClr val="bg2"/>
          </a:solidFill>
          <a:ln w="317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41" name="Oval 40">
            <a:extLst>
              <a:ext uri="{FF2B5EF4-FFF2-40B4-BE49-F238E27FC236}">
                <a16:creationId xmlns:a16="http://schemas.microsoft.com/office/drawing/2014/main" xmlns="" id="{77C9A1D9-D296-458E-ACEC-E778E5EE2E32}"/>
              </a:ext>
            </a:extLst>
          </p:cNvPr>
          <p:cNvSpPr/>
          <p:nvPr userDrawn="1"/>
        </p:nvSpPr>
        <p:spPr>
          <a:xfrm>
            <a:off x="6822950" y="4186866"/>
            <a:ext cx="1598118" cy="159770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42" name="Subtitle 2">
            <a:extLst>
              <a:ext uri="{FF2B5EF4-FFF2-40B4-BE49-F238E27FC236}">
                <a16:creationId xmlns:a16="http://schemas.microsoft.com/office/drawing/2014/main" xmlns="" id="{3C5D5E26-EC47-4A53-A976-2798FA731462}"/>
              </a:ext>
            </a:extLst>
          </p:cNvPr>
          <p:cNvSpPr>
            <a:spLocks noGrp="1"/>
          </p:cNvSpPr>
          <p:nvPr>
            <p:ph type="subTitle" idx="1" hasCustomPrompt="1"/>
          </p:nvPr>
        </p:nvSpPr>
        <p:spPr>
          <a:xfrm>
            <a:off x="6943430" y="4363043"/>
            <a:ext cx="1357157" cy="1245348"/>
          </a:xfrm>
          <a:prstGeom prst="rect">
            <a:avLst/>
          </a:prstGeom>
        </p:spPr>
        <p:txBody>
          <a:bodyPr wrap="square" anchor="ctr">
            <a:noAutofit/>
          </a:bodyPr>
          <a:lstStyle>
            <a:lvl1pPr marL="0" indent="0" algn="ctr">
              <a:lnSpc>
                <a:spcPct val="90000"/>
              </a:lnSpc>
              <a:spcBef>
                <a:spcPts val="0"/>
              </a:spcBef>
              <a:buNone/>
              <a:defRPr sz="12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
        <p:nvSpPr>
          <p:cNvPr id="3" name="Text Placeholder 2">
            <a:extLst>
              <a:ext uri="{FF2B5EF4-FFF2-40B4-BE49-F238E27FC236}">
                <a16:creationId xmlns:a16="http://schemas.microsoft.com/office/drawing/2014/main" xmlns="" id="{5D6B3E54-5FB5-4437-A6B6-F6CA40F99F2C}"/>
              </a:ext>
            </a:extLst>
          </p:cNvPr>
          <p:cNvSpPr>
            <a:spLocks noGrp="1"/>
          </p:cNvSpPr>
          <p:nvPr>
            <p:ph type="body" sz="quarter" idx="10" hasCustomPrompt="1"/>
          </p:nvPr>
        </p:nvSpPr>
        <p:spPr>
          <a:xfrm>
            <a:off x="3770933" y="2102201"/>
            <a:ext cx="4650135" cy="2241470"/>
          </a:xfrm>
        </p:spPr>
        <p:txBody>
          <a:bodyPr anchor="ctr">
            <a:noAutofit/>
          </a:bodyPr>
          <a:lstStyle>
            <a:lvl1pPr marL="0" indent="0" algn="ctr">
              <a:lnSpc>
                <a:spcPct val="90000"/>
              </a:lnSpc>
              <a:spcBef>
                <a:spcPts val="0"/>
              </a:spcBef>
              <a:buNone/>
              <a:defRPr sz="4800">
                <a:solidFill>
                  <a:schemeClr val="bg1"/>
                </a:solidFill>
              </a:defRPr>
            </a:lvl1pPr>
          </a:lstStyle>
          <a:p>
            <a:pPr lvl="0"/>
            <a:r>
              <a:rPr lang="en-US" dirty="0"/>
              <a:t>Section Divider</a:t>
            </a:r>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4649981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Divider v1 - without subtitle">
    <p:bg>
      <p:bgPr>
        <a:solidFill>
          <a:schemeClr val="bg2"/>
        </a:solidFill>
        <a:effectLst/>
      </p:bgPr>
    </p:bg>
    <p:spTree>
      <p:nvGrpSpPr>
        <p:cNvPr id="1" name=""/>
        <p:cNvGrpSpPr/>
        <p:nvPr/>
      </p:nvGrpSpPr>
      <p:grpSpPr>
        <a:xfrm>
          <a:off x="0" y="0"/>
          <a:ext cx="0" cy="0"/>
          <a:chOff x="0" y="0"/>
          <a:chExt cx="0" cy="0"/>
        </a:xfrm>
      </p:grpSpPr>
      <p:sp>
        <p:nvSpPr>
          <p:cNvPr id="32" name="TextBox 31">
            <a:extLst>
              <a:ext uri="{FF2B5EF4-FFF2-40B4-BE49-F238E27FC236}">
                <a16:creationId xmlns:a16="http://schemas.microsoft.com/office/drawing/2014/main" xmlns="" id="{3D027264-FFD5-4664-9F28-20A1BCF7F9C4}"/>
              </a:ext>
            </a:extLst>
          </p:cNvPr>
          <p:cNvSpPr txBox="1"/>
          <p:nvPr userDrawn="1"/>
        </p:nvSpPr>
        <p:spPr>
          <a:xfrm>
            <a:off x="11470597" y="6434405"/>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solidFill>
                <a:latin typeface="Avenir Roman"/>
                <a:cs typeface="Avenir Roman"/>
              </a:rPr>
              <a:pPr algn="r"/>
              <a:t>‹#›</a:t>
            </a:fld>
            <a:endParaRPr kumimoji="0" lang="en-US" sz="1000" u="none" strike="noStrike" kern="1200" cap="none" spc="0" normalizeH="0" baseline="0" noProof="0" dirty="0">
              <a:ln>
                <a:noFill/>
              </a:ln>
              <a:solidFill>
                <a:schemeClr val="bg1"/>
              </a:solidFill>
              <a:effectLst/>
              <a:uLnTx/>
              <a:uFillTx/>
              <a:latin typeface="Avenir Roman"/>
              <a:cs typeface="Avenir Roman"/>
            </a:endParaRPr>
          </a:p>
        </p:txBody>
      </p:sp>
      <p:sp>
        <p:nvSpPr>
          <p:cNvPr id="35" name="Rectangle 34">
            <a:extLst>
              <a:ext uri="{FF2B5EF4-FFF2-40B4-BE49-F238E27FC236}">
                <a16:creationId xmlns:a16="http://schemas.microsoft.com/office/drawing/2014/main" xmlns="" id="{15AA81F1-FB1E-4A27-8998-A3F65FCB5469}"/>
              </a:ext>
            </a:extLst>
          </p:cNvPr>
          <p:cNvSpPr/>
          <p:nvPr userDrawn="1"/>
        </p:nvSpPr>
        <p:spPr>
          <a:xfrm>
            <a:off x="351223" y="6402296"/>
            <a:ext cx="3331361" cy="230832"/>
          </a:xfrm>
          <a:prstGeom prst="rect">
            <a:avLst/>
          </a:prstGeom>
        </p:spPr>
        <p:txBody>
          <a:bodyPr wrap="none">
            <a:spAutoFit/>
          </a:bodyPr>
          <a:lstStyle/>
          <a:p>
            <a:r>
              <a:rPr lang="en-US" sz="900" dirty="0">
                <a:solidFill>
                  <a:schemeClr val="bg1"/>
                </a:solidFill>
                <a:latin typeface="Avenir Roman"/>
                <a:cs typeface="Avenir Roman"/>
              </a:rPr>
              <a:t>Copyright © 2022 Infogain Corporation. All Rights Reserved.</a:t>
            </a:r>
          </a:p>
        </p:txBody>
      </p:sp>
      <p:sp>
        <p:nvSpPr>
          <p:cNvPr id="38" name="Oval 37">
            <a:extLst>
              <a:ext uri="{FF2B5EF4-FFF2-40B4-BE49-F238E27FC236}">
                <a16:creationId xmlns:a16="http://schemas.microsoft.com/office/drawing/2014/main" xmlns="" id="{6223CD6E-27C2-414B-99FE-78D1D98AAD06}"/>
              </a:ext>
            </a:extLst>
          </p:cNvPr>
          <p:cNvSpPr/>
          <p:nvPr userDrawn="1"/>
        </p:nvSpPr>
        <p:spPr>
          <a:xfrm>
            <a:off x="3770931" y="898473"/>
            <a:ext cx="4650137" cy="4648926"/>
          </a:xfrm>
          <a:prstGeom prst="ellipse">
            <a:avLst/>
          </a:prstGeom>
          <a:solidFill>
            <a:schemeClr val="bg2"/>
          </a:solidFill>
          <a:ln w="317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3" name="Text Placeholder 2">
            <a:extLst>
              <a:ext uri="{FF2B5EF4-FFF2-40B4-BE49-F238E27FC236}">
                <a16:creationId xmlns:a16="http://schemas.microsoft.com/office/drawing/2014/main" xmlns="" id="{5D6B3E54-5FB5-4437-A6B6-F6CA40F99F2C}"/>
              </a:ext>
            </a:extLst>
          </p:cNvPr>
          <p:cNvSpPr>
            <a:spLocks noGrp="1"/>
          </p:cNvSpPr>
          <p:nvPr>
            <p:ph type="body" sz="quarter" idx="10" hasCustomPrompt="1"/>
          </p:nvPr>
        </p:nvSpPr>
        <p:spPr>
          <a:xfrm>
            <a:off x="3770933" y="2102201"/>
            <a:ext cx="4650135" cy="2241470"/>
          </a:xfrm>
        </p:spPr>
        <p:txBody>
          <a:bodyPr anchor="ctr">
            <a:noAutofit/>
          </a:bodyPr>
          <a:lstStyle>
            <a:lvl1pPr marL="0" indent="0" algn="ctr">
              <a:lnSpc>
                <a:spcPct val="90000"/>
              </a:lnSpc>
              <a:spcBef>
                <a:spcPts val="0"/>
              </a:spcBef>
              <a:buNone/>
              <a:defRPr sz="4800">
                <a:solidFill>
                  <a:schemeClr val="bg1"/>
                </a:solidFill>
              </a:defRPr>
            </a:lvl1pPr>
          </a:lstStyle>
          <a:p>
            <a:pPr lvl="0"/>
            <a:r>
              <a:rPr lang="en-US" dirty="0"/>
              <a:t>Section Divider</a:t>
            </a:r>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20664820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ection Divider v2">
    <p:bg>
      <p:bgPr>
        <a:solidFill>
          <a:schemeClr val="tx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a:xfrm>
            <a:off x="767869" y="1582059"/>
            <a:ext cx="7151276" cy="315704"/>
          </a:xfrm>
        </p:spPr>
        <p:txBody>
          <a:bodyPr/>
          <a:lstStyle>
            <a:lvl1pPr>
              <a:defRPr baseline="0">
                <a:solidFill>
                  <a:schemeClr val="bg1"/>
                </a:solidFill>
              </a:defRPr>
            </a:lvl1pPr>
          </a:lstStyle>
          <a:p>
            <a:r>
              <a:rPr lang="en-US" dirty="0"/>
              <a:t>SECTION HEADING</a:t>
            </a:r>
          </a:p>
        </p:txBody>
      </p:sp>
      <p:sp>
        <p:nvSpPr>
          <p:cNvPr id="32" name="TextBox 31">
            <a:extLst>
              <a:ext uri="{FF2B5EF4-FFF2-40B4-BE49-F238E27FC236}">
                <a16:creationId xmlns:a16="http://schemas.microsoft.com/office/drawing/2014/main" xmlns="" id="{3D027264-FFD5-4664-9F28-20A1BCF7F9C4}"/>
              </a:ext>
            </a:extLst>
          </p:cNvPr>
          <p:cNvSpPr txBox="1"/>
          <p:nvPr userDrawn="1"/>
        </p:nvSpPr>
        <p:spPr>
          <a:xfrm>
            <a:off x="11470597" y="6434405"/>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solidFill>
                <a:latin typeface="Avenir Roman"/>
                <a:cs typeface="Avenir Roman"/>
              </a:rPr>
              <a:pPr algn="r"/>
              <a:t>‹#›</a:t>
            </a:fld>
            <a:endParaRPr kumimoji="0" lang="en-US" sz="1000" u="none" strike="noStrike" kern="1200" cap="none" spc="0" normalizeH="0" baseline="0" noProof="0" dirty="0">
              <a:ln>
                <a:noFill/>
              </a:ln>
              <a:solidFill>
                <a:schemeClr val="bg1"/>
              </a:solidFill>
              <a:effectLst/>
              <a:uLnTx/>
              <a:uFillTx/>
              <a:latin typeface="Avenir Roman"/>
              <a:cs typeface="Avenir Roman"/>
            </a:endParaRPr>
          </a:p>
        </p:txBody>
      </p:sp>
      <p:sp>
        <p:nvSpPr>
          <p:cNvPr id="35" name="Rectangle 34">
            <a:extLst>
              <a:ext uri="{FF2B5EF4-FFF2-40B4-BE49-F238E27FC236}">
                <a16:creationId xmlns:a16="http://schemas.microsoft.com/office/drawing/2014/main" xmlns="" id="{15AA81F1-FB1E-4A27-8998-A3F65FCB5469}"/>
              </a:ext>
            </a:extLst>
          </p:cNvPr>
          <p:cNvSpPr/>
          <p:nvPr userDrawn="1"/>
        </p:nvSpPr>
        <p:spPr>
          <a:xfrm>
            <a:off x="351223" y="6402296"/>
            <a:ext cx="3331361" cy="230832"/>
          </a:xfrm>
          <a:prstGeom prst="rect">
            <a:avLst/>
          </a:prstGeom>
        </p:spPr>
        <p:txBody>
          <a:bodyPr wrap="none">
            <a:spAutoFit/>
          </a:bodyPr>
          <a:lstStyle/>
          <a:p>
            <a:r>
              <a:rPr lang="en-US" sz="900" dirty="0">
                <a:solidFill>
                  <a:schemeClr val="bg1"/>
                </a:solidFill>
                <a:latin typeface="Avenir Roman"/>
                <a:cs typeface="Avenir Roman"/>
              </a:rPr>
              <a:t>Copyright © 2022 Infogain Corporation. All Rights Reserved.</a:t>
            </a:r>
          </a:p>
        </p:txBody>
      </p:sp>
      <p:sp>
        <p:nvSpPr>
          <p:cNvPr id="14" name="Text Placeholder 17">
            <a:extLst>
              <a:ext uri="{FF2B5EF4-FFF2-40B4-BE49-F238E27FC236}">
                <a16:creationId xmlns:a16="http://schemas.microsoft.com/office/drawing/2014/main" xmlns="" id="{B3E88B52-A8F8-42C0-A544-92EB6CF0687F}"/>
              </a:ext>
            </a:extLst>
          </p:cNvPr>
          <p:cNvSpPr>
            <a:spLocks noGrp="1"/>
          </p:cNvSpPr>
          <p:nvPr>
            <p:ph type="body" sz="quarter" idx="10" hasCustomPrompt="1"/>
          </p:nvPr>
        </p:nvSpPr>
        <p:spPr>
          <a:xfrm>
            <a:off x="767869" y="4012791"/>
            <a:ext cx="7151276" cy="315913"/>
          </a:xfrm>
          <a:prstGeom prst="rect">
            <a:avLst/>
          </a:prstGeom>
        </p:spPr>
        <p:txBody>
          <a:bodyPr lIns="0" tIns="0" rIns="0" bIns="0" anchor="t">
            <a:noAutofit/>
          </a:bodyPr>
          <a:lstStyle>
            <a:lvl1pPr marL="0" indent="0" algn="l">
              <a:spcBef>
                <a:spcPts val="0"/>
              </a:spcBef>
              <a:buNone/>
              <a:defRPr sz="1400" spc="0" baseline="0">
                <a:solidFill>
                  <a:schemeClr val="bg1"/>
                </a:solidFill>
              </a:defRPr>
            </a:lvl1pPr>
          </a:lstStyle>
          <a:p>
            <a:pPr lvl="0"/>
            <a:r>
              <a:rPr lang="en-US" dirty="0"/>
              <a:t>Place holder for subtitle</a:t>
            </a:r>
          </a:p>
        </p:txBody>
      </p:sp>
      <p:sp>
        <p:nvSpPr>
          <p:cNvPr id="17" name="Text Placeholder 17">
            <a:extLst>
              <a:ext uri="{FF2B5EF4-FFF2-40B4-BE49-F238E27FC236}">
                <a16:creationId xmlns:a16="http://schemas.microsoft.com/office/drawing/2014/main" xmlns="" id="{D95356D2-AFDD-42A5-A465-237B8096BB51}"/>
              </a:ext>
            </a:extLst>
          </p:cNvPr>
          <p:cNvSpPr>
            <a:spLocks noGrp="1"/>
          </p:cNvSpPr>
          <p:nvPr>
            <p:ph type="body" sz="quarter" idx="11" hasCustomPrompt="1"/>
          </p:nvPr>
        </p:nvSpPr>
        <p:spPr>
          <a:xfrm>
            <a:off x="767869" y="1993449"/>
            <a:ext cx="7151276" cy="1965093"/>
          </a:xfrm>
          <a:prstGeom prst="rect">
            <a:avLst/>
          </a:prstGeom>
        </p:spPr>
        <p:txBody>
          <a:bodyPr lIns="0" tIns="0" rIns="0" bIns="0" anchor="ctr">
            <a:noAutofit/>
          </a:bodyPr>
          <a:lstStyle>
            <a:lvl1pPr marL="0" indent="0" algn="l">
              <a:lnSpc>
                <a:spcPct val="90000"/>
              </a:lnSpc>
              <a:spcBef>
                <a:spcPts val="0"/>
              </a:spcBef>
              <a:buNone/>
              <a:defRPr sz="6000" spc="0" baseline="0">
                <a:solidFill>
                  <a:schemeClr val="bg1"/>
                </a:solidFill>
              </a:defRPr>
            </a:lvl1pPr>
          </a:lstStyle>
          <a:p>
            <a:pPr lvl="0"/>
            <a:r>
              <a:rPr lang="en-US" dirty="0"/>
              <a:t>Place holder for Section Divider</a:t>
            </a:r>
          </a:p>
        </p:txBody>
      </p:sp>
      <p:pic>
        <p:nvPicPr>
          <p:cNvPr id="9" name="Picture 8"/>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26957034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Section Divider v3">
    <p:bg>
      <p:bgPr>
        <a:solidFill>
          <a:schemeClr val="accent1"/>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a:xfrm>
            <a:off x="767869" y="1582059"/>
            <a:ext cx="7151276" cy="315704"/>
          </a:xfrm>
        </p:spPr>
        <p:txBody>
          <a:bodyPr/>
          <a:lstStyle>
            <a:lvl1pPr>
              <a:defRPr baseline="0">
                <a:solidFill>
                  <a:schemeClr val="bg1"/>
                </a:solidFill>
              </a:defRPr>
            </a:lvl1pPr>
          </a:lstStyle>
          <a:p>
            <a:r>
              <a:rPr lang="en-US" dirty="0"/>
              <a:t>SECTION HEADING</a:t>
            </a:r>
          </a:p>
        </p:txBody>
      </p:sp>
      <p:sp>
        <p:nvSpPr>
          <p:cNvPr id="32" name="TextBox 31">
            <a:extLst>
              <a:ext uri="{FF2B5EF4-FFF2-40B4-BE49-F238E27FC236}">
                <a16:creationId xmlns:a16="http://schemas.microsoft.com/office/drawing/2014/main" xmlns="" id="{3D027264-FFD5-4664-9F28-20A1BCF7F9C4}"/>
              </a:ext>
            </a:extLst>
          </p:cNvPr>
          <p:cNvSpPr txBox="1"/>
          <p:nvPr userDrawn="1"/>
        </p:nvSpPr>
        <p:spPr>
          <a:xfrm>
            <a:off x="11470597" y="6434405"/>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solidFill>
                <a:latin typeface="Avenir Roman"/>
                <a:cs typeface="Avenir Roman"/>
              </a:rPr>
              <a:pPr algn="r"/>
              <a:t>‹#›</a:t>
            </a:fld>
            <a:endParaRPr kumimoji="0" lang="en-US" sz="1000" u="none" strike="noStrike" kern="1200" cap="none" spc="0" normalizeH="0" baseline="0" noProof="0" dirty="0">
              <a:ln>
                <a:noFill/>
              </a:ln>
              <a:solidFill>
                <a:schemeClr val="bg1"/>
              </a:solidFill>
              <a:effectLst/>
              <a:uLnTx/>
              <a:uFillTx/>
              <a:latin typeface="Avenir Roman"/>
              <a:cs typeface="Avenir Roman"/>
            </a:endParaRPr>
          </a:p>
        </p:txBody>
      </p:sp>
      <p:sp>
        <p:nvSpPr>
          <p:cNvPr id="35" name="Rectangle 34">
            <a:extLst>
              <a:ext uri="{FF2B5EF4-FFF2-40B4-BE49-F238E27FC236}">
                <a16:creationId xmlns:a16="http://schemas.microsoft.com/office/drawing/2014/main" xmlns="" id="{15AA81F1-FB1E-4A27-8998-A3F65FCB5469}"/>
              </a:ext>
            </a:extLst>
          </p:cNvPr>
          <p:cNvSpPr/>
          <p:nvPr userDrawn="1"/>
        </p:nvSpPr>
        <p:spPr>
          <a:xfrm>
            <a:off x="351223" y="6402296"/>
            <a:ext cx="3331361" cy="230832"/>
          </a:xfrm>
          <a:prstGeom prst="rect">
            <a:avLst/>
          </a:prstGeom>
        </p:spPr>
        <p:txBody>
          <a:bodyPr wrap="none">
            <a:spAutoFit/>
          </a:bodyPr>
          <a:lstStyle/>
          <a:p>
            <a:r>
              <a:rPr lang="en-US" sz="900" dirty="0">
                <a:solidFill>
                  <a:schemeClr val="bg1"/>
                </a:solidFill>
                <a:latin typeface="Avenir Roman"/>
                <a:cs typeface="Avenir Roman"/>
              </a:rPr>
              <a:t>Copyright © 2022 Infogain Corporation. All Rights Reserved.</a:t>
            </a:r>
          </a:p>
        </p:txBody>
      </p:sp>
      <p:sp>
        <p:nvSpPr>
          <p:cNvPr id="14" name="Text Placeholder 17">
            <a:extLst>
              <a:ext uri="{FF2B5EF4-FFF2-40B4-BE49-F238E27FC236}">
                <a16:creationId xmlns:a16="http://schemas.microsoft.com/office/drawing/2014/main" xmlns="" id="{B3E88B52-A8F8-42C0-A544-92EB6CF0687F}"/>
              </a:ext>
            </a:extLst>
          </p:cNvPr>
          <p:cNvSpPr>
            <a:spLocks noGrp="1"/>
          </p:cNvSpPr>
          <p:nvPr>
            <p:ph type="body" sz="quarter" idx="10" hasCustomPrompt="1"/>
          </p:nvPr>
        </p:nvSpPr>
        <p:spPr>
          <a:xfrm>
            <a:off x="767869" y="4012791"/>
            <a:ext cx="7151276" cy="315913"/>
          </a:xfrm>
          <a:prstGeom prst="rect">
            <a:avLst/>
          </a:prstGeom>
        </p:spPr>
        <p:txBody>
          <a:bodyPr lIns="0" tIns="0" rIns="0" bIns="0" anchor="t">
            <a:noAutofit/>
          </a:bodyPr>
          <a:lstStyle>
            <a:lvl1pPr marL="0" indent="0" algn="l">
              <a:spcBef>
                <a:spcPts val="0"/>
              </a:spcBef>
              <a:buNone/>
              <a:defRPr sz="1400" spc="0" baseline="0">
                <a:solidFill>
                  <a:schemeClr val="bg1"/>
                </a:solidFill>
              </a:defRPr>
            </a:lvl1pPr>
          </a:lstStyle>
          <a:p>
            <a:pPr lvl="0"/>
            <a:r>
              <a:rPr lang="en-US" dirty="0"/>
              <a:t>Place holder for subtitle</a:t>
            </a:r>
          </a:p>
        </p:txBody>
      </p:sp>
      <p:sp>
        <p:nvSpPr>
          <p:cNvPr id="17" name="Text Placeholder 17">
            <a:extLst>
              <a:ext uri="{FF2B5EF4-FFF2-40B4-BE49-F238E27FC236}">
                <a16:creationId xmlns:a16="http://schemas.microsoft.com/office/drawing/2014/main" xmlns="" id="{D95356D2-AFDD-42A5-A465-237B8096BB51}"/>
              </a:ext>
            </a:extLst>
          </p:cNvPr>
          <p:cNvSpPr>
            <a:spLocks noGrp="1"/>
          </p:cNvSpPr>
          <p:nvPr>
            <p:ph type="body" sz="quarter" idx="11" hasCustomPrompt="1"/>
          </p:nvPr>
        </p:nvSpPr>
        <p:spPr>
          <a:xfrm>
            <a:off x="767869" y="1993449"/>
            <a:ext cx="7151276" cy="1965093"/>
          </a:xfrm>
          <a:prstGeom prst="rect">
            <a:avLst/>
          </a:prstGeom>
        </p:spPr>
        <p:txBody>
          <a:bodyPr lIns="0" tIns="0" rIns="0" bIns="0" anchor="ctr">
            <a:noAutofit/>
          </a:bodyPr>
          <a:lstStyle>
            <a:lvl1pPr marL="0" indent="0" algn="l">
              <a:lnSpc>
                <a:spcPct val="90000"/>
              </a:lnSpc>
              <a:spcBef>
                <a:spcPts val="0"/>
              </a:spcBef>
              <a:buNone/>
              <a:defRPr sz="6000" spc="0" baseline="0">
                <a:solidFill>
                  <a:schemeClr val="bg1"/>
                </a:solidFill>
              </a:defRPr>
            </a:lvl1pPr>
          </a:lstStyle>
          <a:p>
            <a:pPr lvl="0"/>
            <a:r>
              <a:rPr lang="en-US" dirty="0"/>
              <a:t>Place holder for Section Divider</a:t>
            </a:r>
          </a:p>
        </p:txBody>
      </p:sp>
      <p:pic>
        <p:nvPicPr>
          <p:cNvPr id="9" name="Picture 8"/>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32422304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Section Divider v4">
    <p:bg>
      <p:bgPr>
        <a:solidFill>
          <a:schemeClr val="accent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a:xfrm>
            <a:off x="767869" y="1582059"/>
            <a:ext cx="7151276" cy="315704"/>
          </a:xfrm>
        </p:spPr>
        <p:txBody>
          <a:bodyPr/>
          <a:lstStyle>
            <a:lvl1pPr>
              <a:defRPr baseline="0">
                <a:solidFill>
                  <a:schemeClr val="bg1"/>
                </a:solidFill>
              </a:defRPr>
            </a:lvl1pPr>
          </a:lstStyle>
          <a:p>
            <a:r>
              <a:rPr lang="en-US" dirty="0"/>
              <a:t>SECTION HEADING</a:t>
            </a:r>
          </a:p>
        </p:txBody>
      </p:sp>
      <p:sp>
        <p:nvSpPr>
          <p:cNvPr id="32" name="TextBox 31">
            <a:extLst>
              <a:ext uri="{FF2B5EF4-FFF2-40B4-BE49-F238E27FC236}">
                <a16:creationId xmlns:a16="http://schemas.microsoft.com/office/drawing/2014/main" xmlns="" id="{3D027264-FFD5-4664-9F28-20A1BCF7F9C4}"/>
              </a:ext>
            </a:extLst>
          </p:cNvPr>
          <p:cNvSpPr txBox="1"/>
          <p:nvPr userDrawn="1"/>
        </p:nvSpPr>
        <p:spPr>
          <a:xfrm>
            <a:off x="11470597" y="6434405"/>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solidFill>
                <a:latin typeface="Avenir Roman"/>
                <a:cs typeface="Avenir Roman"/>
              </a:rPr>
              <a:pPr algn="r"/>
              <a:t>‹#›</a:t>
            </a:fld>
            <a:endParaRPr kumimoji="0" lang="en-US" sz="1000" u="none" strike="noStrike" kern="1200" cap="none" spc="0" normalizeH="0" baseline="0" noProof="0" dirty="0">
              <a:ln>
                <a:noFill/>
              </a:ln>
              <a:solidFill>
                <a:schemeClr val="bg1"/>
              </a:solidFill>
              <a:effectLst/>
              <a:uLnTx/>
              <a:uFillTx/>
              <a:latin typeface="Avenir Roman"/>
              <a:cs typeface="Avenir Roman"/>
            </a:endParaRPr>
          </a:p>
        </p:txBody>
      </p:sp>
      <p:sp>
        <p:nvSpPr>
          <p:cNvPr id="35" name="Rectangle 34">
            <a:extLst>
              <a:ext uri="{FF2B5EF4-FFF2-40B4-BE49-F238E27FC236}">
                <a16:creationId xmlns:a16="http://schemas.microsoft.com/office/drawing/2014/main" xmlns="" id="{15AA81F1-FB1E-4A27-8998-A3F65FCB5469}"/>
              </a:ext>
            </a:extLst>
          </p:cNvPr>
          <p:cNvSpPr/>
          <p:nvPr userDrawn="1"/>
        </p:nvSpPr>
        <p:spPr>
          <a:xfrm>
            <a:off x="351223" y="6402296"/>
            <a:ext cx="3331361" cy="230832"/>
          </a:xfrm>
          <a:prstGeom prst="rect">
            <a:avLst/>
          </a:prstGeom>
        </p:spPr>
        <p:txBody>
          <a:bodyPr wrap="none">
            <a:spAutoFit/>
          </a:bodyPr>
          <a:lstStyle/>
          <a:p>
            <a:r>
              <a:rPr lang="en-US" sz="900" dirty="0">
                <a:solidFill>
                  <a:schemeClr val="bg1"/>
                </a:solidFill>
                <a:latin typeface="Avenir Roman"/>
                <a:cs typeface="Avenir Roman"/>
              </a:rPr>
              <a:t>Copyright © 2022 Infogain Corporation. All Rights Reserved.</a:t>
            </a:r>
          </a:p>
        </p:txBody>
      </p:sp>
      <p:sp>
        <p:nvSpPr>
          <p:cNvPr id="14" name="Text Placeholder 17">
            <a:extLst>
              <a:ext uri="{FF2B5EF4-FFF2-40B4-BE49-F238E27FC236}">
                <a16:creationId xmlns:a16="http://schemas.microsoft.com/office/drawing/2014/main" xmlns="" id="{B3E88B52-A8F8-42C0-A544-92EB6CF0687F}"/>
              </a:ext>
            </a:extLst>
          </p:cNvPr>
          <p:cNvSpPr>
            <a:spLocks noGrp="1"/>
          </p:cNvSpPr>
          <p:nvPr>
            <p:ph type="body" sz="quarter" idx="10" hasCustomPrompt="1"/>
          </p:nvPr>
        </p:nvSpPr>
        <p:spPr>
          <a:xfrm>
            <a:off x="767869" y="4012791"/>
            <a:ext cx="7151276" cy="315913"/>
          </a:xfrm>
          <a:prstGeom prst="rect">
            <a:avLst/>
          </a:prstGeom>
        </p:spPr>
        <p:txBody>
          <a:bodyPr lIns="0" tIns="0" rIns="0" bIns="0" anchor="t">
            <a:noAutofit/>
          </a:bodyPr>
          <a:lstStyle>
            <a:lvl1pPr marL="0" indent="0" algn="l">
              <a:spcBef>
                <a:spcPts val="0"/>
              </a:spcBef>
              <a:buNone/>
              <a:defRPr sz="1400" spc="0" baseline="0">
                <a:solidFill>
                  <a:schemeClr val="bg1"/>
                </a:solidFill>
              </a:defRPr>
            </a:lvl1pPr>
          </a:lstStyle>
          <a:p>
            <a:pPr lvl="0"/>
            <a:r>
              <a:rPr lang="en-US" dirty="0"/>
              <a:t>Place holder for subtitle</a:t>
            </a:r>
          </a:p>
        </p:txBody>
      </p:sp>
      <p:sp>
        <p:nvSpPr>
          <p:cNvPr id="17" name="Text Placeholder 17">
            <a:extLst>
              <a:ext uri="{FF2B5EF4-FFF2-40B4-BE49-F238E27FC236}">
                <a16:creationId xmlns:a16="http://schemas.microsoft.com/office/drawing/2014/main" xmlns="" id="{D95356D2-AFDD-42A5-A465-237B8096BB51}"/>
              </a:ext>
            </a:extLst>
          </p:cNvPr>
          <p:cNvSpPr>
            <a:spLocks noGrp="1"/>
          </p:cNvSpPr>
          <p:nvPr>
            <p:ph type="body" sz="quarter" idx="11" hasCustomPrompt="1"/>
          </p:nvPr>
        </p:nvSpPr>
        <p:spPr>
          <a:xfrm>
            <a:off x="767869" y="1993449"/>
            <a:ext cx="7151276" cy="1965093"/>
          </a:xfrm>
          <a:prstGeom prst="rect">
            <a:avLst/>
          </a:prstGeom>
        </p:spPr>
        <p:txBody>
          <a:bodyPr lIns="0" tIns="0" rIns="0" bIns="0" anchor="ctr">
            <a:noAutofit/>
          </a:bodyPr>
          <a:lstStyle>
            <a:lvl1pPr marL="0" indent="0" algn="l">
              <a:lnSpc>
                <a:spcPct val="90000"/>
              </a:lnSpc>
              <a:spcBef>
                <a:spcPts val="0"/>
              </a:spcBef>
              <a:buNone/>
              <a:defRPr sz="6000" spc="0" baseline="0">
                <a:solidFill>
                  <a:schemeClr val="bg1"/>
                </a:solidFill>
              </a:defRPr>
            </a:lvl1pPr>
          </a:lstStyle>
          <a:p>
            <a:pPr lvl="0"/>
            <a:r>
              <a:rPr lang="en-US" dirty="0"/>
              <a:t>Place holder for Section Divider</a:t>
            </a:r>
          </a:p>
        </p:txBody>
      </p:sp>
      <p:pic>
        <p:nvPicPr>
          <p:cNvPr id="9" name="Picture 8"/>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41557891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v1">
    <p:spTree>
      <p:nvGrpSpPr>
        <p:cNvPr id="1" name=""/>
        <p:cNvGrpSpPr/>
        <p:nvPr/>
      </p:nvGrpSpPr>
      <p:grpSpPr>
        <a:xfrm>
          <a:off x="0" y="0"/>
          <a:ext cx="0" cy="0"/>
          <a:chOff x="0" y="0"/>
          <a:chExt cx="0" cy="0"/>
        </a:xfrm>
      </p:grpSpPr>
      <p:pic>
        <p:nvPicPr>
          <p:cNvPr id="32" name="Picture 31">
            <a:extLst>
              <a:ext uri="{FF2B5EF4-FFF2-40B4-BE49-F238E27FC236}">
                <a16:creationId xmlns:a16="http://schemas.microsoft.com/office/drawing/2014/main" xmlns=""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27" name="Text Placeholder 2">
            <a:extLst>
              <a:ext uri="{FF2B5EF4-FFF2-40B4-BE49-F238E27FC236}">
                <a16:creationId xmlns:a16="http://schemas.microsoft.com/office/drawing/2014/main" xmlns="" id="{9B8F19A3-252D-4851-BB1A-796986E51EF6}"/>
              </a:ext>
            </a:extLst>
          </p:cNvPr>
          <p:cNvSpPr>
            <a:spLocks noGrp="1"/>
          </p:cNvSpPr>
          <p:nvPr>
            <p:ph type="body" sz="quarter" idx="18" hasCustomPrompt="1"/>
          </p:nvPr>
        </p:nvSpPr>
        <p:spPr>
          <a:xfrm>
            <a:off x="940885" y="3618575"/>
            <a:ext cx="1609763" cy="1463040"/>
          </a:xfrm>
        </p:spPr>
        <p:txBody>
          <a:bodyPr lIns="0" tIns="0" rIns="0" bIns="0" anchor="t">
            <a:noAutofit/>
          </a:bodyPr>
          <a:lstStyle>
            <a:lvl1pPr marL="0" indent="0" algn="l">
              <a:spcBef>
                <a:spcPts val="0"/>
              </a:spcBef>
              <a:buNone/>
              <a:defRPr sz="1400" b="0">
                <a:solidFill>
                  <a:schemeClr val="tx1"/>
                </a:solidFill>
              </a:defRPr>
            </a:lvl1pPr>
          </a:lstStyle>
          <a:p>
            <a:pPr lvl="0"/>
            <a:r>
              <a:rPr lang="en-US" dirty="0"/>
              <a:t>Place holder for text, place holder for text</a:t>
            </a:r>
          </a:p>
        </p:txBody>
      </p:sp>
      <p:sp>
        <p:nvSpPr>
          <p:cNvPr id="22" name="Text Placeholder 2">
            <a:extLst>
              <a:ext uri="{FF2B5EF4-FFF2-40B4-BE49-F238E27FC236}">
                <a16:creationId xmlns:a16="http://schemas.microsoft.com/office/drawing/2014/main" xmlns="" id="{BFFF5094-6ED3-40C7-BD93-86A550C2B1EA}"/>
              </a:ext>
            </a:extLst>
          </p:cNvPr>
          <p:cNvSpPr>
            <a:spLocks noGrp="1"/>
          </p:cNvSpPr>
          <p:nvPr>
            <p:ph type="body" sz="quarter" idx="13" hasCustomPrompt="1"/>
          </p:nvPr>
        </p:nvSpPr>
        <p:spPr>
          <a:xfrm>
            <a:off x="940886" y="2521288"/>
            <a:ext cx="943414" cy="930160"/>
          </a:xfrm>
        </p:spPr>
        <p:txBody>
          <a:bodyPr lIns="0" tIns="0" rIns="0" bIns="0" anchor="t">
            <a:noAutofit/>
          </a:bodyPr>
          <a:lstStyle>
            <a:lvl1pPr marL="0" indent="0" algn="l">
              <a:buNone/>
              <a:defRPr sz="6000" u="none">
                <a:solidFill>
                  <a:schemeClr val="bg2"/>
                </a:solidFill>
              </a:defRPr>
            </a:lvl1pPr>
          </a:lstStyle>
          <a:p>
            <a:pPr lvl="0"/>
            <a:r>
              <a:rPr lang="en-US" dirty="0"/>
              <a:t>01</a:t>
            </a:r>
          </a:p>
        </p:txBody>
      </p:sp>
      <p:sp>
        <p:nvSpPr>
          <p:cNvPr id="23" name="Text Placeholder 2">
            <a:extLst>
              <a:ext uri="{FF2B5EF4-FFF2-40B4-BE49-F238E27FC236}">
                <a16:creationId xmlns:a16="http://schemas.microsoft.com/office/drawing/2014/main" xmlns="" id="{AE10F525-8785-40CE-95A6-6D01A7714D79}"/>
              </a:ext>
            </a:extLst>
          </p:cNvPr>
          <p:cNvSpPr>
            <a:spLocks noGrp="1"/>
          </p:cNvSpPr>
          <p:nvPr>
            <p:ph type="body" sz="quarter" idx="14" hasCustomPrompt="1"/>
          </p:nvPr>
        </p:nvSpPr>
        <p:spPr>
          <a:xfrm>
            <a:off x="3242540" y="2521288"/>
            <a:ext cx="943414" cy="930160"/>
          </a:xfrm>
        </p:spPr>
        <p:txBody>
          <a:bodyPr lIns="0" tIns="0" rIns="0" bIns="0" anchor="t">
            <a:noAutofit/>
          </a:bodyPr>
          <a:lstStyle>
            <a:lvl1pPr marL="0" indent="0" algn="l">
              <a:buNone/>
              <a:defRPr sz="6000" u="none">
                <a:solidFill>
                  <a:schemeClr val="bg2"/>
                </a:solidFill>
              </a:defRPr>
            </a:lvl1pPr>
          </a:lstStyle>
          <a:p>
            <a:pPr lvl="0"/>
            <a:r>
              <a:rPr lang="en-US" dirty="0"/>
              <a:t>02</a:t>
            </a:r>
          </a:p>
        </p:txBody>
      </p:sp>
      <p:sp>
        <p:nvSpPr>
          <p:cNvPr id="24" name="Text Placeholder 2">
            <a:extLst>
              <a:ext uri="{FF2B5EF4-FFF2-40B4-BE49-F238E27FC236}">
                <a16:creationId xmlns:a16="http://schemas.microsoft.com/office/drawing/2014/main" xmlns="" id="{D36914D6-A688-48A8-B471-081AF08A391F}"/>
              </a:ext>
            </a:extLst>
          </p:cNvPr>
          <p:cNvSpPr>
            <a:spLocks noGrp="1"/>
          </p:cNvSpPr>
          <p:nvPr>
            <p:ph type="body" sz="quarter" idx="15" hasCustomPrompt="1"/>
          </p:nvPr>
        </p:nvSpPr>
        <p:spPr>
          <a:xfrm>
            <a:off x="5544195" y="2521288"/>
            <a:ext cx="943414" cy="930160"/>
          </a:xfrm>
        </p:spPr>
        <p:txBody>
          <a:bodyPr lIns="0" tIns="0" rIns="0" bIns="0" anchor="t">
            <a:noAutofit/>
          </a:bodyPr>
          <a:lstStyle>
            <a:lvl1pPr marL="0" indent="0" algn="l">
              <a:buNone/>
              <a:defRPr sz="6000" u="none">
                <a:solidFill>
                  <a:schemeClr val="bg2"/>
                </a:solidFill>
              </a:defRPr>
            </a:lvl1pPr>
          </a:lstStyle>
          <a:p>
            <a:pPr lvl="0"/>
            <a:r>
              <a:rPr lang="en-US" dirty="0"/>
              <a:t>03</a:t>
            </a:r>
          </a:p>
        </p:txBody>
      </p:sp>
      <p:sp>
        <p:nvSpPr>
          <p:cNvPr id="25" name="Text Placeholder 2">
            <a:extLst>
              <a:ext uri="{FF2B5EF4-FFF2-40B4-BE49-F238E27FC236}">
                <a16:creationId xmlns:a16="http://schemas.microsoft.com/office/drawing/2014/main" xmlns="" id="{56673962-E048-4984-88F8-74B5C5793C52}"/>
              </a:ext>
            </a:extLst>
          </p:cNvPr>
          <p:cNvSpPr>
            <a:spLocks noGrp="1"/>
          </p:cNvSpPr>
          <p:nvPr>
            <p:ph type="body" sz="quarter" idx="16" hasCustomPrompt="1"/>
          </p:nvPr>
        </p:nvSpPr>
        <p:spPr>
          <a:xfrm>
            <a:off x="7845849" y="2521288"/>
            <a:ext cx="943414" cy="930160"/>
          </a:xfrm>
        </p:spPr>
        <p:txBody>
          <a:bodyPr lIns="0" tIns="0" rIns="0" bIns="0" anchor="t">
            <a:noAutofit/>
          </a:bodyPr>
          <a:lstStyle>
            <a:lvl1pPr marL="0" indent="0" algn="l">
              <a:buNone/>
              <a:defRPr sz="6000" u="none">
                <a:solidFill>
                  <a:schemeClr val="bg2"/>
                </a:solidFill>
              </a:defRPr>
            </a:lvl1pPr>
          </a:lstStyle>
          <a:p>
            <a:pPr lvl="0"/>
            <a:r>
              <a:rPr lang="en-US" dirty="0"/>
              <a:t>04</a:t>
            </a:r>
          </a:p>
        </p:txBody>
      </p:sp>
      <p:sp>
        <p:nvSpPr>
          <p:cNvPr id="26" name="Text Placeholder 2">
            <a:extLst>
              <a:ext uri="{FF2B5EF4-FFF2-40B4-BE49-F238E27FC236}">
                <a16:creationId xmlns:a16="http://schemas.microsoft.com/office/drawing/2014/main" xmlns="" id="{02A799DF-1979-4FDB-A256-951A4204AF87}"/>
              </a:ext>
            </a:extLst>
          </p:cNvPr>
          <p:cNvSpPr>
            <a:spLocks noGrp="1"/>
          </p:cNvSpPr>
          <p:nvPr>
            <p:ph type="body" sz="quarter" idx="17" hasCustomPrompt="1"/>
          </p:nvPr>
        </p:nvSpPr>
        <p:spPr>
          <a:xfrm>
            <a:off x="10147504" y="2521288"/>
            <a:ext cx="943414" cy="930160"/>
          </a:xfrm>
        </p:spPr>
        <p:txBody>
          <a:bodyPr lIns="0" tIns="0" rIns="0" bIns="0" anchor="t">
            <a:noAutofit/>
          </a:bodyPr>
          <a:lstStyle>
            <a:lvl1pPr marL="0" indent="0" algn="l">
              <a:buNone/>
              <a:defRPr sz="6000" u="none">
                <a:solidFill>
                  <a:schemeClr val="bg2"/>
                </a:solidFill>
              </a:defRPr>
            </a:lvl1pPr>
          </a:lstStyle>
          <a:p>
            <a:pPr lvl="0"/>
            <a:r>
              <a:rPr lang="en-US" dirty="0"/>
              <a:t>05</a:t>
            </a:r>
          </a:p>
        </p:txBody>
      </p:sp>
      <p:sp>
        <p:nvSpPr>
          <p:cNvPr id="28" name="Text Placeholder 2">
            <a:extLst>
              <a:ext uri="{FF2B5EF4-FFF2-40B4-BE49-F238E27FC236}">
                <a16:creationId xmlns:a16="http://schemas.microsoft.com/office/drawing/2014/main" xmlns="" id="{F339E161-0E60-4C55-BC72-7E29650E6436}"/>
              </a:ext>
            </a:extLst>
          </p:cNvPr>
          <p:cNvSpPr>
            <a:spLocks noGrp="1"/>
          </p:cNvSpPr>
          <p:nvPr>
            <p:ph type="body" sz="quarter" idx="19" hasCustomPrompt="1"/>
          </p:nvPr>
        </p:nvSpPr>
        <p:spPr>
          <a:xfrm>
            <a:off x="3242541" y="3618575"/>
            <a:ext cx="1609763" cy="1463040"/>
          </a:xfrm>
        </p:spPr>
        <p:txBody>
          <a:bodyPr lIns="0" tIns="0" rIns="0" bIns="0" anchor="t">
            <a:noAutofit/>
          </a:bodyPr>
          <a:lstStyle>
            <a:lvl1pPr marL="0" indent="0" algn="l">
              <a:spcBef>
                <a:spcPts val="0"/>
              </a:spcBef>
              <a:buNone/>
              <a:defRPr sz="1400" b="0">
                <a:solidFill>
                  <a:schemeClr val="tx1"/>
                </a:solidFill>
              </a:defRPr>
            </a:lvl1pPr>
          </a:lstStyle>
          <a:p>
            <a:pPr lvl="0"/>
            <a:r>
              <a:rPr lang="en-US" dirty="0"/>
              <a:t>Place holder for text, place holder for text</a:t>
            </a:r>
          </a:p>
        </p:txBody>
      </p:sp>
      <p:sp>
        <p:nvSpPr>
          <p:cNvPr id="29" name="Text Placeholder 2">
            <a:extLst>
              <a:ext uri="{FF2B5EF4-FFF2-40B4-BE49-F238E27FC236}">
                <a16:creationId xmlns:a16="http://schemas.microsoft.com/office/drawing/2014/main" xmlns="" id="{C7FC7771-48D6-4488-A089-A4699B8C9BB9}"/>
              </a:ext>
            </a:extLst>
          </p:cNvPr>
          <p:cNvSpPr>
            <a:spLocks noGrp="1"/>
          </p:cNvSpPr>
          <p:nvPr>
            <p:ph type="body" sz="quarter" idx="20" hasCustomPrompt="1"/>
          </p:nvPr>
        </p:nvSpPr>
        <p:spPr>
          <a:xfrm>
            <a:off x="5544196" y="3618575"/>
            <a:ext cx="1609763" cy="1463040"/>
          </a:xfrm>
        </p:spPr>
        <p:txBody>
          <a:bodyPr lIns="0" tIns="0" rIns="0" bIns="0" anchor="t">
            <a:noAutofit/>
          </a:bodyPr>
          <a:lstStyle>
            <a:lvl1pPr marL="0" indent="0" algn="l">
              <a:spcBef>
                <a:spcPts val="0"/>
              </a:spcBef>
              <a:buNone/>
              <a:defRPr sz="1400" b="0">
                <a:solidFill>
                  <a:schemeClr val="tx1"/>
                </a:solidFill>
              </a:defRPr>
            </a:lvl1pPr>
          </a:lstStyle>
          <a:p>
            <a:pPr lvl="0"/>
            <a:r>
              <a:rPr lang="en-US" dirty="0"/>
              <a:t>Place holder for text, place holder for text</a:t>
            </a:r>
          </a:p>
        </p:txBody>
      </p:sp>
      <p:sp>
        <p:nvSpPr>
          <p:cNvPr id="30" name="Text Placeholder 2">
            <a:extLst>
              <a:ext uri="{FF2B5EF4-FFF2-40B4-BE49-F238E27FC236}">
                <a16:creationId xmlns:a16="http://schemas.microsoft.com/office/drawing/2014/main" xmlns="" id="{A7DDF1D5-1765-4836-BBE1-849DFAB37631}"/>
              </a:ext>
            </a:extLst>
          </p:cNvPr>
          <p:cNvSpPr>
            <a:spLocks noGrp="1"/>
          </p:cNvSpPr>
          <p:nvPr>
            <p:ph type="body" sz="quarter" idx="21" hasCustomPrompt="1"/>
          </p:nvPr>
        </p:nvSpPr>
        <p:spPr>
          <a:xfrm>
            <a:off x="7845851" y="3618575"/>
            <a:ext cx="1609763" cy="1463040"/>
          </a:xfrm>
        </p:spPr>
        <p:txBody>
          <a:bodyPr lIns="0" tIns="0" rIns="0" bIns="0" anchor="t">
            <a:noAutofit/>
          </a:bodyPr>
          <a:lstStyle>
            <a:lvl1pPr marL="0" indent="0" algn="l">
              <a:spcBef>
                <a:spcPts val="0"/>
              </a:spcBef>
              <a:buNone/>
              <a:defRPr sz="1400" b="0">
                <a:solidFill>
                  <a:schemeClr val="tx1"/>
                </a:solidFill>
              </a:defRPr>
            </a:lvl1pPr>
          </a:lstStyle>
          <a:p>
            <a:pPr lvl="0"/>
            <a:r>
              <a:rPr lang="en-US" dirty="0"/>
              <a:t>Place holder for text, place holder for text</a:t>
            </a:r>
          </a:p>
        </p:txBody>
      </p:sp>
      <p:sp>
        <p:nvSpPr>
          <p:cNvPr id="31" name="Text Placeholder 2">
            <a:extLst>
              <a:ext uri="{FF2B5EF4-FFF2-40B4-BE49-F238E27FC236}">
                <a16:creationId xmlns:a16="http://schemas.microsoft.com/office/drawing/2014/main" xmlns="" id="{35D57064-67A8-4717-8F76-9AF1A1455ADB}"/>
              </a:ext>
            </a:extLst>
          </p:cNvPr>
          <p:cNvSpPr>
            <a:spLocks noGrp="1"/>
          </p:cNvSpPr>
          <p:nvPr>
            <p:ph type="body" sz="quarter" idx="22" hasCustomPrompt="1"/>
          </p:nvPr>
        </p:nvSpPr>
        <p:spPr>
          <a:xfrm>
            <a:off x="10147505" y="3618575"/>
            <a:ext cx="1609763" cy="1463040"/>
          </a:xfrm>
        </p:spPr>
        <p:txBody>
          <a:bodyPr lIns="0" tIns="0" rIns="0" bIns="0" anchor="t">
            <a:noAutofit/>
          </a:bodyPr>
          <a:lstStyle>
            <a:lvl1pPr marL="0" indent="0" algn="l">
              <a:spcBef>
                <a:spcPts val="0"/>
              </a:spcBef>
              <a:buNone/>
              <a:defRPr sz="1400" b="0">
                <a:solidFill>
                  <a:schemeClr val="tx1"/>
                </a:solidFill>
              </a:defRPr>
            </a:lvl1pPr>
          </a:lstStyle>
          <a:p>
            <a:pPr lvl="0"/>
            <a:r>
              <a:rPr lang="en-US" dirty="0"/>
              <a:t>Place holder for text, place holder for text</a:t>
            </a:r>
          </a:p>
        </p:txBody>
      </p:sp>
      <p:sp>
        <p:nvSpPr>
          <p:cNvPr id="3" name="Title 2">
            <a:extLst>
              <a:ext uri="{FF2B5EF4-FFF2-40B4-BE49-F238E27FC236}">
                <a16:creationId xmlns:a16="http://schemas.microsoft.com/office/drawing/2014/main" xmlns="" id="{D0D0F5C5-1FDE-456D-9C67-6F0A07724C6B}"/>
              </a:ext>
            </a:extLst>
          </p:cNvPr>
          <p:cNvSpPr>
            <a:spLocks noGrp="1"/>
          </p:cNvSpPr>
          <p:nvPr>
            <p:ph type="title" hasCustomPrompt="1"/>
          </p:nvPr>
        </p:nvSpPr>
        <p:spPr/>
        <p:txBody>
          <a:bodyPr/>
          <a:lstStyle>
            <a:lvl1pPr>
              <a:defRPr baseline="0"/>
            </a:lvl1pPr>
          </a:lstStyle>
          <a:p>
            <a:r>
              <a:rPr lang="en-US" dirty="0"/>
              <a:t>SECTION HEADING</a:t>
            </a:r>
          </a:p>
        </p:txBody>
      </p:sp>
    </p:spTree>
    <p:extLst>
      <p:ext uri="{BB962C8B-B14F-4D97-AF65-F5344CB8AC3E}">
        <p14:creationId xmlns:p14="http://schemas.microsoft.com/office/powerpoint/2010/main" val="28623275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v2">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27" name="Text Placeholder 2">
            <a:extLst>
              <a:ext uri="{FF2B5EF4-FFF2-40B4-BE49-F238E27FC236}">
                <a16:creationId xmlns:a16="http://schemas.microsoft.com/office/drawing/2014/main" xmlns="" id="{9B8F19A3-252D-4851-BB1A-796986E51EF6}"/>
              </a:ext>
            </a:extLst>
          </p:cNvPr>
          <p:cNvSpPr>
            <a:spLocks noGrp="1"/>
          </p:cNvSpPr>
          <p:nvPr>
            <p:ph type="body" sz="quarter" idx="18" hasCustomPrompt="1"/>
          </p:nvPr>
        </p:nvSpPr>
        <p:spPr>
          <a:xfrm>
            <a:off x="7569694" y="1714958"/>
            <a:ext cx="1609763" cy="3870342"/>
          </a:xfrm>
        </p:spPr>
        <p:txBody>
          <a:bodyPr lIns="0" tIns="0" rIns="0" bIns="0" anchor="t">
            <a:noAutofit/>
          </a:bodyPr>
          <a:lstStyle>
            <a:lvl1pPr marL="0" indent="0" algn="l">
              <a:spcBef>
                <a:spcPts val="800"/>
              </a:spcBef>
              <a:buNone/>
              <a:defRPr sz="1400" b="0">
                <a:solidFill>
                  <a:schemeClr val="tx1"/>
                </a:solidFill>
              </a:defRPr>
            </a:lvl1pPr>
          </a:lstStyle>
          <a:p>
            <a:pPr lvl="0"/>
            <a:r>
              <a:rPr lang="en-US" dirty="0"/>
              <a:t>- Lorem ipsum</a:t>
            </a:r>
          </a:p>
          <a:p>
            <a:pPr lvl="0"/>
            <a:r>
              <a:rPr lang="en-US" dirty="0"/>
              <a:t>- Dolor, avec</a:t>
            </a:r>
          </a:p>
          <a:p>
            <a:pPr lvl="0"/>
            <a:r>
              <a:rPr lang="en-US" dirty="0"/>
              <a:t>- Lorem ipsum</a:t>
            </a:r>
          </a:p>
          <a:p>
            <a:pPr lvl="0"/>
            <a:r>
              <a:rPr lang="en-US" dirty="0"/>
              <a:t>- Dolor, avec</a:t>
            </a:r>
          </a:p>
          <a:p>
            <a:pPr lvl="0"/>
            <a:r>
              <a:rPr lang="en-US" dirty="0"/>
              <a:t>- Lorem ipsum</a:t>
            </a:r>
          </a:p>
          <a:p>
            <a:pPr lvl="0"/>
            <a:r>
              <a:rPr lang="en-US" dirty="0"/>
              <a:t>- Dolor, avec</a:t>
            </a:r>
          </a:p>
          <a:p>
            <a:pPr lvl="0"/>
            <a:r>
              <a:rPr lang="en-US" dirty="0"/>
              <a:t>- Lorem ipsum</a:t>
            </a:r>
          </a:p>
          <a:p>
            <a:pPr lvl="0"/>
            <a:r>
              <a:rPr lang="en-US" dirty="0"/>
              <a:t>- Dolor, avec</a:t>
            </a:r>
          </a:p>
          <a:p>
            <a:pPr lvl="0"/>
            <a:r>
              <a:rPr lang="en-US" dirty="0"/>
              <a:t>- Lorem ipsum</a:t>
            </a:r>
          </a:p>
          <a:p>
            <a:pPr lvl="0"/>
            <a:r>
              <a:rPr lang="en-US" dirty="0"/>
              <a:t>- Dolor, avec</a:t>
            </a:r>
          </a:p>
          <a:p>
            <a:pPr lvl="0"/>
            <a:r>
              <a:rPr lang="en-US" dirty="0"/>
              <a:t>- Lorem ipsum</a:t>
            </a:r>
          </a:p>
          <a:p>
            <a:pPr lvl="0"/>
            <a:r>
              <a:rPr lang="en-US" dirty="0"/>
              <a:t>- Dolor, avec</a:t>
            </a:r>
          </a:p>
        </p:txBody>
      </p:sp>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34" name="Text Placeholder 2">
            <a:extLst>
              <a:ext uri="{FF2B5EF4-FFF2-40B4-BE49-F238E27FC236}">
                <a16:creationId xmlns:a16="http://schemas.microsoft.com/office/drawing/2014/main" xmlns="" id="{45886A50-D64D-414B-BB34-2694E084C2E5}"/>
              </a:ext>
            </a:extLst>
          </p:cNvPr>
          <p:cNvSpPr>
            <a:spLocks noGrp="1"/>
          </p:cNvSpPr>
          <p:nvPr>
            <p:ph type="body" sz="quarter" idx="19" hasCustomPrompt="1"/>
          </p:nvPr>
        </p:nvSpPr>
        <p:spPr>
          <a:xfrm>
            <a:off x="9388231" y="1714958"/>
            <a:ext cx="452813" cy="3870342"/>
          </a:xfrm>
        </p:spPr>
        <p:txBody>
          <a:bodyPr lIns="0" tIns="0" rIns="0" bIns="0" anchor="t">
            <a:noAutofit/>
          </a:bodyPr>
          <a:lstStyle>
            <a:lvl1pPr marL="0" indent="0" algn="ctr">
              <a:spcBef>
                <a:spcPts val="800"/>
              </a:spcBef>
              <a:buNone/>
              <a:defRPr sz="1400" b="0">
                <a:solidFill>
                  <a:schemeClr val="bg2"/>
                </a:solidFill>
              </a:defRPr>
            </a:lvl1pPr>
          </a:lstStyle>
          <a:p>
            <a:pPr lvl="0"/>
            <a:r>
              <a:rPr lang="en-US" dirty="0"/>
              <a:t>01</a:t>
            </a:r>
          </a:p>
          <a:p>
            <a:pPr lvl="0"/>
            <a:r>
              <a:rPr lang="en-US" dirty="0"/>
              <a:t>02</a:t>
            </a:r>
          </a:p>
          <a:p>
            <a:pPr lvl="0"/>
            <a:r>
              <a:rPr lang="en-US" dirty="0"/>
              <a:t>03</a:t>
            </a:r>
          </a:p>
          <a:p>
            <a:pPr lvl="0"/>
            <a:r>
              <a:rPr lang="en-US" dirty="0"/>
              <a:t>04</a:t>
            </a:r>
          </a:p>
          <a:p>
            <a:pPr lvl="0"/>
            <a:r>
              <a:rPr lang="en-US" dirty="0"/>
              <a:t>05</a:t>
            </a:r>
          </a:p>
          <a:p>
            <a:pPr lvl="0"/>
            <a:r>
              <a:rPr lang="en-US" dirty="0"/>
              <a:t>06</a:t>
            </a:r>
          </a:p>
          <a:p>
            <a:pPr lvl="0"/>
            <a:r>
              <a:rPr lang="en-US" dirty="0"/>
              <a:t>07</a:t>
            </a:r>
          </a:p>
          <a:p>
            <a:pPr lvl="0"/>
            <a:r>
              <a:rPr lang="en-US" dirty="0"/>
              <a:t>08</a:t>
            </a:r>
          </a:p>
          <a:p>
            <a:pPr lvl="0"/>
            <a:r>
              <a:rPr lang="en-US" dirty="0"/>
              <a:t>09</a:t>
            </a:r>
          </a:p>
          <a:p>
            <a:pPr lvl="0"/>
            <a:r>
              <a:rPr lang="en-US" dirty="0"/>
              <a:t>10</a:t>
            </a:r>
          </a:p>
          <a:p>
            <a:pPr lvl="0"/>
            <a:r>
              <a:rPr lang="en-US" dirty="0"/>
              <a:t>11</a:t>
            </a:r>
          </a:p>
          <a:p>
            <a:pPr lvl="0"/>
            <a:r>
              <a:rPr lang="en-US" dirty="0"/>
              <a:t>12</a:t>
            </a:r>
          </a:p>
        </p:txBody>
      </p:sp>
    </p:spTree>
    <p:extLst>
      <p:ext uri="{BB962C8B-B14F-4D97-AF65-F5344CB8AC3E}">
        <p14:creationId xmlns:p14="http://schemas.microsoft.com/office/powerpoint/2010/main" val="9283127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am info">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xmlns=""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14" name="Picture Placeholder 19">
            <a:extLst>
              <a:ext uri="{FF2B5EF4-FFF2-40B4-BE49-F238E27FC236}">
                <a16:creationId xmlns:a16="http://schemas.microsoft.com/office/drawing/2014/main" xmlns="" id="{59269AFB-DEBB-4608-96E8-324707728B11}"/>
              </a:ext>
            </a:extLst>
          </p:cNvPr>
          <p:cNvSpPr>
            <a:spLocks noGrp="1"/>
          </p:cNvSpPr>
          <p:nvPr>
            <p:ph type="pic" sz="quarter" idx="15" hasCustomPrompt="1"/>
          </p:nvPr>
        </p:nvSpPr>
        <p:spPr>
          <a:xfrm>
            <a:off x="6363124" y="1433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15" name="Text Placeholder 2">
            <a:extLst>
              <a:ext uri="{FF2B5EF4-FFF2-40B4-BE49-F238E27FC236}">
                <a16:creationId xmlns:a16="http://schemas.microsoft.com/office/drawing/2014/main" xmlns="" id="{686E8F45-9142-4263-B45A-EC0ECAA59FAE}"/>
              </a:ext>
            </a:extLst>
          </p:cNvPr>
          <p:cNvSpPr>
            <a:spLocks noGrp="1"/>
          </p:cNvSpPr>
          <p:nvPr>
            <p:ph type="body" sz="quarter" idx="16" hasCustomPrompt="1"/>
          </p:nvPr>
        </p:nvSpPr>
        <p:spPr>
          <a:xfrm>
            <a:off x="7693651" y="1666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2</a:t>
            </a:r>
          </a:p>
        </p:txBody>
      </p:sp>
      <p:sp>
        <p:nvSpPr>
          <p:cNvPr id="16" name="Text Placeholder 2">
            <a:extLst>
              <a:ext uri="{FF2B5EF4-FFF2-40B4-BE49-F238E27FC236}">
                <a16:creationId xmlns:a16="http://schemas.microsoft.com/office/drawing/2014/main" xmlns="" id="{4DC11626-0644-4E2D-9226-6EB9E83BA064}"/>
              </a:ext>
            </a:extLst>
          </p:cNvPr>
          <p:cNvSpPr>
            <a:spLocks noGrp="1"/>
          </p:cNvSpPr>
          <p:nvPr>
            <p:ph type="body" sz="quarter" idx="17" hasCustomPrompt="1"/>
          </p:nvPr>
        </p:nvSpPr>
        <p:spPr>
          <a:xfrm>
            <a:off x="7693651" y="2000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
        <p:nvSpPr>
          <p:cNvPr id="5" name="Picture Placeholder 19">
            <a:extLst>
              <a:ext uri="{FF2B5EF4-FFF2-40B4-BE49-F238E27FC236}">
                <a16:creationId xmlns:a16="http://schemas.microsoft.com/office/drawing/2014/main" xmlns="" id="{A323A45E-FC75-4F7E-95A9-DB2AB53001BA}"/>
              </a:ext>
            </a:extLst>
          </p:cNvPr>
          <p:cNvSpPr>
            <a:spLocks noGrp="1"/>
          </p:cNvSpPr>
          <p:nvPr>
            <p:ph type="pic" sz="quarter" idx="12" hasCustomPrompt="1"/>
          </p:nvPr>
        </p:nvSpPr>
        <p:spPr>
          <a:xfrm>
            <a:off x="1758340" y="1433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7" name="Text Placeholder 2">
            <a:extLst>
              <a:ext uri="{FF2B5EF4-FFF2-40B4-BE49-F238E27FC236}">
                <a16:creationId xmlns:a16="http://schemas.microsoft.com/office/drawing/2014/main" xmlns="" id="{CC419ED4-1DC0-4B8A-B81D-02CC53DE3339}"/>
              </a:ext>
            </a:extLst>
          </p:cNvPr>
          <p:cNvSpPr>
            <a:spLocks noGrp="1"/>
          </p:cNvSpPr>
          <p:nvPr>
            <p:ph type="body" sz="quarter" idx="13" hasCustomPrompt="1"/>
          </p:nvPr>
        </p:nvSpPr>
        <p:spPr>
          <a:xfrm>
            <a:off x="3088867" y="1666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1</a:t>
            </a:r>
          </a:p>
        </p:txBody>
      </p:sp>
      <p:sp>
        <p:nvSpPr>
          <p:cNvPr id="12" name="Text Placeholder 2">
            <a:extLst>
              <a:ext uri="{FF2B5EF4-FFF2-40B4-BE49-F238E27FC236}">
                <a16:creationId xmlns:a16="http://schemas.microsoft.com/office/drawing/2014/main" xmlns="" id="{39191F7B-B907-4330-A0D0-AE2346533DD8}"/>
              </a:ext>
            </a:extLst>
          </p:cNvPr>
          <p:cNvSpPr>
            <a:spLocks noGrp="1"/>
          </p:cNvSpPr>
          <p:nvPr>
            <p:ph type="body" sz="quarter" idx="14" hasCustomPrompt="1"/>
          </p:nvPr>
        </p:nvSpPr>
        <p:spPr>
          <a:xfrm>
            <a:off x="3088867" y="2000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
        <p:nvSpPr>
          <p:cNvPr id="17" name="Picture Placeholder 19">
            <a:extLst>
              <a:ext uri="{FF2B5EF4-FFF2-40B4-BE49-F238E27FC236}">
                <a16:creationId xmlns:a16="http://schemas.microsoft.com/office/drawing/2014/main" xmlns="" id="{F983CCE9-9F44-4F5C-8034-00D82367E68F}"/>
              </a:ext>
            </a:extLst>
          </p:cNvPr>
          <p:cNvSpPr>
            <a:spLocks noGrp="1"/>
          </p:cNvSpPr>
          <p:nvPr>
            <p:ph type="pic" sz="quarter" idx="18" hasCustomPrompt="1"/>
          </p:nvPr>
        </p:nvSpPr>
        <p:spPr>
          <a:xfrm>
            <a:off x="6363124" y="2957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18" name="Text Placeholder 2">
            <a:extLst>
              <a:ext uri="{FF2B5EF4-FFF2-40B4-BE49-F238E27FC236}">
                <a16:creationId xmlns:a16="http://schemas.microsoft.com/office/drawing/2014/main" xmlns="" id="{1E02564C-71B0-404A-81D5-CBADB443DACA}"/>
              </a:ext>
            </a:extLst>
          </p:cNvPr>
          <p:cNvSpPr>
            <a:spLocks noGrp="1"/>
          </p:cNvSpPr>
          <p:nvPr>
            <p:ph type="body" sz="quarter" idx="19" hasCustomPrompt="1"/>
          </p:nvPr>
        </p:nvSpPr>
        <p:spPr>
          <a:xfrm>
            <a:off x="7693651" y="3190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4</a:t>
            </a:r>
          </a:p>
        </p:txBody>
      </p:sp>
      <p:sp>
        <p:nvSpPr>
          <p:cNvPr id="19" name="Text Placeholder 2">
            <a:extLst>
              <a:ext uri="{FF2B5EF4-FFF2-40B4-BE49-F238E27FC236}">
                <a16:creationId xmlns:a16="http://schemas.microsoft.com/office/drawing/2014/main" xmlns="" id="{37CB87B8-C293-4172-92CB-5A6B260A9911}"/>
              </a:ext>
            </a:extLst>
          </p:cNvPr>
          <p:cNvSpPr>
            <a:spLocks noGrp="1"/>
          </p:cNvSpPr>
          <p:nvPr>
            <p:ph type="body" sz="quarter" idx="20" hasCustomPrompt="1"/>
          </p:nvPr>
        </p:nvSpPr>
        <p:spPr>
          <a:xfrm>
            <a:off x="7693651" y="3524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
        <p:nvSpPr>
          <p:cNvPr id="20" name="Picture Placeholder 19">
            <a:extLst>
              <a:ext uri="{FF2B5EF4-FFF2-40B4-BE49-F238E27FC236}">
                <a16:creationId xmlns:a16="http://schemas.microsoft.com/office/drawing/2014/main" xmlns="" id="{3E8E0044-A58D-43FE-A641-0CAFFC620062}"/>
              </a:ext>
            </a:extLst>
          </p:cNvPr>
          <p:cNvSpPr>
            <a:spLocks noGrp="1"/>
          </p:cNvSpPr>
          <p:nvPr>
            <p:ph type="pic" sz="quarter" idx="21" hasCustomPrompt="1"/>
          </p:nvPr>
        </p:nvSpPr>
        <p:spPr>
          <a:xfrm>
            <a:off x="1758340" y="2957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21" name="Text Placeholder 2">
            <a:extLst>
              <a:ext uri="{FF2B5EF4-FFF2-40B4-BE49-F238E27FC236}">
                <a16:creationId xmlns:a16="http://schemas.microsoft.com/office/drawing/2014/main" xmlns="" id="{43E28C56-5783-4337-9D96-698FE5582A2E}"/>
              </a:ext>
            </a:extLst>
          </p:cNvPr>
          <p:cNvSpPr>
            <a:spLocks noGrp="1"/>
          </p:cNvSpPr>
          <p:nvPr>
            <p:ph type="body" sz="quarter" idx="22" hasCustomPrompt="1"/>
          </p:nvPr>
        </p:nvSpPr>
        <p:spPr>
          <a:xfrm>
            <a:off x="3088867" y="3190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3</a:t>
            </a:r>
          </a:p>
        </p:txBody>
      </p:sp>
      <p:sp>
        <p:nvSpPr>
          <p:cNvPr id="22" name="Text Placeholder 2">
            <a:extLst>
              <a:ext uri="{FF2B5EF4-FFF2-40B4-BE49-F238E27FC236}">
                <a16:creationId xmlns:a16="http://schemas.microsoft.com/office/drawing/2014/main" xmlns="" id="{03DD8706-19CE-4B18-B435-1B8EBC9D6F63}"/>
              </a:ext>
            </a:extLst>
          </p:cNvPr>
          <p:cNvSpPr>
            <a:spLocks noGrp="1"/>
          </p:cNvSpPr>
          <p:nvPr>
            <p:ph type="body" sz="quarter" idx="23" hasCustomPrompt="1"/>
          </p:nvPr>
        </p:nvSpPr>
        <p:spPr>
          <a:xfrm>
            <a:off x="3088867" y="3524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
        <p:nvSpPr>
          <p:cNvPr id="23" name="Picture Placeholder 19">
            <a:extLst>
              <a:ext uri="{FF2B5EF4-FFF2-40B4-BE49-F238E27FC236}">
                <a16:creationId xmlns:a16="http://schemas.microsoft.com/office/drawing/2014/main" xmlns="" id="{154DC02C-DF49-4166-8E8C-83B92BB515A3}"/>
              </a:ext>
            </a:extLst>
          </p:cNvPr>
          <p:cNvSpPr>
            <a:spLocks noGrp="1"/>
          </p:cNvSpPr>
          <p:nvPr>
            <p:ph type="pic" sz="quarter" idx="24" hasCustomPrompt="1"/>
          </p:nvPr>
        </p:nvSpPr>
        <p:spPr>
          <a:xfrm>
            <a:off x="6363124" y="4481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24" name="Text Placeholder 2">
            <a:extLst>
              <a:ext uri="{FF2B5EF4-FFF2-40B4-BE49-F238E27FC236}">
                <a16:creationId xmlns:a16="http://schemas.microsoft.com/office/drawing/2014/main" xmlns="" id="{0D389855-D3A3-4DEB-8A46-31D137D6F97D}"/>
              </a:ext>
            </a:extLst>
          </p:cNvPr>
          <p:cNvSpPr>
            <a:spLocks noGrp="1"/>
          </p:cNvSpPr>
          <p:nvPr>
            <p:ph type="body" sz="quarter" idx="25" hasCustomPrompt="1"/>
          </p:nvPr>
        </p:nvSpPr>
        <p:spPr>
          <a:xfrm>
            <a:off x="7693651" y="4714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6</a:t>
            </a:r>
          </a:p>
        </p:txBody>
      </p:sp>
      <p:sp>
        <p:nvSpPr>
          <p:cNvPr id="25" name="Text Placeholder 2">
            <a:extLst>
              <a:ext uri="{FF2B5EF4-FFF2-40B4-BE49-F238E27FC236}">
                <a16:creationId xmlns:a16="http://schemas.microsoft.com/office/drawing/2014/main" xmlns="" id="{8525DE8D-D94B-47A4-90AD-21FCC945217A}"/>
              </a:ext>
            </a:extLst>
          </p:cNvPr>
          <p:cNvSpPr>
            <a:spLocks noGrp="1"/>
          </p:cNvSpPr>
          <p:nvPr>
            <p:ph type="body" sz="quarter" idx="26" hasCustomPrompt="1"/>
          </p:nvPr>
        </p:nvSpPr>
        <p:spPr>
          <a:xfrm>
            <a:off x="7693651" y="5048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
        <p:nvSpPr>
          <p:cNvPr id="26" name="Picture Placeholder 19">
            <a:extLst>
              <a:ext uri="{FF2B5EF4-FFF2-40B4-BE49-F238E27FC236}">
                <a16:creationId xmlns:a16="http://schemas.microsoft.com/office/drawing/2014/main" xmlns="" id="{84F6A77C-9582-4BB2-90CC-4DC51D7549AE}"/>
              </a:ext>
            </a:extLst>
          </p:cNvPr>
          <p:cNvSpPr>
            <a:spLocks noGrp="1"/>
          </p:cNvSpPr>
          <p:nvPr>
            <p:ph type="pic" sz="quarter" idx="27" hasCustomPrompt="1"/>
          </p:nvPr>
        </p:nvSpPr>
        <p:spPr>
          <a:xfrm>
            <a:off x="1758340" y="4481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28" name="Text Placeholder 2">
            <a:extLst>
              <a:ext uri="{FF2B5EF4-FFF2-40B4-BE49-F238E27FC236}">
                <a16:creationId xmlns:a16="http://schemas.microsoft.com/office/drawing/2014/main" xmlns="" id="{29A25E6F-1680-44EA-B113-5C16F4728915}"/>
              </a:ext>
            </a:extLst>
          </p:cNvPr>
          <p:cNvSpPr>
            <a:spLocks noGrp="1"/>
          </p:cNvSpPr>
          <p:nvPr>
            <p:ph type="body" sz="quarter" idx="28" hasCustomPrompt="1"/>
          </p:nvPr>
        </p:nvSpPr>
        <p:spPr>
          <a:xfrm>
            <a:off x="3088867" y="4714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5</a:t>
            </a:r>
          </a:p>
        </p:txBody>
      </p:sp>
      <p:sp>
        <p:nvSpPr>
          <p:cNvPr id="29" name="Text Placeholder 2">
            <a:extLst>
              <a:ext uri="{FF2B5EF4-FFF2-40B4-BE49-F238E27FC236}">
                <a16:creationId xmlns:a16="http://schemas.microsoft.com/office/drawing/2014/main" xmlns="" id="{4D883057-323F-4A58-B78E-59B10B92544C}"/>
              </a:ext>
            </a:extLst>
          </p:cNvPr>
          <p:cNvSpPr>
            <a:spLocks noGrp="1"/>
          </p:cNvSpPr>
          <p:nvPr>
            <p:ph type="body" sz="quarter" idx="29" hasCustomPrompt="1"/>
          </p:nvPr>
        </p:nvSpPr>
        <p:spPr>
          <a:xfrm>
            <a:off x="3088867" y="5048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Tree>
    <p:extLst>
      <p:ext uri="{BB962C8B-B14F-4D97-AF65-F5344CB8AC3E}">
        <p14:creationId xmlns:p14="http://schemas.microsoft.com/office/powerpoint/2010/main" val="22619817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v1">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xmlns=""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a:xfrm>
            <a:off x="334938" y="245863"/>
            <a:ext cx="9154433" cy="315704"/>
          </a:xfrm>
        </p:spPr>
        <p:txBody>
          <a:bodyPr/>
          <a:lstStyle>
            <a:lvl1pPr marL="100584">
              <a:spcBef>
                <a:spcPts val="0"/>
              </a:spcBef>
              <a:defRPr sz="1600" baseline="0"/>
            </a:lvl1pPr>
          </a:lstStyle>
          <a:p>
            <a:r>
              <a:rPr lang="en-US" dirty="0"/>
              <a:t>SECTION HEADING</a:t>
            </a:r>
          </a:p>
        </p:txBody>
      </p:sp>
      <p:sp>
        <p:nvSpPr>
          <p:cNvPr id="17" name="Text Placeholder 16"/>
          <p:cNvSpPr>
            <a:spLocks noGrp="1"/>
          </p:cNvSpPr>
          <p:nvPr>
            <p:ph type="body" sz="quarter" idx="11" hasCustomPrompt="1"/>
          </p:nvPr>
        </p:nvSpPr>
        <p:spPr>
          <a:xfrm>
            <a:off x="334937" y="613084"/>
            <a:ext cx="10152484" cy="543708"/>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
        <p:nvSpPr>
          <p:cNvPr id="4" name="Text Placeholder 3"/>
          <p:cNvSpPr>
            <a:spLocks noGrp="1"/>
          </p:cNvSpPr>
          <p:nvPr>
            <p:ph type="body" sz="quarter" idx="13"/>
          </p:nvPr>
        </p:nvSpPr>
        <p:spPr>
          <a:xfrm>
            <a:off x="334938" y="1535966"/>
            <a:ext cx="11450409" cy="1482457"/>
          </a:xfrm>
        </p:spPr>
        <p:txBody>
          <a:bodyPr>
            <a:spAutoFit/>
          </a:bodyPr>
          <a:lstStyle>
            <a:lvl1pPr marL="342900" indent="-342900">
              <a:spcBef>
                <a:spcPts val="1600"/>
              </a:spcBef>
              <a:buClr>
                <a:schemeClr val="bg2"/>
              </a:buClr>
              <a:buSzPct val="105000"/>
              <a:buFontTx/>
              <a:buChar char="◌"/>
              <a:defRPr sz="1800"/>
            </a:lvl1pPr>
            <a:lvl2pPr marL="742950" indent="-285750">
              <a:spcBef>
                <a:spcPts val="800"/>
              </a:spcBef>
              <a:buClr>
                <a:schemeClr val="bg2"/>
              </a:buClr>
              <a:buSzPct val="110000"/>
              <a:buFontTx/>
              <a:buChar char="◌"/>
              <a:defRPr sz="1600"/>
            </a:lvl2pPr>
            <a:lvl3pPr marL="1143000" indent="-228600">
              <a:spcBef>
                <a:spcPts val="600"/>
              </a:spcBef>
              <a:buClr>
                <a:schemeClr val="bg2"/>
              </a:buClr>
              <a:buSzPct val="110000"/>
              <a:buFontTx/>
              <a:buChar char="◌"/>
              <a:defRPr sz="1400"/>
            </a:lvl3pPr>
            <a:lvl4pPr marL="1600200" indent="-228600">
              <a:spcBef>
                <a:spcPts val="400"/>
              </a:spcBef>
              <a:buClr>
                <a:schemeClr val="bg2"/>
              </a:buClr>
              <a:buSzPct val="110000"/>
              <a:buFontTx/>
              <a:buChar char="◌"/>
              <a:defRPr sz="1200"/>
            </a:lvl4pPr>
            <a:lvl5pPr marL="2057400" indent="-228600">
              <a:spcBef>
                <a:spcPts val="400"/>
              </a:spcBef>
              <a:buClr>
                <a:schemeClr val="bg2"/>
              </a:buClr>
              <a:buSzPct val="110000"/>
              <a:buFontTx/>
              <a:buChar cha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621396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v2">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xmlns=""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17" name="Text Placeholder 16"/>
          <p:cNvSpPr>
            <a:spLocks noGrp="1"/>
          </p:cNvSpPr>
          <p:nvPr>
            <p:ph type="body" sz="quarter" idx="11" hasCustomPrompt="1"/>
          </p:nvPr>
        </p:nvSpPr>
        <p:spPr>
          <a:xfrm>
            <a:off x="334937" y="245863"/>
            <a:ext cx="10152484" cy="548640"/>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
        <p:nvSpPr>
          <p:cNvPr id="4" name="Text Placeholder 3"/>
          <p:cNvSpPr>
            <a:spLocks noGrp="1"/>
          </p:cNvSpPr>
          <p:nvPr>
            <p:ph type="body" sz="quarter" idx="13"/>
          </p:nvPr>
        </p:nvSpPr>
        <p:spPr>
          <a:xfrm>
            <a:off x="334938" y="1173677"/>
            <a:ext cx="11450409" cy="1482457"/>
          </a:xfrm>
        </p:spPr>
        <p:txBody>
          <a:bodyPr>
            <a:spAutoFit/>
          </a:bodyPr>
          <a:lstStyle>
            <a:lvl1pPr marL="342900" indent="-342900">
              <a:spcBef>
                <a:spcPts val="1600"/>
              </a:spcBef>
              <a:buClr>
                <a:schemeClr val="bg2"/>
              </a:buClr>
              <a:buSzPct val="105000"/>
              <a:buFontTx/>
              <a:buChar char="◌"/>
              <a:defRPr sz="1800"/>
            </a:lvl1pPr>
            <a:lvl2pPr marL="742950" indent="-285750">
              <a:spcBef>
                <a:spcPts val="800"/>
              </a:spcBef>
              <a:buClr>
                <a:schemeClr val="bg2"/>
              </a:buClr>
              <a:buSzPct val="110000"/>
              <a:buFontTx/>
              <a:buChar char="◌"/>
              <a:defRPr sz="1600"/>
            </a:lvl2pPr>
            <a:lvl3pPr marL="1143000" indent="-228600">
              <a:spcBef>
                <a:spcPts val="600"/>
              </a:spcBef>
              <a:buClr>
                <a:schemeClr val="bg2"/>
              </a:buClr>
              <a:buSzPct val="110000"/>
              <a:buFontTx/>
              <a:buChar char="◌"/>
              <a:defRPr sz="1400"/>
            </a:lvl3pPr>
            <a:lvl4pPr marL="1600200" indent="-228600">
              <a:spcBef>
                <a:spcPts val="400"/>
              </a:spcBef>
              <a:buClr>
                <a:schemeClr val="bg2"/>
              </a:buClr>
              <a:buSzPct val="110000"/>
              <a:buFontTx/>
              <a:buChar char="◌"/>
              <a:defRPr sz="1200"/>
            </a:lvl4pPr>
            <a:lvl5pPr marL="2057400" indent="-228600">
              <a:spcBef>
                <a:spcPts val="400"/>
              </a:spcBef>
              <a:buClr>
                <a:schemeClr val="bg2"/>
              </a:buClr>
              <a:buSzPct val="110000"/>
              <a:buFontTx/>
              <a:buChar cha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703259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v3">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xmlns="" id="{3AFF631D-639E-49F9-AD67-8CEFCEC55099}"/>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3" name="Text Placeholder 2"/>
          <p:cNvSpPr>
            <a:spLocks noGrp="1"/>
          </p:cNvSpPr>
          <p:nvPr>
            <p:ph type="body" sz="quarter" idx="14"/>
          </p:nvPr>
        </p:nvSpPr>
        <p:spPr>
          <a:xfrm>
            <a:off x="4038064" y="1409702"/>
            <a:ext cx="3658553" cy="4754880"/>
          </a:xfrm>
        </p:spPr>
        <p:txBody>
          <a:body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5" name="Text Placeholder 4">
            <a:extLst>
              <a:ext uri="{FF2B5EF4-FFF2-40B4-BE49-F238E27FC236}">
                <a16:creationId xmlns:a16="http://schemas.microsoft.com/office/drawing/2014/main" xmlns="" id="{FA384AA8-E329-48AE-A654-DB73F5111AE3}"/>
              </a:ext>
            </a:extLst>
          </p:cNvPr>
          <p:cNvSpPr>
            <a:spLocks noGrp="1"/>
          </p:cNvSpPr>
          <p:nvPr>
            <p:ph type="body" sz="quarter" idx="10" hasCustomPrompt="1"/>
          </p:nvPr>
        </p:nvSpPr>
        <p:spPr>
          <a:xfrm>
            <a:off x="438962" y="1409703"/>
            <a:ext cx="2835378" cy="1009033"/>
          </a:xfrm>
        </p:spPr>
        <p:txBody>
          <a:bodyPr lIns="0" tIns="0" rIns="0" bIns="0" anchor="t">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Double column text layout</a:t>
            </a:r>
          </a:p>
        </p:txBody>
      </p:sp>
      <p:sp>
        <p:nvSpPr>
          <p:cNvPr id="8" name="Text Placeholder 4">
            <a:extLst>
              <a:ext uri="{FF2B5EF4-FFF2-40B4-BE49-F238E27FC236}">
                <a16:creationId xmlns:a16="http://schemas.microsoft.com/office/drawing/2014/main" xmlns="" id="{4D28E0D2-FB60-4FE5-A488-EAC3FDC4F5D4}"/>
              </a:ext>
            </a:extLst>
          </p:cNvPr>
          <p:cNvSpPr>
            <a:spLocks noGrp="1"/>
          </p:cNvSpPr>
          <p:nvPr>
            <p:ph type="body" sz="quarter" idx="11" hasCustomPrompt="1"/>
          </p:nvPr>
        </p:nvSpPr>
        <p:spPr>
          <a:xfrm>
            <a:off x="438962" y="2508889"/>
            <a:ext cx="2835378" cy="1009033"/>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7" name="Text Placeholder 6"/>
          <p:cNvSpPr>
            <a:spLocks noGrp="1"/>
          </p:cNvSpPr>
          <p:nvPr>
            <p:ph type="body" sz="quarter" idx="15"/>
          </p:nvPr>
        </p:nvSpPr>
        <p:spPr>
          <a:xfrm>
            <a:off x="8188235" y="1409703"/>
            <a:ext cx="3658553" cy="475488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826950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v1">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xmlns=""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a:xfrm>
            <a:off x="334938" y="245863"/>
            <a:ext cx="9154433" cy="315704"/>
          </a:xfrm>
        </p:spPr>
        <p:txBody>
          <a:bodyPr/>
          <a:lstStyle>
            <a:lvl1pPr marL="100584">
              <a:spcBef>
                <a:spcPts val="0"/>
              </a:spcBef>
              <a:defRPr sz="1600" baseline="0"/>
            </a:lvl1pPr>
          </a:lstStyle>
          <a:p>
            <a:r>
              <a:rPr lang="en-US" dirty="0"/>
              <a:t>SECTION HEADING</a:t>
            </a:r>
          </a:p>
        </p:txBody>
      </p:sp>
      <p:sp>
        <p:nvSpPr>
          <p:cNvPr id="17" name="Text Placeholder 16"/>
          <p:cNvSpPr>
            <a:spLocks noGrp="1"/>
          </p:cNvSpPr>
          <p:nvPr>
            <p:ph type="body" sz="quarter" idx="11" hasCustomPrompt="1"/>
          </p:nvPr>
        </p:nvSpPr>
        <p:spPr>
          <a:xfrm>
            <a:off x="334937" y="613084"/>
            <a:ext cx="10152484" cy="543708"/>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Tree>
    <p:extLst>
      <p:ext uri="{BB962C8B-B14F-4D97-AF65-F5344CB8AC3E}">
        <p14:creationId xmlns:p14="http://schemas.microsoft.com/office/powerpoint/2010/main" val="3179215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v2">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xmlns=""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17" name="Text Placeholder 16"/>
          <p:cNvSpPr>
            <a:spLocks noGrp="1"/>
          </p:cNvSpPr>
          <p:nvPr>
            <p:ph type="body" sz="quarter" idx="11" hasCustomPrompt="1"/>
          </p:nvPr>
        </p:nvSpPr>
        <p:spPr>
          <a:xfrm>
            <a:off x="334937" y="245863"/>
            <a:ext cx="10152484" cy="548640"/>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Tree>
    <p:extLst>
      <p:ext uri="{BB962C8B-B14F-4D97-AF65-F5344CB8AC3E}">
        <p14:creationId xmlns:p14="http://schemas.microsoft.com/office/powerpoint/2010/main" val="36475652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ank with logo">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xmlns=""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Tree>
    <p:extLst>
      <p:ext uri="{BB962C8B-B14F-4D97-AF65-F5344CB8AC3E}">
        <p14:creationId xmlns:p14="http://schemas.microsoft.com/office/powerpoint/2010/main" val="40984528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 column text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xmlns="" id="{D04FF6FD-F491-4A54-95BF-F82CCC6D03B5}"/>
              </a:ext>
            </a:extLst>
          </p:cNvPr>
          <p:cNvSpPr/>
          <p:nvPr userDrawn="1"/>
        </p:nvSpPr>
        <p:spPr>
          <a:xfrm>
            <a:off x="438962" y="1066801"/>
            <a:ext cx="5487829"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a:xfrm>
            <a:off x="438962" y="245863"/>
            <a:ext cx="9050409" cy="315704"/>
          </a:xfrm>
        </p:spPr>
        <p:txBody>
          <a:bodyPr/>
          <a:lstStyle>
            <a:lvl1pPr>
              <a:defRPr baseline="0"/>
            </a:lvl1pPr>
          </a:lstStyle>
          <a:p>
            <a:r>
              <a:rPr lang="en-US" dirty="0"/>
              <a:t>SECTION HEADING</a:t>
            </a:r>
          </a:p>
        </p:txBody>
      </p:sp>
      <p:sp>
        <p:nvSpPr>
          <p:cNvPr id="14" name="Text Placeholder 4">
            <a:extLst>
              <a:ext uri="{FF2B5EF4-FFF2-40B4-BE49-F238E27FC236}">
                <a16:creationId xmlns:a16="http://schemas.microsoft.com/office/drawing/2014/main" xmlns="" id="{E7002E75-2D96-4F0E-AC8A-DDBCF5CBF536}"/>
              </a:ext>
            </a:extLst>
          </p:cNvPr>
          <p:cNvSpPr>
            <a:spLocks noGrp="1"/>
          </p:cNvSpPr>
          <p:nvPr>
            <p:ph type="body" sz="quarter" idx="14" hasCustomPrompt="1"/>
          </p:nvPr>
        </p:nvSpPr>
        <p:spPr>
          <a:xfrm>
            <a:off x="438962" y="1066801"/>
            <a:ext cx="5487829" cy="713232"/>
          </a:xfrm>
        </p:spPr>
        <p:txBody>
          <a:bodyPr lIns="182880" tIns="64008" rIns="182880" bIns="64008" anchor="b">
            <a:noAutofit/>
          </a:bodyPr>
          <a:lstStyle>
            <a:lvl1pPr marL="0" indent="0" algn="ctr">
              <a:lnSpc>
                <a:spcPct val="90000"/>
              </a:lnSpc>
              <a:spcBef>
                <a:spcPts val="0"/>
              </a:spcBef>
              <a:spcAft>
                <a:spcPts val="0"/>
              </a:spcAft>
              <a:buNone/>
              <a:defRPr sz="22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 name="Straight Connector 2">
            <a:extLst>
              <a:ext uri="{FF2B5EF4-FFF2-40B4-BE49-F238E27FC236}">
                <a16:creationId xmlns:a16="http://schemas.microsoft.com/office/drawing/2014/main" xmlns="" id="{2F7D0692-8667-44A3-A1D3-D39E38AE92DD}"/>
              </a:ext>
            </a:extLst>
          </p:cNvPr>
          <p:cNvCxnSpPr/>
          <p:nvPr userDrawn="1"/>
        </p:nvCxnSpPr>
        <p:spPr>
          <a:xfrm>
            <a:off x="617066" y="1898350"/>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a16="http://schemas.microsoft.com/office/drawing/2014/main" xmlns="" id="{10380C48-5BEB-4A6E-9DAB-A6429A58BD37}"/>
              </a:ext>
            </a:extLst>
          </p:cNvPr>
          <p:cNvSpPr/>
          <p:nvPr userDrawn="1"/>
        </p:nvSpPr>
        <p:spPr>
          <a:xfrm>
            <a:off x="6266733" y="1066801"/>
            <a:ext cx="5487829"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8" name="Text Placeholder 4">
            <a:extLst>
              <a:ext uri="{FF2B5EF4-FFF2-40B4-BE49-F238E27FC236}">
                <a16:creationId xmlns:a16="http://schemas.microsoft.com/office/drawing/2014/main" xmlns="" id="{84C5DFFB-6FF4-4318-9D0D-9CD77029DABD}"/>
              </a:ext>
            </a:extLst>
          </p:cNvPr>
          <p:cNvSpPr>
            <a:spLocks noGrp="1"/>
          </p:cNvSpPr>
          <p:nvPr>
            <p:ph type="body" sz="quarter" idx="16" hasCustomPrompt="1"/>
          </p:nvPr>
        </p:nvSpPr>
        <p:spPr>
          <a:xfrm>
            <a:off x="6266733" y="1066801"/>
            <a:ext cx="5487829" cy="713232"/>
          </a:xfrm>
        </p:spPr>
        <p:txBody>
          <a:bodyPr lIns="182880" tIns="64008" rIns="182880" bIns="64008" anchor="b">
            <a:noAutofit/>
          </a:bodyPr>
          <a:lstStyle>
            <a:lvl1pPr marL="0" indent="0" algn="ctr">
              <a:lnSpc>
                <a:spcPct val="90000"/>
              </a:lnSpc>
              <a:spcBef>
                <a:spcPts val="0"/>
              </a:spcBef>
              <a:spcAft>
                <a:spcPts val="0"/>
              </a:spcAft>
              <a:buNone/>
              <a:defRPr sz="22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29" name="Straight Connector 28">
            <a:extLst>
              <a:ext uri="{FF2B5EF4-FFF2-40B4-BE49-F238E27FC236}">
                <a16:creationId xmlns:a16="http://schemas.microsoft.com/office/drawing/2014/main" xmlns="" id="{D142C5A8-D7C7-4F2D-9CDF-834CB6B5513A}"/>
              </a:ext>
            </a:extLst>
          </p:cNvPr>
          <p:cNvCxnSpPr/>
          <p:nvPr userDrawn="1"/>
        </p:nvCxnSpPr>
        <p:spPr>
          <a:xfrm>
            <a:off x="6444837" y="1898350"/>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 name="Text Placeholder 4"/>
          <p:cNvSpPr>
            <a:spLocks noGrp="1"/>
          </p:cNvSpPr>
          <p:nvPr>
            <p:ph type="body" sz="quarter" idx="17"/>
          </p:nvPr>
        </p:nvSpPr>
        <p:spPr>
          <a:xfrm>
            <a:off x="438962" y="2016668"/>
            <a:ext cx="5487829" cy="4117431"/>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7"/>
          <p:cNvSpPr>
            <a:spLocks noGrp="1"/>
          </p:cNvSpPr>
          <p:nvPr>
            <p:ph type="body" sz="quarter" idx="18"/>
          </p:nvPr>
        </p:nvSpPr>
        <p:spPr>
          <a:xfrm>
            <a:off x="6266733" y="2016667"/>
            <a:ext cx="5487829" cy="4117432"/>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674089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 column text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xmlns="" id="{D04FF6FD-F491-4A54-95BF-F82CCC6D03B5}"/>
              </a:ext>
            </a:extLst>
          </p:cNvPr>
          <p:cNvSpPr/>
          <p:nvPr userDrawn="1"/>
        </p:nvSpPr>
        <p:spPr>
          <a:xfrm>
            <a:off x="438962" y="1066801"/>
            <a:ext cx="365855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a:xfrm>
            <a:off x="438962" y="245863"/>
            <a:ext cx="9050409" cy="315704"/>
          </a:xfrm>
        </p:spPr>
        <p:txBody>
          <a:bodyPr/>
          <a:lstStyle>
            <a:lvl1pPr>
              <a:defRPr baseline="0"/>
            </a:lvl1pPr>
          </a:lstStyle>
          <a:p>
            <a:r>
              <a:rPr lang="en-US" dirty="0"/>
              <a:t>SECTION HEADING</a:t>
            </a:r>
          </a:p>
        </p:txBody>
      </p:sp>
      <p:sp>
        <p:nvSpPr>
          <p:cNvPr id="14" name="Text Placeholder 4">
            <a:extLst>
              <a:ext uri="{FF2B5EF4-FFF2-40B4-BE49-F238E27FC236}">
                <a16:creationId xmlns:a16="http://schemas.microsoft.com/office/drawing/2014/main" xmlns="" id="{E7002E75-2D96-4F0E-AC8A-DDBCF5CBF536}"/>
              </a:ext>
            </a:extLst>
          </p:cNvPr>
          <p:cNvSpPr>
            <a:spLocks noGrp="1"/>
          </p:cNvSpPr>
          <p:nvPr>
            <p:ph type="body" sz="quarter" idx="14" hasCustomPrompt="1"/>
          </p:nvPr>
        </p:nvSpPr>
        <p:spPr>
          <a:xfrm>
            <a:off x="438962" y="1066801"/>
            <a:ext cx="3658553" cy="710484"/>
          </a:xfrm>
        </p:spPr>
        <p:txBody>
          <a:bodyPr lIns="182880" tIns="64008" rIns="182880" bIns="64008" anchor="b">
            <a:noAutofit/>
          </a:bodyPr>
          <a:lstStyle>
            <a:lvl1pPr marL="0" indent="0" algn="ctr">
              <a:lnSpc>
                <a:spcPct val="90000"/>
              </a:lnSpc>
              <a:spcBef>
                <a:spcPts val="0"/>
              </a:spcBef>
              <a:spcAft>
                <a:spcPts val="0"/>
              </a:spcAft>
              <a:buNone/>
              <a:defRPr sz="22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 name="Straight Connector 2">
            <a:extLst>
              <a:ext uri="{FF2B5EF4-FFF2-40B4-BE49-F238E27FC236}">
                <a16:creationId xmlns:a16="http://schemas.microsoft.com/office/drawing/2014/main" xmlns="" id="{2F7D0692-8667-44A3-A1D3-D39E38AE92DD}"/>
              </a:ext>
            </a:extLst>
          </p:cNvPr>
          <p:cNvCxnSpPr>
            <a:cxnSpLocks/>
          </p:cNvCxnSpPr>
          <p:nvPr userDrawn="1"/>
        </p:nvCxnSpPr>
        <p:spPr>
          <a:xfrm>
            <a:off x="601009" y="1898350"/>
            <a:ext cx="3334461"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a16="http://schemas.microsoft.com/office/drawing/2014/main" xmlns="" id="{911F2DDC-FE3D-47F1-B151-80B9AC9A2B70}"/>
              </a:ext>
            </a:extLst>
          </p:cNvPr>
          <p:cNvSpPr/>
          <p:nvPr userDrawn="1"/>
        </p:nvSpPr>
        <p:spPr>
          <a:xfrm>
            <a:off x="4267866" y="1066801"/>
            <a:ext cx="365855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30" name="Text Placeholder 4">
            <a:extLst>
              <a:ext uri="{FF2B5EF4-FFF2-40B4-BE49-F238E27FC236}">
                <a16:creationId xmlns:a16="http://schemas.microsoft.com/office/drawing/2014/main" xmlns="" id="{2FF590C8-B23E-4B58-825C-94072533798E}"/>
              </a:ext>
            </a:extLst>
          </p:cNvPr>
          <p:cNvSpPr>
            <a:spLocks noGrp="1"/>
          </p:cNvSpPr>
          <p:nvPr>
            <p:ph type="body" sz="quarter" idx="16" hasCustomPrompt="1"/>
          </p:nvPr>
        </p:nvSpPr>
        <p:spPr>
          <a:xfrm>
            <a:off x="4267866" y="1066801"/>
            <a:ext cx="3658553" cy="710484"/>
          </a:xfrm>
        </p:spPr>
        <p:txBody>
          <a:bodyPr lIns="182880" tIns="64008" rIns="182880" bIns="64008" anchor="b">
            <a:noAutofit/>
          </a:bodyPr>
          <a:lstStyle>
            <a:lvl1pPr marL="0" indent="0" algn="ctr">
              <a:lnSpc>
                <a:spcPct val="90000"/>
              </a:lnSpc>
              <a:spcBef>
                <a:spcPts val="0"/>
              </a:spcBef>
              <a:spcAft>
                <a:spcPts val="0"/>
              </a:spcAft>
              <a:buNone/>
              <a:defRPr sz="22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1" name="Straight Connector 30">
            <a:extLst>
              <a:ext uri="{FF2B5EF4-FFF2-40B4-BE49-F238E27FC236}">
                <a16:creationId xmlns:a16="http://schemas.microsoft.com/office/drawing/2014/main" xmlns="" id="{28967DD9-FE47-4475-A9A7-067F0E21789F}"/>
              </a:ext>
            </a:extLst>
          </p:cNvPr>
          <p:cNvCxnSpPr>
            <a:cxnSpLocks/>
          </p:cNvCxnSpPr>
          <p:nvPr userDrawn="1"/>
        </p:nvCxnSpPr>
        <p:spPr>
          <a:xfrm>
            <a:off x="4429913" y="1898350"/>
            <a:ext cx="3334461"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32" name="Rectangle 31">
            <a:extLst>
              <a:ext uri="{FF2B5EF4-FFF2-40B4-BE49-F238E27FC236}">
                <a16:creationId xmlns:a16="http://schemas.microsoft.com/office/drawing/2014/main" xmlns="" id="{C08E1826-9545-4505-B223-4C2468E7AED3}"/>
              </a:ext>
            </a:extLst>
          </p:cNvPr>
          <p:cNvSpPr/>
          <p:nvPr userDrawn="1"/>
        </p:nvSpPr>
        <p:spPr>
          <a:xfrm>
            <a:off x="8096771" y="1066801"/>
            <a:ext cx="365855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34" name="Text Placeholder 4">
            <a:extLst>
              <a:ext uri="{FF2B5EF4-FFF2-40B4-BE49-F238E27FC236}">
                <a16:creationId xmlns:a16="http://schemas.microsoft.com/office/drawing/2014/main" xmlns="" id="{BB585001-9257-45A9-92E7-3BCA73D57E9C}"/>
              </a:ext>
            </a:extLst>
          </p:cNvPr>
          <p:cNvSpPr>
            <a:spLocks noGrp="1"/>
          </p:cNvSpPr>
          <p:nvPr>
            <p:ph type="body" sz="quarter" idx="18" hasCustomPrompt="1"/>
          </p:nvPr>
        </p:nvSpPr>
        <p:spPr>
          <a:xfrm>
            <a:off x="8096771" y="1066801"/>
            <a:ext cx="3658553" cy="710484"/>
          </a:xfrm>
        </p:spPr>
        <p:txBody>
          <a:bodyPr lIns="182880" tIns="64008" rIns="182880" bIns="64008" anchor="b">
            <a:noAutofit/>
          </a:bodyPr>
          <a:lstStyle>
            <a:lvl1pPr marL="0" indent="0" algn="ctr">
              <a:lnSpc>
                <a:spcPct val="90000"/>
              </a:lnSpc>
              <a:spcBef>
                <a:spcPts val="0"/>
              </a:spcBef>
              <a:spcAft>
                <a:spcPts val="0"/>
              </a:spcAft>
              <a:buNone/>
              <a:defRPr sz="22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5" name="Straight Connector 34">
            <a:extLst>
              <a:ext uri="{FF2B5EF4-FFF2-40B4-BE49-F238E27FC236}">
                <a16:creationId xmlns:a16="http://schemas.microsoft.com/office/drawing/2014/main" xmlns="" id="{7945B1CF-4234-4EE4-9371-9C94C1D05433}"/>
              </a:ext>
            </a:extLst>
          </p:cNvPr>
          <p:cNvCxnSpPr>
            <a:cxnSpLocks/>
          </p:cNvCxnSpPr>
          <p:nvPr userDrawn="1"/>
        </p:nvCxnSpPr>
        <p:spPr>
          <a:xfrm>
            <a:off x="8258818" y="1898350"/>
            <a:ext cx="3334461"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 name="Text Placeholder 4"/>
          <p:cNvSpPr>
            <a:spLocks noGrp="1"/>
          </p:cNvSpPr>
          <p:nvPr>
            <p:ph type="body" sz="quarter" idx="19"/>
          </p:nvPr>
        </p:nvSpPr>
        <p:spPr>
          <a:xfrm>
            <a:off x="438962" y="2019416"/>
            <a:ext cx="3658553" cy="4114682"/>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7"/>
          <p:cNvSpPr>
            <a:spLocks noGrp="1"/>
          </p:cNvSpPr>
          <p:nvPr>
            <p:ph type="body" sz="quarter" idx="20"/>
          </p:nvPr>
        </p:nvSpPr>
        <p:spPr>
          <a:xfrm>
            <a:off x="4267866" y="2019416"/>
            <a:ext cx="3658553" cy="4114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p:cNvSpPr>
            <a:spLocks noGrp="1"/>
          </p:cNvSpPr>
          <p:nvPr>
            <p:ph type="body" sz="quarter" idx="21"/>
          </p:nvPr>
        </p:nvSpPr>
        <p:spPr>
          <a:xfrm>
            <a:off x="8096771" y="2019416"/>
            <a:ext cx="3658554" cy="4114682"/>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2930417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 column text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xmlns="" id="{D04FF6FD-F491-4A54-95BF-F82CCC6D03B5}"/>
              </a:ext>
            </a:extLst>
          </p:cNvPr>
          <p:cNvSpPr/>
          <p:nvPr userDrawn="1"/>
        </p:nvSpPr>
        <p:spPr>
          <a:xfrm>
            <a:off x="438962" y="1066801"/>
            <a:ext cx="269818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a:xfrm>
            <a:off x="438961" y="245863"/>
            <a:ext cx="9050409" cy="315704"/>
          </a:xfrm>
        </p:spPr>
        <p:txBody>
          <a:bodyPr/>
          <a:lstStyle>
            <a:lvl1pPr>
              <a:defRPr baseline="0"/>
            </a:lvl1pPr>
          </a:lstStyle>
          <a:p>
            <a:r>
              <a:rPr lang="en-US" dirty="0"/>
              <a:t>SECTION HEADING</a:t>
            </a:r>
          </a:p>
        </p:txBody>
      </p:sp>
      <p:sp>
        <p:nvSpPr>
          <p:cNvPr id="14" name="Text Placeholder 4">
            <a:extLst>
              <a:ext uri="{FF2B5EF4-FFF2-40B4-BE49-F238E27FC236}">
                <a16:creationId xmlns:a16="http://schemas.microsoft.com/office/drawing/2014/main" xmlns="" id="{E7002E75-2D96-4F0E-AC8A-DDBCF5CBF536}"/>
              </a:ext>
            </a:extLst>
          </p:cNvPr>
          <p:cNvSpPr>
            <a:spLocks noGrp="1"/>
          </p:cNvSpPr>
          <p:nvPr>
            <p:ph type="body" sz="quarter" idx="14" hasCustomPrompt="1"/>
          </p:nvPr>
        </p:nvSpPr>
        <p:spPr>
          <a:xfrm>
            <a:off x="438962" y="1066801"/>
            <a:ext cx="2698183" cy="710484"/>
          </a:xfrm>
        </p:spPr>
        <p:txBody>
          <a:bodyPr lIns="137160" tIns="64008" rIns="137160" bIns="64008" anchor="b">
            <a:noAutofit/>
          </a:bodyPr>
          <a:lstStyle>
            <a:lvl1pPr marL="0" indent="0" algn="ctr">
              <a:lnSpc>
                <a:spcPct val="90000"/>
              </a:lnSpc>
              <a:spcBef>
                <a:spcPts val="0"/>
              </a:spcBef>
              <a:spcAft>
                <a:spcPts val="0"/>
              </a:spcAft>
              <a:buNone/>
              <a:defRPr sz="20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 name="Straight Connector 2">
            <a:extLst>
              <a:ext uri="{FF2B5EF4-FFF2-40B4-BE49-F238E27FC236}">
                <a16:creationId xmlns:a16="http://schemas.microsoft.com/office/drawing/2014/main" xmlns="" id="{2F7D0692-8667-44A3-A1D3-D39E38AE92DD}"/>
              </a:ext>
            </a:extLst>
          </p:cNvPr>
          <p:cNvCxnSpPr>
            <a:cxnSpLocks/>
          </p:cNvCxnSpPr>
          <p:nvPr userDrawn="1"/>
        </p:nvCxnSpPr>
        <p:spPr>
          <a:xfrm>
            <a:off x="548017" y="1898350"/>
            <a:ext cx="2480074"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3" name="Rectangle 52">
            <a:extLst>
              <a:ext uri="{FF2B5EF4-FFF2-40B4-BE49-F238E27FC236}">
                <a16:creationId xmlns:a16="http://schemas.microsoft.com/office/drawing/2014/main" xmlns="" id="{27ADBF00-25EC-4063-A5A1-A28DFBEFA8FB}"/>
              </a:ext>
            </a:extLst>
          </p:cNvPr>
          <p:cNvSpPr/>
          <p:nvPr userDrawn="1"/>
        </p:nvSpPr>
        <p:spPr>
          <a:xfrm>
            <a:off x="3311688" y="1066801"/>
            <a:ext cx="269818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55" name="Text Placeholder 4">
            <a:extLst>
              <a:ext uri="{FF2B5EF4-FFF2-40B4-BE49-F238E27FC236}">
                <a16:creationId xmlns:a16="http://schemas.microsoft.com/office/drawing/2014/main" xmlns="" id="{9782D4D5-C774-4C2F-A646-929DB1D5A813}"/>
              </a:ext>
            </a:extLst>
          </p:cNvPr>
          <p:cNvSpPr>
            <a:spLocks noGrp="1"/>
          </p:cNvSpPr>
          <p:nvPr>
            <p:ph type="body" sz="quarter" idx="16" hasCustomPrompt="1"/>
          </p:nvPr>
        </p:nvSpPr>
        <p:spPr>
          <a:xfrm>
            <a:off x="3311688" y="1066801"/>
            <a:ext cx="2698183" cy="710484"/>
          </a:xfrm>
        </p:spPr>
        <p:txBody>
          <a:bodyPr lIns="137160" tIns="64008" rIns="137160" bIns="64008" anchor="b">
            <a:noAutofit/>
          </a:bodyPr>
          <a:lstStyle>
            <a:lvl1pPr marL="0" indent="0" algn="ctr">
              <a:lnSpc>
                <a:spcPct val="90000"/>
              </a:lnSpc>
              <a:spcBef>
                <a:spcPts val="0"/>
              </a:spcBef>
              <a:spcAft>
                <a:spcPts val="0"/>
              </a:spcAft>
              <a:buNone/>
              <a:defRPr sz="20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sp>
        <p:nvSpPr>
          <p:cNvPr id="57" name="Rectangle 56">
            <a:extLst>
              <a:ext uri="{FF2B5EF4-FFF2-40B4-BE49-F238E27FC236}">
                <a16:creationId xmlns:a16="http://schemas.microsoft.com/office/drawing/2014/main" xmlns="" id="{863DC7F1-9A08-485D-AB4F-EBA24FAD873D}"/>
              </a:ext>
            </a:extLst>
          </p:cNvPr>
          <p:cNvSpPr/>
          <p:nvPr userDrawn="1"/>
        </p:nvSpPr>
        <p:spPr>
          <a:xfrm>
            <a:off x="6184414" y="1066801"/>
            <a:ext cx="269818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59" name="Text Placeholder 4">
            <a:extLst>
              <a:ext uri="{FF2B5EF4-FFF2-40B4-BE49-F238E27FC236}">
                <a16:creationId xmlns:a16="http://schemas.microsoft.com/office/drawing/2014/main" xmlns="" id="{5BB687B2-DC0F-4085-A36C-576A4E6F0D3E}"/>
              </a:ext>
            </a:extLst>
          </p:cNvPr>
          <p:cNvSpPr>
            <a:spLocks noGrp="1"/>
          </p:cNvSpPr>
          <p:nvPr>
            <p:ph type="body" sz="quarter" idx="18" hasCustomPrompt="1"/>
          </p:nvPr>
        </p:nvSpPr>
        <p:spPr>
          <a:xfrm>
            <a:off x="6184414" y="1066801"/>
            <a:ext cx="2698183" cy="710484"/>
          </a:xfrm>
        </p:spPr>
        <p:txBody>
          <a:bodyPr lIns="137160" tIns="64008" rIns="137160" bIns="64008" anchor="b">
            <a:noAutofit/>
          </a:bodyPr>
          <a:lstStyle>
            <a:lvl1pPr marL="0" indent="0" algn="ctr">
              <a:lnSpc>
                <a:spcPct val="90000"/>
              </a:lnSpc>
              <a:spcBef>
                <a:spcPts val="0"/>
              </a:spcBef>
              <a:spcAft>
                <a:spcPts val="0"/>
              </a:spcAft>
              <a:buNone/>
              <a:defRPr sz="20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sp>
        <p:nvSpPr>
          <p:cNvPr id="61" name="Rectangle 60">
            <a:extLst>
              <a:ext uri="{FF2B5EF4-FFF2-40B4-BE49-F238E27FC236}">
                <a16:creationId xmlns:a16="http://schemas.microsoft.com/office/drawing/2014/main" xmlns="" id="{E7FA196A-9199-4FCC-9468-1A6324910F10}"/>
              </a:ext>
            </a:extLst>
          </p:cNvPr>
          <p:cNvSpPr/>
          <p:nvPr userDrawn="1"/>
        </p:nvSpPr>
        <p:spPr>
          <a:xfrm>
            <a:off x="9057141" y="1066801"/>
            <a:ext cx="269818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3" name="Text Placeholder 4">
            <a:extLst>
              <a:ext uri="{FF2B5EF4-FFF2-40B4-BE49-F238E27FC236}">
                <a16:creationId xmlns:a16="http://schemas.microsoft.com/office/drawing/2014/main" xmlns="" id="{068DA545-6794-4A0B-B242-4603AC0E98DA}"/>
              </a:ext>
            </a:extLst>
          </p:cNvPr>
          <p:cNvSpPr>
            <a:spLocks noGrp="1"/>
          </p:cNvSpPr>
          <p:nvPr>
            <p:ph type="body" sz="quarter" idx="20" hasCustomPrompt="1"/>
          </p:nvPr>
        </p:nvSpPr>
        <p:spPr>
          <a:xfrm>
            <a:off x="9057141" y="1066801"/>
            <a:ext cx="2698183" cy="710484"/>
          </a:xfrm>
        </p:spPr>
        <p:txBody>
          <a:bodyPr lIns="137160" tIns="64008" rIns="137160" bIns="64008" anchor="b">
            <a:noAutofit/>
          </a:bodyPr>
          <a:lstStyle>
            <a:lvl1pPr marL="0" indent="0" algn="ctr">
              <a:lnSpc>
                <a:spcPct val="90000"/>
              </a:lnSpc>
              <a:spcBef>
                <a:spcPts val="0"/>
              </a:spcBef>
              <a:spcAft>
                <a:spcPts val="0"/>
              </a:spcAft>
              <a:buNone/>
              <a:defRPr sz="20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66" name="Straight Connector 65">
            <a:extLst>
              <a:ext uri="{FF2B5EF4-FFF2-40B4-BE49-F238E27FC236}">
                <a16:creationId xmlns:a16="http://schemas.microsoft.com/office/drawing/2014/main" xmlns="" id="{043053F1-B968-43EE-871F-8A29BE96FB96}"/>
              </a:ext>
            </a:extLst>
          </p:cNvPr>
          <p:cNvCxnSpPr>
            <a:cxnSpLocks/>
          </p:cNvCxnSpPr>
          <p:nvPr userDrawn="1"/>
        </p:nvCxnSpPr>
        <p:spPr>
          <a:xfrm>
            <a:off x="3420743" y="1898350"/>
            <a:ext cx="2480074"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67" name="Straight Connector 66">
            <a:extLst>
              <a:ext uri="{FF2B5EF4-FFF2-40B4-BE49-F238E27FC236}">
                <a16:creationId xmlns:a16="http://schemas.microsoft.com/office/drawing/2014/main" xmlns="" id="{EBF23B40-1E61-4543-B8B5-9D1F8DB33C7B}"/>
              </a:ext>
            </a:extLst>
          </p:cNvPr>
          <p:cNvCxnSpPr>
            <a:cxnSpLocks/>
          </p:cNvCxnSpPr>
          <p:nvPr userDrawn="1"/>
        </p:nvCxnSpPr>
        <p:spPr>
          <a:xfrm>
            <a:off x="6293469" y="1898350"/>
            <a:ext cx="2480074"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68" name="Straight Connector 67">
            <a:extLst>
              <a:ext uri="{FF2B5EF4-FFF2-40B4-BE49-F238E27FC236}">
                <a16:creationId xmlns:a16="http://schemas.microsoft.com/office/drawing/2014/main" xmlns="" id="{FA912EC7-D485-416D-9148-096803B58069}"/>
              </a:ext>
            </a:extLst>
          </p:cNvPr>
          <p:cNvCxnSpPr>
            <a:cxnSpLocks/>
          </p:cNvCxnSpPr>
          <p:nvPr userDrawn="1"/>
        </p:nvCxnSpPr>
        <p:spPr>
          <a:xfrm>
            <a:off x="9166196" y="1898350"/>
            <a:ext cx="2480074"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 name="Text Placeholder 4"/>
          <p:cNvSpPr>
            <a:spLocks noGrp="1"/>
          </p:cNvSpPr>
          <p:nvPr>
            <p:ph type="body" sz="quarter" idx="21"/>
          </p:nvPr>
        </p:nvSpPr>
        <p:spPr>
          <a:xfrm>
            <a:off x="438962" y="2019416"/>
            <a:ext cx="2698182" cy="4114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7"/>
          <p:cNvSpPr>
            <a:spLocks noGrp="1"/>
          </p:cNvSpPr>
          <p:nvPr>
            <p:ph type="body" sz="quarter" idx="22"/>
          </p:nvPr>
        </p:nvSpPr>
        <p:spPr>
          <a:xfrm>
            <a:off x="3311686" y="2019416"/>
            <a:ext cx="2698185" cy="4114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23"/>
          </p:nvPr>
        </p:nvSpPr>
        <p:spPr>
          <a:xfrm>
            <a:off x="6184414" y="2019417"/>
            <a:ext cx="2698183" cy="4114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15"/>
          <p:cNvSpPr>
            <a:spLocks noGrp="1"/>
          </p:cNvSpPr>
          <p:nvPr>
            <p:ph type="body" sz="quarter" idx="24"/>
          </p:nvPr>
        </p:nvSpPr>
        <p:spPr>
          <a:xfrm>
            <a:off x="9057458" y="2019416"/>
            <a:ext cx="2697866" cy="4114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9302365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 grid text layout">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xmlns="" id="{E2608241-4E05-46E8-9D0E-8DBE082943F4}"/>
              </a:ext>
            </a:extLst>
          </p:cNvPr>
          <p:cNvSpPr/>
          <p:nvPr userDrawn="1"/>
        </p:nvSpPr>
        <p:spPr>
          <a:xfrm>
            <a:off x="438962" y="3767989"/>
            <a:ext cx="5487829" cy="237079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32" name="Rectangle 31">
            <a:extLst>
              <a:ext uri="{FF2B5EF4-FFF2-40B4-BE49-F238E27FC236}">
                <a16:creationId xmlns:a16="http://schemas.microsoft.com/office/drawing/2014/main" xmlns="" id="{ED14D64C-114A-4518-B391-E06AA8DAFFD2}"/>
              </a:ext>
            </a:extLst>
          </p:cNvPr>
          <p:cNvSpPr/>
          <p:nvPr userDrawn="1"/>
        </p:nvSpPr>
        <p:spPr>
          <a:xfrm>
            <a:off x="6266733" y="3767989"/>
            <a:ext cx="5487829" cy="237079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4" name="Rectangle 3">
            <a:extLst>
              <a:ext uri="{FF2B5EF4-FFF2-40B4-BE49-F238E27FC236}">
                <a16:creationId xmlns:a16="http://schemas.microsoft.com/office/drawing/2014/main" xmlns="" id="{D04FF6FD-F491-4A54-95BF-F82CCC6D03B5}"/>
              </a:ext>
            </a:extLst>
          </p:cNvPr>
          <p:cNvSpPr/>
          <p:nvPr userDrawn="1"/>
        </p:nvSpPr>
        <p:spPr>
          <a:xfrm>
            <a:off x="438962" y="1066801"/>
            <a:ext cx="5487829" cy="237079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a:xfrm>
            <a:off x="438962" y="245863"/>
            <a:ext cx="9050409" cy="315704"/>
          </a:xfrm>
        </p:spPr>
        <p:txBody>
          <a:bodyPr/>
          <a:lstStyle>
            <a:lvl1pPr>
              <a:defRPr baseline="0"/>
            </a:lvl1pPr>
          </a:lstStyle>
          <a:p>
            <a:r>
              <a:rPr lang="en-US" dirty="0"/>
              <a:t>Section heading</a:t>
            </a:r>
          </a:p>
        </p:txBody>
      </p:sp>
      <p:sp>
        <p:nvSpPr>
          <p:cNvPr id="14" name="Text Placeholder 4">
            <a:extLst>
              <a:ext uri="{FF2B5EF4-FFF2-40B4-BE49-F238E27FC236}">
                <a16:creationId xmlns:a16="http://schemas.microsoft.com/office/drawing/2014/main" xmlns="" id="{E7002E75-2D96-4F0E-AC8A-DDBCF5CBF536}"/>
              </a:ext>
            </a:extLst>
          </p:cNvPr>
          <p:cNvSpPr>
            <a:spLocks noGrp="1"/>
          </p:cNvSpPr>
          <p:nvPr>
            <p:ph type="body" sz="quarter" idx="14" hasCustomPrompt="1"/>
          </p:nvPr>
        </p:nvSpPr>
        <p:spPr>
          <a:xfrm>
            <a:off x="438962" y="1080073"/>
            <a:ext cx="5487829" cy="502920"/>
          </a:xfrm>
        </p:spPr>
        <p:txBody>
          <a:bodyPr lIns="182880" tIns="45720" rIns="182880" bIns="45720" anchor="b">
            <a:noAutofit/>
          </a:bodyPr>
          <a:lstStyle>
            <a:lvl1pPr marL="0" indent="0" algn="ctr">
              <a:lnSpc>
                <a:spcPct val="90000"/>
              </a:lnSpc>
              <a:spcBef>
                <a:spcPts val="0"/>
              </a:spcBef>
              <a:spcAft>
                <a:spcPts val="0"/>
              </a:spcAft>
              <a:buNone/>
              <a:defRPr sz="18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 name="Straight Connector 2">
            <a:extLst>
              <a:ext uri="{FF2B5EF4-FFF2-40B4-BE49-F238E27FC236}">
                <a16:creationId xmlns:a16="http://schemas.microsoft.com/office/drawing/2014/main" xmlns="" id="{2F7D0692-8667-44A3-A1D3-D39E38AE92DD}"/>
              </a:ext>
            </a:extLst>
          </p:cNvPr>
          <p:cNvCxnSpPr>
            <a:cxnSpLocks/>
          </p:cNvCxnSpPr>
          <p:nvPr userDrawn="1"/>
        </p:nvCxnSpPr>
        <p:spPr>
          <a:xfrm>
            <a:off x="617066" y="1700231"/>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a16="http://schemas.microsoft.com/office/drawing/2014/main" xmlns="" id="{10380C48-5BEB-4A6E-9DAB-A6429A58BD37}"/>
              </a:ext>
            </a:extLst>
          </p:cNvPr>
          <p:cNvSpPr/>
          <p:nvPr userDrawn="1"/>
        </p:nvSpPr>
        <p:spPr>
          <a:xfrm>
            <a:off x="6266733" y="1066801"/>
            <a:ext cx="5487829" cy="237079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8" name="Text Placeholder 4">
            <a:extLst>
              <a:ext uri="{FF2B5EF4-FFF2-40B4-BE49-F238E27FC236}">
                <a16:creationId xmlns:a16="http://schemas.microsoft.com/office/drawing/2014/main" xmlns="" id="{84C5DFFB-6FF4-4318-9D0D-9CD77029DABD}"/>
              </a:ext>
            </a:extLst>
          </p:cNvPr>
          <p:cNvSpPr>
            <a:spLocks noGrp="1"/>
          </p:cNvSpPr>
          <p:nvPr>
            <p:ph type="body" sz="quarter" idx="16" hasCustomPrompt="1"/>
          </p:nvPr>
        </p:nvSpPr>
        <p:spPr>
          <a:xfrm>
            <a:off x="6266733" y="1080073"/>
            <a:ext cx="5487829" cy="502920"/>
          </a:xfrm>
        </p:spPr>
        <p:txBody>
          <a:bodyPr lIns="182880" tIns="45720" rIns="182880" bIns="45720" anchor="b">
            <a:noAutofit/>
          </a:bodyPr>
          <a:lstStyle>
            <a:lvl1pPr marL="0" indent="0" algn="ctr">
              <a:lnSpc>
                <a:spcPct val="90000"/>
              </a:lnSpc>
              <a:spcBef>
                <a:spcPts val="0"/>
              </a:spcBef>
              <a:spcAft>
                <a:spcPts val="0"/>
              </a:spcAft>
              <a:buNone/>
              <a:defRPr sz="18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29" name="Straight Connector 28">
            <a:extLst>
              <a:ext uri="{FF2B5EF4-FFF2-40B4-BE49-F238E27FC236}">
                <a16:creationId xmlns:a16="http://schemas.microsoft.com/office/drawing/2014/main" xmlns="" id="{D142C5A8-D7C7-4F2D-9CDF-834CB6B5513A}"/>
              </a:ext>
            </a:extLst>
          </p:cNvPr>
          <p:cNvCxnSpPr>
            <a:cxnSpLocks/>
          </p:cNvCxnSpPr>
          <p:nvPr userDrawn="1"/>
        </p:nvCxnSpPr>
        <p:spPr>
          <a:xfrm>
            <a:off x="6444837" y="1700231"/>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2" name="Text Placeholder 4">
            <a:extLst>
              <a:ext uri="{FF2B5EF4-FFF2-40B4-BE49-F238E27FC236}">
                <a16:creationId xmlns:a16="http://schemas.microsoft.com/office/drawing/2014/main" xmlns="" id="{5C66F760-3895-44D3-9634-42CF098615A8}"/>
              </a:ext>
            </a:extLst>
          </p:cNvPr>
          <p:cNvSpPr>
            <a:spLocks noGrp="1"/>
          </p:cNvSpPr>
          <p:nvPr>
            <p:ph type="body" sz="quarter" idx="18" hasCustomPrompt="1"/>
          </p:nvPr>
        </p:nvSpPr>
        <p:spPr>
          <a:xfrm>
            <a:off x="438962" y="3767989"/>
            <a:ext cx="5487829" cy="502920"/>
          </a:xfrm>
        </p:spPr>
        <p:txBody>
          <a:bodyPr lIns="182880" tIns="45720" rIns="182880" bIns="45720" anchor="b">
            <a:noAutofit/>
          </a:bodyPr>
          <a:lstStyle>
            <a:lvl1pPr marL="0" indent="0" algn="ctr">
              <a:lnSpc>
                <a:spcPct val="90000"/>
              </a:lnSpc>
              <a:spcBef>
                <a:spcPts val="0"/>
              </a:spcBef>
              <a:spcAft>
                <a:spcPts val="0"/>
              </a:spcAft>
              <a:buNone/>
              <a:defRPr sz="18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23" name="Straight Connector 22">
            <a:extLst>
              <a:ext uri="{FF2B5EF4-FFF2-40B4-BE49-F238E27FC236}">
                <a16:creationId xmlns:a16="http://schemas.microsoft.com/office/drawing/2014/main" xmlns="" id="{5290E210-1D03-48FC-908F-C4D29CCF1398}"/>
              </a:ext>
            </a:extLst>
          </p:cNvPr>
          <p:cNvCxnSpPr>
            <a:cxnSpLocks/>
          </p:cNvCxnSpPr>
          <p:nvPr userDrawn="1"/>
        </p:nvCxnSpPr>
        <p:spPr>
          <a:xfrm>
            <a:off x="617066" y="4388146"/>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5" name="Text Placeholder 4">
            <a:extLst>
              <a:ext uri="{FF2B5EF4-FFF2-40B4-BE49-F238E27FC236}">
                <a16:creationId xmlns:a16="http://schemas.microsoft.com/office/drawing/2014/main" xmlns="" id="{04F20230-7417-458C-90FE-3DF401E4D1D5}"/>
              </a:ext>
            </a:extLst>
          </p:cNvPr>
          <p:cNvSpPr>
            <a:spLocks noGrp="1"/>
          </p:cNvSpPr>
          <p:nvPr>
            <p:ph type="body" sz="quarter" idx="20" hasCustomPrompt="1"/>
          </p:nvPr>
        </p:nvSpPr>
        <p:spPr>
          <a:xfrm>
            <a:off x="6266733" y="3767989"/>
            <a:ext cx="5487829" cy="502920"/>
          </a:xfrm>
        </p:spPr>
        <p:txBody>
          <a:bodyPr lIns="182880" tIns="45720" rIns="182880" bIns="45720" anchor="b">
            <a:noAutofit/>
          </a:bodyPr>
          <a:lstStyle>
            <a:lvl1pPr marL="0" indent="0" algn="ctr">
              <a:lnSpc>
                <a:spcPct val="90000"/>
              </a:lnSpc>
              <a:spcBef>
                <a:spcPts val="0"/>
              </a:spcBef>
              <a:spcAft>
                <a:spcPts val="0"/>
              </a:spcAft>
              <a:buNone/>
              <a:defRPr sz="18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0" name="Straight Connector 29">
            <a:extLst>
              <a:ext uri="{FF2B5EF4-FFF2-40B4-BE49-F238E27FC236}">
                <a16:creationId xmlns:a16="http://schemas.microsoft.com/office/drawing/2014/main" xmlns="" id="{E85F50F5-008F-4B71-8FA6-64E17A0CF360}"/>
              </a:ext>
            </a:extLst>
          </p:cNvPr>
          <p:cNvCxnSpPr>
            <a:cxnSpLocks/>
          </p:cNvCxnSpPr>
          <p:nvPr userDrawn="1"/>
        </p:nvCxnSpPr>
        <p:spPr>
          <a:xfrm>
            <a:off x="6444837" y="4388146"/>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 name="Text Placeholder 4"/>
          <p:cNvSpPr>
            <a:spLocks noGrp="1"/>
          </p:cNvSpPr>
          <p:nvPr>
            <p:ph type="body" sz="quarter" idx="21"/>
          </p:nvPr>
        </p:nvSpPr>
        <p:spPr>
          <a:xfrm>
            <a:off x="438962" y="1817468"/>
            <a:ext cx="5487829" cy="1620124"/>
          </a:xfrm>
        </p:spPr>
        <p:txBody>
          <a:bodyPr>
            <a:noAutofit/>
          </a:bodyPr>
          <a:lstStyle>
            <a:lvl1pPr>
              <a:defRPr sz="1800"/>
            </a:lvl1pPr>
            <a:lvl2pPr>
              <a:defRPr sz="1600"/>
            </a:lvl2pPr>
            <a:lvl3pPr>
              <a:defRPr sz="1400"/>
            </a:lvl3pPr>
            <a:lvl4pPr>
              <a:defRPr sz="1200"/>
            </a:lvl4pPr>
            <a:lvl5pP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7"/>
          <p:cNvSpPr>
            <a:spLocks noGrp="1"/>
          </p:cNvSpPr>
          <p:nvPr>
            <p:ph type="body" sz="quarter" idx="22"/>
          </p:nvPr>
        </p:nvSpPr>
        <p:spPr>
          <a:xfrm>
            <a:off x="6266733" y="1817468"/>
            <a:ext cx="5487829" cy="1620124"/>
          </a:xfrm>
        </p:spPr>
        <p:txBody>
          <a:bodyPr>
            <a:noAutofit/>
          </a:bodyPr>
          <a:lstStyle>
            <a:lvl1pPr>
              <a:defRPr sz="1800"/>
            </a:lvl1pPr>
            <a:lvl2pPr>
              <a:defRPr sz="1600"/>
            </a:lvl2pPr>
            <a:lvl3pPr>
              <a:defRPr sz="1400"/>
            </a:lvl3pPr>
            <a:lvl4pPr>
              <a:defRPr sz="1200"/>
            </a:lvl4pPr>
            <a:lvl5pP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p:cNvSpPr>
            <a:spLocks noGrp="1"/>
          </p:cNvSpPr>
          <p:nvPr>
            <p:ph type="body" sz="quarter" idx="23"/>
          </p:nvPr>
        </p:nvSpPr>
        <p:spPr>
          <a:xfrm>
            <a:off x="6266733" y="4500507"/>
            <a:ext cx="5487829" cy="1638272"/>
          </a:xfrm>
        </p:spPr>
        <p:txBody>
          <a:bodyPr>
            <a:noAutofit/>
          </a:bodyPr>
          <a:lstStyle>
            <a:lvl1pPr>
              <a:defRPr sz="1800"/>
            </a:lvl1pPr>
            <a:lvl2pPr>
              <a:defRPr sz="1600"/>
            </a:lvl2pPr>
            <a:lvl3pPr>
              <a:defRPr sz="1400"/>
            </a:lvl3pPr>
            <a:lvl4pPr>
              <a:defRPr sz="1200"/>
            </a:lvl4pPr>
            <a:lvl5pP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24"/>
          </p:nvPr>
        </p:nvSpPr>
        <p:spPr>
          <a:xfrm>
            <a:off x="438962" y="4505384"/>
            <a:ext cx="5487829" cy="1633395"/>
          </a:xfrm>
        </p:spPr>
        <p:txBody>
          <a:bodyPr>
            <a:noAutofit/>
          </a:bodyPr>
          <a:lstStyle>
            <a:lvl1pPr>
              <a:defRPr sz="1800"/>
            </a:lvl1pPr>
            <a:lvl2pPr>
              <a:defRPr sz="1600"/>
            </a:lvl2pPr>
            <a:lvl3pPr>
              <a:defRPr sz="1400"/>
            </a:lvl3pPr>
            <a:lvl4pPr>
              <a:defRPr sz="1200"/>
            </a:lvl4pPr>
            <a:lvl5pP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2103953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Image on left">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xmlns="" id="{FA384AA8-E329-48AE-A654-DB73F5111AE3}"/>
              </a:ext>
            </a:extLst>
          </p:cNvPr>
          <p:cNvSpPr>
            <a:spLocks noGrp="1"/>
          </p:cNvSpPr>
          <p:nvPr>
            <p:ph type="body" sz="quarter" idx="10" hasCustomPrompt="1"/>
          </p:nvPr>
        </p:nvSpPr>
        <p:spPr>
          <a:xfrm>
            <a:off x="8188236" y="1409703"/>
            <a:ext cx="3564801" cy="1009033"/>
          </a:xfrm>
        </p:spPr>
        <p:txBody>
          <a:bodyPr lIns="0" tIns="0" rIns="0" bIns="0" anchor="b">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Text placement on the right with images…</a:t>
            </a:r>
          </a:p>
        </p:txBody>
      </p:sp>
      <p:sp>
        <p:nvSpPr>
          <p:cNvPr id="8" name="Text Placeholder 4">
            <a:extLst>
              <a:ext uri="{FF2B5EF4-FFF2-40B4-BE49-F238E27FC236}">
                <a16:creationId xmlns:a16="http://schemas.microsoft.com/office/drawing/2014/main" xmlns="" id="{4D28E0D2-FB60-4FE5-A488-EAC3FDC4F5D4}"/>
              </a:ext>
            </a:extLst>
          </p:cNvPr>
          <p:cNvSpPr>
            <a:spLocks noGrp="1"/>
          </p:cNvSpPr>
          <p:nvPr>
            <p:ph type="body" sz="quarter" idx="11" hasCustomPrompt="1"/>
          </p:nvPr>
        </p:nvSpPr>
        <p:spPr>
          <a:xfrm>
            <a:off x="8188236" y="2568887"/>
            <a:ext cx="3564801" cy="640080"/>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10" name="Text Placeholder 4">
            <a:extLst>
              <a:ext uri="{FF2B5EF4-FFF2-40B4-BE49-F238E27FC236}">
                <a16:creationId xmlns:a16="http://schemas.microsoft.com/office/drawing/2014/main" xmlns="" id="{D083492D-9303-43AC-B776-BB4E216D25FC}"/>
              </a:ext>
            </a:extLst>
          </p:cNvPr>
          <p:cNvSpPr>
            <a:spLocks noGrp="1"/>
          </p:cNvSpPr>
          <p:nvPr>
            <p:ph type="body" sz="quarter" idx="13" hasCustomPrompt="1"/>
          </p:nvPr>
        </p:nvSpPr>
        <p:spPr>
          <a:xfrm>
            <a:off x="8188235" y="3302080"/>
            <a:ext cx="3567089" cy="2982173"/>
          </a:xfrm>
        </p:spPr>
        <p:txBody>
          <a:bodyPr lIns="0" tIns="0" rIns="0" bIns="0" anchor="t">
            <a:noAutofit/>
          </a:bodyPr>
          <a:lstStyle>
            <a:lvl1pPr marL="0" indent="0">
              <a:spcBef>
                <a:spcPts val="0"/>
              </a:spcBef>
              <a:spcAft>
                <a:spcPts val="1200"/>
              </a:spcAft>
              <a:buNone/>
              <a:defRPr sz="14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sp>
        <p:nvSpPr>
          <p:cNvPr id="7" name="TextBox 6">
            <a:extLst>
              <a:ext uri="{FF2B5EF4-FFF2-40B4-BE49-F238E27FC236}">
                <a16:creationId xmlns:a16="http://schemas.microsoft.com/office/drawing/2014/main" xmlns="" id="{627C5B98-7084-40B5-BEB1-C88745735293}"/>
              </a:ext>
            </a:extLst>
          </p:cNvPr>
          <p:cNvSpPr txBox="1"/>
          <p:nvPr userDrawn="1"/>
        </p:nvSpPr>
        <p:spPr>
          <a:xfrm>
            <a:off x="11470597" y="6596679"/>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lumMod val="50000"/>
                  </a:schemeClr>
                </a:solidFill>
                <a:latin typeface="Avenir Roman"/>
                <a:cs typeface="Avenir Roman"/>
              </a:rPr>
              <a:pPr algn="r"/>
              <a:t>‹#›</a:t>
            </a:fld>
            <a:endParaRPr kumimoji="0" lang="en-US" sz="1000" u="none" strike="noStrike" kern="1200" cap="none" spc="0" normalizeH="0" baseline="0" noProof="0" dirty="0">
              <a:ln>
                <a:noFill/>
              </a:ln>
              <a:solidFill>
                <a:schemeClr val="bg1">
                  <a:lumMod val="50000"/>
                </a:schemeClr>
              </a:solidFill>
              <a:effectLst/>
              <a:uLnTx/>
              <a:uFillTx/>
              <a:latin typeface="Avenir Roman"/>
              <a:cs typeface="Avenir Roman"/>
            </a:endParaRPr>
          </a:p>
        </p:txBody>
      </p:sp>
      <p:sp>
        <p:nvSpPr>
          <p:cNvPr id="3" name="Picture Placeholder 2">
            <a:extLst>
              <a:ext uri="{FF2B5EF4-FFF2-40B4-BE49-F238E27FC236}">
                <a16:creationId xmlns:a16="http://schemas.microsoft.com/office/drawing/2014/main" xmlns="" id="{B481D2D6-D3F9-47BA-B7FD-5810A8C443CC}"/>
              </a:ext>
            </a:extLst>
          </p:cNvPr>
          <p:cNvSpPr>
            <a:spLocks noGrp="1"/>
          </p:cNvSpPr>
          <p:nvPr>
            <p:ph type="pic" sz="quarter" idx="14" hasCustomPrompt="1"/>
          </p:nvPr>
        </p:nvSpPr>
        <p:spPr>
          <a:xfrm>
            <a:off x="1" y="0"/>
            <a:ext cx="7745842" cy="6858000"/>
          </a:xfrm>
        </p:spPr>
        <p:txBody>
          <a:bodyPr tIns="914400" bIns="91440" anchor="ctr">
            <a:normAutofit/>
          </a:bodyPr>
          <a:lstStyle>
            <a:lvl1pPr marL="0" indent="0" algn="ctr">
              <a:buNone/>
              <a:defRPr sz="1800" i="0"/>
            </a:lvl1pPr>
          </a:lstStyle>
          <a:p>
            <a:r>
              <a:rPr lang="en-US" dirty="0"/>
              <a:t>Click to add picture</a:t>
            </a:r>
          </a:p>
        </p:txBody>
      </p:sp>
      <p:pic>
        <p:nvPicPr>
          <p:cNvPr id="13" name="Picture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13959643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Graph on righ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5" name="Text Placeholder 4">
            <a:extLst>
              <a:ext uri="{FF2B5EF4-FFF2-40B4-BE49-F238E27FC236}">
                <a16:creationId xmlns:a16="http://schemas.microsoft.com/office/drawing/2014/main" xmlns="" id="{FA384AA8-E329-48AE-A654-DB73F5111AE3}"/>
              </a:ext>
            </a:extLst>
          </p:cNvPr>
          <p:cNvSpPr>
            <a:spLocks noGrp="1"/>
          </p:cNvSpPr>
          <p:nvPr>
            <p:ph type="body" sz="quarter" idx="10" hasCustomPrompt="1"/>
          </p:nvPr>
        </p:nvSpPr>
        <p:spPr>
          <a:xfrm>
            <a:off x="438962" y="1409703"/>
            <a:ext cx="2835378" cy="1183027"/>
          </a:xfrm>
        </p:spPr>
        <p:txBody>
          <a:bodyPr lIns="0" tIns="0" rIns="0" bIns="0" anchor="t">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Text placement</a:t>
            </a:r>
          </a:p>
          <a:p>
            <a:pPr lvl="0"/>
            <a:r>
              <a:rPr lang="en-US" dirty="0"/>
              <a:t>on the left</a:t>
            </a:r>
          </a:p>
          <a:p>
            <a:pPr lvl="0"/>
            <a:r>
              <a:rPr lang="en-US" dirty="0"/>
              <a:t>with graphs…</a:t>
            </a:r>
          </a:p>
        </p:txBody>
      </p:sp>
      <p:sp>
        <p:nvSpPr>
          <p:cNvPr id="8" name="Text Placeholder 4">
            <a:extLst>
              <a:ext uri="{FF2B5EF4-FFF2-40B4-BE49-F238E27FC236}">
                <a16:creationId xmlns:a16="http://schemas.microsoft.com/office/drawing/2014/main" xmlns="" id="{4D28E0D2-FB60-4FE5-A488-EAC3FDC4F5D4}"/>
              </a:ext>
            </a:extLst>
          </p:cNvPr>
          <p:cNvSpPr>
            <a:spLocks noGrp="1"/>
          </p:cNvSpPr>
          <p:nvPr>
            <p:ph type="body" sz="quarter" idx="11" hasCustomPrompt="1"/>
          </p:nvPr>
        </p:nvSpPr>
        <p:spPr>
          <a:xfrm>
            <a:off x="438962" y="2804180"/>
            <a:ext cx="2835378" cy="557526"/>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9" name="Text Placeholder 4">
            <a:extLst>
              <a:ext uri="{FF2B5EF4-FFF2-40B4-BE49-F238E27FC236}">
                <a16:creationId xmlns:a16="http://schemas.microsoft.com/office/drawing/2014/main" xmlns="" id="{C273D64F-4619-454D-AE59-A131CB2E91E5}"/>
              </a:ext>
            </a:extLst>
          </p:cNvPr>
          <p:cNvSpPr>
            <a:spLocks noGrp="1"/>
          </p:cNvSpPr>
          <p:nvPr>
            <p:ph type="body" sz="quarter" idx="12" hasCustomPrompt="1"/>
          </p:nvPr>
        </p:nvSpPr>
        <p:spPr>
          <a:xfrm>
            <a:off x="436675" y="3418610"/>
            <a:ext cx="2835378" cy="2500131"/>
          </a:xfrm>
        </p:spPr>
        <p:txBody>
          <a:bodyPr lIns="0" tIns="0" rIns="0" bIns="0" anchor="t">
            <a:noAutofit/>
          </a:bodyPr>
          <a:lstStyle>
            <a:lvl1pPr marL="0" indent="0">
              <a:spcBef>
                <a:spcPts val="0"/>
              </a:spcBef>
              <a:spcAft>
                <a:spcPts val="1200"/>
              </a:spcAft>
              <a:buNone/>
              <a:defRPr sz="14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sp>
        <p:nvSpPr>
          <p:cNvPr id="3" name="Content Placeholder 2">
            <a:extLst>
              <a:ext uri="{FF2B5EF4-FFF2-40B4-BE49-F238E27FC236}">
                <a16:creationId xmlns:a16="http://schemas.microsoft.com/office/drawing/2014/main" xmlns="" id="{E08AC9F2-845D-4282-82E8-B51C55688597}"/>
              </a:ext>
            </a:extLst>
          </p:cNvPr>
          <p:cNvSpPr>
            <a:spLocks noGrp="1"/>
          </p:cNvSpPr>
          <p:nvPr>
            <p:ph sz="quarter" idx="13" hasCustomPrompt="1"/>
          </p:nvPr>
        </p:nvSpPr>
        <p:spPr>
          <a:xfrm>
            <a:off x="4038064" y="1409700"/>
            <a:ext cx="7717260" cy="4354492"/>
          </a:xfrm>
        </p:spPr>
        <p:txBody>
          <a:bodyPr tIns="1554480" bIns="91440" anchor="ctr">
            <a:normAutofit/>
          </a:bodyPr>
          <a:lstStyle>
            <a:lvl1pPr marL="0" indent="0" algn="ctr">
              <a:buNone/>
              <a:defRPr sz="1800"/>
            </a:lvl1pPr>
          </a:lstStyle>
          <a:p>
            <a:pPr lvl="0"/>
            <a:r>
              <a:rPr lang="en-US" dirty="0"/>
              <a:t>Click to add graphics</a:t>
            </a:r>
          </a:p>
        </p:txBody>
      </p:sp>
    </p:spTree>
    <p:extLst>
      <p:ext uri="{BB962C8B-B14F-4D97-AF65-F5344CB8AC3E}">
        <p14:creationId xmlns:p14="http://schemas.microsoft.com/office/powerpoint/2010/main" val="293739358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Graph on lef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a:xfrm>
            <a:off x="438962" y="245863"/>
            <a:ext cx="9050409" cy="315704"/>
          </a:xfrm>
        </p:spPr>
        <p:txBody>
          <a:bodyPr/>
          <a:lstStyle>
            <a:lvl1pPr>
              <a:defRPr/>
            </a:lvl1pPr>
          </a:lstStyle>
          <a:p>
            <a:r>
              <a:rPr lang="en-US" dirty="0"/>
              <a:t>SECTION HEADING</a:t>
            </a:r>
          </a:p>
        </p:txBody>
      </p:sp>
      <p:sp>
        <p:nvSpPr>
          <p:cNvPr id="5" name="Text Placeholder 4">
            <a:extLst>
              <a:ext uri="{FF2B5EF4-FFF2-40B4-BE49-F238E27FC236}">
                <a16:creationId xmlns:a16="http://schemas.microsoft.com/office/drawing/2014/main" xmlns="" id="{FA384AA8-E329-48AE-A654-DB73F5111AE3}"/>
              </a:ext>
            </a:extLst>
          </p:cNvPr>
          <p:cNvSpPr>
            <a:spLocks noGrp="1"/>
          </p:cNvSpPr>
          <p:nvPr>
            <p:ph type="body" sz="quarter" idx="10" hasCustomPrompt="1"/>
          </p:nvPr>
        </p:nvSpPr>
        <p:spPr>
          <a:xfrm>
            <a:off x="8958632" y="1409703"/>
            <a:ext cx="2796693" cy="1183027"/>
          </a:xfrm>
        </p:spPr>
        <p:txBody>
          <a:bodyPr lIns="0" tIns="0" rIns="0" bIns="0" anchor="t">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Text placement</a:t>
            </a:r>
          </a:p>
          <a:p>
            <a:pPr lvl="0"/>
            <a:r>
              <a:rPr lang="en-US" dirty="0"/>
              <a:t>on the right</a:t>
            </a:r>
          </a:p>
          <a:p>
            <a:pPr lvl="0"/>
            <a:r>
              <a:rPr lang="en-US" dirty="0"/>
              <a:t>with graphs…</a:t>
            </a:r>
          </a:p>
        </p:txBody>
      </p:sp>
      <p:sp>
        <p:nvSpPr>
          <p:cNvPr id="8" name="Text Placeholder 4">
            <a:extLst>
              <a:ext uri="{FF2B5EF4-FFF2-40B4-BE49-F238E27FC236}">
                <a16:creationId xmlns:a16="http://schemas.microsoft.com/office/drawing/2014/main" xmlns="" id="{4D28E0D2-FB60-4FE5-A488-EAC3FDC4F5D4}"/>
              </a:ext>
            </a:extLst>
          </p:cNvPr>
          <p:cNvSpPr>
            <a:spLocks noGrp="1"/>
          </p:cNvSpPr>
          <p:nvPr>
            <p:ph type="body" sz="quarter" idx="11" hasCustomPrompt="1"/>
          </p:nvPr>
        </p:nvSpPr>
        <p:spPr>
          <a:xfrm>
            <a:off x="8958632" y="2804180"/>
            <a:ext cx="2796693" cy="557526"/>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9" name="Text Placeholder 4">
            <a:extLst>
              <a:ext uri="{FF2B5EF4-FFF2-40B4-BE49-F238E27FC236}">
                <a16:creationId xmlns:a16="http://schemas.microsoft.com/office/drawing/2014/main" xmlns="" id="{C273D64F-4619-454D-AE59-A131CB2E91E5}"/>
              </a:ext>
            </a:extLst>
          </p:cNvPr>
          <p:cNvSpPr>
            <a:spLocks noGrp="1"/>
          </p:cNvSpPr>
          <p:nvPr>
            <p:ph type="body" sz="quarter" idx="12" hasCustomPrompt="1"/>
          </p:nvPr>
        </p:nvSpPr>
        <p:spPr>
          <a:xfrm>
            <a:off x="8958632" y="3418610"/>
            <a:ext cx="2796693" cy="2500131"/>
          </a:xfrm>
        </p:spPr>
        <p:txBody>
          <a:bodyPr lIns="0" tIns="0" rIns="0" bIns="0" anchor="t">
            <a:noAutofit/>
          </a:bodyPr>
          <a:lstStyle>
            <a:lvl1pPr marL="0" indent="0">
              <a:spcBef>
                <a:spcPts val="0"/>
              </a:spcBef>
              <a:spcAft>
                <a:spcPts val="1200"/>
              </a:spcAft>
              <a:buNone/>
              <a:defRPr sz="14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sp>
        <p:nvSpPr>
          <p:cNvPr id="3" name="Content Placeholder 2">
            <a:extLst>
              <a:ext uri="{FF2B5EF4-FFF2-40B4-BE49-F238E27FC236}">
                <a16:creationId xmlns:a16="http://schemas.microsoft.com/office/drawing/2014/main" xmlns="" id="{E08AC9F2-845D-4282-82E8-B51C55688597}"/>
              </a:ext>
            </a:extLst>
          </p:cNvPr>
          <p:cNvSpPr>
            <a:spLocks noGrp="1"/>
          </p:cNvSpPr>
          <p:nvPr>
            <p:ph sz="quarter" idx="13" hasCustomPrompt="1"/>
          </p:nvPr>
        </p:nvSpPr>
        <p:spPr>
          <a:xfrm>
            <a:off x="438962" y="1409700"/>
            <a:ext cx="7717260" cy="4354492"/>
          </a:xfrm>
        </p:spPr>
        <p:txBody>
          <a:bodyPr tIns="1554480" anchor="ctr">
            <a:normAutofit/>
          </a:bodyPr>
          <a:lstStyle>
            <a:lvl1pPr marL="0" indent="0" algn="ctr">
              <a:buNone/>
              <a:defRPr sz="1800"/>
            </a:lvl1pPr>
          </a:lstStyle>
          <a:p>
            <a:pPr lvl="0"/>
            <a:r>
              <a:rPr lang="en-US" dirty="0"/>
              <a:t>Click to add graphics</a:t>
            </a:r>
          </a:p>
        </p:txBody>
      </p:sp>
    </p:spTree>
    <p:extLst>
      <p:ext uri="{BB962C8B-B14F-4D97-AF65-F5344CB8AC3E}">
        <p14:creationId xmlns:p14="http://schemas.microsoft.com/office/powerpoint/2010/main" val="111516291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Video layout">
    <p:spTree>
      <p:nvGrpSpPr>
        <p:cNvPr id="1" name=""/>
        <p:cNvGrpSpPr/>
        <p:nvPr/>
      </p:nvGrpSpPr>
      <p:grpSpPr>
        <a:xfrm>
          <a:off x="0" y="0"/>
          <a:ext cx="0" cy="0"/>
          <a:chOff x="0" y="0"/>
          <a:chExt cx="0" cy="0"/>
        </a:xfrm>
      </p:grpSpPr>
      <p:sp>
        <p:nvSpPr>
          <p:cNvPr id="4" name="Media Placeholder 3">
            <a:extLst>
              <a:ext uri="{FF2B5EF4-FFF2-40B4-BE49-F238E27FC236}">
                <a16:creationId xmlns:a16="http://schemas.microsoft.com/office/drawing/2014/main" xmlns="" id="{57F838CA-1797-4E5B-8118-8D29A3E14884}"/>
              </a:ext>
            </a:extLst>
          </p:cNvPr>
          <p:cNvSpPr>
            <a:spLocks noGrp="1"/>
          </p:cNvSpPr>
          <p:nvPr>
            <p:ph type="media" sz="quarter" idx="14" hasCustomPrompt="1"/>
          </p:nvPr>
        </p:nvSpPr>
        <p:spPr>
          <a:xfrm>
            <a:off x="1" y="0"/>
            <a:ext cx="12192000" cy="6858000"/>
          </a:xfrm>
        </p:spPr>
        <p:txBody>
          <a:bodyPr tIns="731520" anchor="ctr">
            <a:normAutofit/>
          </a:bodyPr>
          <a:lstStyle>
            <a:lvl1pPr marL="0" indent="0" algn="ctr">
              <a:buNone/>
              <a:defRPr sz="1600"/>
            </a:lvl1pPr>
          </a:lstStyle>
          <a:p>
            <a:r>
              <a:rPr lang="en-US" dirty="0"/>
              <a:t>Click to add video</a:t>
            </a:r>
          </a:p>
        </p:txBody>
      </p:sp>
    </p:spTree>
    <p:extLst>
      <p:ext uri="{BB962C8B-B14F-4D97-AF65-F5344CB8AC3E}">
        <p14:creationId xmlns:p14="http://schemas.microsoft.com/office/powerpoint/2010/main" val="21985272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ingle column text layout">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xmlns="" id="{3AFF631D-639E-49F9-AD67-8CEFCEC55099}"/>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5" name="Text Placeholder 4">
            <a:extLst>
              <a:ext uri="{FF2B5EF4-FFF2-40B4-BE49-F238E27FC236}">
                <a16:creationId xmlns:a16="http://schemas.microsoft.com/office/drawing/2014/main" xmlns="" id="{FA384AA8-E329-48AE-A654-DB73F5111AE3}"/>
              </a:ext>
            </a:extLst>
          </p:cNvPr>
          <p:cNvSpPr>
            <a:spLocks noGrp="1"/>
          </p:cNvSpPr>
          <p:nvPr>
            <p:ph type="body" sz="quarter" idx="10" hasCustomPrompt="1"/>
          </p:nvPr>
        </p:nvSpPr>
        <p:spPr>
          <a:xfrm>
            <a:off x="438962" y="1409703"/>
            <a:ext cx="2835378" cy="1009033"/>
          </a:xfrm>
        </p:spPr>
        <p:txBody>
          <a:bodyPr lIns="0" tIns="0" rIns="0" bIns="0" anchor="t">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Single column text layout</a:t>
            </a:r>
          </a:p>
        </p:txBody>
      </p:sp>
      <p:sp>
        <p:nvSpPr>
          <p:cNvPr id="8" name="Text Placeholder 4">
            <a:extLst>
              <a:ext uri="{FF2B5EF4-FFF2-40B4-BE49-F238E27FC236}">
                <a16:creationId xmlns:a16="http://schemas.microsoft.com/office/drawing/2014/main" xmlns="" id="{4D28E0D2-FB60-4FE5-A488-EAC3FDC4F5D4}"/>
              </a:ext>
            </a:extLst>
          </p:cNvPr>
          <p:cNvSpPr>
            <a:spLocks noGrp="1"/>
          </p:cNvSpPr>
          <p:nvPr>
            <p:ph type="body" sz="quarter" idx="11" hasCustomPrompt="1"/>
          </p:nvPr>
        </p:nvSpPr>
        <p:spPr>
          <a:xfrm>
            <a:off x="438962" y="2508889"/>
            <a:ext cx="2835378" cy="1009033"/>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10" name="Text Placeholder 4">
            <a:extLst>
              <a:ext uri="{FF2B5EF4-FFF2-40B4-BE49-F238E27FC236}">
                <a16:creationId xmlns:a16="http://schemas.microsoft.com/office/drawing/2014/main" xmlns="" id="{D083492D-9303-43AC-B776-BB4E216D25FC}"/>
              </a:ext>
            </a:extLst>
          </p:cNvPr>
          <p:cNvSpPr>
            <a:spLocks noGrp="1"/>
          </p:cNvSpPr>
          <p:nvPr>
            <p:ph type="body" sz="quarter" idx="13" hasCustomPrompt="1"/>
          </p:nvPr>
        </p:nvSpPr>
        <p:spPr>
          <a:xfrm>
            <a:off x="4038064" y="1409702"/>
            <a:ext cx="7717260" cy="4754880"/>
          </a:xfrm>
        </p:spPr>
        <p:txBody>
          <a:bodyPr lIns="0" tIns="0" rIns="0" bIns="0" anchor="t">
            <a:noAutofit/>
          </a:bodyPr>
          <a:lstStyle>
            <a:lvl1pPr marL="0" indent="0">
              <a:spcBef>
                <a:spcPts val="0"/>
              </a:spcBef>
              <a:spcAft>
                <a:spcPts val="1200"/>
              </a:spcAft>
              <a:buNone/>
              <a:defRPr sz="16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spTree>
    <p:extLst>
      <p:ext uri="{BB962C8B-B14F-4D97-AF65-F5344CB8AC3E}">
        <p14:creationId xmlns:p14="http://schemas.microsoft.com/office/powerpoint/2010/main" val="266983203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ouble column text layou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5" name="Text Placeholder 4">
            <a:extLst>
              <a:ext uri="{FF2B5EF4-FFF2-40B4-BE49-F238E27FC236}">
                <a16:creationId xmlns:a16="http://schemas.microsoft.com/office/drawing/2014/main" xmlns="" id="{FA384AA8-E329-48AE-A654-DB73F5111AE3}"/>
              </a:ext>
            </a:extLst>
          </p:cNvPr>
          <p:cNvSpPr>
            <a:spLocks noGrp="1"/>
          </p:cNvSpPr>
          <p:nvPr>
            <p:ph type="body" sz="quarter" idx="10" hasCustomPrompt="1"/>
          </p:nvPr>
        </p:nvSpPr>
        <p:spPr>
          <a:xfrm>
            <a:off x="438962" y="1409703"/>
            <a:ext cx="2835378" cy="1009033"/>
          </a:xfrm>
        </p:spPr>
        <p:txBody>
          <a:bodyPr lIns="0" tIns="0" rIns="0" bIns="0" anchor="t">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Double column text layout</a:t>
            </a:r>
          </a:p>
        </p:txBody>
      </p:sp>
      <p:sp>
        <p:nvSpPr>
          <p:cNvPr id="8" name="Text Placeholder 4">
            <a:extLst>
              <a:ext uri="{FF2B5EF4-FFF2-40B4-BE49-F238E27FC236}">
                <a16:creationId xmlns:a16="http://schemas.microsoft.com/office/drawing/2014/main" xmlns="" id="{4D28E0D2-FB60-4FE5-A488-EAC3FDC4F5D4}"/>
              </a:ext>
            </a:extLst>
          </p:cNvPr>
          <p:cNvSpPr>
            <a:spLocks noGrp="1"/>
          </p:cNvSpPr>
          <p:nvPr>
            <p:ph type="body" sz="quarter" idx="11" hasCustomPrompt="1"/>
          </p:nvPr>
        </p:nvSpPr>
        <p:spPr>
          <a:xfrm>
            <a:off x="438962" y="2508889"/>
            <a:ext cx="2835378" cy="1009033"/>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9" name="Text Placeholder 4">
            <a:extLst>
              <a:ext uri="{FF2B5EF4-FFF2-40B4-BE49-F238E27FC236}">
                <a16:creationId xmlns:a16="http://schemas.microsoft.com/office/drawing/2014/main" xmlns="" id="{C273D64F-4619-454D-AE59-A131CB2E91E5}"/>
              </a:ext>
            </a:extLst>
          </p:cNvPr>
          <p:cNvSpPr>
            <a:spLocks noGrp="1"/>
          </p:cNvSpPr>
          <p:nvPr>
            <p:ph type="body" sz="quarter" idx="12" hasCustomPrompt="1"/>
          </p:nvPr>
        </p:nvSpPr>
        <p:spPr>
          <a:xfrm>
            <a:off x="4038065" y="1409702"/>
            <a:ext cx="3567089" cy="4754880"/>
          </a:xfrm>
        </p:spPr>
        <p:txBody>
          <a:bodyPr lIns="0" tIns="0" rIns="0" bIns="0" anchor="t">
            <a:noAutofit/>
          </a:bodyPr>
          <a:lstStyle>
            <a:lvl1pPr marL="0" indent="0">
              <a:spcBef>
                <a:spcPts val="0"/>
              </a:spcBef>
              <a:spcAft>
                <a:spcPts val="1200"/>
              </a:spcAft>
              <a:buNone/>
              <a:defRPr sz="16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sp>
        <p:nvSpPr>
          <p:cNvPr id="10" name="Text Placeholder 4">
            <a:extLst>
              <a:ext uri="{FF2B5EF4-FFF2-40B4-BE49-F238E27FC236}">
                <a16:creationId xmlns:a16="http://schemas.microsoft.com/office/drawing/2014/main" xmlns="" id="{D083492D-9303-43AC-B776-BB4E216D25FC}"/>
              </a:ext>
            </a:extLst>
          </p:cNvPr>
          <p:cNvSpPr>
            <a:spLocks noGrp="1"/>
          </p:cNvSpPr>
          <p:nvPr>
            <p:ph type="body" sz="quarter" idx="13" hasCustomPrompt="1"/>
          </p:nvPr>
        </p:nvSpPr>
        <p:spPr>
          <a:xfrm>
            <a:off x="8188235" y="1409702"/>
            <a:ext cx="3567089" cy="4754880"/>
          </a:xfrm>
        </p:spPr>
        <p:txBody>
          <a:bodyPr lIns="0" tIns="0" rIns="0" bIns="0" anchor="t">
            <a:noAutofit/>
          </a:bodyPr>
          <a:lstStyle>
            <a:lvl1pPr marL="0" indent="0">
              <a:spcBef>
                <a:spcPts val="0"/>
              </a:spcBef>
              <a:spcAft>
                <a:spcPts val="1200"/>
              </a:spcAft>
              <a:buNone/>
              <a:defRPr sz="16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pic>
        <p:nvPicPr>
          <p:cNvPr id="12" name="Picture 11">
            <a:extLst>
              <a:ext uri="{FF2B5EF4-FFF2-40B4-BE49-F238E27FC236}">
                <a16:creationId xmlns:a16="http://schemas.microsoft.com/office/drawing/2014/main" xmlns="" id="{3AFF631D-639E-49F9-AD67-8CEFCEC55099}"/>
              </a:ext>
            </a:extLst>
          </p:cNvPr>
          <p:cNvPicPr>
            <a:picLocks noChangeAspect="1"/>
          </p:cNvPicPr>
          <p:nvPr userDrawn="1"/>
        </p:nvPicPr>
        <p:blipFill>
          <a:blip r:embed="rId2"/>
          <a:stretch>
            <a:fillRect/>
          </a:stretch>
        </p:blipFill>
        <p:spPr>
          <a:xfrm>
            <a:off x="6590634" y="940740"/>
            <a:ext cx="5194713" cy="5193360"/>
          </a:xfrm>
          <a:prstGeom prst="rect">
            <a:avLst/>
          </a:prstGeom>
        </p:spPr>
      </p:pic>
    </p:spTree>
    <p:extLst>
      <p:ext uri="{BB962C8B-B14F-4D97-AF65-F5344CB8AC3E}">
        <p14:creationId xmlns:p14="http://schemas.microsoft.com/office/powerpoint/2010/main" val="77122988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82" name="Picture 81"/>
          <p:cNvPicPr>
            <a:picLocks noChangeAspect="1"/>
          </p:cNvPicPr>
          <p:nvPr userDrawn="1"/>
        </p:nvPicPr>
        <p:blipFill rotWithShape="1">
          <a:blip r:embed="rId2" cstate="print">
            <a:alphaModFix amt="4000"/>
            <a:extLst>
              <a:ext uri="{28A0092B-C50C-407E-A947-70E740481C1C}">
                <a14:useLocalDpi xmlns:a14="http://schemas.microsoft.com/office/drawing/2010/main" val="0"/>
              </a:ext>
            </a:extLst>
          </a:blip>
          <a:srcRect/>
          <a:stretch/>
        </p:blipFill>
        <p:spPr>
          <a:xfrm>
            <a:off x="7604521" y="0"/>
            <a:ext cx="4591311" cy="6858000"/>
          </a:xfrm>
          <a:prstGeom prst="rect">
            <a:avLst/>
          </a:prstGeom>
        </p:spPr>
      </p:pic>
      <p:pic>
        <p:nvPicPr>
          <p:cNvPr id="83" name="Picture 8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2216767" cy="6858000"/>
          </a:xfrm>
          <a:prstGeom prst="rect">
            <a:avLst/>
          </a:prstGeom>
        </p:spPr>
      </p:pic>
      <p:sp>
        <p:nvSpPr>
          <p:cNvPr id="55" name="Rectangle 54"/>
          <p:cNvSpPr/>
          <p:nvPr userDrawn="1"/>
        </p:nvSpPr>
        <p:spPr>
          <a:xfrm>
            <a:off x="1" y="2"/>
            <a:ext cx="12192000" cy="6486377"/>
          </a:xfrm>
          <a:prstGeom prst="rect">
            <a:avLst/>
          </a:prstGeom>
          <a:gradFill>
            <a:gsLst>
              <a:gs pos="100000">
                <a:schemeClr val="bg1">
                  <a:alpha val="0"/>
                </a:schemeClr>
              </a:gs>
              <a:gs pos="34000">
                <a:schemeClr val="bg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49"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 name="Rectangle 1"/>
          <p:cNvSpPr/>
          <p:nvPr userDrawn="1"/>
        </p:nvSpPr>
        <p:spPr>
          <a:xfrm>
            <a:off x="7573465" y="0"/>
            <a:ext cx="4618536" cy="6858000"/>
          </a:xfrm>
          <a:prstGeom prst="rect">
            <a:avLst/>
          </a:prstGeom>
          <a:solidFill>
            <a:srgbClr val="1B41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49"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8" name="TextBox 7"/>
          <p:cNvSpPr txBox="1"/>
          <p:nvPr userDrawn="1"/>
        </p:nvSpPr>
        <p:spPr>
          <a:xfrm>
            <a:off x="7775369" y="687987"/>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Infogain Corporation, HQ</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485 Alberto Way</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Suite 100 </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Los Gatos, CA 95032</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408-355-6000</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9" name="TextBox 8"/>
          <p:cNvSpPr txBox="1"/>
          <p:nvPr userDrawn="1"/>
        </p:nvSpPr>
        <p:spPr>
          <a:xfrm>
            <a:off x="7775371" y="2834347"/>
            <a:ext cx="2009758"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Austin</a:t>
            </a:r>
            <a:endPar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111 W. Anderson Lane</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Suite E336 </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Austin, TX 78752 </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512-212-4070</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10" name="TextBox 9"/>
          <p:cNvSpPr txBox="1"/>
          <p:nvPr userDrawn="1"/>
        </p:nvSpPr>
        <p:spPr>
          <a:xfrm>
            <a:off x="9921983" y="687987"/>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Noida</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A-16 &amp; 21, Sector 60</a:t>
            </a:r>
            <a:b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Gautam Budh Nagar </a:t>
            </a:r>
            <a:b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Noida – 201 301, India </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+91 12 0244 5144</a:t>
            </a:r>
          </a:p>
        </p:txBody>
      </p:sp>
      <p:sp>
        <p:nvSpPr>
          <p:cNvPr id="11" name="TextBox 10"/>
          <p:cNvSpPr txBox="1"/>
          <p:nvPr userDrawn="1"/>
        </p:nvSpPr>
        <p:spPr>
          <a:xfrm>
            <a:off x="9909581" y="1760105"/>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Mumbai</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Unit No. 74, 2</a:t>
            </a:r>
            <a:r>
              <a:rPr kumimoji="0" lang="en-US" sz="1000" b="0" i="0" u="none" strike="noStrike" kern="1200" cap="none" spc="0" normalizeH="0" baseline="30000" noProof="0" dirty="0">
                <a:ln>
                  <a:noFill/>
                </a:ln>
                <a:solidFill>
                  <a:srgbClr val="FFFFFF"/>
                </a:solidFill>
                <a:effectLst/>
                <a:uLnTx/>
                <a:uFillTx/>
                <a:latin typeface="Avenir Roman" panose="020B0503020203020204"/>
                <a:ea typeface="Lato" charset="0"/>
                <a:cs typeface="Lato" charset="0"/>
              </a:rPr>
              <a:t>nd</a:t>
            </a: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 Floor, SDF 3</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SEEPZ, Andheri East</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Mumbai – 400 096, India</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+91 22 6114 6969</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12" name="TextBox 11"/>
          <p:cNvSpPr txBox="1"/>
          <p:nvPr userDrawn="1"/>
        </p:nvSpPr>
        <p:spPr>
          <a:xfrm>
            <a:off x="7775370" y="1761667"/>
            <a:ext cx="2009758"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Irvine</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41 Corporate Park</a:t>
            </a:r>
            <a:b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Suite 390</a:t>
            </a:r>
            <a:b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Irvine, CA 92606</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949-223-5100</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13" name="TextBox 12"/>
          <p:cNvSpPr txBox="1"/>
          <p:nvPr userDrawn="1"/>
        </p:nvSpPr>
        <p:spPr>
          <a:xfrm>
            <a:off x="9879784" y="2832222"/>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Bengaluru</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#7, 18th Main Road, 7th Block</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err="1">
                <a:ln>
                  <a:noFill/>
                </a:ln>
                <a:solidFill>
                  <a:srgbClr val="FFFFFF"/>
                </a:solidFill>
                <a:effectLst/>
                <a:uLnTx/>
                <a:uFillTx/>
                <a:latin typeface="Avenir Roman" panose="020B0503020203020204"/>
                <a:ea typeface="Lato" charset="0"/>
                <a:cs typeface="Lato" charset="0"/>
              </a:rPr>
              <a:t>Koramangala</a:t>
            </a: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Bengaluru - 560 095, India</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+91 80 4110 4560</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36" name="TextBox 35"/>
          <p:cNvSpPr txBox="1"/>
          <p:nvPr userDrawn="1"/>
        </p:nvSpPr>
        <p:spPr>
          <a:xfrm>
            <a:off x="7775369" y="4976456"/>
            <a:ext cx="200975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pt-BR"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London</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Millbank Tower, Citibase 21-24 Millbank, office no 1.7</a:t>
            </a:r>
            <a:b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London SW1P 4DP </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+44 (0)20 3355 7594</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37" name="TextBox 36"/>
          <p:cNvSpPr txBox="1"/>
          <p:nvPr userDrawn="1"/>
        </p:nvSpPr>
        <p:spPr>
          <a:xfrm>
            <a:off x="9909581" y="3904340"/>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Dubai	</a:t>
            </a:r>
            <a:endParaRPr kumimoji="0" lang="pt-BR"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Office No. 255, Building No. 17 Dubai Internet City</a:t>
            </a:r>
            <a:br>
              <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Dubai, UAE</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+971-4-458-7336</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56" name="TextBox 55"/>
          <p:cNvSpPr txBox="1"/>
          <p:nvPr userDrawn="1"/>
        </p:nvSpPr>
        <p:spPr>
          <a:xfrm>
            <a:off x="7775370" y="3908673"/>
            <a:ext cx="200975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Phoenix</a:t>
            </a:r>
            <a:endPar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21410 North 19</a:t>
            </a:r>
            <a:r>
              <a:rPr kumimoji="0" lang="en-US" sz="1000" b="0" i="0" u="none" strike="noStrike" kern="1200" cap="none" spc="0" normalizeH="0" baseline="30000" noProof="0" dirty="0">
                <a:ln>
                  <a:noFill/>
                </a:ln>
                <a:solidFill>
                  <a:srgbClr val="FFFFFF"/>
                </a:solidFill>
                <a:effectLst/>
                <a:uLnTx/>
                <a:uFillTx/>
                <a:latin typeface="Avenir Roman" panose="020B0503020203020204"/>
                <a:ea typeface="Lato" charset="0"/>
                <a:cs typeface="Lato" charset="0"/>
              </a:rPr>
              <a:t>th</a:t>
            </a: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 Ave</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Suite 114</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Phoenix, AZ 85027</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602-455-1860</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57" name="TextBox 56"/>
          <p:cNvSpPr txBox="1"/>
          <p:nvPr userDrawn="1"/>
        </p:nvSpPr>
        <p:spPr>
          <a:xfrm>
            <a:off x="9879784" y="4976456"/>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Singapore</a:t>
            </a:r>
            <a:endPar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144 Robinson Road, #13-01 Robinson Square </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Singapore 068908</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+65 62741455</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pic>
        <p:nvPicPr>
          <p:cNvPr id="5" name="Picture 4"/>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571732" y="4529860"/>
            <a:ext cx="2648305" cy="1076706"/>
          </a:xfrm>
          <a:prstGeom prst="rect">
            <a:avLst/>
          </a:prstGeom>
        </p:spPr>
      </p:pic>
      <p:sp>
        <p:nvSpPr>
          <p:cNvPr id="85" name="TextBox 84">
            <a:extLst>
              <a:ext uri="{FF2B5EF4-FFF2-40B4-BE49-F238E27FC236}">
                <a16:creationId xmlns:a16="http://schemas.microsoft.com/office/drawing/2014/main" xmlns="" id="{3230B90F-242E-4EDF-94F3-70B9791F7EF3}"/>
              </a:ext>
            </a:extLst>
          </p:cNvPr>
          <p:cNvSpPr txBox="1"/>
          <p:nvPr userDrawn="1"/>
        </p:nvSpPr>
        <p:spPr>
          <a:xfrm>
            <a:off x="11511853" y="6569254"/>
            <a:ext cx="325815" cy="230832"/>
          </a:xfrm>
          <a:prstGeom prst="rect">
            <a:avLst/>
          </a:prstGeom>
        </p:spPr>
        <p:txBody>
          <a:bodyPr wrap="none">
            <a:spAutoFit/>
          </a:bodyPr>
          <a:lstStyle>
            <a:defPPr>
              <a:defRPr lang="en-US"/>
            </a:defPPr>
            <a:lvl1pPr>
              <a:defRPr sz="900">
                <a:solidFill>
                  <a:prstClr val="white">
                    <a:lumMod val="50000"/>
                  </a:prstClr>
                </a:solidFill>
                <a:latin typeface="Avenir Roman"/>
                <a:cs typeface="Avenir Roman"/>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D32B1299-5D1F-4CF7-9AC0-55CF30817FA5}" type="slidenum">
              <a:rPr kumimoji="0" lang="en-US" sz="900" b="0" i="0" u="none" strike="noStrike" kern="1200" cap="none" spc="0" normalizeH="0" baseline="0" noProof="0" smtClean="0">
                <a:ln>
                  <a:noFill/>
                </a:ln>
                <a:solidFill>
                  <a:prstClr val="white">
                    <a:lumMod val="50000"/>
                  </a:prstClr>
                </a:solidFill>
                <a:effectLst/>
                <a:uLnTx/>
                <a:uFillTx/>
                <a:latin typeface="Avenir Roman"/>
                <a:ea typeface="+mn-ea"/>
              </a:rPr>
              <a:pPr marL="0" marR="0" lvl="0" indent="0" algn="l" defTabSz="4572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prstClr val="white">
                  <a:lumMod val="50000"/>
                </a:prstClr>
              </a:solidFill>
              <a:effectLst/>
              <a:uLnTx/>
              <a:uFillTx/>
              <a:latin typeface="Avenir Roman"/>
              <a:ea typeface="+mn-ea"/>
            </a:endParaRPr>
          </a:p>
        </p:txBody>
      </p:sp>
      <p:grpSp>
        <p:nvGrpSpPr>
          <p:cNvPr id="84" name="Group 83"/>
          <p:cNvGrpSpPr/>
          <p:nvPr userDrawn="1"/>
        </p:nvGrpSpPr>
        <p:grpSpPr>
          <a:xfrm>
            <a:off x="311395" y="493922"/>
            <a:ext cx="7115217" cy="3544058"/>
            <a:chOff x="415233" y="658562"/>
            <a:chExt cx="9487883" cy="4725411"/>
          </a:xfrm>
        </p:grpSpPr>
        <p:pic>
          <p:nvPicPr>
            <p:cNvPr id="86" name="Picture 85"/>
            <p:cNvPicPr>
              <a:picLocks noChangeAspect="1"/>
            </p:cNvPicPr>
            <p:nvPr userDrawn="1"/>
          </p:nvPicPr>
          <p:blipFill>
            <a:blip r:embed="rId5">
              <a:alphaModFix amt="60000"/>
              <a:extLst>
                <a:ext uri="{28A0092B-C50C-407E-A947-70E740481C1C}">
                  <a14:useLocalDpi xmlns:a14="http://schemas.microsoft.com/office/drawing/2010/main" val="0"/>
                </a:ext>
              </a:extLst>
            </a:blip>
            <a:stretch>
              <a:fillRect/>
            </a:stretch>
          </p:blipFill>
          <p:spPr>
            <a:xfrm>
              <a:off x="415233" y="658562"/>
              <a:ext cx="9487883" cy="4725411"/>
            </a:xfrm>
            <a:prstGeom prst="trapezoid">
              <a:avLst>
                <a:gd name="adj" fmla="val 0"/>
              </a:avLst>
            </a:prstGeom>
          </p:spPr>
        </p:pic>
        <p:grpSp>
          <p:nvGrpSpPr>
            <p:cNvPr id="87" name="Group 86"/>
            <p:cNvGrpSpPr/>
            <p:nvPr userDrawn="1"/>
          </p:nvGrpSpPr>
          <p:grpSpPr>
            <a:xfrm>
              <a:off x="1674327" y="2274851"/>
              <a:ext cx="188768" cy="361833"/>
              <a:chOff x="-1994126" y="1399268"/>
              <a:chExt cx="525462" cy="985838"/>
            </a:xfrm>
          </p:grpSpPr>
          <p:sp>
            <p:nvSpPr>
              <p:cNvPr id="115" name="Freeform 5"/>
              <p:cNvSpPr>
                <a:spLocks/>
              </p:cNvSpPr>
              <p:nvPr/>
            </p:nvSpPr>
            <p:spPr bwMode="auto">
              <a:xfrm>
                <a:off x="-1994126" y="1399268"/>
                <a:ext cx="525462" cy="985838"/>
              </a:xfrm>
              <a:custGeom>
                <a:avLst/>
                <a:gdLst>
                  <a:gd name="T0" fmla="*/ 140 w 140"/>
                  <a:gd name="T1" fmla="*/ 70 h 262"/>
                  <a:gd name="T2" fmla="*/ 136 w 140"/>
                  <a:gd name="T3" fmla="*/ 95 h 262"/>
                  <a:gd name="T4" fmla="*/ 66 w 140"/>
                  <a:gd name="T5" fmla="*/ 262 h 262"/>
                  <a:gd name="T6" fmla="*/ 4 w 140"/>
                  <a:gd name="T7" fmla="*/ 92 h 262"/>
                  <a:gd name="T8" fmla="*/ 0 w 140"/>
                  <a:gd name="T9" fmla="*/ 70 h 262"/>
                  <a:gd name="T10" fmla="*/ 70 w 140"/>
                  <a:gd name="T11" fmla="*/ 0 h 262"/>
                  <a:gd name="T12" fmla="*/ 140 w 140"/>
                  <a:gd name="T13" fmla="*/ 70 h 262"/>
                </a:gdLst>
                <a:ahLst/>
                <a:cxnLst>
                  <a:cxn ang="0">
                    <a:pos x="T0" y="T1"/>
                  </a:cxn>
                  <a:cxn ang="0">
                    <a:pos x="T2" y="T3"/>
                  </a:cxn>
                  <a:cxn ang="0">
                    <a:pos x="T4" y="T5"/>
                  </a:cxn>
                  <a:cxn ang="0">
                    <a:pos x="T6" y="T7"/>
                  </a:cxn>
                  <a:cxn ang="0">
                    <a:pos x="T8" y="T9"/>
                  </a:cxn>
                  <a:cxn ang="0">
                    <a:pos x="T10" y="T11"/>
                  </a:cxn>
                  <a:cxn ang="0">
                    <a:pos x="T12" y="T13"/>
                  </a:cxn>
                </a:cxnLst>
                <a:rect l="0" t="0" r="r" b="b"/>
                <a:pathLst>
                  <a:path w="140" h="262">
                    <a:moveTo>
                      <a:pt x="140" y="70"/>
                    </a:moveTo>
                    <a:cubicBezTo>
                      <a:pt x="140" y="79"/>
                      <a:pt x="139" y="87"/>
                      <a:pt x="136" y="95"/>
                    </a:cubicBezTo>
                    <a:cubicBezTo>
                      <a:pt x="127" y="122"/>
                      <a:pt x="66" y="262"/>
                      <a:pt x="66" y="262"/>
                    </a:cubicBezTo>
                    <a:cubicBezTo>
                      <a:pt x="66" y="262"/>
                      <a:pt x="9" y="109"/>
                      <a:pt x="4" y="92"/>
                    </a:cubicBezTo>
                    <a:cubicBezTo>
                      <a:pt x="2" y="85"/>
                      <a:pt x="0" y="78"/>
                      <a:pt x="0" y="70"/>
                    </a:cubicBezTo>
                    <a:cubicBezTo>
                      <a:pt x="0" y="31"/>
                      <a:pt x="32" y="0"/>
                      <a:pt x="70" y="0"/>
                    </a:cubicBezTo>
                    <a:cubicBezTo>
                      <a:pt x="109" y="0"/>
                      <a:pt x="140" y="31"/>
                      <a:pt x="140" y="70"/>
                    </a:cubicBezTo>
                    <a:close/>
                  </a:path>
                </a:pathLst>
              </a:custGeom>
              <a:solidFill>
                <a:srgbClr val="E15D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16" name="Oval 6"/>
              <p:cNvSpPr>
                <a:spLocks noChangeArrowheads="1"/>
              </p:cNvSpPr>
              <p:nvPr/>
            </p:nvSpPr>
            <p:spPr bwMode="auto">
              <a:xfrm>
                <a:off x="-1863952" y="1531031"/>
                <a:ext cx="268287" cy="26670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88" name="Group 87"/>
            <p:cNvGrpSpPr/>
            <p:nvPr userDrawn="1"/>
          </p:nvGrpSpPr>
          <p:grpSpPr>
            <a:xfrm>
              <a:off x="1740462" y="2443835"/>
              <a:ext cx="187035" cy="360245"/>
              <a:chOff x="1387249" y="1191305"/>
              <a:chExt cx="525462" cy="990600"/>
            </a:xfrm>
          </p:grpSpPr>
          <p:sp>
            <p:nvSpPr>
              <p:cNvPr id="113"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FEBB1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14"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89" name="Group 88"/>
            <p:cNvGrpSpPr/>
            <p:nvPr userDrawn="1"/>
          </p:nvGrpSpPr>
          <p:grpSpPr>
            <a:xfrm>
              <a:off x="2235524" y="2500361"/>
              <a:ext cx="187035" cy="360245"/>
              <a:chOff x="1086061" y="1463637"/>
              <a:chExt cx="525462" cy="990599"/>
            </a:xfrm>
          </p:grpSpPr>
          <p:sp>
            <p:nvSpPr>
              <p:cNvPr id="111" name="Freeform 11"/>
              <p:cNvSpPr>
                <a:spLocks/>
              </p:cNvSpPr>
              <p:nvPr/>
            </p:nvSpPr>
            <p:spPr bwMode="auto">
              <a:xfrm>
                <a:off x="1086061" y="1463637"/>
                <a:ext cx="525462" cy="990599"/>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1B417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12" name="Oval 12"/>
              <p:cNvSpPr>
                <a:spLocks noChangeArrowheads="1"/>
              </p:cNvSpPr>
              <p:nvPr/>
            </p:nvSpPr>
            <p:spPr bwMode="auto">
              <a:xfrm>
                <a:off x="1217823" y="1595401"/>
                <a:ext cx="261937" cy="268289"/>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0" name="Group 89"/>
            <p:cNvGrpSpPr/>
            <p:nvPr userDrawn="1"/>
          </p:nvGrpSpPr>
          <p:grpSpPr>
            <a:xfrm>
              <a:off x="6224559" y="2767033"/>
              <a:ext cx="187035" cy="360245"/>
              <a:chOff x="2073854" y="1134222"/>
              <a:chExt cx="525462" cy="990600"/>
            </a:xfrm>
          </p:grpSpPr>
          <p:sp>
            <p:nvSpPr>
              <p:cNvPr id="109" name="Freeform 11"/>
              <p:cNvSpPr>
                <a:spLocks/>
              </p:cNvSpPr>
              <p:nvPr/>
            </p:nvSpPr>
            <p:spPr bwMode="auto">
              <a:xfrm>
                <a:off x="2073854" y="1134222"/>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007D9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10" name="Oval 12"/>
              <p:cNvSpPr>
                <a:spLocks noChangeArrowheads="1"/>
              </p:cNvSpPr>
              <p:nvPr/>
            </p:nvSpPr>
            <p:spPr bwMode="auto">
              <a:xfrm>
                <a:off x="2205616" y="1265984"/>
                <a:ext cx="261937" cy="268289"/>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1" name="Group 90"/>
            <p:cNvGrpSpPr/>
            <p:nvPr userDrawn="1"/>
          </p:nvGrpSpPr>
          <p:grpSpPr>
            <a:xfrm>
              <a:off x="6857006" y="2767033"/>
              <a:ext cx="187035" cy="360245"/>
              <a:chOff x="1387249" y="1191305"/>
              <a:chExt cx="525462" cy="990600"/>
            </a:xfrm>
          </p:grpSpPr>
          <p:sp>
            <p:nvSpPr>
              <p:cNvPr id="107"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08"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2" name="Group 91"/>
            <p:cNvGrpSpPr/>
            <p:nvPr userDrawn="1"/>
          </p:nvGrpSpPr>
          <p:grpSpPr>
            <a:xfrm>
              <a:off x="6775924" y="2916688"/>
              <a:ext cx="187035" cy="360245"/>
              <a:chOff x="1387249" y="1191305"/>
              <a:chExt cx="525462" cy="990600"/>
            </a:xfrm>
          </p:grpSpPr>
          <p:sp>
            <p:nvSpPr>
              <p:cNvPr id="105"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F9A535">
                  <a:lumMod val="75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06"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3" name="Group 92"/>
            <p:cNvGrpSpPr/>
            <p:nvPr userDrawn="1"/>
          </p:nvGrpSpPr>
          <p:grpSpPr>
            <a:xfrm>
              <a:off x="4713704" y="1743233"/>
              <a:ext cx="187035" cy="360245"/>
              <a:chOff x="1387249" y="1191305"/>
              <a:chExt cx="525462" cy="990600"/>
            </a:xfrm>
          </p:grpSpPr>
          <p:sp>
            <p:nvSpPr>
              <p:cNvPr id="103"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7030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04"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4" name="Group 93"/>
            <p:cNvGrpSpPr/>
            <p:nvPr userDrawn="1"/>
          </p:nvGrpSpPr>
          <p:grpSpPr>
            <a:xfrm>
              <a:off x="7562750" y="3424057"/>
              <a:ext cx="187035" cy="360245"/>
              <a:chOff x="1387249" y="1191305"/>
              <a:chExt cx="525462" cy="990600"/>
            </a:xfrm>
          </p:grpSpPr>
          <p:sp>
            <p:nvSpPr>
              <p:cNvPr id="101"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08705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02"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5" name="Group 94"/>
            <p:cNvGrpSpPr/>
            <p:nvPr userDrawn="1"/>
          </p:nvGrpSpPr>
          <p:grpSpPr>
            <a:xfrm>
              <a:off x="6843791" y="2905166"/>
              <a:ext cx="187035" cy="360245"/>
              <a:chOff x="1387249" y="1191305"/>
              <a:chExt cx="525462" cy="990600"/>
            </a:xfrm>
          </p:grpSpPr>
          <p:sp>
            <p:nvSpPr>
              <p:cNvPr id="99"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007D9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00"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6" name="Group 95"/>
            <p:cNvGrpSpPr/>
            <p:nvPr userDrawn="1"/>
          </p:nvGrpSpPr>
          <p:grpSpPr>
            <a:xfrm>
              <a:off x="6857005" y="3004321"/>
              <a:ext cx="187035" cy="360245"/>
              <a:chOff x="1387249" y="1191305"/>
              <a:chExt cx="525462" cy="990600"/>
            </a:xfrm>
          </p:grpSpPr>
          <p:sp>
            <p:nvSpPr>
              <p:cNvPr id="97"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087058">
                  <a:lumMod val="75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98"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sp>
        <p:nvSpPr>
          <p:cNvPr id="135" name="TextBox 134"/>
          <p:cNvSpPr txBox="1"/>
          <p:nvPr userDrawn="1"/>
        </p:nvSpPr>
        <p:spPr>
          <a:xfrm>
            <a:off x="3898270" y="4596825"/>
            <a:ext cx="1172834" cy="210965"/>
          </a:xfrm>
          <a:prstGeom prst="rect">
            <a:avLst/>
          </a:prstGeom>
        </p:spPr>
        <p:txBody>
          <a:bodyPr vert="horz" wrap="none" lIns="76065" tIns="38032" rIns="76065" bIns="38032" rtlCol="0" anchor="ctr">
            <a:noAutofit/>
          </a:bodyPr>
          <a:lstStyle/>
          <a:p>
            <a:pPr algn="l"/>
            <a:r>
              <a:rPr lang="en-IN" sz="1331" b="0" i="0" dirty="0">
                <a:solidFill>
                  <a:srgbClr val="1B417B"/>
                </a:solidFill>
                <a:latin typeface="Avenir Roman" panose="020B0503020203020204"/>
                <a:ea typeface="Lato" charset="0"/>
                <a:cs typeface="Lato" charset="0"/>
              </a:rPr>
              <a:t>Contact :</a:t>
            </a:r>
          </a:p>
        </p:txBody>
      </p:sp>
      <p:cxnSp>
        <p:nvCxnSpPr>
          <p:cNvPr id="136" name="Straight Connector 135"/>
          <p:cNvCxnSpPr/>
          <p:nvPr userDrawn="1"/>
        </p:nvCxnSpPr>
        <p:spPr>
          <a:xfrm>
            <a:off x="3898269" y="5302574"/>
            <a:ext cx="2740078" cy="0"/>
          </a:xfrm>
          <a:prstGeom prst="line">
            <a:avLst/>
          </a:prstGeom>
          <a:ln w="12700">
            <a:solidFill>
              <a:srgbClr val="1B417B"/>
            </a:solidFill>
            <a:prstDash val="solid"/>
          </a:ln>
        </p:spPr>
        <p:style>
          <a:lnRef idx="1">
            <a:schemeClr val="dk1"/>
          </a:lnRef>
          <a:fillRef idx="0">
            <a:schemeClr val="dk1"/>
          </a:fillRef>
          <a:effectRef idx="0">
            <a:schemeClr val="dk1"/>
          </a:effectRef>
          <a:fontRef idx="minor">
            <a:schemeClr val="tx1"/>
          </a:fontRef>
        </p:style>
      </p:cxnSp>
      <p:sp>
        <p:nvSpPr>
          <p:cNvPr id="137" name="Text Placeholder 23"/>
          <p:cNvSpPr>
            <a:spLocks noGrp="1"/>
          </p:cNvSpPr>
          <p:nvPr>
            <p:ph type="body" sz="quarter" idx="13"/>
          </p:nvPr>
        </p:nvSpPr>
        <p:spPr>
          <a:xfrm>
            <a:off x="3898269" y="4899493"/>
            <a:ext cx="2740078" cy="339328"/>
          </a:xfrm>
          <a:prstGeom prst="rect">
            <a:avLst/>
          </a:prstGeom>
        </p:spPr>
        <p:txBody>
          <a:bodyPr/>
          <a:lstStyle>
            <a:lvl1pPr marL="0" indent="0">
              <a:buNone/>
              <a:defRPr sz="1499" b="1" i="0">
                <a:solidFill>
                  <a:srgbClr val="1B417B"/>
                </a:solidFill>
                <a:latin typeface="Avenir Roman" panose="020B0503020203020204"/>
                <a:ea typeface="Avenir Roman" panose="020B0503020203020204"/>
                <a:cs typeface="Avenir Roman" panose="020B0503020203020204"/>
              </a:defRPr>
            </a:lvl1pPr>
            <a:lvl2pPr marL="457006" indent="0">
              <a:buNone/>
              <a:defRPr sz="1200"/>
            </a:lvl2pPr>
            <a:lvl3pPr marL="914012" indent="0">
              <a:buNone/>
              <a:defRPr sz="1050"/>
            </a:lvl3pPr>
            <a:lvl4pPr marL="1371018" indent="0">
              <a:buNone/>
              <a:defRPr sz="900"/>
            </a:lvl4pPr>
            <a:lvl5pPr marL="1828023" indent="0">
              <a:buNone/>
              <a:defRPr sz="900"/>
            </a:lvl5pPr>
          </a:lstStyle>
          <a:p>
            <a:pPr lvl="0"/>
            <a:r>
              <a:rPr lang="en-US" dirty="0"/>
              <a:t>Click to edit Master text styles</a:t>
            </a:r>
          </a:p>
        </p:txBody>
      </p:sp>
      <p:sp>
        <p:nvSpPr>
          <p:cNvPr id="138" name="Text Placeholder 27"/>
          <p:cNvSpPr>
            <a:spLocks noGrp="1"/>
          </p:cNvSpPr>
          <p:nvPr>
            <p:ph type="body" sz="quarter" idx="15" hasCustomPrompt="1"/>
          </p:nvPr>
        </p:nvSpPr>
        <p:spPr>
          <a:xfrm>
            <a:off x="3898712" y="5414817"/>
            <a:ext cx="2739635" cy="741760"/>
          </a:xfrm>
          <a:prstGeom prst="rect">
            <a:avLst/>
          </a:prstGeom>
        </p:spPr>
        <p:txBody>
          <a:bodyPr/>
          <a:lstStyle>
            <a:lvl1pPr marL="0" indent="0">
              <a:lnSpc>
                <a:spcPct val="100000"/>
              </a:lnSpc>
              <a:spcAft>
                <a:spcPts val="1349"/>
              </a:spcAft>
              <a:buNone/>
              <a:defRPr sz="1349" baseline="0">
                <a:solidFill>
                  <a:srgbClr val="1B417B"/>
                </a:solidFill>
                <a:latin typeface="Avenir Roman" panose="020B0503020203020204"/>
              </a:defRPr>
            </a:lvl1pPr>
            <a:lvl2pPr marL="457006" indent="0">
              <a:buNone/>
              <a:defRPr sz="1349">
                <a:solidFill>
                  <a:schemeClr val="bg1"/>
                </a:solidFill>
              </a:defRPr>
            </a:lvl2pPr>
            <a:lvl3pPr marL="914012" indent="0">
              <a:buNone/>
              <a:defRPr sz="1200">
                <a:solidFill>
                  <a:schemeClr val="bg1"/>
                </a:solidFill>
              </a:defRPr>
            </a:lvl3pPr>
            <a:lvl4pPr marL="1371018" indent="0">
              <a:buNone/>
              <a:defRPr sz="1050">
                <a:solidFill>
                  <a:schemeClr val="bg1"/>
                </a:solidFill>
              </a:defRPr>
            </a:lvl4pPr>
            <a:lvl5pPr marL="1828023" indent="0">
              <a:buNone/>
              <a:defRPr sz="1050">
                <a:solidFill>
                  <a:schemeClr val="bg1"/>
                </a:solidFill>
              </a:defRPr>
            </a:lvl5pPr>
          </a:lstStyle>
          <a:p>
            <a:pPr lvl="0"/>
            <a:r>
              <a:rPr lang="en-US" dirty="0"/>
              <a:t>Designation, </a:t>
            </a:r>
            <a:br>
              <a:rPr lang="en-US" dirty="0"/>
            </a:br>
            <a:r>
              <a:rPr lang="en-US" dirty="0"/>
              <a:t>Email address</a:t>
            </a:r>
          </a:p>
        </p:txBody>
      </p:sp>
    </p:spTree>
    <p:extLst>
      <p:ext uri="{BB962C8B-B14F-4D97-AF65-F5344CB8AC3E}">
        <p14:creationId xmlns:p14="http://schemas.microsoft.com/office/powerpoint/2010/main" val="341203661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pic>
        <p:nvPicPr>
          <p:cNvPr id="11" name="Content Placeholder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2524"/>
            <a:ext cx="12188950" cy="6857999"/>
          </a:xfrm>
          <a:prstGeom prst="rect">
            <a:avLst/>
          </a:prstGeom>
        </p:spPr>
      </p:pic>
      <p:sp>
        <p:nvSpPr>
          <p:cNvPr id="8" name="Rectangle 7"/>
          <p:cNvSpPr/>
          <p:nvPr userDrawn="1"/>
        </p:nvSpPr>
        <p:spPr>
          <a:xfrm>
            <a:off x="11484429" y="6565557"/>
            <a:ext cx="276260" cy="292443"/>
          </a:xfrm>
          <a:prstGeom prst="rect">
            <a:avLst/>
          </a:prstGeom>
          <a:solidFill>
            <a:srgbClr val="26A8DF"/>
          </a:solidFill>
          <a:ln>
            <a:noFill/>
          </a:ln>
          <a:effectLst>
            <a:outerShdw blurRad="50800" dist="38100" dir="16200000"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fld id="{0F1269E9-5B8B-4D8F-B9F6-F90DDC202404}" type="slidenum">
              <a:rPr lang="en-US" sz="1000" smtClean="0"/>
              <a:pPr marL="0" marR="0" lvl="0" indent="0" algn="ctr" defTabSz="914400" rtl="0" eaLnBrk="1" fontAlgn="auto" latinLnBrk="0" hangingPunct="1">
                <a:lnSpc>
                  <a:spcPct val="100000"/>
                </a:lnSpc>
                <a:spcBef>
                  <a:spcPts val="0"/>
                </a:spcBef>
                <a:spcAft>
                  <a:spcPts val="0"/>
                </a:spcAft>
                <a:buClrTx/>
                <a:buSzTx/>
                <a:buFontTx/>
                <a:buNone/>
                <a:tabLst/>
                <a:defRPr/>
              </a:pPr>
              <a:t>‹#›</a:t>
            </a:fld>
            <a:endParaRPr lang="en-US" sz="1100" dirty="0"/>
          </a:p>
        </p:txBody>
      </p:sp>
      <p:sp>
        <p:nvSpPr>
          <p:cNvPr id="2" name="Title 1"/>
          <p:cNvSpPr>
            <a:spLocks noGrp="1"/>
          </p:cNvSpPr>
          <p:nvPr>
            <p:ph type="title"/>
          </p:nvPr>
        </p:nvSpPr>
        <p:spPr>
          <a:xfrm>
            <a:off x="224588" y="1"/>
            <a:ext cx="9986211" cy="1002632"/>
          </a:xfrm>
        </p:spPr>
        <p:txBody>
          <a:bodyPr>
            <a:normAutofit/>
          </a:bodyPr>
          <a:lstStyle>
            <a:lvl1pPr>
              <a:defRPr sz="3200">
                <a:solidFill>
                  <a:srgbClr val="27AAE2"/>
                </a:solidFill>
                <a:latin typeface="+mj-lt"/>
              </a:defRPr>
            </a:lvl1pPr>
          </a:lstStyle>
          <a:p>
            <a:r>
              <a:rPr lang="en-US" dirty="0"/>
              <a:t>Click to edit Master title style</a:t>
            </a:r>
          </a:p>
        </p:txBody>
      </p:sp>
      <p:sp>
        <p:nvSpPr>
          <p:cNvPr id="3" name="Content Placeholder 2"/>
          <p:cNvSpPr>
            <a:spLocks noGrp="1"/>
          </p:cNvSpPr>
          <p:nvPr>
            <p:ph idx="1"/>
          </p:nvPr>
        </p:nvSpPr>
        <p:spPr>
          <a:xfrm>
            <a:off x="224587" y="1167898"/>
            <a:ext cx="11606465" cy="5051927"/>
          </a:xfrm>
        </p:spPr>
        <p:txBody>
          <a:bodyPr>
            <a:normAutofit/>
          </a:bodyPr>
          <a:lstStyle>
            <a:lvl1pPr>
              <a:defRPr sz="1800"/>
            </a:lvl1pPr>
            <a:lvl2pPr>
              <a:defRPr sz="1600"/>
            </a:lvl2pPr>
            <a:lvl3pPr>
              <a:defRPr sz="1400"/>
            </a:lvl3pPr>
            <a:lvl4pPr>
              <a:defRPr sz="1200"/>
            </a:lvl4pPr>
            <a:lvl5pP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a:p>
        </p:txBody>
      </p:sp>
      <p:pic>
        <p:nvPicPr>
          <p:cNvPr id="9" name="Picture 8"/>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368842" y="299372"/>
            <a:ext cx="1391847" cy="435398"/>
          </a:xfrm>
          <a:prstGeom prst="rect">
            <a:avLst/>
          </a:prstGeom>
        </p:spPr>
      </p:pic>
      <p:sp>
        <p:nvSpPr>
          <p:cNvPr id="12" name="TextBox 11"/>
          <p:cNvSpPr txBox="1"/>
          <p:nvPr userDrawn="1"/>
        </p:nvSpPr>
        <p:spPr>
          <a:xfrm>
            <a:off x="10451136" y="683192"/>
            <a:ext cx="1391871" cy="405555"/>
          </a:xfrm>
          <a:prstGeom prst="rect">
            <a:avLst/>
          </a:prstGeom>
          <a:noFill/>
        </p:spPr>
        <p:txBody>
          <a:bodyPr wrap="square" rtlCol="0">
            <a:spAutoFit/>
          </a:bodyPr>
          <a:lstStyle/>
          <a:p>
            <a:r>
              <a:rPr lang="en-IN" sz="1200" dirty="0">
                <a:hlinkClick r:id="rId4"/>
              </a:rPr>
              <a:t>www.infogain.com</a:t>
            </a:r>
            <a:endParaRPr lang="en-IN" sz="1200" dirty="0"/>
          </a:p>
        </p:txBody>
      </p:sp>
    </p:spTree>
    <p:extLst>
      <p:ext uri="{BB962C8B-B14F-4D97-AF65-F5344CB8AC3E}">
        <p14:creationId xmlns:p14="http://schemas.microsoft.com/office/powerpoint/2010/main" val="428709927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180"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a16="http://schemas.microsoft.com/office/drawing/2014/main" xmlns=""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a16="http://schemas.microsoft.com/office/drawing/2014/main" xmlns=""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3401893378"/>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Title Slide (Carbon)">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204"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a16="http://schemas.microsoft.com/office/drawing/2014/main" xmlns=""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a16="http://schemas.microsoft.com/office/drawing/2014/main" xmlns=""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75000"/>
              <a:lumOff val="2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627033950"/>
      </p:ext>
    </p:extLst>
  </p:cSld>
  <p:clrMapOvr>
    <a:overrideClrMapping bg1="dk1" tx1="lt1" bg2="dk2" tx2="lt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1_Title Slide tan with sub">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228"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a16="http://schemas.microsoft.com/office/drawing/2014/main" xmlns=""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a16="http://schemas.microsoft.com/office/drawing/2014/main" xmlns=""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139250"/>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
        <p:nvSpPr>
          <p:cNvPr id="4" name="Rectangle 3">
            <a:extLst>
              <a:ext uri="{FF2B5EF4-FFF2-40B4-BE49-F238E27FC236}">
                <a16:creationId xmlns:a16="http://schemas.microsoft.com/office/drawing/2014/main" xmlns="" id="{B6EC5BDD-FA11-9E4A-077F-9E7A240FE274}"/>
              </a:ext>
            </a:extLst>
          </p:cNvPr>
          <p:cNvSpPr/>
          <p:nvPr userDrawn="1"/>
        </p:nvSpPr>
        <p:spPr>
          <a:xfrm>
            <a:off x="351131" y="6569272"/>
            <a:ext cx="2457724" cy="215444"/>
          </a:xfrm>
          <a:prstGeom prst="rect">
            <a:avLst/>
          </a:prstGeom>
        </p:spPr>
        <p:txBody>
          <a:bodyPr wrap="non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tx1"/>
                </a:solidFill>
                <a:effectLst/>
                <a:uLnTx/>
                <a:uFillTx/>
                <a:latin typeface="+mj-lt"/>
                <a:ea typeface="+mn-ea"/>
                <a:cs typeface="Arial" panose="020B0604020202020204" pitchFamily="34" charset="0"/>
              </a:rPr>
              <a:t>Copyright 2026, Strictly Confidential, All rights reserved</a:t>
            </a:r>
          </a:p>
        </p:txBody>
      </p:sp>
      <p:sp>
        <p:nvSpPr>
          <p:cNvPr id="6" name="Text Placeholder 5">
            <a:extLst>
              <a:ext uri="{FF2B5EF4-FFF2-40B4-BE49-F238E27FC236}">
                <a16:creationId xmlns:a16="http://schemas.microsoft.com/office/drawing/2014/main" xmlns="" id="{F3E166E2-167C-03A2-FB2E-A293D36B3F0D}"/>
              </a:ext>
            </a:extLst>
          </p:cNvPr>
          <p:cNvSpPr>
            <a:spLocks noGrp="1"/>
          </p:cNvSpPr>
          <p:nvPr>
            <p:ph type="body" sz="quarter" idx="11" hasCustomPrompt="1"/>
          </p:nvPr>
        </p:nvSpPr>
        <p:spPr>
          <a:xfrm>
            <a:off x="463550" y="4358333"/>
            <a:ext cx="4522786"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2318749275"/>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2_Title Slide Carbon with sub">
    <p:bg>
      <p:bgPr>
        <a:solidFill>
          <a:schemeClr val="tx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252"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a16="http://schemas.microsoft.com/office/drawing/2014/main" xmlns=""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a16="http://schemas.microsoft.com/office/drawing/2014/main" xmlns=""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alpha val="1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0" y="2137803"/>
            <a:ext cx="4522787" cy="2139250"/>
          </a:xfrm>
        </p:spPr>
        <p:txBody>
          <a:bodyPr vert="horz" anchor="t"/>
          <a:lstStyle>
            <a:lvl1pPr algn="l">
              <a:defRPr sz="4800">
                <a:solidFill>
                  <a:schemeClr val="bg1"/>
                </a:solidFill>
              </a:defRPr>
            </a:lvl1pPr>
          </a:lstStyle>
          <a:p>
            <a:r>
              <a:rPr lang="en-US" dirty="0"/>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date</a:t>
            </a:r>
            <a:br>
              <a:rPr lang="en-US" dirty="0"/>
            </a:br>
            <a:r>
              <a:rPr lang="en-US" dirty="0"/>
              <a:t>presenter</a:t>
            </a:r>
            <a:br>
              <a:rPr lang="en-US" dirty="0"/>
            </a:br>
            <a:r>
              <a:rPr lang="en-US" dirty="0"/>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
        <p:nvSpPr>
          <p:cNvPr id="4" name="Rectangle 3">
            <a:extLst>
              <a:ext uri="{FF2B5EF4-FFF2-40B4-BE49-F238E27FC236}">
                <a16:creationId xmlns:a16="http://schemas.microsoft.com/office/drawing/2014/main" xmlns="" id="{B6EC5BDD-FA11-9E4A-077F-9E7A240FE274}"/>
              </a:ext>
            </a:extLst>
          </p:cNvPr>
          <p:cNvSpPr/>
          <p:nvPr userDrawn="1"/>
        </p:nvSpPr>
        <p:spPr>
          <a:xfrm>
            <a:off x="351131" y="6569272"/>
            <a:ext cx="2457724" cy="215444"/>
          </a:xfrm>
          <a:prstGeom prst="rect">
            <a:avLst/>
          </a:prstGeom>
        </p:spPr>
        <p:txBody>
          <a:bodyPr wrap="non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tx1"/>
                </a:solidFill>
                <a:effectLst/>
                <a:uLnTx/>
                <a:uFillTx/>
                <a:latin typeface="+mj-lt"/>
                <a:ea typeface="+mn-ea"/>
                <a:cs typeface="Arial" panose="020B0604020202020204" pitchFamily="34" charset="0"/>
              </a:rPr>
              <a:t>Copyright 2026, Strictly Confidential, All rights reserved</a:t>
            </a:r>
          </a:p>
        </p:txBody>
      </p:sp>
      <p:sp>
        <p:nvSpPr>
          <p:cNvPr id="6" name="Text Placeholder 5">
            <a:extLst>
              <a:ext uri="{FF2B5EF4-FFF2-40B4-BE49-F238E27FC236}">
                <a16:creationId xmlns:a16="http://schemas.microsoft.com/office/drawing/2014/main" xmlns="" id="{F3E166E2-167C-03A2-FB2E-A293D36B3F0D}"/>
              </a:ext>
            </a:extLst>
          </p:cNvPr>
          <p:cNvSpPr>
            <a:spLocks noGrp="1"/>
          </p:cNvSpPr>
          <p:nvPr>
            <p:ph type="body" sz="quarter" idx="11" hasCustomPrompt="1"/>
          </p:nvPr>
        </p:nvSpPr>
        <p:spPr>
          <a:xfrm>
            <a:off x="463550" y="4358333"/>
            <a:ext cx="4522787" cy="1067435"/>
          </a:xfrm>
        </p:spPr>
        <p:txBody>
          <a:bodyPr/>
          <a:lstStyle>
            <a:lvl1pPr>
              <a:defRPr sz="1800">
                <a:solidFill>
                  <a:schemeClr val="bg1"/>
                </a:solidFill>
              </a:defRPr>
            </a:lvl1pPr>
            <a:lvl2pPr>
              <a:buNone/>
              <a:defRPr/>
            </a:lvl2pPr>
          </a:lstStyle>
          <a:p>
            <a:pPr lvl="0"/>
            <a:r>
              <a:rPr lang="en-US" dirty="0"/>
              <a:t>Click to edit Subtitle text styles</a:t>
            </a:r>
          </a:p>
        </p:txBody>
      </p:sp>
    </p:spTree>
    <p:extLst>
      <p:ext uri="{BB962C8B-B14F-4D97-AF65-F5344CB8AC3E}">
        <p14:creationId xmlns:p14="http://schemas.microsoft.com/office/powerpoint/2010/main" val="3376379661"/>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_Title Slide Image">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276"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a16="http://schemas.microsoft.com/office/drawing/2014/main" xmlns=""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
        <p:nvSpPr>
          <p:cNvPr id="4" name="Picture Placeholder 4">
            <a:extLst>
              <a:ext uri="{FF2B5EF4-FFF2-40B4-BE49-F238E27FC236}">
                <a16:creationId xmlns:a16="http://schemas.microsoft.com/office/drawing/2014/main" xmlns="" id="{5074A656-4209-042E-A015-9A2825318D2A}"/>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Tree>
    <p:extLst>
      <p:ext uri="{BB962C8B-B14F-4D97-AF65-F5344CB8AC3E}">
        <p14:creationId xmlns:p14="http://schemas.microsoft.com/office/powerpoint/2010/main" val="3244807063"/>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1_Title Slide Image (Carbon)">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35594808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2300"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a16="http://schemas.microsoft.com/office/drawing/2014/main" xmlns=""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Picture Placeholder 4">
            <a:extLst>
              <a:ext uri="{FF2B5EF4-FFF2-40B4-BE49-F238E27FC236}">
                <a16:creationId xmlns:a16="http://schemas.microsoft.com/office/drawing/2014/main" xmlns="" id="{94747D76-6149-DBD8-9CEB-464D55C94191}"/>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3803463182"/>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Title Slide Image with Sub">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324"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a16="http://schemas.microsoft.com/office/drawing/2014/main" xmlns=""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ctrTitle"/>
          </p:nvPr>
        </p:nvSpPr>
        <p:spPr>
          <a:xfrm>
            <a:off x="463551" y="2137803"/>
            <a:ext cx="4522787" cy="2572528"/>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
        <p:nvSpPr>
          <p:cNvPr id="4" name="Picture Placeholder 4">
            <a:extLst>
              <a:ext uri="{FF2B5EF4-FFF2-40B4-BE49-F238E27FC236}">
                <a16:creationId xmlns:a16="http://schemas.microsoft.com/office/drawing/2014/main" xmlns="" id="{5074A656-4209-042E-A015-9A2825318D2A}"/>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5" name="Text Placeholder 5">
            <a:extLst>
              <a:ext uri="{FF2B5EF4-FFF2-40B4-BE49-F238E27FC236}">
                <a16:creationId xmlns:a16="http://schemas.microsoft.com/office/drawing/2014/main" xmlns="" id="{4807174D-FDC5-E4A1-2632-800C1838B05D}"/>
              </a:ext>
            </a:extLst>
          </p:cNvPr>
          <p:cNvSpPr>
            <a:spLocks noGrp="1"/>
          </p:cNvSpPr>
          <p:nvPr>
            <p:ph type="body" sz="quarter" idx="11" hasCustomPrompt="1"/>
          </p:nvPr>
        </p:nvSpPr>
        <p:spPr>
          <a:xfrm>
            <a:off x="463551" y="4750971"/>
            <a:ext cx="4551681"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2444204196"/>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Title Slide Image (Carbon) with sub">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35594808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348"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a16="http://schemas.microsoft.com/office/drawing/2014/main" xmlns=""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Picture Placeholder 4">
            <a:extLst>
              <a:ext uri="{FF2B5EF4-FFF2-40B4-BE49-F238E27FC236}">
                <a16:creationId xmlns:a16="http://schemas.microsoft.com/office/drawing/2014/main" xmlns="" id="{94747D76-6149-DBD8-9CEB-464D55C94191}"/>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2" name="Title 1"/>
          <p:cNvSpPr>
            <a:spLocks noGrp="1"/>
          </p:cNvSpPr>
          <p:nvPr>
            <p:ph type="ctrTitle"/>
          </p:nvPr>
        </p:nvSpPr>
        <p:spPr>
          <a:xfrm>
            <a:off x="463551" y="2137803"/>
            <a:ext cx="4522787" cy="2572528"/>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
        <p:nvSpPr>
          <p:cNvPr id="4" name="Text Placeholder 5">
            <a:extLst>
              <a:ext uri="{FF2B5EF4-FFF2-40B4-BE49-F238E27FC236}">
                <a16:creationId xmlns:a16="http://schemas.microsoft.com/office/drawing/2014/main" xmlns="" id="{DFBA4D4C-B779-20CD-83F2-4B8BF48E5510}"/>
              </a:ext>
            </a:extLst>
          </p:cNvPr>
          <p:cNvSpPr>
            <a:spLocks noGrp="1"/>
          </p:cNvSpPr>
          <p:nvPr>
            <p:ph type="body" sz="quarter" idx="11" hasCustomPrompt="1"/>
          </p:nvPr>
        </p:nvSpPr>
        <p:spPr>
          <a:xfrm>
            <a:off x="463551" y="4750971"/>
            <a:ext cx="4551681"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1801812116"/>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372"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xmlns=""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3310146" y="1305349"/>
            <a:ext cx="5571718" cy="4247317"/>
          </a:xfrm>
          <a:prstGeom prst="rect">
            <a:avLst/>
          </a:prstGeom>
          <a:noFill/>
        </p:spPr>
        <p:txBody>
          <a:bodyPr wrap="none" lIns="0" tIns="0" rIns="0" bIns="0" rtlCol="0" anchor="ctr">
            <a:spAutoFit/>
          </a:bodyPr>
          <a:lstStyle/>
          <a:p>
            <a:pPr algn="ctr"/>
            <a:r>
              <a:rPr lang="en-US" sz="13800"/>
              <a:t>Text </a:t>
            </a:r>
          </a:p>
          <a:p>
            <a:pPr algn="ctr"/>
            <a:r>
              <a:rPr lang="en-US" sz="13800"/>
              <a:t>layouts</a:t>
            </a:r>
          </a:p>
        </p:txBody>
      </p:sp>
    </p:spTree>
    <p:extLst>
      <p:ext uri="{BB962C8B-B14F-4D97-AF65-F5344CB8AC3E}">
        <p14:creationId xmlns:p14="http://schemas.microsoft.com/office/powerpoint/2010/main" val="173265446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396"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Tree>
    <p:extLst>
      <p:ext uri="{BB962C8B-B14F-4D97-AF65-F5344CB8AC3E}">
        <p14:creationId xmlns:p14="http://schemas.microsoft.com/office/powerpoint/2010/main" val="163539166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4_Text, 1 colm">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420"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Tree>
    <p:extLst>
      <p:ext uri="{BB962C8B-B14F-4D97-AF65-F5344CB8AC3E}">
        <p14:creationId xmlns:p14="http://schemas.microsoft.com/office/powerpoint/2010/main" val="356928914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5_Text, 1 colm">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444"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lvl1pPr>
              <a:defRPr>
                <a:solidFill>
                  <a:schemeClr val="bg1"/>
                </a:solidFill>
              </a:defRPr>
            </a:lvl1pPr>
          </a:lstStyle>
          <a:p>
            <a:r>
              <a:rPr lang="en-US" dirty="0"/>
              <a:t>Click to edit Master title style</a:t>
            </a:r>
          </a:p>
        </p:txBody>
      </p:sp>
      <p:sp>
        <p:nvSpPr>
          <p:cNvPr id="3" name="Slide Number Placeholder 5">
            <a:extLst>
              <a:ext uri="{FF2B5EF4-FFF2-40B4-BE49-F238E27FC236}">
                <a16:creationId xmlns:a16="http://schemas.microsoft.com/office/drawing/2014/main" xmlns="" id="{CC8AF0B6-0637-CB51-5AF0-8CB1F1E91D71}"/>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pPr/>
              <a:t>‹#›</a:t>
            </a:fld>
            <a:endParaRPr lang="en-US"/>
          </a:p>
        </p:txBody>
      </p:sp>
      <p:sp>
        <p:nvSpPr>
          <p:cNvPr id="4" name="Page# static">
            <a:extLst>
              <a:ext uri="{FF2B5EF4-FFF2-40B4-BE49-F238E27FC236}">
                <a16:creationId xmlns:a16="http://schemas.microsoft.com/office/drawing/2014/main" xmlns="" id="{56D23D15-E61C-2B0F-9932-CD8A555451CC}"/>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solidFill>
              </a:rPr>
              <a:pPr algn="r"/>
              <a:t>‹#›</a:t>
            </a:fld>
            <a:endParaRPr lang="en-US" sz="1000">
              <a:solidFill>
                <a:schemeClr val="bg1"/>
              </a:solidFill>
            </a:endParaRPr>
          </a:p>
        </p:txBody>
      </p:sp>
      <p:sp>
        <p:nvSpPr>
          <p:cNvPr id="5" name="TextBox 4">
            <a:extLst>
              <a:ext uri="{FF2B5EF4-FFF2-40B4-BE49-F238E27FC236}">
                <a16:creationId xmlns:a16="http://schemas.microsoft.com/office/drawing/2014/main" xmlns="" id="{1F217B56-9CBB-6830-CE79-981D5D5BA8FD}"/>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solidFill>
              </a:rPr>
              <a:t>Tenarai</a:t>
            </a:r>
          </a:p>
        </p:txBody>
      </p:sp>
      <p:sp>
        <p:nvSpPr>
          <p:cNvPr id="6" name="TextBox 5">
            <a:extLst>
              <a:ext uri="{FF2B5EF4-FFF2-40B4-BE49-F238E27FC236}">
                <a16:creationId xmlns:a16="http://schemas.microsoft.com/office/drawing/2014/main" xmlns="" id="{C812D442-5F38-93DE-FFA5-DD2464B12E3F}"/>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solidFill>
              </a:rPr>
              <a:t>Copyright 2026, Strictly Confidential, All rights reserved</a:t>
            </a:r>
          </a:p>
        </p:txBody>
      </p:sp>
    </p:spTree>
    <p:extLst>
      <p:ext uri="{BB962C8B-B14F-4D97-AF65-F5344CB8AC3E}">
        <p14:creationId xmlns:p14="http://schemas.microsoft.com/office/powerpoint/2010/main" val="298837965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5_Text, segment titl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468"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dirty="0"/>
              <a:t>Click to edit Master title style</a:t>
            </a:r>
          </a:p>
        </p:txBody>
      </p:sp>
      <p:sp>
        <p:nvSpPr>
          <p:cNvPr id="4" name="Content Placeholder 3">
            <a:extLst>
              <a:ext uri="{FF2B5EF4-FFF2-40B4-BE49-F238E27FC236}">
                <a16:creationId xmlns:a16="http://schemas.microsoft.com/office/drawing/2014/main" xmlns=""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a:solidFill>
                  <a:srgbClr val="8E867E"/>
                </a:solidFill>
                <a:latin typeface="+mn-lt"/>
              </a:defRPr>
            </a:lvl1pPr>
          </a:lstStyle>
          <a:p>
            <a:pPr lvl="0"/>
            <a:r>
              <a:rPr lang="en-US" dirty="0"/>
              <a:t>Segment Title</a:t>
            </a:r>
          </a:p>
        </p:txBody>
      </p:sp>
    </p:spTree>
    <p:extLst>
      <p:ext uri="{BB962C8B-B14F-4D97-AF65-F5344CB8AC3E}">
        <p14:creationId xmlns:p14="http://schemas.microsoft.com/office/powerpoint/2010/main" val="370990501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6_Text, segment title">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492"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dirty="0"/>
              <a:t>Click to edit Master title style</a:t>
            </a:r>
          </a:p>
        </p:txBody>
      </p:sp>
      <p:sp>
        <p:nvSpPr>
          <p:cNvPr id="4" name="Content Placeholder 3">
            <a:extLst>
              <a:ext uri="{FF2B5EF4-FFF2-40B4-BE49-F238E27FC236}">
                <a16:creationId xmlns:a16="http://schemas.microsoft.com/office/drawing/2014/main" xmlns=""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a:solidFill>
                  <a:srgbClr val="8E867E"/>
                </a:solidFill>
                <a:latin typeface="+mn-lt"/>
              </a:defRPr>
            </a:lvl1pPr>
          </a:lstStyle>
          <a:p>
            <a:pPr lvl="0"/>
            <a:r>
              <a:rPr lang="en-US" dirty="0"/>
              <a:t>Segment Title</a:t>
            </a:r>
          </a:p>
        </p:txBody>
      </p:sp>
    </p:spTree>
    <p:extLst>
      <p:ext uri="{BB962C8B-B14F-4D97-AF65-F5344CB8AC3E}">
        <p14:creationId xmlns:p14="http://schemas.microsoft.com/office/powerpoint/2010/main" val="130368937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7_Text, segment title bla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516"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lvl1pPr>
              <a:defRPr baseline="0">
                <a:solidFill>
                  <a:schemeClr val="bg1"/>
                </a:solidFill>
              </a:defRPr>
            </a:lvl1pPr>
          </a:lstStyle>
          <a:p>
            <a:r>
              <a:rPr lang="en-US" dirty="0"/>
              <a:t>Click to edit Master title style</a:t>
            </a:r>
          </a:p>
        </p:txBody>
      </p:sp>
      <p:sp>
        <p:nvSpPr>
          <p:cNvPr id="4" name="Content Placeholder 3">
            <a:extLst>
              <a:ext uri="{FF2B5EF4-FFF2-40B4-BE49-F238E27FC236}">
                <a16:creationId xmlns:a16="http://schemas.microsoft.com/office/drawing/2014/main" xmlns=""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baseline="0">
                <a:solidFill>
                  <a:srgbClr val="DAD2CB"/>
                </a:solidFill>
                <a:latin typeface="+mn-lt"/>
              </a:defRPr>
            </a:lvl1pPr>
          </a:lstStyle>
          <a:p>
            <a:pPr lvl="0"/>
            <a:r>
              <a:rPr lang="en-US" dirty="0"/>
              <a:t>Segment Title</a:t>
            </a:r>
          </a:p>
        </p:txBody>
      </p:sp>
      <p:sp>
        <p:nvSpPr>
          <p:cNvPr id="3" name="Slide Number Placeholder 5">
            <a:extLst>
              <a:ext uri="{FF2B5EF4-FFF2-40B4-BE49-F238E27FC236}">
                <a16:creationId xmlns:a16="http://schemas.microsoft.com/office/drawing/2014/main" xmlns="" id="{7828F419-9D5C-E883-4CC0-CCBA4E68824B}"/>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pPr/>
              <a:t>‹#›</a:t>
            </a:fld>
            <a:endParaRPr lang="en-US"/>
          </a:p>
        </p:txBody>
      </p:sp>
      <p:sp>
        <p:nvSpPr>
          <p:cNvPr id="5" name="Page# static">
            <a:extLst>
              <a:ext uri="{FF2B5EF4-FFF2-40B4-BE49-F238E27FC236}">
                <a16:creationId xmlns:a16="http://schemas.microsoft.com/office/drawing/2014/main" xmlns="" id="{33E709FB-3860-930F-75A5-DF2DB1EB704B}"/>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solidFill>
              </a:rPr>
              <a:pPr algn="r"/>
              <a:t>‹#›</a:t>
            </a:fld>
            <a:endParaRPr lang="en-US" sz="1000">
              <a:solidFill>
                <a:schemeClr val="bg1"/>
              </a:solidFill>
            </a:endParaRPr>
          </a:p>
        </p:txBody>
      </p:sp>
      <p:sp>
        <p:nvSpPr>
          <p:cNvPr id="6" name="TextBox 5">
            <a:extLst>
              <a:ext uri="{FF2B5EF4-FFF2-40B4-BE49-F238E27FC236}">
                <a16:creationId xmlns:a16="http://schemas.microsoft.com/office/drawing/2014/main" xmlns="" id="{431FF450-A988-F9C4-8920-02798A20AF99}"/>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solidFill>
              </a:rPr>
              <a:t>Tenarai</a:t>
            </a:r>
          </a:p>
        </p:txBody>
      </p:sp>
      <p:sp>
        <p:nvSpPr>
          <p:cNvPr id="7" name="TextBox 6">
            <a:extLst>
              <a:ext uri="{FF2B5EF4-FFF2-40B4-BE49-F238E27FC236}">
                <a16:creationId xmlns:a16="http://schemas.microsoft.com/office/drawing/2014/main" xmlns="" id="{55F1D2FB-B878-4758-E599-AB15A50C4F89}"/>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solidFill>
              </a:rPr>
              <a:t>Copyright 2026, Strictly Confidential, All rights reserved</a:t>
            </a:r>
          </a:p>
        </p:txBody>
      </p:sp>
    </p:spTree>
    <p:extLst>
      <p:ext uri="{BB962C8B-B14F-4D97-AF65-F5344CB8AC3E}">
        <p14:creationId xmlns:p14="http://schemas.microsoft.com/office/powerpoint/2010/main" val="36334173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6_Text, Subtitle whit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540"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5" name="Text Placeholder 4">
            <a:extLst>
              <a:ext uri="{FF2B5EF4-FFF2-40B4-BE49-F238E27FC236}">
                <a16:creationId xmlns:a16="http://schemas.microsoft.com/office/drawing/2014/main" xmlns="" id="{1586D448-2D7E-CEB7-45D9-AA6C0E371678}"/>
              </a:ext>
            </a:extLst>
          </p:cNvPr>
          <p:cNvSpPr>
            <a:spLocks noGrp="1"/>
          </p:cNvSpPr>
          <p:nvPr>
            <p:ph type="body" sz="quarter" idx="10"/>
          </p:nvPr>
        </p:nvSpPr>
        <p:spPr>
          <a:xfrm>
            <a:off x="566420" y="1218883"/>
            <a:ext cx="11104563" cy="477837"/>
          </a:xfrm>
        </p:spPr>
        <p:txBody>
          <a:bodyPr/>
          <a:lstStyle>
            <a:lvl1pPr>
              <a:defRPr sz="1800" baseline="0">
                <a:solidFill>
                  <a:srgbClr val="8E867E"/>
                </a:solidFill>
              </a:defRPr>
            </a:lvl1pPr>
          </a:lstStyle>
          <a:p>
            <a:pPr lvl="0"/>
            <a:r>
              <a:rPr lang="en-US" dirty="0"/>
              <a:t>Click to edit Master text styles</a:t>
            </a:r>
          </a:p>
        </p:txBody>
      </p:sp>
    </p:spTree>
    <p:extLst>
      <p:ext uri="{BB962C8B-B14F-4D97-AF65-F5344CB8AC3E}">
        <p14:creationId xmlns:p14="http://schemas.microsoft.com/office/powerpoint/2010/main" val="25396130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7_Text, Subtitle Tan">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564"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5" name="Text Placeholder 4">
            <a:extLst>
              <a:ext uri="{FF2B5EF4-FFF2-40B4-BE49-F238E27FC236}">
                <a16:creationId xmlns:a16="http://schemas.microsoft.com/office/drawing/2014/main" xmlns="" id="{1586D448-2D7E-CEB7-45D9-AA6C0E371678}"/>
              </a:ext>
            </a:extLst>
          </p:cNvPr>
          <p:cNvSpPr>
            <a:spLocks noGrp="1"/>
          </p:cNvSpPr>
          <p:nvPr>
            <p:ph type="body" sz="quarter" idx="10"/>
          </p:nvPr>
        </p:nvSpPr>
        <p:spPr>
          <a:xfrm>
            <a:off x="566420" y="1218883"/>
            <a:ext cx="11104563" cy="477837"/>
          </a:xfrm>
        </p:spPr>
        <p:txBody>
          <a:bodyPr/>
          <a:lstStyle>
            <a:lvl1pPr>
              <a:defRPr sz="2000" baseline="0">
                <a:solidFill>
                  <a:srgbClr val="8E867E"/>
                </a:solidFill>
              </a:defRPr>
            </a:lvl1pPr>
          </a:lstStyle>
          <a:p>
            <a:pPr lvl="0"/>
            <a:r>
              <a:rPr lang="en-US" dirty="0"/>
              <a:t>Click to edit Master text styles</a:t>
            </a:r>
          </a:p>
        </p:txBody>
      </p:sp>
    </p:spTree>
    <p:extLst>
      <p:ext uri="{BB962C8B-B14F-4D97-AF65-F5344CB8AC3E}">
        <p14:creationId xmlns:p14="http://schemas.microsoft.com/office/powerpoint/2010/main" val="117462889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8_Text, Subtitle bla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4588"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lvl1pPr>
              <a:defRPr baseline="0">
                <a:solidFill>
                  <a:schemeClr val="bg1"/>
                </a:solidFill>
              </a:defRPr>
            </a:lvl1pPr>
          </a:lstStyle>
          <a:p>
            <a:r>
              <a:rPr lang="en-US" dirty="0"/>
              <a:t>Click to edit Master title style</a:t>
            </a:r>
          </a:p>
        </p:txBody>
      </p:sp>
      <p:sp>
        <p:nvSpPr>
          <p:cNvPr id="5" name="Text Placeholder 4">
            <a:extLst>
              <a:ext uri="{FF2B5EF4-FFF2-40B4-BE49-F238E27FC236}">
                <a16:creationId xmlns:a16="http://schemas.microsoft.com/office/drawing/2014/main" xmlns="" id="{1586D448-2D7E-CEB7-45D9-AA6C0E371678}"/>
              </a:ext>
            </a:extLst>
          </p:cNvPr>
          <p:cNvSpPr>
            <a:spLocks noGrp="1"/>
          </p:cNvSpPr>
          <p:nvPr>
            <p:ph type="body" sz="quarter" idx="10"/>
          </p:nvPr>
        </p:nvSpPr>
        <p:spPr>
          <a:xfrm>
            <a:off x="566420" y="1218883"/>
            <a:ext cx="11104563" cy="477837"/>
          </a:xfrm>
        </p:spPr>
        <p:txBody>
          <a:bodyPr/>
          <a:lstStyle>
            <a:lvl1pPr>
              <a:defRPr sz="2000" baseline="0">
                <a:solidFill>
                  <a:srgbClr val="DAD2CB"/>
                </a:solidFill>
              </a:defRPr>
            </a:lvl1pPr>
          </a:lstStyle>
          <a:p>
            <a:pPr lvl="0"/>
            <a:r>
              <a:rPr lang="en-US" dirty="0"/>
              <a:t>Click to edit Master text styles</a:t>
            </a:r>
          </a:p>
        </p:txBody>
      </p:sp>
      <p:sp>
        <p:nvSpPr>
          <p:cNvPr id="3" name="Slide Number Placeholder 5">
            <a:extLst>
              <a:ext uri="{FF2B5EF4-FFF2-40B4-BE49-F238E27FC236}">
                <a16:creationId xmlns:a16="http://schemas.microsoft.com/office/drawing/2014/main" xmlns="" id="{5C04FE88-5B63-D42D-FB0F-8DCAA2CC1B5F}"/>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pPr/>
              <a:t>‹#›</a:t>
            </a:fld>
            <a:endParaRPr lang="en-US"/>
          </a:p>
        </p:txBody>
      </p:sp>
      <p:sp>
        <p:nvSpPr>
          <p:cNvPr id="4" name="Page# static">
            <a:extLst>
              <a:ext uri="{FF2B5EF4-FFF2-40B4-BE49-F238E27FC236}">
                <a16:creationId xmlns:a16="http://schemas.microsoft.com/office/drawing/2014/main" xmlns="" id="{0C3F33B2-F41C-7E62-B0F4-3A640446E682}"/>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solidFill>
              </a:rPr>
              <a:pPr algn="r"/>
              <a:t>‹#›</a:t>
            </a:fld>
            <a:endParaRPr lang="en-US" sz="1000">
              <a:solidFill>
                <a:schemeClr val="bg1"/>
              </a:solidFill>
            </a:endParaRPr>
          </a:p>
        </p:txBody>
      </p:sp>
      <p:sp>
        <p:nvSpPr>
          <p:cNvPr id="6" name="TextBox 5">
            <a:extLst>
              <a:ext uri="{FF2B5EF4-FFF2-40B4-BE49-F238E27FC236}">
                <a16:creationId xmlns:a16="http://schemas.microsoft.com/office/drawing/2014/main" xmlns="" id="{1B27042B-4786-DA51-FE00-470E352278C5}"/>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solidFill>
              </a:rPr>
              <a:t>Tenarai</a:t>
            </a:r>
          </a:p>
        </p:txBody>
      </p:sp>
      <p:sp>
        <p:nvSpPr>
          <p:cNvPr id="7" name="TextBox 6">
            <a:extLst>
              <a:ext uri="{FF2B5EF4-FFF2-40B4-BE49-F238E27FC236}">
                <a16:creationId xmlns:a16="http://schemas.microsoft.com/office/drawing/2014/main" xmlns="" id="{32866130-ED2C-3529-A118-1BF6B828C553}"/>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solidFill>
              </a:rPr>
              <a:t>Copyright 2026, Strictly Confidential, All rights reserved</a:t>
            </a:r>
          </a:p>
        </p:txBody>
      </p:sp>
    </p:spTree>
    <p:extLst>
      <p:ext uri="{BB962C8B-B14F-4D97-AF65-F5344CB8AC3E}">
        <p14:creationId xmlns:p14="http://schemas.microsoft.com/office/powerpoint/2010/main" val="383144530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7_Text, Subtitle 2 line whit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5612"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a:lvl1pPr>
          </a:lstStyle>
          <a:p>
            <a:r>
              <a:rPr lang="en-US" dirty="0"/>
              <a:t>Click to edit Master title style 2 lines</a:t>
            </a:r>
          </a:p>
        </p:txBody>
      </p:sp>
      <p:sp>
        <p:nvSpPr>
          <p:cNvPr id="5" name="Text Placeholder 4">
            <a:extLst>
              <a:ext uri="{FF2B5EF4-FFF2-40B4-BE49-F238E27FC236}">
                <a16:creationId xmlns:a16="http://schemas.microsoft.com/office/drawing/2014/main" xmlns=""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8E867E"/>
                </a:solidFill>
              </a:defRPr>
            </a:lvl1pPr>
          </a:lstStyle>
          <a:p>
            <a:pPr lvl="0"/>
            <a:r>
              <a:rPr lang="en-US" dirty="0"/>
              <a:t>Click to edit Sub title text styles</a:t>
            </a:r>
          </a:p>
        </p:txBody>
      </p:sp>
    </p:spTree>
    <p:extLst>
      <p:ext uri="{BB962C8B-B14F-4D97-AF65-F5344CB8AC3E}">
        <p14:creationId xmlns:p14="http://schemas.microsoft.com/office/powerpoint/2010/main" val="277455561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8_Text, Subtitle 2 line white">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6636"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a:lvl1pPr>
          </a:lstStyle>
          <a:p>
            <a:r>
              <a:rPr lang="en-US" dirty="0"/>
              <a:t>Click to edit Master title style 2 lines</a:t>
            </a:r>
          </a:p>
        </p:txBody>
      </p:sp>
      <p:sp>
        <p:nvSpPr>
          <p:cNvPr id="5" name="Text Placeholder 4">
            <a:extLst>
              <a:ext uri="{FF2B5EF4-FFF2-40B4-BE49-F238E27FC236}">
                <a16:creationId xmlns:a16="http://schemas.microsoft.com/office/drawing/2014/main" xmlns=""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8E867E"/>
                </a:solidFill>
              </a:defRPr>
            </a:lvl1pPr>
          </a:lstStyle>
          <a:p>
            <a:pPr lvl="0"/>
            <a:r>
              <a:rPr lang="en-US" dirty="0"/>
              <a:t>Click to edit Sub title text styles</a:t>
            </a:r>
          </a:p>
        </p:txBody>
      </p:sp>
    </p:spTree>
    <p:extLst>
      <p:ext uri="{BB962C8B-B14F-4D97-AF65-F5344CB8AC3E}">
        <p14:creationId xmlns:p14="http://schemas.microsoft.com/office/powerpoint/2010/main" val="399507392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9_Text, Subtitle 2 line bal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7660"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baseline="0">
                <a:solidFill>
                  <a:schemeClr val="bg1"/>
                </a:solidFill>
              </a:defRPr>
            </a:lvl1pPr>
          </a:lstStyle>
          <a:p>
            <a:r>
              <a:rPr lang="en-US" dirty="0"/>
              <a:t>Click to edit Master title style 2 lines</a:t>
            </a:r>
          </a:p>
        </p:txBody>
      </p:sp>
      <p:sp>
        <p:nvSpPr>
          <p:cNvPr id="5" name="Text Placeholder 4">
            <a:extLst>
              <a:ext uri="{FF2B5EF4-FFF2-40B4-BE49-F238E27FC236}">
                <a16:creationId xmlns:a16="http://schemas.microsoft.com/office/drawing/2014/main" xmlns=""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BEB4AA"/>
                </a:solidFill>
              </a:defRPr>
            </a:lvl1pPr>
          </a:lstStyle>
          <a:p>
            <a:pPr lvl="0"/>
            <a:r>
              <a:rPr lang="en-US" dirty="0"/>
              <a:t>Click to edit Sub title text styles</a:t>
            </a:r>
          </a:p>
        </p:txBody>
      </p:sp>
      <p:sp>
        <p:nvSpPr>
          <p:cNvPr id="3" name="Slide Number Placeholder 5">
            <a:extLst>
              <a:ext uri="{FF2B5EF4-FFF2-40B4-BE49-F238E27FC236}">
                <a16:creationId xmlns:a16="http://schemas.microsoft.com/office/drawing/2014/main" xmlns="" id="{221AE987-34E9-A564-0E09-610171BEF8D0}"/>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pPr/>
              <a:t>‹#›</a:t>
            </a:fld>
            <a:endParaRPr lang="en-US"/>
          </a:p>
        </p:txBody>
      </p:sp>
      <p:sp>
        <p:nvSpPr>
          <p:cNvPr id="4" name="Page# static">
            <a:extLst>
              <a:ext uri="{FF2B5EF4-FFF2-40B4-BE49-F238E27FC236}">
                <a16:creationId xmlns:a16="http://schemas.microsoft.com/office/drawing/2014/main" xmlns="" id="{F0A5C614-D4E6-0B1C-28F8-18F3C0215C0F}"/>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solidFill>
              </a:rPr>
              <a:pPr algn="r"/>
              <a:t>‹#›</a:t>
            </a:fld>
            <a:endParaRPr lang="en-US" sz="1000">
              <a:solidFill>
                <a:schemeClr val="bg1"/>
              </a:solidFill>
            </a:endParaRPr>
          </a:p>
        </p:txBody>
      </p:sp>
      <p:sp>
        <p:nvSpPr>
          <p:cNvPr id="6" name="TextBox 5">
            <a:extLst>
              <a:ext uri="{FF2B5EF4-FFF2-40B4-BE49-F238E27FC236}">
                <a16:creationId xmlns:a16="http://schemas.microsoft.com/office/drawing/2014/main" xmlns="" id="{199D4CD5-5CA8-A6AE-C4DA-AC34CBB80A96}"/>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solidFill>
              </a:rPr>
              <a:t>Tenarai</a:t>
            </a:r>
          </a:p>
        </p:txBody>
      </p:sp>
      <p:sp>
        <p:nvSpPr>
          <p:cNvPr id="7" name="TextBox 6">
            <a:extLst>
              <a:ext uri="{FF2B5EF4-FFF2-40B4-BE49-F238E27FC236}">
                <a16:creationId xmlns:a16="http://schemas.microsoft.com/office/drawing/2014/main" xmlns="" id="{DB465DA4-4FF4-125F-8FD7-C47DE183D946}"/>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solidFill>
              </a:rPr>
              <a:t>Copyright 2026, Strictly Confidential, All rights reserved</a:t>
            </a:r>
          </a:p>
        </p:txBody>
      </p:sp>
    </p:spTree>
    <p:extLst>
      <p:ext uri="{BB962C8B-B14F-4D97-AF65-F5344CB8AC3E}">
        <p14:creationId xmlns:p14="http://schemas.microsoft.com/office/powerpoint/2010/main" val="214518747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3_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8684"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Tree>
    <p:extLst>
      <p:ext uri="{BB962C8B-B14F-4D97-AF65-F5344CB8AC3E}">
        <p14:creationId xmlns:p14="http://schemas.microsoft.com/office/powerpoint/2010/main" val="146347042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6_Text, 1 colm">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9708"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Slide Number Placeholder 5">
            <a:extLst>
              <a:ext uri="{FF2B5EF4-FFF2-40B4-BE49-F238E27FC236}">
                <a16:creationId xmlns:a16="http://schemas.microsoft.com/office/drawing/2014/main" xmlns="" id="{D8B7D274-6871-B216-3351-206532447276}"/>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pPr/>
              <a:t>‹#›</a:t>
            </a:fld>
            <a:endParaRPr lang="en-US"/>
          </a:p>
        </p:txBody>
      </p:sp>
      <p:sp>
        <p:nvSpPr>
          <p:cNvPr id="3" name="Page# static">
            <a:extLst>
              <a:ext uri="{FF2B5EF4-FFF2-40B4-BE49-F238E27FC236}">
                <a16:creationId xmlns:a16="http://schemas.microsoft.com/office/drawing/2014/main" xmlns="" id="{D9C90822-4E17-2BF3-F599-CDBF42ACC741}"/>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solidFill>
              </a:rPr>
              <a:pPr algn="r"/>
              <a:t>‹#›</a:t>
            </a:fld>
            <a:endParaRPr lang="en-US" sz="1000">
              <a:solidFill>
                <a:schemeClr val="bg1"/>
              </a:solidFill>
            </a:endParaRPr>
          </a:p>
        </p:txBody>
      </p:sp>
      <p:sp>
        <p:nvSpPr>
          <p:cNvPr id="4" name="TextBox 3">
            <a:extLst>
              <a:ext uri="{FF2B5EF4-FFF2-40B4-BE49-F238E27FC236}">
                <a16:creationId xmlns:a16="http://schemas.microsoft.com/office/drawing/2014/main" xmlns="" id="{C6B7901C-9B47-1346-B4DA-693BBAFF1CA7}"/>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solidFill>
              </a:rPr>
              <a:t>Tenarai</a:t>
            </a:r>
          </a:p>
        </p:txBody>
      </p:sp>
      <p:sp>
        <p:nvSpPr>
          <p:cNvPr id="5" name="TextBox 4">
            <a:extLst>
              <a:ext uri="{FF2B5EF4-FFF2-40B4-BE49-F238E27FC236}">
                <a16:creationId xmlns:a16="http://schemas.microsoft.com/office/drawing/2014/main" xmlns="" id="{9409BF9A-824C-C273-8FFE-DCDB8505A75C}"/>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solidFill>
              </a:rPr>
              <a:t>Copyright 2026, Strictly Confidential, All rights reserved</a:t>
            </a:r>
          </a:p>
        </p:txBody>
      </p:sp>
    </p:spTree>
    <p:extLst>
      <p:ext uri="{BB962C8B-B14F-4D97-AF65-F5344CB8AC3E}">
        <p14:creationId xmlns:p14="http://schemas.microsoft.com/office/powerpoint/2010/main" val="102819473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2_Text, 1 colm">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0732"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Tree>
    <p:extLst>
      <p:ext uri="{BB962C8B-B14F-4D97-AF65-F5344CB8AC3E}">
        <p14:creationId xmlns:p14="http://schemas.microsoft.com/office/powerpoint/2010/main" val="61700184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1756"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idx="1"/>
          </p:nvPr>
        </p:nvSpPr>
        <p:spPr>
          <a:xfrm>
            <a:off x="565149" y="1617663"/>
            <a:ext cx="5381626"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xmlns="" id="{5DF034D4-F3BF-A3BC-2682-92693FE66700}"/>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95740892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ext, 1 colm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2780"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idx="1"/>
          </p:nvPr>
        </p:nvSpPr>
        <p:spPr>
          <a:xfrm>
            <a:off x="565149" y="1617663"/>
            <a:ext cx="5381626"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xmlns="" id="{AF7CFF7C-DD05-FBD0-EC42-5B3B2623C614}"/>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21972812"/>
      </p:ext>
    </p:extLst>
  </p:cSld>
  <p:clrMapOvr>
    <a:overrideClrMapping bg1="dk1" tx1="lt1" bg2="dk2" tx2="lt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ext, 2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78285648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3804"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sz="half" idx="1"/>
          </p:nvPr>
        </p:nvSpPr>
        <p:spPr>
          <a:xfrm>
            <a:off x="565149" y="1617663"/>
            <a:ext cx="4421189"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48400" y="1617663"/>
            <a:ext cx="442118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a16="http://schemas.microsoft.com/office/drawing/2014/main" xmlns="" id="{2039CF61-BC0B-0C5A-4B1F-29A1408D08E6}"/>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
        <p:nvSpPr>
          <p:cNvPr id="9" name="Slide Number Placeholder 8">
            <a:extLst>
              <a:ext uri="{FF2B5EF4-FFF2-40B4-BE49-F238E27FC236}">
                <a16:creationId xmlns:a16="http://schemas.microsoft.com/office/drawing/2014/main" xmlns="" id="{79E224EB-2584-4586-5CAE-B2DA13E47865}"/>
              </a:ext>
            </a:extLst>
          </p:cNvPr>
          <p:cNvSpPr>
            <a:spLocks noGrp="1"/>
          </p:cNvSpPr>
          <p:nvPr>
            <p:ph type="sldNum" sz="quarter" idx="15"/>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49088240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ext, 2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78285648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4828"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sz="half" idx="1"/>
          </p:nvPr>
        </p:nvSpPr>
        <p:spPr>
          <a:xfrm>
            <a:off x="565149" y="1617663"/>
            <a:ext cx="4421189"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48400" y="1617663"/>
            <a:ext cx="442118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a16="http://schemas.microsoft.com/office/drawing/2014/main" xmlns="" id="{34BDFC45-26E7-B22B-E2E3-D1E25A860398}"/>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
        <p:nvSpPr>
          <p:cNvPr id="9" name="Slide Number Placeholder 8">
            <a:extLst>
              <a:ext uri="{FF2B5EF4-FFF2-40B4-BE49-F238E27FC236}">
                <a16:creationId xmlns:a16="http://schemas.microsoft.com/office/drawing/2014/main" xmlns="" id="{333DF1E7-E105-0A8E-CEAC-430E638AD763}"/>
              </a:ext>
            </a:extLst>
          </p:cNvPr>
          <p:cNvSpPr>
            <a:spLocks noGrp="1"/>
          </p:cNvSpPr>
          <p:nvPr>
            <p:ph type="sldNum" sz="quarter" idx="15"/>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3996250744"/>
      </p:ext>
    </p:extLst>
  </p:cSld>
  <p:clrMapOvr>
    <a:overrideClrMapping bg1="dk1" tx1="lt1" bg2="dk2" tx2="lt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ext, 3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0041137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5852"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49" y="1617663"/>
            <a:ext cx="3479801"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46576"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xmlns="" id="{55F3D43D-82CD-066B-8157-E896219583BF}"/>
              </a:ext>
            </a:extLst>
          </p:cNvPr>
          <p:cNvSpPr>
            <a:spLocks noGrp="1"/>
          </p:cNvSpPr>
          <p:nvPr>
            <p:ph sz="half" idx="13"/>
          </p:nvPr>
        </p:nvSpPr>
        <p:spPr>
          <a:xfrm>
            <a:off x="8151811" y="1617663"/>
            <a:ext cx="3479801" cy="3773487"/>
          </a:xfrm>
        </p:spPr>
        <p:txBody>
          <a:bodyPr/>
          <a:lstStyle>
            <a:lvl1pPr indent="0">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a16="http://schemas.microsoft.com/office/drawing/2014/main" xmlns="" id="{07D28B80-9D26-C148-BDC5-AAE69000AB65}"/>
              </a:ext>
            </a:extLst>
          </p:cNvPr>
          <p:cNvSpPr>
            <a:spLocks noGrp="1"/>
          </p:cNvSpPr>
          <p:nvPr>
            <p:ph type="body" sz="quarter" idx="14"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65838509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ext, 3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0041137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6876"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49" y="1617663"/>
            <a:ext cx="3479801"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346576"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xmlns="" id="{55F3D43D-82CD-066B-8157-E896219583BF}"/>
              </a:ext>
            </a:extLst>
          </p:cNvPr>
          <p:cNvSpPr>
            <a:spLocks noGrp="1"/>
          </p:cNvSpPr>
          <p:nvPr>
            <p:ph sz="half" idx="13"/>
          </p:nvPr>
        </p:nvSpPr>
        <p:spPr>
          <a:xfrm>
            <a:off x="8151811"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a16="http://schemas.microsoft.com/office/drawing/2014/main" xmlns="" id="{B0402912-59DF-6C93-730A-EB759B71CC4D}"/>
              </a:ext>
            </a:extLst>
          </p:cNvPr>
          <p:cNvSpPr>
            <a:spLocks noGrp="1"/>
          </p:cNvSpPr>
          <p:nvPr>
            <p:ph type="body" sz="quarter" idx="14"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08026809"/>
      </p:ext>
    </p:extLst>
  </p:cSld>
  <p:clrMapOvr>
    <a:overrideClrMapping bg1="dk1" tx1="lt1" bg2="dk2" tx2="lt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ext, 4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0041137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7900"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50" y="1617663"/>
            <a:ext cx="2538414"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05189" y="1617663"/>
            <a:ext cx="2538414"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xmlns="" id="{55F3D43D-82CD-066B-8157-E896219583BF}"/>
              </a:ext>
            </a:extLst>
          </p:cNvPr>
          <p:cNvSpPr>
            <a:spLocks noGrp="1"/>
          </p:cNvSpPr>
          <p:nvPr>
            <p:ph sz="half" idx="13"/>
          </p:nvPr>
        </p:nvSpPr>
        <p:spPr>
          <a:xfrm>
            <a:off x="6248401" y="1617663"/>
            <a:ext cx="253999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xmlns="" id="{106D7F20-A54F-733E-A9C9-300FDBD522BB}"/>
              </a:ext>
            </a:extLst>
          </p:cNvPr>
          <p:cNvSpPr>
            <a:spLocks noGrp="1"/>
          </p:cNvSpPr>
          <p:nvPr>
            <p:ph sz="half" idx="14"/>
          </p:nvPr>
        </p:nvSpPr>
        <p:spPr>
          <a:xfrm>
            <a:off x="9090025" y="1617663"/>
            <a:ext cx="2536825"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xmlns="" id="{114DB186-44E3-D211-630F-C6A35B18B5B6}"/>
              </a:ext>
            </a:extLst>
          </p:cNvPr>
          <p:cNvSpPr>
            <a:spLocks noGrp="1"/>
          </p:cNvSpPr>
          <p:nvPr>
            <p:ph type="body" sz="quarter" idx="15"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49375898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ext, 4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0041137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8924"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50" y="1617663"/>
            <a:ext cx="2538414"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05189" y="1617663"/>
            <a:ext cx="2538414"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xmlns="" id="{55F3D43D-82CD-066B-8157-E896219583BF}"/>
              </a:ext>
            </a:extLst>
          </p:cNvPr>
          <p:cNvSpPr>
            <a:spLocks noGrp="1"/>
          </p:cNvSpPr>
          <p:nvPr>
            <p:ph sz="half" idx="13"/>
          </p:nvPr>
        </p:nvSpPr>
        <p:spPr>
          <a:xfrm>
            <a:off x="6248401" y="1617663"/>
            <a:ext cx="253999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xmlns="" id="{106D7F20-A54F-733E-A9C9-300FDBD522BB}"/>
              </a:ext>
            </a:extLst>
          </p:cNvPr>
          <p:cNvSpPr>
            <a:spLocks noGrp="1"/>
          </p:cNvSpPr>
          <p:nvPr>
            <p:ph sz="half" idx="14"/>
          </p:nvPr>
        </p:nvSpPr>
        <p:spPr>
          <a:xfrm>
            <a:off x="9090025" y="1617663"/>
            <a:ext cx="2536825"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xmlns="" id="{55FFEBE0-720A-1ACB-64EA-FFAABCF68577}"/>
              </a:ext>
            </a:extLst>
          </p:cNvPr>
          <p:cNvSpPr>
            <a:spLocks noGrp="1"/>
          </p:cNvSpPr>
          <p:nvPr>
            <p:ph type="body" sz="quarter" idx="15"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011219420"/>
      </p:ext>
    </p:extLst>
  </p:cSld>
  <p:clrMapOvr>
    <a:overrideClrMapping bg1="dk1" tx1="lt1" bg2="dk2" tx2="lt2" accent1="accent1" accent2="accent2" accent3="accent3" accent4="accent4" accent5="accent5" accent6="accent6" hlink="hlink" folHlink="folHlink"/>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ext, 2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0237317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9948"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xmlns="" id="{998F902B-8E6B-8695-067B-58AAF47545FB}"/>
              </a:ext>
            </a:extLst>
          </p:cNvPr>
          <p:cNvSpPr/>
          <p:nvPr userDrawn="1"/>
        </p:nvSpPr>
        <p:spPr>
          <a:xfrm>
            <a:off x="463550" y="1617663"/>
            <a:ext cx="558698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B92D2E64-6BB9-928D-83F1-D878F96BBED4}"/>
              </a:ext>
            </a:extLst>
          </p:cNvPr>
          <p:cNvSpPr/>
          <p:nvPr userDrawn="1"/>
        </p:nvSpPr>
        <p:spPr>
          <a:xfrm>
            <a:off x="6148388" y="1617663"/>
            <a:ext cx="558698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a16="http://schemas.microsoft.com/office/drawing/2014/main" xmlns="" id="{3AE1AD7F-7DED-19A3-7306-2020154AC120}"/>
              </a:ext>
            </a:extLst>
          </p:cNvPr>
          <p:cNvSpPr>
            <a:spLocks noGrp="1"/>
          </p:cNvSpPr>
          <p:nvPr>
            <p:ph type="pic" sz="quarter" idx="13" hasCustomPrompt="1"/>
          </p:nvPr>
        </p:nvSpPr>
        <p:spPr>
          <a:xfrm>
            <a:off x="672033" y="1768475"/>
            <a:ext cx="649288" cy="646113"/>
          </a:xfrm>
        </p:spPr>
        <p:txBody>
          <a:bodyPr/>
          <a:lstStyle>
            <a:lvl1pPr>
              <a:defRPr sz="800"/>
            </a:lvl1pPr>
          </a:lstStyle>
          <a:p>
            <a:r>
              <a:rPr lang="en-US"/>
              <a:t>Icon</a:t>
            </a:r>
          </a:p>
        </p:txBody>
      </p:sp>
      <p:sp>
        <p:nvSpPr>
          <p:cNvPr id="15" name="Picture Placeholder 13">
            <a:extLst>
              <a:ext uri="{FF2B5EF4-FFF2-40B4-BE49-F238E27FC236}">
                <a16:creationId xmlns:a16="http://schemas.microsoft.com/office/drawing/2014/main" xmlns="" id="{754D2A9F-A973-3F3C-9274-4715E5274C14}"/>
              </a:ext>
            </a:extLst>
          </p:cNvPr>
          <p:cNvSpPr>
            <a:spLocks noGrp="1"/>
          </p:cNvSpPr>
          <p:nvPr>
            <p:ph type="pic" sz="quarter" idx="14" hasCustomPrompt="1"/>
          </p:nvPr>
        </p:nvSpPr>
        <p:spPr>
          <a:xfrm>
            <a:off x="6353877" y="1768475"/>
            <a:ext cx="649288" cy="646113"/>
          </a:xfrm>
        </p:spPr>
        <p:txBody>
          <a:bodyPr/>
          <a:lstStyle>
            <a:lvl1pPr>
              <a:defRPr sz="800"/>
            </a:lvl1pPr>
          </a:lstStyle>
          <a:p>
            <a:r>
              <a:rPr lang="en-US"/>
              <a:t>Icon</a:t>
            </a:r>
          </a:p>
        </p:txBody>
      </p:sp>
      <p:sp>
        <p:nvSpPr>
          <p:cNvPr id="16" name="Text Placeholder 2">
            <a:extLst>
              <a:ext uri="{FF2B5EF4-FFF2-40B4-BE49-F238E27FC236}">
                <a16:creationId xmlns:a16="http://schemas.microsoft.com/office/drawing/2014/main" xmlns="" id="{3FBE1A82-59ED-A9FC-9A02-F3B54EF611E8}"/>
              </a:ext>
            </a:extLst>
          </p:cNvPr>
          <p:cNvSpPr>
            <a:spLocks noGrp="1"/>
          </p:cNvSpPr>
          <p:nvPr>
            <p:ph type="body" idx="1"/>
          </p:nvPr>
        </p:nvSpPr>
        <p:spPr>
          <a:xfrm>
            <a:off x="665162" y="4648782"/>
            <a:ext cx="3479800"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a16="http://schemas.microsoft.com/office/drawing/2014/main" xmlns="" id="{B5442419-EE56-AC34-88CB-69C70F0FABCB}"/>
              </a:ext>
            </a:extLst>
          </p:cNvPr>
          <p:cNvSpPr>
            <a:spLocks noGrp="1"/>
          </p:cNvSpPr>
          <p:nvPr>
            <p:ph type="body" idx="15"/>
          </p:nvPr>
        </p:nvSpPr>
        <p:spPr>
          <a:xfrm>
            <a:off x="6353986" y="4648782"/>
            <a:ext cx="346946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892761254"/>
      </p:ext>
    </p:extLst>
  </p:cSld>
  <p:clrMapOvr>
    <a:overrideClrMapping bg1="lt1" tx1="dk1" bg2="lt2" tx2="dk2" accent1="accent1" accent2="accent2" accent3="accent3" accent4="accent4" accent5="accent5" accent6="accent6" hlink="hlink" folHlink="folHlink"/>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ext, 2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0237317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0972"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xmlns="" id="{998F902B-8E6B-8695-067B-58AAF47545FB}"/>
              </a:ext>
            </a:extLst>
          </p:cNvPr>
          <p:cNvSpPr>
            <a:spLocks noGrp="1" noRot="1" noMove="1" noResize="1" noEditPoints="1" noAdjustHandles="1" noChangeArrowheads="1" noChangeShapeType="1"/>
          </p:cNvSpPr>
          <p:nvPr userDrawn="1"/>
        </p:nvSpPr>
        <p:spPr>
          <a:xfrm>
            <a:off x="463550" y="1617663"/>
            <a:ext cx="558698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B92D2E64-6BB9-928D-83F1-D878F96BBED4}"/>
              </a:ext>
            </a:extLst>
          </p:cNvPr>
          <p:cNvSpPr>
            <a:spLocks noGrp="1" noRot="1" noMove="1" noResize="1" noEditPoints="1" noAdjustHandles="1" noChangeArrowheads="1" noChangeShapeType="1"/>
          </p:cNvSpPr>
          <p:nvPr userDrawn="1"/>
        </p:nvSpPr>
        <p:spPr>
          <a:xfrm>
            <a:off x="6148388" y="1617663"/>
            <a:ext cx="558698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a16="http://schemas.microsoft.com/office/drawing/2014/main" xmlns="" id="{3AE1AD7F-7DED-19A3-7306-2020154AC120}"/>
              </a:ext>
            </a:extLst>
          </p:cNvPr>
          <p:cNvSpPr>
            <a:spLocks noGrp="1"/>
          </p:cNvSpPr>
          <p:nvPr>
            <p:ph type="pic" sz="quarter" idx="13" hasCustomPrompt="1"/>
          </p:nvPr>
        </p:nvSpPr>
        <p:spPr>
          <a:xfrm>
            <a:off x="672033" y="1768475"/>
            <a:ext cx="649288" cy="646113"/>
          </a:xfrm>
        </p:spPr>
        <p:txBody>
          <a:bodyPr/>
          <a:lstStyle>
            <a:lvl1pPr>
              <a:defRPr sz="800"/>
            </a:lvl1pPr>
          </a:lstStyle>
          <a:p>
            <a:r>
              <a:rPr lang="en-US"/>
              <a:t>Icon</a:t>
            </a:r>
          </a:p>
        </p:txBody>
      </p:sp>
      <p:sp>
        <p:nvSpPr>
          <p:cNvPr id="15" name="Picture Placeholder 13">
            <a:extLst>
              <a:ext uri="{FF2B5EF4-FFF2-40B4-BE49-F238E27FC236}">
                <a16:creationId xmlns:a16="http://schemas.microsoft.com/office/drawing/2014/main" xmlns="" id="{754D2A9F-A973-3F3C-9274-4715E5274C14}"/>
              </a:ext>
            </a:extLst>
          </p:cNvPr>
          <p:cNvSpPr>
            <a:spLocks noGrp="1"/>
          </p:cNvSpPr>
          <p:nvPr>
            <p:ph type="pic" sz="quarter" idx="14" hasCustomPrompt="1"/>
          </p:nvPr>
        </p:nvSpPr>
        <p:spPr>
          <a:xfrm>
            <a:off x="6353877" y="1768475"/>
            <a:ext cx="649288" cy="646113"/>
          </a:xfrm>
        </p:spPr>
        <p:txBody>
          <a:bodyPr/>
          <a:lstStyle>
            <a:lvl1pPr>
              <a:defRPr sz="800"/>
            </a:lvl1pPr>
          </a:lstStyle>
          <a:p>
            <a:r>
              <a:rPr lang="en-US"/>
              <a:t>Icon</a:t>
            </a:r>
          </a:p>
        </p:txBody>
      </p:sp>
      <p:sp>
        <p:nvSpPr>
          <p:cNvPr id="16" name="Text Placeholder 2">
            <a:extLst>
              <a:ext uri="{FF2B5EF4-FFF2-40B4-BE49-F238E27FC236}">
                <a16:creationId xmlns:a16="http://schemas.microsoft.com/office/drawing/2014/main" xmlns="" id="{3FBE1A82-59ED-A9FC-9A02-F3B54EF611E8}"/>
              </a:ext>
            </a:extLst>
          </p:cNvPr>
          <p:cNvSpPr>
            <a:spLocks noGrp="1"/>
          </p:cNvSpPr>
          <p:nvPr>
            <p:ph type="body" idx="1"/>
          </p:nvPr>
        </p:nvSpPr>
        <p:spPr>
          <a:xfrm>
            <a:off x="665162" y="4648782"/>
            <a:ext cx="3479800"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a16="http://schemas.microsoft.com/office/drawing/2014/main" xmlns="" id="{B5442419-EE56-AC34-88CB-69C70F0FABCB}"/>
              </a:ext>
            </a:extLst>
          </p:cNvPr>
          <p:cNvSpPr>
            <a:spLocks noGrp="1"/>
          </p:cNvSpPr>
          <p:nvPr>
            <p:ph type="body" idx="15"/>
          </p:nvPr>
        </p:nvSpPr>
        <p:spPr>
          <a:xfrm>
            <a:off x="6353986" y="4648782"/>
            <a:ext cx="346946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703785534"/>
      </p:ext>
    </p:extLst>
  </p:cSld>
  <p:clrMapOvr>
    <a:overrideClrMapping bg1="dk1" tx1="lt1" bg2="dk2" tx2="lt2" accent1="accent1" accent2="accent2" accent3="accent3" accent4="accent4" accent5="accent5" accent6="accent6" hlink="hlink" folHlink="folHlink"/>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ext, 3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0237317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1996"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xmlns="" id="{998F902B-8E6B-8695-067B-58AAF47545FB}"/>
              </a:ext>
            </a:extLst>
          </p:cNvPr>
          <p:cNvSpPr/>
          <p:nvPr userDrawn="1"/>
        </p:nvSpPr>
        <p:spPr>
          <a:xfrm>
            <a:off x="463550" y="1617663"/>
            <a:ext cx="3681413"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B92D2E64-6BB9-928D-83F1-D878F96BBED4}"/>
              </a:ext>
            </a:extLst>
          </p:cNvPr>
          <p:cNvSpPr/>
          <p:nvPr userDrawn="1"/>
        </p:nvSpPr>
        <p:spPr>
          <a:xfrm>
            <a:off x="4253436" y="1617663"/>
            <a:ext cx="368141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a16="http://schemas.microsoft.com/office/drawing/2014/main" xmlns="" id="{3AE1AD7F-7DED-19A3-7306-2020154AC120}"/>
              </a:ext>
            </a:extLst>
          </p:cNvPr>
          <p:cNvSpPr>
            <a:spLocks noGrp="1"/>
          </p:cNvSpPr>
          <p:nvPr>
            <p:ph type="pic" sz="quarter" idx="13" hasCustomPrompt="1"/>
          </p:nvPr>
        </p:nvSpPr>
        <p:spPr>
          <a:xfrm>
            <a:off x="668397" y="1768475"/>
            <a:ext cx="649288" cy="646113"/>
          </a:xfrm>
        </p:spPr>
        <p:txBody>
          <a:bodyPr/>
          <a:lstStyle>
            <a:lvl1pPr>
              <a:defRPr sz="800"/>
            </a:lvl1pPr>
          </a:lstStyle>
          <a:p>
            <a:r>
              <a:rPr lang="en-US"/>
              <a:t>Icon</a:t>
            </a:r>
          </a:p>
        </p:txBody>
      </p:sp>
      <p:sp>
        <p:nvSpPr>
          <p:cNvPr id="15" name="Picture Placeholder 13">
            <a:extLst>
              <a:ext uri="{FF2B5EF4-FFF2-40B4-BE49-F238E27FC236}">
                <a16:creationId xmlns:a16="http://schemas.microsoft.com/office/drawing/2014/main" xmlns="" id="{754D2A9F-A973-3F3C-9274-4715E5274C14}"/>
              </a:ext>
            </a:extLst>
          </p:cNvPr>
          <p:cNvSpPr>
            <a:spLocks noGrp="1"/>
          </p:cNvSpPr>
          <p:nvPr>
            <p:ph type="pic" sz="quarter" idx="14" hasCustomPrompt="1"/>
          </p:nvPr>
        </p:nvSpPr>
        <p:spPr>
          <a:xfrm>
            <a:off x="4442950" y="1768475"/>
            <a:ext cx="649288" cy="646113"/>
          </a:xfrm>
        </p:spPr>
        <p:txBody>
          <a:bodyPr/>
          <a:lstStyle>
            <a:lvl1pPr>
              <a:defRPr sz="800"/>
            </a:lvl1pPr>
          </a:lstStyle>
          <a:p>
            <a:r>
              <a:rPr lang="en-US"/>
              <a:t>Icon</a:t>
            </a:r>
          </a:p>
        </p:txBody>
      </p:sp>
      <p:sp>
        <p:nvSpPr>
          <p:cNvPr id="16" name="Text Placeholder 2">
            <a:extLst>
              <a:ext uri="{FF2B5EF4-FFF2-40B4-BE49-F238E27FC236}">
                <a16:creationId xmlns:a16="http://schemas.microsoft.com/office/drawing/2014/main" xmlns="" id="{3FBE1A82-59ED-A9FC-9A02-F3B54EF611E8}"/>
              </a:ext>
            </a:extLst>
          </p:cNvPr>
          <p:cNvSpPr>
            <a:spLocks noGrp="1"/>
          </p:cNvSpPr>
          <p:nvPr>
            <p:ph type="body" idx="1"/>
          </p:nvPr>
        </p:nvSpPr>
        <p:spPr>
          <a:xfrm>
            <a:off x="661525" y="4648782"/>
            <a:ext cx="253841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a16="http://schemas.microsoft.com/office/drawing/2014/main" xmlns="" id="{B5442419-EE56-AC34-88CB-69C70F0FABCB}"/>
              </a:ext>
            </a:extLst>
          </p:cNvPr>
          <p:cNvSpPr>
            <a:spLocks noGrp="1"/>
          </p:cNvSpPr>
          <p:nvPr>
            <p:ph type="body" idx="15"/>
          </p:nvPr>
        </p:nvSpPr>
        <p:spPr>
          <a:xfrm>
            <a:off x="4443059"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3" name="Rectangle 2">
            <a:extLst>
              <a:ext uri="{FF2B5EF4-FFF2-40B4-BE49-F238E27FC236}">
                <a16:creationId xmlns:a16="http://schemas.microsoft.com/office/drawing/2014/main" xmlns="" id="{03B89EE7-E754-D1FA-1426-29223B3B4CC6}"/>
              </a:ext>
            </a:extLst>
          </p:cNvPr>
          <p:cNvSpPr/>
          <p:nvPr userDrawn="1"/>
        </p:nvSpPr>
        <p:spPr>
          <a:xfrm>
            <a:off x="8043659" y="1617663"/>
            <a:ext cx="368141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Picture Placeholder 13">
            <a:extLst>
              <a:ext uri="{FF2B5EF4-FFF2-40B4-BE49-F238E27FC236}">
                <a16:creationId xmlns:a16="http://schemas.microsoft.com/office/drawing/2014/main" xmlns="" id="{5AFC5DED-0840-16E5-8F18-4379BF12D5F2}"/>
              </a:ext>
            </a:extLst>
          </p:cNvPr>
          <p:cNvSpPr>
            <a:spLocks noGrp="1"/>
          </p:cNvSpPr>
          <p:nvPr>
            <p:ph type="pic" sz="quarter" idx="16" hasCustomPrompt="1"/>
          </p:nvPr>
        </p:nvSpPr>
        <p:spPr>
          <a:xfrm>
            <a:off x="8233173" y="1768475"/>
            <a:ext cx="649288" cy="646113"/>
          </a:xfrm>
        </p:spPr>
        <p:txBody>
          <a:bodyPr/>
          <a:lstStyle>
            <a:lvl1pPr>
              <a:defRPr sz="800"/>
            </a:lvl1pPr>
          </a:lstStyle>
          <a:p>
            <a:r>
              <a:rPr lang="en-US"/>
              <a:t>Icon</a:t>
            </a:r>
          </a:p>
        </p:txBody>
      </p:sp>
      <p:sp>
        <p:nvSpPr>
          <p:cNvPr id="5" name="Text Placeholder 2">
            <a:extLst>
              <a:ext uri="{FF2B5EF4-FFF2-40B4-BE49-F238E27FC236}">
                <a16:creationId xmlns:a16="http://schemas.microsoft.com/office/drawing/2014/main" xmlns="" id="{1D9C80B5-F2B1-5142-E9EE-47BC3FF2F2C1}"/>
              </a:ext>
            </a:extLst>
          </p:cNvPr>
          <p:cNvSpPr>
            <a:spLocks noGrp="1"/>
          </p:cNvSpPr>
          <p:nvPr>
            <p:ph type="body" idx="17"/>
          </p:nvPr>
        </p:nvSpPr>
        <p:spPr>
          <a:xfrm>
            <a:off x="8233282"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87668371"/>
      </p:ext>
    </p:extLst>
  </p:cSld>
  <p:clrMapOvr>
    <a:overrideClrMapping bg1="lt1" tx1="dk1" bg2="lt2" tx2="dk2" accent1="accent1" accent2="accent2" accent3="accent3" accent4="accent4" accent5="accent5" accent6="accent6" hlink="hlink" folHlink="folHlink"/>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ext, 3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29038428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3020"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xmlns="" id="{998F902B-8E6B-8695-067B-58AAF47545FB}"/>
              </a:ext>
            </a:extLst>
          </p:cNvPr>
          <p:cNvSpPr>
            <a:spLocks noGrp="1" noRot="1" noMove="1" noResize="1" noEditPoints="1" noAdjustHandles="1" noChangeArrowheads="1" noChangeShapeType="1"/>
          </p:cNvSpPr>
          <p:nvPr userDrawn="1"/>
        </p:nvSpPr>
        <p:spPr>
          <a:xfrm>
            <a:off x="463550" y="1617663"/>
            <a:ext cx="3681413"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B92D2E64-6BB9-928D-83F1-D878F96BBED4}"/>
              </a:ext>
            </a:extLst>
          </p:cNvPr>
          <p:cNvSpPr>
            <a:spLocks noGrp="1" noRot="1" noMove="1" noResize="1" noEditPoints="1" noAdjustHandles="1" noChangeArrowheads="1" noChangeShapeType="1"/>
          </p:cNvSpPr>
          <p:nvPr userDrawn="1"/>
        </p:nvSpPr>
        <p:spPr>
          <a:xfrm>
            <a:off x="4253436" y="1617663"/>
            <a:ext cx="368141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xmlns="" id="{03B89EE7-E754-D1FA-1426-29223B3B4CC6}"/>
              </a:ext>
            </a:extLst>
          </p:cNvPr>
          <p:cNvSpPr>
            <a:spLocks noGrp="1" noRot="1" noMove="1" noResize="1" noEditPoints="1" noAdjustHandles="1" noChangeArrowheads="1" noChangeShapeType="1"/>
          </p:cNvSpPr>
          <p:nvPr userDrawn="1"/>
        </p:nvSpPr>
        <p:spPr>
          <a:xfrm>
            <a:off x="8043659" y="1617663"/>
            <a:ext cx="368141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a16="http://schemas.microsoft.com/office/drawing/2014/main" xmlns="" id="{3AE1AD7F-7DED-19A3-7306-2020154AC120}"/>
              </a:ext>
            </a:extLst>
          </p:cNvPr>
          <p:cNvSpPr>
            <a:spLocks noGrp="1"/>
          </p:cNvSpPr>
          <p:nvPr>
            <p:ph type="pic" sz="quarter" idx="13" hasCustomPrompt="1"/>
          </p:nvPr>
        </p:nvSpPr>
        <p:spPr>
          <a:xfrm>
            <a:off x="672034" y="1768475"/>
            <a:ext cx="649288" cy="646113"/>
          </a:xfrm>
        </p:spPr>
        <p:txBody>
          <a:bodyPr/>
          <a:lstStyle>
            <a:lvl1pPr>
              <a:defRPr sz="800"/>
            </a:lvl1pPr>
          </a:lstStyle>
          <a:p>
            <a:r>
              <a:rPr lang="en-US"/>
              <a:t>Icon</a:t>
            </a:r>
          </a:p>
        </p:txBody>
      </p:sp>
      <p:sp>
        <p:nvSpPr>
          <p:cNvPr id="15" name="Picture Placeholder 13">
            <a:extLst>
              <a:ext uri="{FF2B5EF4-FFF2-40B4-BE49-F238E27FC236}">
                <a16:creationId xmlns:a16="http://schemas.microsoft.com/office/drawing/2014/main" xmlns="" id="{754D2A9F-A973-3F3C-9274-4715E5274C14}"/>
              </a:ext>
            </a:extLst>
          </p:cNvPr>
          <p:cNvSpPr>
            <a:spLocks noGrp="1"/>
          </p:cNvSpPr>
          <p:nvPr>
            <p:ph type="pic" sz="quarter" idx="14" hasCustomPrompt="1"/>
          </p:nvPr>
        </p:nvSpPr>
        <p:spPr>
          <a:xfrm>
            <a:off x="4446587" y="1768475"/>
            <a:ext cx="649288" cy="646113"/>
          </a:xfrm>
        </p:spPr>
        <p:txBody>
          <a:bodyPr/>
          <a:lstStyle>
            <a:lvl1pPr>
              <a:defRPr sz="800"/>
            </a:lvl1pPr>
          </a:lstStyle>
          <a:p>
            <a:r>
              <a:rPr lang="en-US"/>
              <a:t>Icon</a:t>
            </a:r>
          </a:p>
        </p:txBody>
      </p:sp>
      <p:sp>
        <p:nvSpPr>
          <p:cNvPr id="16" name="Text Placeholder 2">
            <a:extLst>
              <a:ext uri="{FF2B5EF4-FFF2-40B4-BE49-F238E27FC236}">
                <a16:creationId xmlns:a16="http://schemas.microsoft.com/office/drawing/2014/main" xmlns="" id="{3FBE1A82-59ED-A9FC-9A02-F3B54EF611E8}"/>
              </a:ext>
            </a:extLst>
          </p:cNvPr>
          <p:cNvSpPr>
            <a:spLocks noGrp="1"/>
          </p:cNvSpPr>
          <p:nvPr>
            <p:ph type="body" idx="1"/>
          </p:nvPr>
        </p:nvSpPr>
        <p:spPr>
          <a:xfrm>
            <a:off x="665162" y="4648782"/>
            <a:ext cx="253841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a16="http://schemas.microsoft.com/office/drawing/2014/main" xmlns="" id="{B5442419-EE56-AC34-88CB-69C70F0FABCB}"/>
              </a:ext>
            </a:extLst>
          </p:cNvPr>
          <p:cNvSpPr>
            <a:spLocks noGrp="1"/>
          </p:cNvSpPr>
          <p:nvPr>
            <p:ph type="body" idx="15"/>
          </p:nvPr>
        </p:nvSpPr>
        <p:spPr>
          <a:xfrm>
            <a:off x="4446696"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4" name="Picture Placeholder 13">
            <a:extLst>
              <a:ext uri="{FF2B5EF4-FFF2-40B4-BE49-F238E27FC236}">
                <a16:creationId xmlns:a16="http://schemas.microsoft.com/office/drawing/2014/main" xmlns="" id="{5AFC5DED-0840-16E5-8F18-4379BF12D5F2}"/>
              </a:ext>
            </a:extLst>
          </p:cNvPr>
          <p:cNvSpPr>
            <a:spLocks noGrp="1"/>
          </p:cNvSpPr>
          <p:nvPr>
            <p:ph type="pic" sz="quarter" idx="16" hasCustomPrompt="1"/>
          </p:nvPr>
        </p:nvSpPr>
        <p:spPr>
          <a:xfrm>
            <a:off x="8236810" y="1768475"/>
            <a:ext cx="649288" cy="646113"/>
          </a:xfrm>
        </p:spPr>
        <p:txBody>
          <a:bodyPr/>
          <a:lstStyle>
            <a:lvl1pPr>
              <a:defRPr sz="800"/>
            </a:lvl1pPr>
          </a:lstStyle>
          <a:p>
            <a:r>
              <a:rPr lang="en-US"/>
              <a:t>Icon</a:t>
            </a:r>
          </a:p>
        </p:txBody>
      </p:sp>
      <p:sp>
        <p:nvSpPr>
          <p:cNvPr id="5" name="Text Placeholder 2">
            <a:extLst>
              <a:ext uri="{FF2B5EF4-FFF2-40B4-BE49-F238E27FC236}">
                <a16:creationId xmlns:a16="http://schemas.microsoft.com/office/drawing/2014/main" xmlns="" id="{1D9C80B5-F2B1-5142-E9EE-47BC3FF2F2C1}"/>
              </a:ext>
            </a:extLst>
          </p:cNvPr>
          <p:cNvSpPr>
            <a:spLocks noGrp="1"/>
          </p:cNvSpPr>
          <p:nvPr>
            <p:ph type="body" idx="17"/>
          </p:nvPr>
        </p:nvSpPr>
        <p:spPr>
          <a:xfrm>
            <a:off x="8236919"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968536738"/>
      </p:ext>
    </p:extLst>
  </p:cSld>
  <p:clrMapOvr>
    <a:overrideClrMapping bg1="dk1" tx1="lt1" bg2="dk2" tx2="lt2" accent1="accent1" accent2="accent2" accent3="accent3" accent4="accent4" accent5="accent5" accent6="accent6" hlink="hlink" folHlink="folHlink"/>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ext, 4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0237317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4044"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xmlns="" id="{998F902B-8E6B-8695-067B-58AAF47545FB}"/>
              </a:ext>
            </a:extLst>
          </p:cNvPr>
          <p:cNvSpPr/>
          <p:nvPr userDrawn="1"/>
        </p:nvSpPr>
        <p:spPr>
          <a:xfrm>
            <a:off x="463550"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a16="http://schemas.microsoft.com/office/drawing/2014/main" xmlns="" id="{3AE1AD7F-7DED-19A3-7306-2020154AC120}"/>
              </a:ext>
            </a:extLst>
          </p:cNvPr>
          <p:cNvSpPr>
            <a:spLocks noGrp="1"/>
          </p:cNvSpPr>
          <p:nvPr>
            <p:ph type="pic" sz="quarter" idx="13" hasCustomPrompt="1"/>
          </p:nvPr>
        </p:nvSpPr>
        <p:spPr>
          <a:xfrm>
            <a:off x="675044" y="1768475"/>
            <a:ext cx="649288" cy="646113"/>
          </a:xfrm>
        </p:spPr>
        <p:txBody>
          <a:bodyPr/>
          <a:lstStyle>
            <a:lvl1pPr>
              <a:defRPr sz="800"/>
            </a:lvl1pPr>
          </a:lstStyle>
          <a:p>
            <a:r>
              <a:rPr lang="en-US"/>
              <a:t>Icon</a:t>
            </a:r>
          </a:p>
        </p:txBody>
      </p:sp>
      <p:sp>
        <p:nvSpPr>
          <p:cNvPr id="16" name="Text Placeholder 2">
            <a:extLst>
              <a:ext uri="{FF2B5EF4-FFF2-40B4-BE49-F238E27FC236}">
                <a16:creationId xmlns:a16="http://schemas.microsoft.com/office/drawing/2014/main" xmlns="" id="{3FBE1A82-59ED-A9FC-9A02-F3B54EF611E8}"/>
              </a:ext>
            </a:extLst>
          </p:cNvPr>
          <p:cNvSpPr>
            <a:spLocks noGrp="1"/>
          </p:cNvSpPr>
          <p:nvPr>
            <p:ph type="body" idx="1"/>
          </p:nvPr>
        </p:nvSpPr>
        <p:spPr>
          <a:xfrm>
            <a:off x="668172"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8" name="Rectangle 7">
            <a:extLst>
              <a:ext uri="{FF2B5EF4-FFF2-40B4-BE49-F238E27FC236}">
                <a16:creationId xmlns:a16="http://schemas.microsoft.com/office/drawing/2014/main" xmlns="" id="{6B57E3F4-9F43-3E4F-CF14-23C7A7BC11D4}"/>
              </a:ext>
            </a:extLst>
          </p:cNvPr>
          <p:cNvSpPr/>
          <p:nvPr userDrawn="1"/>
        </p:nvSpPr>
        <p:spPr>
          <a:xfrm>
            <a:off x="3311452"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icture Placeholder 13">
            <a:extLst>
              <a:ext uri="{FF2B5EF4-FFF2-40B4-BE49-F238E27FC236}">
                <a16:creationId xmlns:a16="http://schemas.microsoft.com/office/drawing/2014/main" xmlns="" id="{22728A29-21C1-FE17-D872-29F33FF55B6B}"/>
              </a:ext>
            </a:extLst>
          </p:cNvPr>
          <p:cNvSpPr>
            <a:spLocks noGrp="1"/>
          </p:cNvSpPr>
          <p:nvPr>
            <p:ph type="pic" sz="quarter" idx="14" hasCustomPrompt="1"/>
          </p:nvPr>
        </p:nvSpPr>
        <p:spPr>
          <a:xfrm>
            <a:off x="3522946" y="1768475"/>
            <a:ext cx="649288" cy="646113"/>
          </a:xfrm>
        </p:spPr>
        <p:txBody>
          <a:bodyPr/>
          <a:lstStyle>
            <a:lvl1pPr>
              <a:defRPr sz="800"/>
            </a:lvl1pPr>
          </a:lstStyle>
          <a:p>
            <a:r>
              <a:rPr lang="en-US"/>
              <a:t>Icon</a:t>
            </a:r>
          </a:p>
        </p:txBody>
      </p:sp>
      <p:sp>
        <p:nvSpPr>
          <p:cNvPr id="13" name="Text Placeholder 2">
            <a:extLst>
              <a:ext uri="{FF2B5EF4-FFF2-40B4-BE49-F238E27FC236}">
                <a16:creationId xmlns:a16="http://schemas.microsoft.com/office/drawing/2014/main" xmlns="" id="{F8ED409C-9BB0-C0DE-2DC1-0D8C059AB7DE}"/>
              </a:ext>
            </a:extLst>
          </p:cNvPr>
          <p:cNvSpPr>
            <a:spLocks noGrp="1"/>
          </p:cNvSpPr>
          <p:nvPr>
            <p:ph type="body" idx="15"/>
          </p:nvPr>
        </p:nvSpPr>
        <p:spPr>
          <a:xfrm>
            <a:off x="3516074"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8" name="Rectangle 17">
            <a:extLst>
              <a:ext uri="{FF2B5EF4-FFF2-40B4-BE49-F238E27FC236}">
                <a16:creationId xmlns:a16="http://schemas.microsoft.com/office/drawing/2014/main" xmlns="" id="{D9C6F735-C3A7-934E-F16F-4C50B49CC156}"/>
              </a:ext>
            </a:extLst>
          </p:cNvPr>
          <p:cNvSpPr/>
          <p:nvPr userDrawn="1"/>
        </p:nvSpPr>
        <p:spPr>
          <a:xfrm>
            <a:off x="6159949"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Picture Placeholder 13">
            <a:extLst>
              <a:ext uri="{FF2B5EF4-FFF2-40B4-BE49-F238E27FC236}">
                <a16:creationId xmlns:a16="http://schemas.microsoft.com/office/drawing/2014/main" xmlns="" id="{F6DF4CC7-B693-843D-35B9-07755D443698}"/>
              </a:ext>
            </a:extLst>
          </p:cNvPr>
          <p:cNvSpPr>
            <a:spLocks noGrp="1"/>
          </p:cNvSpPr>
          <p:nvPr>
            <p:ph type="pic" sz="quarter" idx="16" hasCustomPrompt="1"/>
          </p:nvPr>
        </p:nvSpPr>
        <p:spPr>
          <a:xfrm>
            <a:off x="6371443" y="1768475"/>
            <a:ext cx="649288" cy="646113"/>
          </a:xfrm>
        </p:spPr>
        <p:txBody>
          <a:bodyPr/>
          <a:lstStyle>
            <a:lvl1pPr>
              <a:defRPr sz="800"/>
            </a:lvl1pPr>
          </a:lstStyle>
          <a:p>
            <a:r>
              <a:rPr lang="en-US"/>
              <a:t>Icon</a:t>
            </a:r>
          </a:p>
        </p:txBody>
      </p:sp>
      <p:sp>
        <p:nvSpPr>
          <p:cNvPr id="20" name="Text Placeholder 2">
            <a:extLst>
              <a:ext uri="{FF2B5EF4-FFF2-40B4-BE49-F238E27FC236}">
                <a16:creationId xmlns:a16="http://schemas.microsoft.com/office/drawing/2014/main" xmlns="" id="{DA02A4FC-804F-D905-C80A-508F4B13855C}"/>
              </a:ext>
            </a:extLst>
          </p:cNvPr>
          <p:cNvSpPr>
            <a:spLocks noGrp="1"/>
          </p:cNvSpPr>
          <p:nvPr>
            <p:ph type="body" idx="17"/>
          </p:nvPr>
        </p:nvSpPr>
        <p:spPr>
          <a:xfrm>
            <a:off x="6364571"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21" name="Rectangle 20">
            <a:extLst>
              <a:ext uri="{FF2B5EF4-FFF2-40B4-BE49-F238E27FC236}">
                <a16:creationId xmlns:a16="http://schemas.microsoft.com/office/drawing/2014/main" xmlns="" id="{D3073047-8DDC-8072-C8AA-70E1791CFDFC}"/>
              </a:ext>
            </a:extLst>
          </p:cNvPr>
          <p:cNvSpPr/>
          <p:nvPr userDrawn="1"/>
        </p:nvSpPr>
        <p:spPr>
          <a:xfrm>
            <a:off x="9001466"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Picture Placeholder 13">
            <a:extLst>
              <a:ext uri="{FF2B5EF4-FFF2-40B4-BE49-F238E27FC236}">
                <a16:creationId xmlns:a16="http://schemas.microsoft.com/office/drawing/2014/main" xmlns="" id="{E7725F3D-5680-EE14-2B2D-2F8650B78913}"/>
              </a:ext>
            </a:extLst>
          </p:cNvPr>
          <p:cNvSpPr>
            <a:spLocks noGrp="1"/>
          </p:cNvSpPr>
          <p:nvPr>
            <p:ph type="pic" sz="quarter" idx="18" hasCustomPrompt="1"/>
          </p:nvPr>
        </p:nvSpPr>
        <p:spPr>
          <a:xfrm>
            <a:off x="9212960" y="1768475"/>
            <a:ext cx="649288" cy="646113"/>
          </a:xfrm>
        </p:spPr>
        <p:txBody>
          <a:bodyPr/>
          <a:lstStyle>
            <a:lvl1pPr>
              <a:defRPr sz="800"/>
            </a:lvl1pPr>
          </a:lstStyle>
          <a:p>
            <a:r>
              <a:rPr lang="en-US"/>
              <a:t>Icon</a:t>
            </a:r>
          </a:p>
        </p:txBody>
      </p:sp>
      <p:sp>
        <p:nvSpPr>
          <p:cNvPr id="23" name="Text Placeholder 2">
            <a:extLst>
              <a:ext uri="{FF2B5EF4-FFF2-40B4-BE49-F238E27FC236}">
                <a16:creationId xmlns:a16="http://schemas.microsoft.com/office/drawing/2014/main" xmlns="" id="{47911148-2128-D9C7-8E63-A4AABC6503AB}"/>
              </a:ext>
            </a:extLst>
          </p:cNvPr>
          <p:cNvSpPr>
            <a:spLocks noGrp="1"/>
          </p:cNvSpPr>
          <p:nvPr>
            <p:ph type="body" idx="19"/>
          </p:nvPr>
        </p:nvSpPr>
        <p:spPr>
          <a:xfrm>
            <a:off x="9206088"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833833254"/>
      </p:ext>
    </p:extLst>
  </p:cSld>
  <p:clrMapOvr>
    <a:overrideClrMapping bg1="lt1" tx1="dk1" bg2="lt2" tx2="dk2" accent1="accent1" accent2="accent2" accent3="accent3" accent4="accent4" accent5="accent5" accent6="accent6" hlink="hlink" folHlink="folHlink"/>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ext, 4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0237317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5068"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xmlns="" id="{998F902B-8E6B-8695-067B-58AAF47545FB}"/>
              </a:ext>
            </a:extLst>
          </p:cNvPr>
          <p:cNvSpPr>
            <a:spLocks noGrp="1" noRot="1" noMove="1" noResize="1" noEditPoints="1" noAdjustHandles="1" noChangeArrowheads="1" noChangeShapeType="1"/>
          </p:cNvSpPr>
          <p:nvPr userDrawn="1"/>
        </p:nvSpPr>
        <p:spPr>
          <a:xfrm>
            <a:off x="463550"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a16="http://schemas.microsoft.com/office/drawing/2014/main" xmlns="" id="{3AE1AD7F-7DED-19A3-7306-2020154AC120}"/>
              </a:ext>
            </a:extLst>
          </p:cNvPr>
          <p:cNvSpPr>
            <a:spLocks noGrp="1"/>
          </p:cNvSpPr>
          <p:nvPr>
            <p:ph type="pic" sz="quarter" idx="13" hasCustomPrompt="1"/>
          </p:nvPr>
        </p:nvSpPr>
        <p:spPr>
          <a:xfrm>
            <a:off x="672034" y="1768475"/>
            <a:ext cx="649288" cy="646113"/>
          </a:xfrm>
        </p:spPr>
        <p:txBody>
          <a:bodyPr/>
          <a:lstStyle>
            <a:lvl1pPr>
              <a:defRPr sz="800"/>
            </a:lvl1pPr>
          </a:lstStyle>
          <a:p>
            <a:r>
              <a:rPr lang="en-US"/>
              <a:t>Icon</a:t>
            </a:r>
          </a:p>
        </p:txBody>
      </p:sp>
      <p:sp>
        <p:nvSpPr>
          <p:cNvPr id="16" name="Text Placeholder 2">
            <a:extLst>
              <a:ext uri="{FF2B5EF4-FFF2-40B4-BE49-F238E27FC236}">
                <a16:creationId xmlns:a16="http://schemas.microsoft.com/office/drawing/2014/main" xmlns="" id="{3FBE1A82-59ED-A9FC-9A02-F3B54EF611E8}"/>
              </a:ext>
            </a:extLst>
          </p:cNvPr>
          <p:cNvSpPr>
            <a:spLocks noGrp="1"/>
          </p:cNvSpPr>
          <p:nvPr>
            <p:ph type="body" idx="1"/>
          </p:nvPr>
        </p:nvSpPr>
        <p:spPr>
          <a:xfrm>
            <a:off x="665162"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8" name="Rectangle 7">
            <a:extLst>
              <a:ext uri="{FF2B5EF4-FFF2-40B4-BE49-F238E27FC236}">
                <a16:creationId xmlns:a16="http://schemas.microsoft.com/office/drawing/2014/main" xmlns="" id="{6B57E3F4-9F43-3E4F-CF14-23C7A7BC11D4}"/>
              </a:ext>
            </a:extLst>
          </p:cNvPr>
          <p:cNvSpPr>
            <a:spLocks noGrp="1" noRot="1" noMove="1" noResize="1" noEditPoints="1" noAdjustHandles="1" noChangeArrowheads="1" noChangeShapeType="1"/>
          </p:cNvSpPr>
          <p:nvPr userDrawn="1"/>
        </p:nvSpPr>
        <p:spPr>
          <a:xfrm>
            <a:off x="3311452"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icture Placeholder 13">
            <a:extLst>
              <a:ext uri="{FF2B5EF4-FFF2-40B4-BE49-F238E27FC236}">
                <a16:creationId xmlns:a16="http://schemas.microsoft.com/office/drawing/2014/main" xmlns="" id="{22728A29-21C1-FE17-D872-29F33FF55B6B}"/>
              </a:ext>
            </a:extLst>
          </p:cNvPr>
          <p:cNvSpPr>
            <a:spLocks noGrp="1"/>
          </p:cNvSpPr>
          <p:nvPr>
            <p:ph type="pic" sz="quarter" idx="14" hasCustomPrompt="1"/>
          </p:nvPr>
        </p:nvSpPr>
        <p:spPr>
          <a:xfrm>
            <a:off x="3519936" y="1768475"/>
            <a:ext cx="649288" cy="646113"/>
          </a:xfrm>
        </p:spPr>
        <p:txBody>
          <a:bodyPr/>
          <a:lstStyle>
            <a:lvl1pPr>
              <a:defRPr sz="800"/>
            </a:lvl1pPr>
          </a:lstStyle>
          <a:p>
            <a:r>
              <a:rPr lang="en-US"/>
              <a:t>Icon</a:t>
            </a:r>
          </a:p>
        </p:txBody>
      </p:sp>
      <p:sp>
        <p:nvSpPr>
          <p:cNvPr id="13" name="Text Placeholder 2">
            <a:extLst>
              <a:ext uri="{FF2B5EF4-FFF2-40B4-BE49-F238E27FC236}">
                <a16:creationId xmlns:a16="http://schemas.microsoft.com/office/drawing/2014/main" xmlns="" id="{F8ED409C-9BB0-C0DE-2DC1-0D8C059AB7DE}"/>
              </a:ext>
            </a:extLst>
          </p:cNvPr>
          <p:cNvSpPr>
            <a:spLocks noGrp="1"/>
          </p:cNvSpPr>
          <p:nvPr>
            <p:ph type="body" idx="15"/>
          </p:nvPr>
        </p:nvSpPr>
        <p:spPr>
          <a:xfrm>
            <a:off x="3513064"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8" name="Rectangle 17">
            <a:extLst>
              <a:ext uri="{FF2B5EF4-FFF2-40B4-BE49-F238E27FC236}">
                <a16:creationId xmlns:a16="http://schemas.microsoft.com/office/drawing/2014/main" xmlns="" id="{D9C6F735-C3A7-934E-F16F-4C50B49CC156}"/>
              </a:ext>
            </a:extLst>
          </p:cNvPr>
          <p:cNvSpPr>
            <a:spLocks noGrp="1" noRot="1" noMove="1" noResize="1" noEditPoints="1" noAdjustHandles="1" noChangeArrowheads="1" noChangeShapeType="1"/>
          </p:cNvSpPr>
          <p:nvPr userDrawn="1"/>
        </p:nvSpPr>
        <p:spPr>
          <a:xfrm>
            <a:off x="6159949"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Picture Placeholder 13">
            <a:extLst>
              <a:ext uri="{FF2B5EF4-FFF2-40B4-BE49-F238E27FC236}">
                <a16:creationId xmlns:a16="http://schemas.microsoft.com/office/drawing/2014/main" xmlns="" id="{F6DF4CC7-B693-843D-35B9-07755D443698}"/>
              </a:ext>
            </a:extLst>
          </p:cNvPr>
          <p:cNvSpPr>
            <a:spLocks noGrp="1"/>
          </p:cNvSpPr>
          <p:nvPr>
            <p:ph type="pic" sz="quarter" idx="16" hasCustomPrompt="1"/>
          </p:nvPr>
        </p:nvSpPr>
        <p:spPr>
          <a:xfrm>
            <a:off x="6368433" y="1768475"/>
            <a:ext cx="649288" cy="646113"/>
          </a:xfrm>
        </p:spPr>
        <p:txBody>
          <a:bodyPr/>
          <a:lstStyle>
            <a:lvl1pPr>
              <a:defRPr sz="800"/>
            </a:lvl1pPr>
          </a:lstStyle>
          <a:p>
            <a:r>
              <a:rPr lang="en-US"/>
              <a:t>Icon</a:t>
            </a:r>
          </a:p>
        </p:txBody>
      </p:sp>
      <p:sp>
        <p:nvSpPr>
          <p:cNvPr id="20" name="Text Placeholder 2">
            <a:extLst>
              <a:ext uri="{FF2B5EF4-FFF2-40B4-BE49-F238E27FC236}">
                <a16:creationId xmlns:a16="http://schemas.microsoft.com/office/drawing/2014/main" xmlns="" id="{DA02A4FC-804F-D905-C80A-508F4B13855C}"/>
              </a:ext>
            </a:extLst>
          </p:cNvPr>
          <p:cNvSpPr>
            <a:spLocks noGrp="1"/>
          </p:cNvSpPr>
          <p:nvPr>
            <p:ph type="body" idx="17"/>
          </p:nvPr>
        </p:nvSpPr>
        <p:spPr>
          <a:xfrm>
            <a:off x="6361561"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21" name="Rectangle 20">
            <a:extLst>
              <a:ext uri="{FF2B5EF4-FFF2-40B4-BE49-F238E27FC236}">
                <a16:creationId xmlns:a16="http://schemas.microsoft.com/office/drawing/2014/main" xmlns="" id="{D3073047-8DDC-8072-C8AA-70E1791CFDFC}"/>
              </a:ext>
            </a:extLst>
          </p:cNvPr>
          <p:cNvSpPr>
            <a:spLocks noGrp="1" noRot="1" noMove="1" noResize="1" noEditPoints="1" noAdjustHandles="1" noChangeArrowheads="1" noChangeShapeType="1"/>
          </p:cNvSpPr>
          <p:nvPr userDrawn="1"/>
        </p:nvSpPr>
        <p:spPr>
          <a:xfrm>
            <a:off x="9001466"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Picture Placeholder 13">
            <a:extLst>
              <a:ext uri="{FF2B5EF4-FFF2-40B4-BE49-F238E27FC236}">
                <a16:creationId xmlns:a16="http://schemas.microsoft.com/office/drawing/2014/main" xmlns="" id="{E7725F3D-5680-EE14-2B2D-2F8650B78913}"/>
              </a:ext>
            </a:extLst>
          </p:cNvPr>
          <p:cNvSpPr>
            <a:spLocks noGrp="1"/>
          </p:cNvSpPr>
          <p:nvPr>
            <p:ph type="pic" sz="quarter" idx="18" hasCustomPrompt="1"/>
          </p:nvPr>
        </p:nvSpPr>
        <p:spPr>
          <a:xfrm>
            <a:off x="9209950" y="1768475"/>
            <a:ext cx="649288" cy="646113"/>
          </a:xfrm>
        </p:spPr>
        <p:txBody>
          <a:bodyPr/>
          <a:lstStyle>
            <a:lvl1pPr>
              <a:defRPr sz="800"/>
            </a:lvl1pPr>
          </a:lstStyle>
          <a:p>
            <a:r>
              <a:rPr lang="en-US"/>
              <a:t>Icon</a:t>
            </a:r>
          </a:p>
        </p:txBody>
      </p:sp>
      <p:sp>
        <p:nvSpPr>
          <p:cNvPr id="23" name="Text Placeholder 2">
            <a:extLst>
              <a:ext uri="{FF2B5EF4-FFF2-40B4-BE49-F238E27FC236}">
                <a16:creationId xmlns:a16="http://schemas.microsoft.com/office/drawing/2014/main" xmlns="" id="{47911148-2128-D9C7-8E63-A4AABC6503AB}"/>
              </a:ext>
            </a:extLst>
          </p:cNvPr>
          <p:cNvSpPr>
            <a:spLocks noGrp="1"/>
          </p:cNvSpPr>
          <p:nvPr>
            <p:ph type="body" idx="19"/>
          </p:nvPr>
        </p:nvSpPr>
        <p:spPr>
          <a:xfrm>
            <a:off x="9203078"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214145648"/>
      </p:ext>
    </p:extLst>
  </p:cSld>
  <p:clrMapOvr>
    <a:overrideClrMapping bg1="dk1" tx1="lt1" bg2="dk2" tx2="lt2" accent1="accent1" accent2="accent2" accent3="accent3" accent4="accent4" accent5="accent5" accent6="accent6" hlink="hlink" folHlink="folHlink"/>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6">
            <a:extLst>
              <a:ext uri="{FF2B5EF4-FFF2-40B4-BE49-F238E27FC236}">
                <a16:creationId xmlns:a16="http://schemas.microsoft.com/office/drawing/2014/main" xmlns="" id="{71717D90-43C9-C972-4D0A-8F8DB9E4B985}"/>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73329289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 Only (Carbon)">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6">
            <a:extLst>
              <a:ext uri="{FF2B5EF4-FFF2-40B4-BE49-F238E27FC236}">
                <a16:creationId xmlns:a16="http://schemas.microsoft.com/office/drawing/2014/main" xmlns="" id="{5B85D50D-E1D8-C209-D561-71978631B8F4}"/>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729911104"/>
      </p:ext>
    </p:extLst>
  </p:cSld>
  <p:clrMapOvr>
    <a:overrideClrMapping bg1="dk1" tx1="lt1" bg2="dk2" tx2="lt2" accent1="accent1" accent2="accent2" accent3="accent3" accent4="accent4" accent5="accent5" accent6="accent6" hlink="hlink" folHlink="folHlink"/>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 Placeholder 6">
            <a:extLst>
              <a:ext uri="{FF2B5EF4-FFF2-40B4-BE49-F238E27FC236}">
                <a16:creationId xmlns:a16="http://schemas.microsoft.com/office/drawing/2014/main" xmlns="" id="{8AB8394B-8C24-A652-FDAD-A12D9786C379}"/>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296824776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Blank (Carbon)">
    <p:bg>
      <p:bgPr>
        <a:solidFill>
          <a:schemeClr val="bg1"/>
        </a:solidFill>
        <a:effectLst/>
      </p:bgPr>
    </p:bg>
    <p:spTree>
      <p:nvGrpSpPr>
        <p:cNvPr id="1" name=""/>
        <p:cNvGrpSpPr/>
        <p:nvPr/>
      </p:nvGrpSpPr>
      <p:grpSpPr>
        <a:xfrm>
          <a:off x="0" y="0"/>
          <a:ext cx="0" cy="0"/>
          <a:chOff x="0" y="0"/>
          <a:chExt cx="0" cy="0"/>
        </a:xfrm>
      </p:grpSpPr>
      <p:sp>
        <p:nvSpPr>
          <p:cNvPr id="2" name="Text Placeholder 6">
            <a:extLst>
              <a:ext uri="{FF2B5EF4-FFF2-40B4-BE49-F238E27FC236}">
                <a16:creationId xmlns:a16="http://schemas.microsoft.com/office/drawing/2014/main" xmlns="" id="{D9A041E9-D37B-F094-0DEB-67D1437229D7}"/>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2982887658"/>
      </p:ext>
    </p:extLst>
  </p:cSld>
  <p:clrMapOvr>
    <a:overrideClrMapping bg1="dk1" tx1="lt1" bg2="dk2" tx2="lt2" accent1="accent1" accent2="accent2" accent3="accent3" accent4="accent4" accent5="accent5" accent6="accent6" hlink="hlink" folHlink="folHlink"/>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6092"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xmlns=""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3310147" y="1305349"/>
            <a:ext cx="5571717" cy="4247317"/>
          </a:xfrm>
          <a:prstGeom prst="rect">
            <a:avLst/>
          </a:prstGeom>
          <a:noFill/>
        </p:spPr>
        <p:txBody>
          <a:bodyPr wrap="none" lIns="0" tIns="0" rIns="0" bIns="0" rtlCol="0" anchor="ctr">
            <a:spAutoFit/>
          </a:bodyPr>
          <a:lstStyle/>
          <a:p>
            <a:pPr algn="ctr"/>
            <a:r>
              <a:rPr lang="en-US" sz="13800"/>
              <a:t>Data</a:t>
            </a:r>
          </a:p>
          <a:p>
            <a:pPr algn="ctr"/>
            <a:r>
              <a:rPr lang="en-US" sz="13800"/>
              <a:t>layouts</a:t>
            </a:r>
          </a:p>
        </p:txBody>
      </p:sp>
    </p:spTree>
    <p:extLst>
      <p:ext uri="{BB962C8B-B14F-4D97-AF65-F5344CB8AC3E}">
        <p14:creationId xmlns:p14="http://schemas.microsoft.com/office/powerpoint/2010/main" val="1024026700"/>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Data 1">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109232167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7116"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EE477F8F-6692-5296-4EE7-501A58D2B20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37C2CDB7-C805-4574-12AD-751C92140439}"/>
              </a:ext>
            </a:extLst>
          </p:cNvPr>
          <p:cNvSpPr>
            <a:spLocks noGrp="1"/>
          </p:cNvSpPr>
          <p:nvPr>
            <p:ph type="title" hasCustomPrompt="1"/>
          </p:nvPr>
        </p:nvSpPr>
        <p:spPr>
          <a:xfrm>
            <a:off x="565149" y="460375"/>
            <a:ext cx="4421189" cy="731520"/>
          </a:xfrm>
        </p:spPr>
        <p:txBody>
          <a:bodyPr vert="horz"/>
          <a:lstStyle/>
          <a:p>
            <a:r>
              <a:rPr lang="en-US"/>
              <a:t>Click to add title</a:t>
            </a:r>
          </a:p>
        </p:txBody>
      </p:sp>
      <p:sp>
        <p:nvSpPr>
          <p:cNvPr id="9" name="Text Placeholder 11">
            <a:extLst>
              <a:ext uri="{FF2B5EF4-FFF2-40B4-BE49-F238E27FC236}">
                <a16:creationId xmlns:a16="http://schemas.microsoft.com/office/drawing/2014/main" xmlns="" id="{45FED2EC-A49F-30F9-9C6A-12C70193719E}"/>
              </a:ext>
            </a:extLst>
          </p:cNvPr>
          <p:cNvSpPr>
            <a:spLocks noGrp="1"/>
          </p:cNvSpPr>
          <p:nvPr>
            <p:ph type="body" sz="quarter" idx="13"/>
          </p:nvPr>
        </p:nvSpPr>
        <p:spPr>
          <a:xfrm>
            <a:off x="565150" y="2980224"/>
            <a:ext cx="3155271" cy="2109302"/>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
        <p:nvSpPr>
          <p:cNvPr id="5" name="Text Placeholder 6">
            <a:extLst>
              <a:ext uri="{FF2B5EF4-FFF2-40B4-BE49-F238E27FC236}">
                <a16:creationId xmlns:a16="http://schemas.microsoft.com/office/drawing/2014/main" xmlns="" id="{D4167920-63DE-54BB-E65F-1733269DFA65}"/>
              </a:ext>
            </a:extLst>
          </p:cNvPr>
          <p:cNvSpPr>
            <a:spLocks noGrp="1"/>
          </p:cNvSpPr>
          <p:nvPr>
            <p:ph type="body" sz="quarter" idx="14"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691836653"/>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Data 1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99115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8140"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EE477F8F-6692-5296-4EE7-501A58D2B20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a16="http://schemas.microsoft.com/office/drawing/2014/main" xmlns="" id="{45FED2EC-A49F-30F9-9C6A-12C70193719E}"/>
              </a:ext>
            </a:extLst>
          </p:cNvPr>
          <p:cNvSpPr>
            <a:spLocks noGrp="1"/>
          </p:cNvSpPr>
          <p:nvPr>
            <p:ph type="body" sz="quarter" idx="13"/>
          </p:nvPr>
        </p:nvSpPr>
        <p:spPr>
          <a:xfrm>
            <a:off x="565150" y="2980224"/>
            <a:ext cx="3155271" cy="2109302"/>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6DE963B-81EE-2860-268D-B3A54072AD04}"/>
              </a:ext>
            </a:extLst>
          </p:cNvPr>
          <p:cNvSpPr>
            <a:spLocks noGrp="1"/>
          </p:cNvSpPr>
          <p:nvPr>
            <p:ph type="title" hasCustomPrompt="1"/>
          </p:nvPr>
        </p:nvSpPr>
        <p:spPr>
          <a:xfrm>
            <a:off x="565149" y="460375"/>
            <a:ext cx="4421189" cy="731520"/>
          </a:xfrm>
        </p:spPr>
        <p:txBody>
          <a:bodyPr vert="horz"/>
          <a:lstStyle/>
          <a:p>
            <a:r>
              <a:rPr lang="en-US"/>
              <a:t>Click to add title</a:t>
            </a:r>
          </a:p>
        </p:txBody>
      </p:sp>
      <p:sp>
        <p:nvSpPr>
          <p:cNvPr id="2" name="Text Placeholder 6">
            <a:extLst>
              <a:ext uri="{FF2B5EF4-FFF2-40B4-BE49-F238E27FC236}">
                <a16:creationId xmlns:a16="http://schemas.microsoft.com/office/drawing/2014/main" xmlns="" id="{A936678D-9654-7C99-C080-9E3A2B10C629}"/>
              </a:ext>
            </a:extLst>
          </p:cNvPr>
          <p:cNvSpPr>
            <a:spLocks noGrp="1"/>
          </p:cNvSpPr>
          <p:nvPr>
            <p:ph type="body" sz="quarter" idx="14"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667999480"/>
      </p:ext>
    </p:extLst>
  </p:cSld>
  <p:clrMapOvr>
    <a:overrideClrMapping bg1="dk1" tx1="lt1" bg2="dk2" tx2="lt2" accent1="accent1" accent2="accent2" accent3="accent3" accent4="accent4" accent5="accent5" accent6="accent6" hlink="hlink" folHlink="folHlink"/>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Data 2">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19857800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9164"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EE477F8F-6692-5296-4EE7-501A58D2B20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a16="http://schemas.microsoft.com/office/drawing/2014/main" xmlns="" id="{45FED2EC-A49F-30F9-9C6A-12C70193719E}"/>
              </a:ext>
            </a:extLst>
          </p:cNvPr>
          <p:cNvSpPr>
            <a:spLocks noGrp="1"/>
          </p:cNvSpPr>
          <p:nvPr>
            <p:ph type="body" sz="quarter" idx="13"/>
          </p:nvPr>
        </p:nvSpPr>
        <p:spPr>
          <a:xfrm>
            <a:off x="565150" y="2980224"/>
            <a:ext cx="2233891" cy="2109302"/>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954394C-9F22-4B5A-7E4B-43D03EE746EF}"/>
              </a:ext>
            </a:extLst>
          </p:cNvPr>
          <p:cNvSpPr>
            <a:spLocks noGrp="1"/>
          </p:cNvSpPr>
          <p:nvPr>
            <p:ph type="title"/>
          </p:nvPr>
        </p:nvSpPr>
        <p:spPr/>
        <p:txBody>
          <a:bodyPr vert="horz"/>
          <a:lstStyle/>
          <a:p>
            <a:r>
              <a:rPr lang="en-US"/>
              <a:t>Click to edit Master title style</a:t>
            </a:r>
          </a:p>
        </p:txBody>
      </p:sp>
      <p:sp>
        <p:nvSpPr>
          <p:cNvPr id="14" name="Chart Placeholder 13">
            <a:extLst>
              <a:ext uri="{FF2B5EF4-FFF2-40B4-BE49-F238E27FC236}">
                <a16:creationId xmlns:a16="http://schemas.microsoft.com/office/drawing/2014/main" xmlns="" id="{5113F86D-1D68-351E-ADD3-B7DE5D59EAE7}"/>
              </a:ext>
            </a:extLst>
          </p:cNvPr>
          <p:cNvSpPr>
            <a:spLocks noGrp="1"/>
          </p:cNvSpPr>
          <p:nvPr>
            <p:ph type="chart" sz="quarter" idx="14"/>
          </p:nvPr>
        </p:nvSpPr>
        <p:spPr>
          <a:xfrm>
            <a:off x="3203575" y="1466850"/>
            <a:ext cx="8578850" cy="4829175"/>
          </a:xfrm>
        </p:spPr>
        <p:txBody>
          <a:bodyPr/>
          <a:lstStyle/>
          <a:p>
            <a:r>
              <a:rPr lang="en-US"/>
              <a:t>Click icon to add chart</a:t>
            </a:r>
          </a:p>
        </p:txBody>
      </p:sp>
      <p:sp>
        <p:nvSpPr>
          <p:cNvPr id="2" name="Text Placeholder 6">
            <a:extLst>
              <a:ext uri="{FF2B5EF4-FFF2-40B4-BE49-F238E27FC236}">
                <a16:creationId xmlns:a16="http://schemas.microsoft.com/office/drawing/2014/main" xmlns="" id="{41FFC367-0203-EC0E-10DF-B81D77491CB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61907066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Data 2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19857800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0188"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EE477F8F-6692-5296-4EE7-501A58D2B20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a16="http://schemas.microsoft.com/office/drawing/2014/main" xmlns="" id="{45FED2EC-A49F-30F9-9C6A-12C70193719E}"/>
              </a:ext>
            </a:extLst>
          </p:cNvPr>
          <p:cNvSpPr>
            <a:spLocks noGrp="1"/>
          </p:cNvSpPr>
          <p:nvPr>
            <p:ph type="body" sz="quarter" idx="13"/>
          </p:nvPr>
        </p:nvSpPr>
        <p:spPr>
          <a:xfrm>
            <a:off x="565150" y="2980224"/>
            <a:ext cx="2233891" cy="2109302"/>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954394C-9F22-4B5A-7E4B-43D03EE746EF}"/>
              </a:ext>
            </a:extLst>
          </p:cNvPr>
          <p:cNvSpPr>
            <a:spLocks noGrp="1"/>
          </p:cNvSpPr>
          <p:nvPr>
            <p:ph type="title"/>
          </p:nvPr>
        </p:nvSpPr>
        <p:spPr/>
        <p:txBody>
          <a:bodyPr vert="horz"/>
          <a:lstStyle/>
          <a:p>
            <a:r>
              <a:rPr lang="en-US"/>
              <a:t>Click to edit Master title style</a:t>
            </a:r>
          </a:p>
        </p:txBody>
      </p:sp>
      <p:sp>
        <p:nvSpPr>
          <p:cNvPr id="14" name="Chart Placeholder 13">
            <a:extLst>
              <a:ext uri="{FF2B5EF4-FFF2-40B4-BE49-F238E27FC236}">
                <a16:creationId xmlns:a16="http://schemas.microsoft.com/office/drawing/2014/main" xmlns="" id="{5113F86D-1D68-351E-ADD3-B7DE5D59EAE7}"/>
              </a:ext>
            </a:extLst>
          </p:cNvPr>
          <p:cNvSpPr>
            <a:spLocks noGrp="1"/>
          </p:cNvSpPr>
          <p:nvPr>
            <p:ph type="chart" sz="quarter" idx="14"/>
          </p:nvPr>
        </p:nvSpPr>
        <p:spPr>
          <a:xfrm>
            <a:off x="3203575" y="1466850"/>
            <a:ext cx="8578850" cy="4829175"/>
          </a:xfrm>
        </p:spPr>
        <p:txBody>
          <a:bodyPr/>
          <a:lstStyle/>
          <a:p>
            <a:r>
              <a:rPr lang="en-US"/>
              <a:t>Click icon to add chart</a:t>
            </a:r>
          </a:p>
        </p:txBody>
      </p:sp>
      <p:sp>
        <p:nvSpPr>
          <p:cNvPr id="2" name="Text Placeholder 6">
            <a:extLst>
              <a:ext uri="{FF2B5EF4-FFF2-40B4-BE49-F238E27FC236}">
                <a16:creationId xmlns:a16="http://schemas.microsoft.com/office/drawing/2014/main" xmlns="" id="{BA9A9E04-9AC1-B2EA-811C-A2EBF8AC04EE}"/>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284486658"/>
      </p:ext>
    </p:extLst>
  </p:cSld>
  <p:clrMapOvr>
    <a:overrideClrMapping bg1="dk1" tx1="lt1" bg2="dk2" tx2="lt2" accent1="accent1" accent2="accent2" accent3="accent3" accent4="accent4" accent5="accent5" accent6="accent6" hlink="hlink" folHlink="folHlink"/>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Data, ful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A19A38-4850-E5CA-EB9F-F82D965F923D}"/>
              </a:ext>
            </a:extLst>
          </p:cNvPr>
          <p:cNvSpPr>
            <a:spLocks noGrp="1"/>
          </p:cNvSpPr>
          <p:nvPr>
            <p:ph type="title"/>
          </p:nvPr>
        </p:nvSpPr>
        <p:spPr/>
        <p:txBody>
          <a:bodyPr/>
          <a:lstStyle/>
          <a:p>
            <a:r>
              <a:rPr lang="en-US"/>
              <a:t>Click to edit Master title style</a:t>
            </a:r>
          </a:p>
        </p:txBody>
      </p:sp>
      <p:sp>
        <p:nvSpPr>
          <p:cNvPr id="5" name="Content Placeholder 2">
            <a:extLst>
              <a:ext uri="{FF2B5EF4-FFF2-40B4-BE49-F238E27FC236}">
                <a16:creationId xmlns:a16="http://schemas.microsoft.com/office/drawing/2014/main" xmlns="" id="{0C5DB361-3B1E-9FE8-36F0-4FD95E6B270D}"/>
              </a:ext>
            </a:extLst>
          </p:cNvPr>
          <p:cNvSpPr>
            <a:spLocks noGrp="1"/>
          </p:cNvSpPr>
          <p:nvPr>
            <p:ph idx="1"/>
          </p:nvPr>
        </p:nvSpPr>
        <p:spPr>
          <a:xfrm>
            <a:off x="565149" y="1617663"/>
            <a:ext cx="11066462"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6">
            <a:extLst>
              <a:ext uri="{FF2B5EF4-FFF2-40B4-BE49-F238E27FC236}">
                <a16:creationId xmlns:a16="http://schemas.microsoft.com/office/drawing/2014/main" xmlns="" id="{CAED40FF-941F-42AC-B9C9-FBF2A861FE5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16468143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Data, full (Carbo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A19A38-4850-E5CA-EB9F-F82D965F923D}"/>
              </a:ext>
            </a:extLst>
          </p:cNvPr>
          <p:cNvSpPr>
            <a:spLocks noGrp="1"/>
          </p:cNvSpPr>
          <p:nvPr>
            <p:ph type="title"/>
          </p:nvPr>
        </p:nvSpPr>
        <p:spPr/>
        <p:txBody>
          <a:bodyPr/>
          <a:lstStyle/>
          <a:p>
            <a:r>
              <a:rPr lang="en-US"/>
              <a:t>Click to edit Master title style</a:t>
            </a:r>
          </a:p>
        </p:txBody>
      </p:sp>
      <p:sp>
        <p:nvSpPr>
          <p:cNvPr id="5" name="Content Placeholder 2">
            <a:extLst>
              <a:ext uri="{FF2B5EF4-FFF2-40B4-BE49-F238E27FC236}">
                <a16:creationId xmlns:a16="http://schemas.microsoft.com/office/drawing/2014/main" xmlns="" id="{0C5DB361-3B1E-9FE8-36F0-4FD95E6B270D}"/>
              </a:ext>
            </a:extLst>
          </p:cNvPr>
          <p:cNvSpPr>
            <a:spLocks noGrp="1"/>
          </p:cNvSpPr>
          <p:nvPr>
            <p:ph idx="1"/>
          </p:nvPr>
        </p:nvSpPr>
        <p:spPr>
          <a:xfrm>
            <a:off x="565149" y="1617663"/>
            <a:ext cx="11066462"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6">
            <a:extLst>
              <a:ext uri="{FF2B5EF4-FFF2-40B4-BE49-F238E27FC236}">
                <a16:creationId xmlns:a16="http://schemas.microsoft.com/office/drawing/2014/main" xmlns="" id="{CAED40FF-941F-42AC-B9C9-FBF2A861FE5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466620873"/>
      </p:ext>
    </p:extLst>
  </p:cSld>
  <p:clrMapOvr>
    <a:overrideClrMapping bg1="dk1" tx1="lt1" bg2="dk2" tx2="lt2" accent1="accent1" accent2="accent2" accent3="accent3" accent4="accent4" accent5="accent5" accent6="accent6" hlink="hlink" folHlink="folHlink"/>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1212"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xmlns=""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433400" y="1305349"/>
            <a:ext cx="11325216" cy="4247317"/>
          </a:xfrm>
          <a:prstGeom prst="rect">
            <a:avLst/>
          </a:prstGeom>
          <a:noFill/>
        </p:spPr>
        <p:txBody>
          <a:bodyPr wrap="none" lIns="0" tIns="0" rIns="0" bIns="0" rtlCol="0" anchor="ctr">
            <a:spAutoFit/>
          </a:bodyPr>
          <a:lstStyle/>
          <a:p>
            <a:pPr algn="ctr"/>
            <a:r>
              <a:rPr lang="en-US" sz="13800"/>
              <a:t>Section divider</a:t>
            </a:r>
          </a:p>
          <a:p>
            <a:pPr algn="ctr"/>
            <a:r>
              <a:rPr lang="en-US" sz="13800"/>
              <a:t>layouts</a:t>
            </a:r>
          </a:p>
        </p:txBody>
      </p:sp>
    </p:spTree>
    <p:extLst>
      <p:ext uri="{BB962C8B-B14F-4D97-AF65-F5344CB8AC3E}">
        <p14:creationId xmlns:p14="http://schemas.microsoft.com/office/powerpoint/2010/main" val="792021328"/>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Divider 1 (Tan)">
    <p:bg>
      <p:bgRef idx="1001">
        <a:schemeClr val="bg2"/>
      </p:bgRef>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27471323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2236"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a16="http://schemas.microsoft.com/office/drawing/2014/main" xmlns=""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27050"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4137114648"/>
      </p:ext>
    </p:extLst>
  </p:cSld>
  <p:clrMapOvr>
    <a:overrideClrMapping bg1="lt1" tx1="dk1" bg2="lt2" tx2="dk2" accent1="accent1" accent2="accent2" accent3="accent3" accent4="accent4" accent5="accent5" accent6="accent6" hlink="hlink" folHlink="folHlink"/>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Divider 2 (Tan)">
    <p:bg>
      <p:bgRef idx="1001">
        <a:schemeClr val="bg2"/>
      </p:bgRef>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46306660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3260"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a16="http://schemas.microsoft.com/office/drawing/2014/main" xmlns=""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tx1"/>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582189056"/>
      </p:ext>
    </p:extLst>
  </p:cSld>
  <p:clrMapOvr>
    <a:overrideClrMapping bg1="lt1" tx1="dk1" bg2="lt2" tx2="dk2" accent1="accent1" accent2="accent2" accent3="accent3" accent4="accent4" accent5="accent5" accent6="accent6" hlink="hlink" folHlink="folHlink"/>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Divider 1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318974389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4284"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a16="http://schemas.microsoft.com/office/drawing/2014/main" xmlns=""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rgbClr val="BEB4AA"/>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627735879"/>
      </p:ext>
    </p:extLst>
  </p:cSld>
  <p:clrMapOvr>
    <a:overrideClrMapping bg1="dk1" tx1="lt1" bg2="dk2" tx2="lt2" accent1="accent1" accent2="accent2" accent3="accent3" accent4="accent4" accent5="accent5" accent6="accent6" hlink="hlink" folHlink="folHlink"/>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Divider 2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90724929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5308"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a16="http://schemas.microsoft.com/office/drawing/2014/main" xmlns=""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chemeClr val="bg2"/>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765093722"/>
      </p:ext>
    </p:extLst>
  </p:cSld>
  <p:clrMapOvr>
    <a:overrideClrMapping bg1="dk1" tx1="lt1" bg2="dk2" tx2="lt2" accent1="accent1" accent2="accent2" accent3="accent3" accent4="accent4" accent5="accent5" accent6="accent6" hlink="hlink" folHlink="folHlink"/>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Divider 3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242813344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6332"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a16="http://schemas.microsoft.com/office/drawing/2014/main" xmlns=""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bg2"/>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685114311"/>
      </p:ext>
    </p:extLst>
  </p:cSld>
  <p:clrMapOvr>
    <a:overrideClrMapping bg1="dk1" tx1="lt1" bg2="dk2" tx2="lt2" accent1="accent1" accent2="accent2" accent3="accent3" accent4="accent4" accent5="accent5" accent6="accent6" hlink="hlink" folHlink="folHlink"/>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Divider 1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403139182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7356"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a16="http://schemas.microsoft.com/office/drawing/2014/main" xmlns=""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rgbClr val="BEB4AA"/>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2077188696"/>
      </p:ext>
    </p:extLst>
  </p:cSld>
  <p:clrMapOvr>
    <a:overrideClrMapping bg1="dk1" tx1="lt1" bg2="dk2" tx2="lt2" accent1="accent1" accent2="accent2" accent3="accent3" accent4="accent4" accent5="accent5" accent6="accent6" hlink="hlink" folHlink="folHlink"/>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Divider 2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109969869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8380"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a16="http://schemas.microsoft.com/office/drawing/2014/main" xmlns=""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chemeClr val="bg2"/>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187393522"/>
      </p:ext>
    </p:extLst>
  </p:cSld>
  <p:clrMapOvr>
    <a:overrideClrMapping bg1="dk1" tx1="lt1" bg2="dk2" tx2="lt2" accent1="accent1" accent2="accent2" accent3="accent3" accent4="accent4" accent5="accent5" accent6="accent6" hlink="hlink" folHlink="folHlink"/>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Divider 3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60890081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9404"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a16="http://schemas.microsoft.com/office/drawing/2014/main" xmlns=""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bg2"/>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35177267"/>
      </p:ext>
    </p:extLst>
  </p:cSld>
  <p:clrMapOvr>
    <a:overrideClrMapping bg1="dk1" tx1="lt1" bg2="dk2" tx2="lt2" accent1="accent1" accent2="accent2" accent3="accent3" accent4="accent4" accent5="accent5" accent6="accent6" hlink="hlink" folHlink="folHlink"/>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0428"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xmlns=""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2232864" y="1305349"/>
            <a:ext cx="7726282" cy="4247317"/>
          </a:xfrm>
          <a:prstGeom prst="rect">
            <a:avLst/>
          </a:prstGeom>
          <a:noFill/>
        </p:spPr>
        <p:txBody>
          <a:bodyPr wrap="none" lIns="0" tIns="0" rIns="0" bIns="0" rtlCol="0" anchor="ctr">
            <a:spAutoFit/>
          </a:bodyPr>
          <a:lstStyle/>
          <a:p>
            <a:pPr algn="ctr"/>
            <a:r>
              <a:rPr lang="en-US" sz="13800"/>
              <a:t>Large text </a:t>
            </a:r>
          </a:p>
          <a:p>
            <a:pPr algn="ctr"/>
            <a:r>
              <a:rPr lang="en-US" sz="13800"/>
              <a:t>layouts</a:t>
            </a:r>
          </a:p>
        </p:txBody>
      </p:sp>
    </p:spTree>
    <p:extLst>
      <p:ext uri="{BB962C8B-B14F-4D97-AF65-F5344CB8AC3E}">
        <p14:creationId xmlns:p14="http://schemas.microsoft.com/office/powerpoint/2010/main" val="2680907376"/>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Large Text">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39598772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1452"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3454910149"/>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Large Text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39598772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2476"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3611418797"/>
      </p:ext>
    </p:extLst>
  </p:cSld>
  <p:clrMapOvr>
    <a:overrideClrMapping bg1="lt1" tx1="dk1" bg2="lt2" tx2="dk2" accent1="accent1" accent2="accent2" accent3="accent3" accent4="accent4" accent5="accent5" accent6="accent6" hlink="hlink" folHlink="folHlink"/>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Large Text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39598772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3500"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2575330997"/>
      </p:ext>
    </p:extLst>
  </p:cSld>
  <p:clrMapOvr>
    <a:overrideClrMapping bg1="dk1" tx1="lt1" bg2="dk2" tx2="lt2" accent1="accent1" accent2="accent2" accent3="accent3" accent4="accent4" accent5="accent5" accent6="accent6" hlink="hlink" folHlink="folHlink"/>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Large Text, patter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32221633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4524"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8" name="Graphic 7">
            <a:extLst>
              <a:ext uri="{FF2B5EF4-FFF2-40B4-BE49-F238E27FC236}">
                <a16:creationId xmlns:a16="http://schemas.microsoft.com/office/drawing/2014/main" xmlns="" id="{703D0EC0-800C-017B-115C-E6C2A79F739E}"/>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
        <p:nvSpPr>
          <p:cNvPr id="9" name="Page# static">
            <a:extLst>
              <a:ext uri="{FF2B5EF4-FFF2-40B4-BE49-F238E27FC236}">
                <a16:creationId xmlns:a16="http://schemas.microsoft.com/office/drawing/2014/main" xmlns="" id="{961FCCAC-9A14-EABD-E6FC-0250DF9CC614}"/>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3" name="TextBox 2">
            <a:extLst>
              <a:ext uri="{FF2B5EF4-FFF2-40B4-BE49-F238E27FC236}">
                <a16:creationId xmlns:a16="http://schemas.microsoft.com/office/drawing/2014/main" xmlns="" id="{C5A28A1E-C0C1-68F9-2CC0-E47E8E939C27}"/>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t>Tenarai</a:t>
            </a:r>
          </a:p>
        </p:txBody>
      </p:sp>
    </p:spTree>
    <p:extLst>
      <p:ext uri="{BB962C8B-B14F-4D97-AF65-F5344CB8AC3E}">
        <p14:creationId xmlns:p14="http://schemas.microsoft.com/office/powerpoint/2010/main" val="1084336887"/>
      </p:ext>
    </p:extLst>
  </p:cSld>
  <p:clrMapOvr>
    <a:overrideClrMapping bg1="lt1" tx1="dk1" bg2="lt2" tx2="dk2" accent1="accent1" accent2="accent2" accent3="accent3" accent4="accent4" accent5="accent5" accent6="accent6" hlink="hlink" folHlink="folHlink"/>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Large Text, pattern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38848687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5548"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4" name="Graphic 3">
            <a:extLst>
              <a:ext uri="{FF2B5EF4-FFF2-40B4-BE49-F238E27FC236}">
                <a16:creationId xmlns:a16="http://schemas.microsoft.com/office/drawing/2014/main" xmlns="" id="{0EAE06A4-0CF9-D5F6-2C1C-A4EA49DA4107}"/>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
        <p:nvSpPr>
          <p:cNvPr id="12" name="Page# static">
            <a:extLst>
              <a:ext uri="{FF2B5EF4-FFF2-40B4-BE49-F238E27FC236}">
                <a16:creationId xmlns:a16="http://schemas.microsoft.com/office/drawing/2014/main" xmlns="" id="{CFD9CA61-A5D4-A8B1-D137-7AE49157FD8B}"/>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3" name="TextBox 2">
            <a:extLst>
              <a:ext uri="{FF2B5EF4-FFF2-40B4-BE49-F238E27FC236}">
                <a16:creationId xmlns:a16="http://schemas.microsoft.com/office/drawing/2014/main" xmlns="" id="{D2A8C3E6-DD95-5B46-D797-E225A8A1F31E}"/>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t>Tenarai</a:t>
            </a:r>
          </a:p>
        </p:txBody>
      </p:sp>
    </p:spTree>
    <p:extLst>
      <p:ext uri="{BB962C8B-B14F-4D97-AF65-F5344CB8AC3E}">
        <p14:creationId xmlns:p14="http://schemas.microsoft.com/office/powerpoint/2010/main" val="2585207842"/>
      </p:ext>
    </p:extLst>
  </p:cSld>
  <p:clrMapOvr>
    <a:overrideClrMapping bg1="dk1" tx1="lt1" bg2="dk2" tx2="lt2" accent1="accent1" accent2="accent2" accent3="accent3" accent4="accent4" accent5="accent5" accent6="accent6" hlink="hlink" folHlink="folHlink"/>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Quote Large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1218237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6572"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a16="http://schemas.microsoft.com/office/drawing/2014/main" xmlns="" id="{9BBEBE0E-152D-A16F-3630-C71A21EECEDC}"/>
              </a:ext>
            </a:extLst>
          </p:cNvPr>
          <p:cNvSpPr>
            <a:spLocks noGrp="1" noRot="1" noMove="1" noResize="1" noEditPoints="1" noAdjustHandles="1" noChangeArrowheads="1" noChangeShapeType="1"/>
          </p:cNvSpPr>
          <p:nvPr/>
        </p:nvSpPr>
        <p:spPr>
          <a:xfrm>
            <a:off x="8491622"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chemeClr val="tx2"/>
          </a:solidFill>
          <a:ln w="9525" cap="flat">
            <a:noFill/>
            <a:prstDash val="solid"/>
            <a:miter/>
          </a:ln>
        </p:spPr>
        <p:txBody>
          <a:bodyPr/>
          <a:lstStyle/>
          <a:p>
            <a:endParaRPr lang="en-US"/>
          </a:p>
        </p:txBody>
      </p:sp>
      <p:sp>
        <p:nvSpPr>
          <p:cNvPr id="13" name="Graphic 6">
            <a:extLst>
              <a:ext uri="{FF2B5EF4-FFF2-40B4-BE49-F238E27FC236}">
                <a16:creationId xmlns:a16="http://schemas.microsoft.com/office/drawing/2014/main" xmlns="" id="{5704A31B-9B6E-C2A6-8DE0-7AD2C158968C}"/>
              </a:ext>
            </a:extLst>
          </p:cNvPr>
          <p:cNvSpPr>
            <a:spLocks noGrp="1" noRot="1" noMove="1" noResize="1" noEditPoints="1" noAdjustHandles="1" noChangeArrowheads="1" noChangeShapeType="1"/>
          </p:cNvSpPr>
          <p:nvPr userDrawn="1"/>
        </p:nvSpPr>
        <p:spPr>
          <a:xfrm>
            <a:off x="4512935"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chemeClr val="tx2"/>
          </a:solidFill>
          <a:ln w="9525" cap="flat">
            <a:noFill/>
            <a:prstDash val="solid"/>
            <a:miter/>
          </a:ln>
        </p:spPr>
        <p:txBody>
          <a:bodyPr/>
          <a:lstStyle/>
          <a:p>
            <a:endParaRPr lang="en-US"/>
          </a:p>
        </p:txBody>
      </p:sp>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617663"/>
            <a:ext cx="9158288" cy="3773488"/>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3663239371"/>
      </p:ext>
    </p:extLst>
  </p:cSld>
  <p:clrMapOvr>
    <a:overrideClrMapping bg1="lt1" tx1="dk1" bg2="lt2" tx2="dk2" accent1="accent1" accent2="accent2" accent3="accent3" accent4="accent4" accent5="accent5" accent6="accent6" hlink="hlink" folHlink="folHlink"/>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Quote Large (Carbon)">
    <p:bg>
      <p:bgRef idx="1001">
        <a:schemeClr val="bg1"/>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1218237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7596"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a16="http://schemas.microsoft.com/office/drawing/2014/main" xmlns="" id="{9BBEBE0E-152D-A16F-3630-C71A21EECEDC}"/>
              </a:ext>
            </a:extLst>
          </p:cNvPr>
          <p:cNvSpPr>
            <a:spLocks noGrp="1" noRot="1" noMove="1" noResize="1" noEditPoints="1" noAdjustHandles="1" noChangeArrowheads="1" noChangeShapeType="1"/>
          </p:cNvSpPr>
          <p:nvPr/>
        </p:nvSpPr>
        <p:spPr>
          <a:xfrm>
            <a:off x="8491622"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rgbClr val="1E321E"/>
          </a:solidFill>
          <a:ln w="9525" cap="flat">
            <a:noFill/>
            <a:prstDash val="solid"/>
            <a:miter/>
          </a:ln>
        </p:spPr>
        <p:txBody>
          <a:bodyPr/>
          <a:lstStyle/>
          <a:p>
            <a:endParaRPr lang="en-US"/>
          </a:p>
        </p:txBody>
      </p:sp>
      <p:sp>
        <p:nvSpPr>
          <p:cNvPr id="13" name="Graphic 6">
            <a:extLst>
              <a:ext uri="{FF2B5EF4-FFF2-40B4-BE49-F238E27FC236}">
                <a16:creationId xmlns:a16="http://schemas.microsoft.com/office/drawing/2014/main" xmlns="" id="{5704A31B-9B6E-C2A6-8DE0-7AD2C158968C}"/>
              </a:ext>
            </a:extLst>
          </p:cNvPr>
          <p:cNvSpPr>
            <a:spLocks noGrp="1" noRot="1" noMove="1" noResize="1" noEditPoints="1" noAdjustHandles="1" noChangeArrowheads="1" noChangeShapeType="1"/>
          </p:cNvSpPr>
          <p:nvPr userDrawn="1"/>
        </p:nvSpPr>
        <p:spPr>
          <a:xfrm>
            <a:off x="4512935"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rgbClr val="1E321E"/>
          </a:solidFill>
          <a:ln w="9525" cap="flat">
            <a:noFill/>
            <a:prstDash val="solid"/>
            <a:miter/>
          </a:ln>
        </p:spPr>
        <p:txBody>
          <a:bodyPr/>
          <a:lstStyle/>
          <a:p>
            <a:endParaRPr lang="en-US"/>
          </a:p>
        </p:txBody>
      </p:sp>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617663"/>
            <a:ext cx="9158288" cy="3773488"/>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2510580788"/>
      </p:ext>
    </p:extLst>
  </p:cSld>
  <p:clrMapOvr>
    <a:overrideClrMapping bg1="dk1" tx1="lt1" bg2="dk2" tx2="lt2" accent1="accent1" accent2="accent2" accent3="accent3" accent4="accent4" accent5="accent5" accent6="accent6" hlink="hlink" folHlink="folHlink"/>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Quote Small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108311216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8620"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a16="http://schemas.microsoft.com/office/drawing/2014/main" xmlns="" id="{9BBEBE0E-152D-A16F-3630-C71A21EECEDC}"/>
              </a:ext>
            </a:extLst>
          </p:cNvPr>
          <p:cNvSpPr>
            <a:spLocks noGrp="1" noRot="1" noChangeAspect="1" noMove="1" noResize="1" noEditPoints="1" noAdjustHandles="1" noChangeArrowheads="1" noChangeShapeType="1"/>
          </p:cNvSpPr>
          <p:nvPr/>
        </p:nvSpPr>
        <p:spPr>
          <a:xfrm>
            <a:off x="10145268"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bg2"/>
            </a:solidFill>
            <a:prstDash val="solid"/>
            <a:miter/>
          </a:ln>
        </p:spPr>
        <p:txBody>
          <a:bodyPr/>
          <a:lstStyle/>
          <a:p>
            <a:endParaRPr lang="en-US"/>
          </a:p>
        </p:txBody>
      </p:sp>
      <p:sp>
        <p:nvSpPr>
          <p:cNvPr id="5" name="Graphic 6">
            <a:extLst>
              <a:ext uri="{FF2B5EF4-FFF2-40B4-BE49-F238E27FC236}">
                <a16:creationId xmlns:a16="http://schemas.microsoft.com/office/drawing/2014/main" xmlns="" id="{8A7C7FDA-9484-79E1-3FBC-E8E366DADB95}"/>
              </a:ext>
            </a:extLst>
          </p:cNvPr>
          <p:cNvSpPr>
            <a:spLocks noGrp="1" noRot="1" noChangeAspect="1" noMove="1" noResize="1" noEditPoints="1" noAdjustHandles="1" noChangeArrowheads="1" noChangeShapeType="1"/>
          </p:cNvSpPr>
          <p:nvPr userDrawn="1"/>
        </p:nvSpPr>
        <p:spPr>
          <a:xfrm>
            <a:off x="8239686"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bg2"/>
            </a:solidFill>
            <a:prstDash val="solid"/>
            <a:miter/>
          </a:ln>
        </p:spPr>
        <p:txBody>
          <a:bodyPr/>
          <a:lstStyle/>
          <a:p>
            <a:endParaRPr lang="en-US"/>
          </a:p>
        </p:txBody>
      </p:sp>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466851"/>
            <a:ext cx="9158288" cy="3924300"/>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3353556208"/>
      </p:ext>
    </p:extLst>
  </p:cSld>
  <p:clrMapOvr>
    <a:overrideClrMapping bg1="dk1" tx1="lt1" bg2="dk2" tx2="lt2" accent1="accent1" accent2="accent2" accent3="accent3" accent4="accent4" accent5="accent5" accent6="accent6" hlink="hlink" folHlink="folHlink"/>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Quote Small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108311216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9644"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a16="http://schemas.microsoft.com/office/drawing/2014/main" xmlns="" id="{9BBEBE0E-152D-A16F-3630-C71A21EECEDC}"/>
              </a:ext>
            </a:extLst>
          </p:cNvPr>
          <p:cNvSpPr>
            <a:spLocks noGrp="1" noRot="1" noChangeAspect="1" noMove="1" noResize="1" noEditPoints="1" noAdjustHandles="1" noChangeArrowheads="1" noChangeShapeType="1"/>
          </p:cNvSpPr>
          <p:nvPr/>
        </p:nvSpPr>
        <p:spPr>
          <a:xfrm>
            <a:off x="10145268"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tx2"/>
            </a:solidFill>
            <a:prstDash val="solid"/>
            <a:miter/>
          </a:ln>
        </p:spPr>
        <p:txBody>
          <a:bodyPr/>
          <a:lstStyle/>
          <a:p>
            <a:endParaRPr lang="en-US"/>
          </a:p>
        </p:txBody>
      </p:sp>
      <p:sp>
        <p:nvSpPr>
          <p:cNvPr id="5" name="Graphic 6">
            <a:extLst>
              <a:ext uri="{FF2B5EF4-FFF2-40B4-BE49-F238E27FC236}">
                <a16:creationId xmlns:a16="http://schemas.microsoft.com/office/drawing/2014/main" xmlns="" id="{8A7C7FDA-9484-79E1-3FBC-E8E366DADB95}"/>
              </a:ext>
            </a:extLst>
          </p:cNvPr>
          <p:cNvSpPr>
            <a:spLocks noGrp="1" noRot="1" noChangeAspect="1" noMove="1" noResize="1" noEditPoints="1" noAdjustHandles="1" noChangeArrowheads="1" noChangeShapeType="1"/>
          </p:cNvSpPr>
          <p:nvPr userDrawn="1"/>
        </p:nvSpPr>
        <p:spPr>
          <a:xfrm>
            <a:off x="8239686"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tx2"/>
            </a:solidFill>
            <a:prstDash val="solid"/>
            <a:miter/>
          </a:ln>
        </p:spPr>
        <p:txBody>
          <a:bodyPr/>
          <a:lstStyle/>
          <a:p>
            <a:endParaRPr lang="en-US"/>
          </a:p>
        </p:txBody>
      </p:sp>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466851"/>
            <a:ext cx="9158288" cy="3924300"/>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1009917161"/>
      </p:ext>
    </p:extLst>
  </p:cSld>
  <p:clrMapOvr>
    <a:overrideClrMapping bg1="lt1" tx1="dk1" bg2="lt2" tx2="dk2" accent1="accent1" accent2="accent2" accent3="accent3" accent4="accent4" accent5="accent5" accent6="accent6" hlink="hlink" folHlink="folHlink"/>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0668"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xmlns=""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1437038" y="1305349"/>
            <a:ext cx="9317936" cy="4247317"/>
          </a:xfrm>
          <a:prstGeom prst="rect">
            <a:avLst/>
          </a:prstGeom>
          <a:noFill/>
        </p:spPr>
        <p:txBody>
          <a:bodyPr wrap="none" lIns="0" tIns="0" rIns="0" bIns="0" rtlCol="0" anchor="ctr">
            <a:spAutoFit/>
          </a:bodyPr>
          <a:lstStyle/>
          <a:p>
            <a:pPr algn="ctr"/>
            <a:r>
              <a:rPr lang="en-US" sz="13800"/>
              <a:t>Text + Image</a:t>
            </a:r>
          </a:p>
          <a:p>
            <a:pPr algn="ctr"/>
            <a:r>
              <a:rPr lang="en-US" sz="13800"/>
              <a:t>layouts</a:t>
            </a:r>
          </a:p>
        </p:txBody>
      </p:sp>
    </p:spTree>
    <p:extLst>
      <p:ext uri="{BB962C8B-B14F-4D97-AF65-F5344CB8AC3E}">
        <p14:creationId xmlns:p14="http://schemas.microsoft.com/office/powerpoint/2010/main" val="97980201"/>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Title Only + Image (white logo)">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4469674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1692"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FBCDB304-8E7D-662C-000E-F6107BE26C4C}"/>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a16="http://schemas.microsoft.com/office/drawing/2014/main" xmlns="" id="{D4560061-E12B-343E-74A9-8D141BE850FC}"/>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50000"/>
              <a:lumOff val="50000"/>
            </a:schemeClr>
          </a:solidFill>
        </p:spPr>
        <p:txBody>
          <a:bodyPr wrap="square">
            <a:noAutofit/>
          </a:bodyPr>
          <a:lstStyle/>
          <a:p>
            <a:r>
              <a:rPr lang="en-US"/>
              <a:t>Click icon to add picture</a:t>
            </a:r>
          </a:p>
        </p:txBody>
      </p:sp>
      <p:sp>
        <p:nvSpPr>
          <p:cNvPr id="5" name="Title 4">
            <a:extLst>
              <a:ext uri="{FF2B5EF4-FFF2-40B4-BE49-F238E27FC236}">
                <a16:creationId xmlns:a16="http://schemas.microsoft.com/office/drawing/2014/main" xmlns="" id="{1E261A2D-5A29-90C5-B92E-37A00CDF7A06}"/>
              </a:ext>
            </a:extLst>
          </p:cNvPr>
          <p:cNvSpPr>
            <a:spLocks noGrp="1"/>
          </p:cNvSpPr>
          <p:nvPr>
            <p:ph type="title"/>
          </p:nvPr>
        </p:nvSpPr>
        <p:spPr/>
        <p:txBody>
          <a:bodyPr vert="horz"/>
          <a:lstStyle>
            <a:lvl1pPr>
              <a:defRPr>
                <a:solidFill>
                  <a:schemeClr val="bg1"/>
                </a:solidFill>
              </a:defRPr>
            </a:lvl1pPr>
          </a:lstStyle>
          <a:p>
            <a:r>
              <a:rPr lang="en-US"/>
              <a:t>Click to edit Master title style</a:t>
            </a:r>
            <a:endParaRPr lang="en-US" dirty="0"/>
          </a:p>
        </p:txBody>
      </p:sp>
      <p:sp>
        <p:nvSpPr>
          <p:cNvPr id="6" name="Slide Number Placeholder 5">
            <a:extLst>
              <a:ext uri="{FF2B5EF4-FFF2-40B4-BE49-F238E27FC236}">
                <a16:creationId xmlns:a16="http://schemas.microsoft.com/office/drawing/2014/main" xmlns="" id="{9EA11B80-ED54-BA49-69A0-DA418072FEF3}"/>
              </a:ext>
            </a:extLst>
          </p:cNvPr>
          <p:cNvSpPr>
            <a:spLocks noGrp="1"/>
          </p:cNvSpPr>
          <p:nvPr>
            <p:ph type="sldNum" sz="quarter" idx="15"/>
          </p:nvPr>
        </p:nvSpPr>
        <p:spPr/>
        <p:txBody>
          <a:bodyPr/>
          <a:lstStyle>
            <a:lvl1pPr>
              <a:defRPr>
                <a:solidFill>
                  <a:schemeClr val="bg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189959411"/>
      </p:ext>
    </p:extLst>
  </p:cSld>
  <p:clrMapOvr>
    <a:overrideClrMapping bg1="lt1" tx1="dk1" bg2="lt2" tx2="dk2" accent1="accent1" accent2="accent2" accent3="accent3" accent4="accent4" accent5="accent5" accent6="accent6" hlink="hlink" folHlink="folHlink"/>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Title Only + Image (dark logo)">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74925352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2716"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FBCDB304-8E7D-662C-000E-F6107BE26C4C}"/>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a16="http://schemas.microsoft.com/office/drawing/2014/main" xmlns="" id="{27A1CDB2-CCE0-BB20-550A-00A6A2BF7F12}"/>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95000"/>
            </a:schemeClr>
          </a:solidFill>
        </p:spPr>
        <p:txBody>
          <a:bodyPr wrap="square">
            <a:noAutofit/>
          </a:bodyPr>
          <a:lstStyle/>
          <a:p>
            <a:r>
              <a:rPr lang="en-US"/>
              <a:t>Click icon to add picture</a:t>
            </a:r>
          </a:p>
        </p:txBody>
      </p:sp>
      <p:sp>
        <p:nvSpPr>
          <p:cNvPr id="5" name="Title 4">
            <a:extLst>
              <a:ext uri="{FF2B5EF4-FFF2-40B4-BE49-F238E27FC236}">
                <a16:creationId xmlns:a16="http://schemas.microsoft.com/office/drawing/2014/main" xmlns="" id="{1E261A2D-5A29-90C5-B92E-37A00CDF7A06}"/>
              </a:ext>
            </a:extLst>
          </p:cNvPr>
          <p:cNvSpPr>
            <a:spLocks noGrp="1"/>
          </p:cNvSpPr>
          <p:nvPr>
            <p:ph type="title"/>
          </p:nvPr>
        </p:nvSpPr>
        <p:spPr/>
        <p:txBody>
          <a:bodyPr vert="horz"/>
          <a:lstStyle>
            <a:lvl1pPr>
              <a:defRPr>
                <a:solidFill>
                  <a:schemeClr val="bg1"/>
                </a:solidFill>
              </a:defRPr>
            </a:lvl1pPr>
          </a:lstStyle>
          <a:p>
            <a:r>
              <a:rPr lang="en-US"/>
              <a:t>Click to edit Master title style</a:t>
            </a:r>
            <a:endParaRPr lang="en-US" dirty="0"/>
          </a:p>
        </p:txBody>
      </p:sp>
      <p:sp>
        <p:nvSpPr>
          <p:cNvPr id="6" name="Slide Number Placeholder 5">
            <a:extLst>
              <a:ext uri="{FF2B5EF4-FFF2-40B4-BE49-F238E27FC236}">
                <a16:creationId xmlns:a16="http://schemas.microsoft.com/office/drawing/2014/main" xmlns="" id="{773BFFBA-BDD4-3A19-5F77-2115BCF77AE5}"/>
              </a:ext>
            </a:extLst>
          </p:cNvPr>
          <p:cNvSpPr>
            <a:spLocks noGrp="1"/>
          </p:cNvSpPr>
          <p:nvPr>
            <p:ph type="sldNum" sz="quarter" idx="15"/>
          </p:nvPr>
        </p:nvSpPr>
        <p:spPr>
          <a:noFill/>
        </p:spPr>
        <p:txBody>
          <a:bodyPr/>
          <a:lstStyle>
            <a:lvl1pPr>
              <a:defRPr>
                <a:solidFill>
                  <a:schemeClr val="bg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3109982044"/>
      </p:ext>
    </p:extLst>
  </p:cSld>
  <p:clrMapOvr>
    <a:overrideClrMapping bg1="dk1" tx1="lt1" bg2="dk2" tx2="lt2" accent1="accent1" accent2="accent2" accent3="accent3" accent4="accent4" accent5="accent5" accent6="accent6" hlink="hlink" folHlink="folHlink"/>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ext + Image, overlay white">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319953968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3740"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FBCDB304-8E7D-662C-000E-F6107BE26C4C}"/>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a16="http://schemas.microsoft.com/office/drawing/2014/main" xmlns="" id="{203AE294-C7C7-AF77-7408-9188832D4394}"/>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95000"/>
            </a:schemeClr>
          </a:solidFill>
        </p:spPr>
        <p:txBody>
          <a:bodyPr wrap="square">
            <a:noAutofit/>
          </a:bodyPr>
          <a:lstStyle/>
          <a:p>
            <a:r>
              <a:rPr lang="en-US"/>
              <a:t>Click icon to add picture</a:t>
            </a:r>
          </a:p>
        </p:txBody>
      </p:sp>
      <p:sp>
        <p:nvSpPr>
          <p:cNvPr id="2" name="Title 1">
            <a:extLst>
              <a:ext uri="{FF2B5EF4-FFF2-40B4-BE49-F238E27FC236}">
                <a16:creationId xmlns:a16="http://schemas.microsoft.com/office/drawing/2014/main" xmlns="" id="{2A8160C1-257C-7AAE-C491-296AF113DC78}"/>
              </a:ext>
            </a:extLst>
          </p:cNvPr>
          <p:cNvSpPr>
            <a:spLocks noGrp="1"/>
          </p:cNvSpPr>
          <p:nvPr>
            <p:ph type="title"/>
          </p:nvPr>
        </p:nvSpPr>
        <p:spPr>
          <a:xfrm>
            <a:off x="565150" y="460374"/>
            <a:ext cx="3479800" cy="2212975"/>
          </a:xfrm>
        </p:spPr>
        <p:txBody>
          <a:bodyPr vert="horz"/>
          <a:lstStyle>
            <a:lvl1pPr>
              <a:defRPr>
                <a:solidFill>
                  <a:schemeClr val="bg1"/>
                </a:solidFill>
              </a:defRPr>
            </a:lvl1pPr>
          </a:lstStyle>
          <a:p>
            <a:r>
              <a:rPr lang="en-US"/>
              <a:t>Click to edit Master title style</a:t>
            </a:r>
          </a:p>
        </p:txBody>
      </p:sp>
      <p:sp>
        <p:nvSpPr>
          <p:cNvPr id="13" name="Text Placeholder 12">
            <a:extLst>
              <a:ext uri="{FF2B5EF4-FFF2-40B4-BE49-F238E27FC236}">
                <a16:creationId xmlns:a16="http://schemas.microsoft.com/office/drawing/2014/main" xmlns="" id="{70DF3DD5-61B4-B393-5871-2AF2ADD0C804}"/>
              </a:ext>
            </a:extLst>
          </p:cNvPr>
          <p:cNvSpPr>
            <a:spLocks noGrp="1"/>
          </p:cNvSpPr>
          <p:nvPr>
            <p:ph type="body" sz="quarter" idx="14"/>
          </p:nvPr>
        </p:nvSpPr>
        <p:spPr>
          <a:xfrm>
            <a:off x="5334000" y="0"/>
            <a:ext cx="6858000" cy="6858000"/>
          </a:xfrm>
          <a:custGeom>
            <a:avLst/>
            <a:gdLst>
              <a:gd name="csX0" fmla="*/ 0 w 6858000"/>
              <a:gd name="csY0" fmla="*/ 0 h 6858000"/>
              <a:gd name="csX1" fmla="*/ 6858000 w 6858000"/>
              <a:gd name="csY1" fmla="*/ 0 h 6858000"/>
              <a:gd name="csX2" fmla="*/ 6858000 w 6858000"/>
              <a:gd name="csY2" fmla="*/ 6858000 h 6858000"/>
              <a:gd name="csX3" fmla="*/ 3429007 w 6858000"/>
              <a:gd name="csY3" fmla="*/ 6858000 h 6858000"/>
              <a:gd name="csX4" fmla="*/ 3429007 w 6858000"/>
              <a:gd name="csY4" fmla="*/ 3428993 h 6858000"/>
              <a:gd name="csX5" fmla="*/ 0 w 6858000"/>
              <a:gd name="csY5" fmla="*/ 3428993 h 6858000"/>
            </a:gdLst>
            <a:ahLst/>
            <a:cxnLst>
              <a:cxn ang="0">
                <a:pos x="csX0" y="csY0"/>
              </a:cxn>
              <a:cxn ang="0">
                <a:pos x="csX1" y="csY1"/>
              </a:cxn>
              <a:cxn ang="0">
                <a:pos x="csX2" y="csY2"/>
              </a:cxn>
              <a:cxn ang="0">
                <a:pos x="csX3" y="csY3"/>
              </a:cxn>
              <a:cxn ang="0">
                <a:pos x="csX4" y="csY4"/>
              </a:cxn>
              <a:cxn ang="0">
                <a:pos x="csX5" y="csY5"/>
              </a:cxn>
            </a:cxnLst>
            <a:rect l="l" t="t" r="r" b="b"/>
            <a:pathLst>
              <a:path w="6858000" h="6858000">
                <a:moveTo>
                  <a:pt x="0" y="0"/>
                </a:moveTo>
                <a:lnTo>
                  <a:pt x="6858000" y="0"/>
                </a:lnTo>
                <a:lnTo>
                  <a:pt x="6858000" y="6858000"/>
                </a:lnTo>
                <a:lnTo>
                  <a:pt x="3429007" y="6858000"/>
                </a:lnTo>
                <a:lnTo>
                  <a:pt x="3429007" y="3428993"/>
                </a:lnTo>
                <a:lnTo>
                  <a:pt x="0" y="3428993"/>
                </a:lnTo>
                <a:close/>
              </a:path>
            </a:pathLst>
          </a:custGeom>
          <a:solidFill>
            <a:schemeClr val="tx1">
              <a:alpha val="65000"/>
            </a:schemeClr>
          </a:solidFill>
        </p:spPr>
        <p:txBody>
          <a:bodyPr wrap="square" lIns="914400" tIns="402336" rIns="1371600">
            <a:noAutofit/>
          </a:bodyPr>
          <a:lstStyle>
            <a:lvl1pPr>
              <a:defRPr sz="1800">
                <a:solidFill>
                  <a:schemeClr val="bg1"/>
                </a:solidFill>
              </a:defRPr>
            </a:lvl1pPr>
            <a:lvl2pPr>
              <a:defRPr sz="1600"/>
            </a:lvl2pPr>
            <a:lvl3pPr>
              <a:defRPr sz="1600"/>
            </a:lvl3pPr>
            <a:lvl4pPr>
              <a:defRPr sz="1600"/>
            </a:lvl4pPr>
            <a:lvl5pPr>
              <a:defRPr sz="1600"/>
            </a:lvl5pPr>
          </a:lstStyle>
          <a:p>
            <a:pPr lvl="0"/>
            <a:r>
              <a:rPr lang="en-US"/>
              <a:t>Click to edit Master text styles</a:t>
            </a:r>
          </a:p>
        </p:txBody>
      </p:sp>
      <p:sp>
        <p:nvSpPr>
          <p:cNvPr id="6" name="Slide Number Placeholder 5">
            <a:extLst>
              <a:ext uri="{FF2B5EF4-FFF2-40B4-BE49-F238E27FC236}">
                <a16:creationId xmlns:a16="http://schemas.microsoft.com/office/drawing/2014/main" xmlns="" id="{CA7C3122-E6F9-FD8C-5516-A3734BC187BE}"/>
              </a:ext>
            </a:extLst>
          </p:cNvPr>
          <p:cNvSpPr>
            <a:spLocks noGrp="1"/>
          </p:cNvSpPr>
          <p:nvPr>
            <p:ph type="sldNum" sz="quarter" idx="16"/>
          </p:nvPr>
        </p:nvSpPr>
        <p:spPr/>
        <p:txBody>
          <a:bodyPr/>
          <a:lstStyle>
            <a:lvl1pPr>
              <a:defRPr>
                <a:solidFill>
                  <a:schemeClr val="tx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2307908238"/>
      </p:ext>
    </p:extLst>
  </p:cSld>
  <p:clrMapOvr>
    <a:overrideClrMapping bg1="dk1" tx1="lt1" bg2="dk2" tx2="lt2" accent1="accent1" accent2="accent2" accent3="accent3" accent4="accent4" accent5="accent5" accent6="accent6" hlink="hlink" folHlink="folHlink"/>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Text + Image, overlay dark">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4438657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4764"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FBCDB304-8E7D-662C-000E-F6107BE26C4C}"/>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a16="http://schemas.microsoft.com/office/drawing/2014/main" xmlns="" id="{185C2D0C-55B8-E2AC-5B89-356BBDF1C98D}"/>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bg1">
              <a:lumMod val="50000"/>
              <a:lumOff val="50000"/>
            </a:schemeClr>
          </a:solidFill>
        </p:spPr>
        <p:txBody>
          <a:bodyPr wrap="square">
            <a:noAutofit/>
          </a:bodyPr>
          <a:lstStyle/>
          <a:p>
            <a:r>
              <a:rPr lang="en-US"/>
              <a:t>Click icon to add picture</a:t>
            </a:r>
          </a:p>
        </p:txBody>
      </p:sp>
      <p:sp>
        <p:nvSpPr>
          <p:cNvPr id="2" name="Title 1">
            <a:extLst>
              <a:ext uri="{FF2B5EF4-FFF2-40B4-BE49-F238E27FC236}">
                <a16:creationId xmlns:a16="http://schemas.microsoft.com/office/drawing/2014/main" xmlns="" id="{2A8160C1-257C-7AAE-C491-296AF113DC78}"/>
              </a:ext>
            </a:extLst>
          </p:cNvPr>
          <p:cNvSpPr>
            <a:spLocks noGrp="1"/>
          </p:cNvSpPr>
          <p:nvPr>
            <p:ph type="title"/>
          </p:nvPr>
        </p:nvSpPr>
        <p:spPr>
          <a:xfrm>
            <a:off x="565150" y="460374"/>
            <a:ext cx="3479800" cy="2212975"/>
          </a:xfrm>
        </p:spPr>
        <p:txBody>
          <a:bodyPr vert="horz"/>
          <a:lstStyle/>
          <a:p>
            <a:r>
              <a:rPr lang="en-US"/>
              <a:t>Click to edit Master title style</a:t>
            </a:r>
          </a:p>
        </p:txBody>
      </p:sp>
      <p:sp>
        <p:nvSpPr>
          <p:cNvPr id="13" name="Text Placeholder 12">
            <a:extLst>
              <a:ext uri="{FF2B5EF4-FFF2-40B4-BE49-F238E27FC236}">
                <a16:creationId xmlns:a16="http://schemas.microsoft.com/office/drawing/2014/main" xmlns="" id="{70DF3DD5-61B4-B393-5871-2AF2ADD0C804}"/>
              </a:ext>
            </a:extLst>
          </p:cNvPr>
          <p:cNvSpPr>
            <a:spLocks noGrp="1"/>
          </p:cNvSpPr>
          <p:nvPr>
            <p:ph type="body" sz="quarter" idx="14"/>
          </p:nvPr>
        </p:nvSpPr>
        <p:spPr>
          <a:xfrm>
            <a:off x="5334000" y="0"/>
            <a:ext cx="6858000" cy="6858000"/>
          </a:xfrm>
          <a:custGeom>
            <a:avLst/>
            <a:gdLst>
              <a:gd name="csX0" fmla="*/ 0 w 6858000"/>
              <a:gd name="csY0" fmla="*/ 0 h 6858000"/>
              <a:gd name="csX1" fmla="*/ 6858000 w 6858000"/>
              <a:gd name="csY1" fmla="*/ 0 h 6858000"/>
              <a:gd name="csX2" fmla="*/ 6858000 w 6858000"/>
              <a:gd name="csY2" fmla="*/ 6858000 h 6858000"/>
              <a:gd name="csX3" fmla="*/ 3429007 w 6858000"/>
              <a:gd name="csY3" fmla="*/ 6858000 h 6858000"/>
              <a:gd name="csX4" fmla="*/ 3429007 w 6858000"/>
              <a:gd name="csY4" fmla="*/ 3428993 h 6858000"/>
              <a:gd name="csX5" fmla="*/ 0 w 6858000"/>
              <a:gd name="csY5" fmla="*/ 3428993 h 6858000"/>
            </a:gdLst>
            <a:ahLst/>
            <a:cxnLst>
              <a:cxn ang="0">
                <a:pos x="csX0" y="csY0"/>
              </a:cxn>
              <a:cxn ang="0">
                <a:pos x="csX1" y="csY1"/>
              </a:cxn>
              <a:cxn ang="0">
                <a:pos x="csX2" y="csY2"/>
              </a:cxn>
              <a:cxn ang="0">
                <a:pos x="csX3" y="csY3"/>
              </a:cxn>
              <a:cxn ang="0">
                <a:pos x="csX4" y="csY4"/>
              </a:cxn>
              <a:cxn ang="0">
                <a:pos x="csX5" y="csY5"/>
              </a:cxn>
            </a:cxnLst>
            <a:rect l="l" t="t" r="r" b="b"/>
            <a:pathLst>
              <a:path w="6858000" h="6858000">
                <a:moveTo>
                  <a:pt x="0" y="0"/>
                </a:moveTo>
                <a:lnTo>
                  <a:pt x="6858000" y="0"/>
                </a:lnTo>
                <a:lnTo>
                  <a:pt x="6858000" y="6858000"/>
                </a:lnTo>
                <a:lnTo>
                  <a:pt x="3429007" y="6858000"/>
                </a:lnTo>
                <a:lnTo>
                  <a:pt x="3429007" y="3428993"/>
                </a:lnTo>
                <a:lnTo>
                  <a:pt x="0" y="3428993"/>
                </a:lnTo>
                <a:close/>
              </a:path>
            </a:pathLst>
          </a:custGeom>
          <a:solidFill>
            <a:schemeClr val="bg1">
              <a:alpha val="30000"/>
            </a:schemeClr>
          </a:solidFill>
        </p:spPr>
        <p:txBody>
          <a:bodyPr wrap="square" lIns="914400" tIns="402336" rIns="1371600">
            <a:noAutofit/>
          </a:bodyPr>
          <a:lstStyle>
            <a:lvl1pPr>
              <a:defRPr sz="1800"/>
            </a:lvl1pPr>
            <a:lvl2pPr>
              <a:defRPr sz="1600"/>
            </a:lvl2pPr>
            <a:lvl3pPr>
              <a:defRPr sz="1600"/>
            </a:lvl3pPr>
            <a:lvl4pPr>
              <a:defRPr sz="1600"/>
            </a:lvl4pPr>
            <a:lvl5pPr>
              <a:defRPr sz="1600"/>
            </a:lvl5pPr>
          </a:lstStyle>
          <a:p>
            <a:pPr lvl="0"/>
            <a:r>
              <a:rPr lang="en-US"/>
              <a:t>Click to edit Master text styles</a:t>
            </a:r>
          </a:p>
        </p:txBody>
      </p:sp>
      <p:sp>
        <p:nvSpPr>
          <p:cNvPr id="6" name="Slide Number Placeholder 5">
            <a:extLst>
              <a:ext uri="{FF2B5EF4-FFF2-40B4-BE49-F238E27FC236}">
                <a16:creationId xmlns:a16="http://schemas.microsoft.com/office/drawing/2014/main" xmlns="" id="{34A4401C-3313-2C03-438B-0B7C7043CEB2}"/>
              </a:ext>
            </a:extLst>
          </p:cNvPr>
          <p:cNvSpPr>
            <a:spLocks noGrp="1"/>
          </p:cNvSpPr>
          <p:nvPr>
            <p:ph type="sldNum" sz="quarter" idx="16"/>
          </p:nvPr>
        </p:nvSpPr>
        <p:spPr/>
        <p:txBody>
          <a:bodyPr/>
          <a:lstStyle>
            <a:lvl1pPr>
              <a:defRPr>
                <a:solidFill>
                  <a:schemeClr val="tx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1886828760"/>
      </p:ext>
    </p:extLst>
  </p:cSld>
  <p:clrMapOvr>
    <a:overrideClrMapping bg1="dk1" tx1="lt1" bg2="dk2" tx2="lt2" accent1="accent1" accent2="accent2" accent3="accent3" accent4="accent4" accent5="accent5" accent6="accent6" hlink="hlink" folHlink="folHlink"/>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ext + Image, 33% lef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68420183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5788"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a16="http://schemas.microsoft.com/office/drawing/2014/main" xmlns=""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4346575" y="0"/>
            <a:ext cx="7845425" cy="6858000"/>
          </a:xfrm>
          <a:solidFill>
            <a:schemeClr val="bg1">
              <a:lumMod val="95000"/>
            </a:schemeClr>
          </a:solidFill>
        </p:spPr>
        <p:txBody>
          <a:bodyPr/>
          <a:lstStyle/>
          <a:p>
            <a:r>
              <a:rPr lang="en-US"/>
              <a:t>Click icon to add picture</a:t>
            </a:r>
          </a:p>
        </p:txBody>
      </p:sp>
      <p:sp>
        <p:nvSpPr>
          <p:cNvPr id="2" name="Title 1">
            <a:extLst>
              <a:ext uri="{FF2B5EF4-FFF2-40B4-BE49-F238E27FC236}">
                <a16:creationId xmlns:a16="http://schemas.microsoft.com/office/drawing/2014/main" xmlns=""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10" name="Text Placeholder 9">
            <a:extLst>
              <a:ext uri="{FF2B5EF4-FFF2-40B4-BE49-F238E27FC236}">
                <a16:creationId xmlns:a16="http://schemas.microsoft.com/office/drawing/2014/main" xmlns="" id="{88403ECA-F93D-BE4E-2FD5-BD8E047A9F00}"/>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7" name="Slide Number Placeholder 6">
            <a:extLst>
              <a:ext uri="{FF2B5EF4-FFF2-40B4-BE49-F238E27FC236}">
                <a16:creationId xmlns:a16="http://schemas.microsoft.com/office/drawing/2014/main" xmlns="" id="{1B7C2440-A050-99BC-6EE3-70279BE5C5F5}"/>
              </a:ext>
            </a:extLst>
          </p:cNvPr>
          <p:cNvSpPr>
            <a:spLocks noGrp="1"/>
          </p:cNvSpPr>
          <p:nvPr>
            <p:ph type="sldNum" sz="quarter" idx="15"/>
          </p:nvPr>
        </p:nvSpPr>
        <p:spPr/>
        <p:txBody>
          <a:bodyPr/>
          <a:lstStyle>
            <a:lvl1pPr>
              <a:defRPr>
                <a:solidFill>
                  <a:schemeClr val="bg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2468471065"/>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ext + Image, 33% Left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16617100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6812"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a16="http://schemas.microsoft.com/office/drawing/2014/main" xmlns=""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4346575" y="0"/>
            <a:ext cx="7845425" cy="6858000"/>
          </a:xfrm>
          <a:solidFill>
            <a:schemeClr val="bg1">
              <a:lumMod val="50000"/>
              <a:lumOff val="50000"/>
            </a:schemeClr>
          </a:solidFill>
        </p:spPr>
        <p:txBody>
          <a:bodyPr/>
          <a:lstStyle/>
          <a:p>
            <a:r>
              <a:rPr lang="en-US"/>
              <a:t>Click icon to add picture</a:t>
            </a:r>
          </a:p>
        </p:txBody>
      </p:sp>
      <p:sp>
        <p:nvSpPr>
          <p:cNvPr id="2" name="Title 1">
            <a:extLst>
              <a:ext uri="{FF2B5EF4-FFF2-40B4-BE49-F238E27FC236}">
                <a16:creationId xmlns:a16="http://schemas.microsoft.com/office/drawing/2014/main" xmlns=""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a16="http://schemas.microsoft.com/office/drawing/2014/main" xmlns="" id="{388A1134-0987-22DD-8DD0-0A995B637E47}"/>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9" name="Slide Number Placeholder 8">
            <a:extLst>
              <a:ext uri="{FF2B5EF4-FFF2-40B4-BE49-F238E27FC236}">
                <a16:creationId xmlns:a16="http://schemas.microsoft.com/office/drawing/2014/main" xmlns="" id="{1E8D5F67-F09B-F6C0-93DE-F3E9F433FD94}"/>
              </a:ext>
            </a:extLst>
          </p:cNvPr>
          <p:cNvSpPr>
            <a:spLocks noGrp="1"/>
          </p:cNvSpPr>
          <p:nvPr>
            <p:ph type="sldNum" sz="quarter" idx="15"/>
          </p:nvPr>
        </p:nvSpPr>
        <p:spPr/>
        <p:txBody>
          <a:bodyPr/>
          <a:lstStyle>
            <a:lvl1pPr>
              <a:defRPr>
                <a:solidFill>
                  <a:schemeClr val="tx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19047549"/>
      </p:ext>
    </p:extLst>
  </p:cSld>
  <p:clrMapOvr>
    <a:overrideClrMapping bg1="dk1" tx1="lt1" bg2="dk2" tx2="lt2" accent1="accent1" accent2="accent2" accent3="accent3" accent4="accent4" accent5="accent5" accent6="accent6" hlink="hlink" folHlink="folHlink"/>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ext + Image, inse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187979771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7836"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a16="http://schemas.microsoft.com/office/drawing/2014/main" xmlns=""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4346575" y="260350"/>
            <a:ext cx="7516368" cy="6035675"/>
          </a:xfrm>
          <a:solidFill>
            <a:schemeClr val="bg1">
              <a:lumMod val="95000"/>
            </a:schemeClr>
          </a:solidFill>
        </p:spPr>
        <p:txBody>
          <a:bodyPr/>
          <a:lstStyle/>
          <a:p>
            <a:r>
              <a:rPr lang="en-US"/>
              <a:t>Click icon to add picture</a:t>
            </a:r>
          </a:p>
        </p:txBody>
      </p:sp>
      <p:sp>
        <p:nvSpPr>
          <p:cNvPr id="2" name="Title 1">
            <a:extLst>
              <a:ext uri="{FF2B5EF4-FFF2-40B4-BE49-F238E27FC236}">
                <a16:creationId xmlns:a16="http://schemas.microsoft.com/office/drawing/2014/main" xmlns=""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a16="http://schemas.microsoft.com/office/drawing/2014/main" xmlns="" id="{E900B526-266F-B612-5C34-062E50CF80F6}"/>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5890174"/>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ext + Image, inset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19638589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8860"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a16="http://schemas.microsoft.com/office/drawing/2014/main" xmlns=""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4346575" y="260350"/>
            <a:ext cx="7516368" cy="6035675"/>
          </a:xfrm>
          <a:solidFill>
            <a:schemeClr val="bg1">
              <a:lumMod val="50000"/>
              <a:lumOff val="50000"/>
            </a:schemeClr>
          </a:solidFill>
        </p:spPr>
        <p:txBody>
          <a:bodyPr/>
          <a:lstStyle/>
          <a:p>
            <a:r>
              <a:rPr lang="en-US"/>
              <a:t>Click icon to add picture</a:t>
            </a:r>
          </a:p>
        </p:txBody>
      </p:sp>
      <p:sp>
        <p:nvSpPr>
          <p:cNvPr id="2" name="Title 1">
            <a:extLst>
              <a:ext uri="{FF2B5EF4-FFF2-40B4-BE49-F238E27FC236}">
                <a16:creationId xmlns:a16="http://schemas.microsoft.com/office/drawing/2014/main" xmlns=""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a16="http://schemas.microsoft.com/office/drawing/2014/main" xmlns="" id="{C8533EED-4FDE-C8A5-79CA-8C8A0202D107}"/>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971719178"/>
      </p:ext>
    </p:extLst>
  </p:cSld>
  <p:clrMapOvr>
    <a:overrideClrMapping bg1="dk1" tx1="lt1" bg2="dk2" tx2="lt2" accent1="accent1" accent2="accent2" accent3="accent3" accent4="accent4" accent5="accent5" accent6="accent6" hlink="hlink" folHlink="folHlink"/>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ext + Image, 2">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4551880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9884"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a16="http://schemas.microsoft.com/office/drawing/2014/main" xmlns=""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565150" y="1481052"/>
            <a:ext cx="5394960"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a16="http://schemas.microsoft.com/office/drawing/2014/main" xmlns="" id="{E900B526-266F-B612-5C34-062E50CF80F6}"/>
              </a:ext>
            </a:extLst>
          </p:cNvPr>
          <p:cNvSpPr>
            <a:spLocks noGrp="1"/>
          </p:cNvSpPr>
          <p:nvPr>
            <p:ph type="body" sz="quarter" idx="13"/>
          </p:nvPr>
        </p:nvSpPr>
        <p:spPr>
          <a:xfrm>
            <a:off x="565149" y="4191001"/>
            <a:ext cx="539496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70CD32A-0F00-F059-B64C-771616DEB459}"/>
              </a:ext>
            </a:extLst>
          </p:cNvPr>
          <p:cNvSpPr>
            <a:spLocks noGrp="1"/>
          </p:cNvSpPr>
          <p:nvPr>
            <p:ph type="title"/>
          </p:nvPr>
        </p:nvSpPr>
        <p:spPr/>
        <p:txBody>
          <a:bodyPr vert="horz"/>
          <a:lstStyle/>
          <a:p>
            <a:r>
              <a:rPr lang="en-US"/>
              <a:t>Click to edit Master title style</a:t>
            </a:r>
          </a:p>
        </p:txBody>
      </p:sp>
      <p:sp>
        <p:nvSpPr>
          <p:cNvPr id="12" name="Picture Placeholder 7">
            <a:extLst>
              <a:ext uri="{FF2B5EF4-FFF2-40B4-BE49-F238E27FC236}">
                <a16:creationId xmlns:a16="http://schemas.microsoft.com/office/drawing/2014/main" xmlns="" id="{F3162975-62F4-436D-4FC6-1EF79CDD4AC2}"/>
              </a:ext>
            </a:extLst>
          </p:cNvPr>
          <p:cNvSpPr>
            <a:spLocks noGrp="1"/>
          </p:cNvSpPr>
          <p:nvPr>
            <p:ph type="pic" sz="quarter" idx="14"/>
          </p:nvPr>
        </p:nvSpPr>
        <p:spPr>
          <a:xfrm>
            <a:off x="6248400" y="1481052"/>
            <a:ext cx="5394960" cy="2416683"/>
          </a:xfrm>
          <a:solidFill>
            <a:schemeClr val="bg1">
              <a:lumMod val="95000"/>
            </a:schemeClr>
          </a:solidFill>
        </p:spPr>
        <p:txBody>
          <a:bodyPr/>
          <a:lstStyle/>
          <a:p>
            <a:r>
              <a:rPr lang="en-US"/>
              <a:t>Click icon to add picture</a:t>
            </a:r>
          </a:p>
        </p:txBody>
      </p:sp>
      <p:sp>
        <p:nvSpPr>
          <p:cNvPr id="13" name="Text Placeholder 9">
            <a:extLst>
              <a:ext uri="{FF2B5EF4-FFF2-40B4-BE49-F238E27FC236}">
                <a16:creationId xmlns:a16="http://schemas.microsoft.com/office/drawing/2014/main" xmlns="" id="{2C720AD6-ACB0-70C4-C4D3-72062B4A44CD}"/>
              </a:ext>
            </a:extLst>
          </p:cNvPr>
          <p:cNvSpPr>
            <a:spLocks noGrp="1"/>
          </p:cNvSpPr>
          <p:nvPr>
            <p:ph type="body" sz="quarter" idx="15"/>
          </p:nvPr>
        </p:nvSpPr>
        <p:spPr>
          <a:xfrm>
            <a:off x="6248399" y="4191001"/>
            <a:ext cx="539496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453052436"/>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ext + Image, 2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4551880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0908"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a16="http://schemas.microsoft.com/office/drawing/2014/main" xmlns=""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565150" y="1481052"/>
            <a:ext cx="5394960"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a16="http://schemas.microsoft.com/office/drawing/2014/main" xmlns="" id="{E900B526-266F-B612-5C34-062E50CF80F6}"/>
              </a:ext>
            </a:extLst>
          </p:cNvPr>
          <p:cNvSpPr>
            <a:spLocks noGrp="1"/>
          </p:cNvSpPr>
          <p:nvPr>
            <p:ph type="body" sz="quarter" idx="13"/>
          </p:nvPr>
        </p:nvSpPr>
        <p:spPr>
          <a:xfrm>
            <a:off x="565149" y="4191001"/>
            <a:ext cx="539496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70CD32A-0F00-F059-B64C-771616DEB459}"/>
              </a:ext>
            </a:extLst>
          </p:cNvPr>
          <p:cNvSpPr>
            <a:spLocks noGrp="1"/>
          </p:cNvSpPr>
          <p:nvPr>
            <p:ph type="title"/>
          </p:nvPr>
        </p:nvSpPr>
        <p:spPr/>
        <p:txBody>
          <a:bodyPr vert="horz"/>
          <a:lstStyle/>
          <a:p>
            <a:r>
              <a:rPr lang="en-US"/>
              <a:t>Click to edit Master title style</a:t>
            </a:r>
          </a:p>
        </p:txBody>
      </p:sp>
      <p:sp>
        <p:nvSpPr>
          <p:cNvPr id="12" name="Picture Placeholder 7">
            <a:extLst>
              <a:ext uri="{FF2B5EF4-FFF2-40B4-BE49-F238E27FC236}">
                <a16:creationId xmlns:a16="http://schemas.microsoft.com/office/drawing/2014/main" xmlns="" id="{F3162975-62F4-436D-4FC6-1EF79CDD4AC2}"/>
              </a:ext>
            </a:extLst>
          </p:cNvPr>
          <p:cNvSpPr>
            <a:spLocks noGrp="1"/>
          </p:cNvSpPr>
          <p:nvPr>
            <p:ph type="pic" sz="quarter" idx="14"/>
          </p:nvPr>
        </p:nvSpPr>
        <p:spPr>
          <a:xfrm>
            <a:off x="6248400" y="1481052"/>
            <a:ext cx="5394960" cy="2416683"/>
          </a:xfrm>
          <a:solidFill>
            <a:schemeClr val="bg1">
              <a:lumMod val="50000"/>
              <a:lumOff val="50000"/>
            </a:schemeClr>
          </a:solidFill>
        </p:spPr>
        <p:txBody>
          <a:bodyPr/>
          <a:lstStyle/>
          <a:p>
            <a:r>
              <a:rPr lang="en-US"/>
              <a:t>Click icon to add picture</a:t>
            </a:r>
          </a:p>
        </p:txBody>
      </p:sp>
      <p:sp>
        <p:nvSpPr>
          <p:cNvPr id="13" name="Text Placeholder 9">
            <a:extLst>
              <a:ext uri="{FF2B5EF4-FFF2-40B4-BE49-F238E27FC236}">
                <a16:creationId xmlns:a16="http://schemas.microsoft.com/office/drawing/2014/main" xmlns="" id="{2C720AD6-ACB0-70C4-C4D3-72062B4A44CD}"/>
              </a:ext>
            </a:extLst>
          </p:cNvPr>
          <p:cNvSpPr>
            <a:spLocks noGrp="1"/>
          </p:cNvSpPr>
          <p:nvPr>
            <p:ph type="body" sz="quarter" idx="15"/>
          </p:nvPr>
        </p:nvSpPr>
        <p:spPr>
          <a:xfrm>
            <a:off x="6248399" y="4191001"/>
            <a:ext cx="539496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61210422"/>
      </p:ext>
    </p:extLst>
  </p:cSld>
  <p:clrMapOvr>
    <a:overrideClrMapping bg1="dk1" tx1="lt1" bg2="dk2" tx2="lt2" accent1="accent1" accent2="accent2" accent3="accent3" accent4="accent4" accent5="accent5" accent6="accent6" hlink="hlink" folHlink="folHlink"/>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ext + Image, 3">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4551880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1932"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a16="http://schemas.microsoft.com/office/drawing/2014/main" xmlns=""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565150" y="1481052"/>
            <a:ext cx="3479800"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a16="http://schemas.microsoft.com/office/drawing/2014/main" xmlns="" id="{E900B526-266F-B612-5C34-062E50CF80F6}"/>
              </a:ext>
            </a:extLst>
          </p:cNvPr>
          <p:cNvSpPr>
            <a:spLocks noGrp="1"/>
          </p:cNvSpPr>
          <p:nvPr>
            <p:ph type="body" sz="quarter" idx="13"/>
          </p:nvPr>
        </p:nvSpPr>
        <p:spPr>
          <a:xfrm>
            <a:off x="565149"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70CD32A-0F00-F059-B64C-771616DEB459}"/>
              </a:ext>
            </a:extLst>
          </p:cNvPr>
          <p:cNvSpPr>
            <a:spLocks noGrp="1"/>
          </p:cNvSpPr>
          <p:nvPr>
            <p:ph type="title"/>
          </p:nvPr>
        </p:nvSpPr>
        <p:spPr/>
        <p:txBody>
          <a:bodyPr vert="horz"/>
          <a:lstStyle/>
          <a:p>
            <a:r>
              <a:rPr lang="en-US"/>
              <a:t>Click to edit Master title style</a:t>
            </a:r>
          </a:p>
        </p:txBody>
      </p:sp>
      <p:sp>
        <p:nvSpPr>
          <p:cNvPr id="2" name="Picture Placeholder 7">
            <a:extLst>
              <a:ext uri="{FF2B5EF4-FFF2-40B4-BE49-F238E27FC236}">
                <a16:creationId xmlns:a16="http://schemas.microsoft.com/office/drawing/2014/main" xmlns="" id="{C426DFC7-77AC-5D09-1D2D-DF1BDDB507BC}"/>
              </a:ext>
            </a:extLst>
          </p:cNvPr>
          <p:cNvSpPr>
            <a:spLocks noGrp="1"/>
          </p:cNvSpPr>
          <p:nvPr>
            <p:ph type="pic" sz="quarter" idx="14"/>
          </p:nvPr>
        </p:nvSpPr>
        <p:spPr>
          <a:xfrm>
            <a:off x="4355373" y="1481052"/>
            <a:ext cx="3479800" cy="2416683"/>
          </a:xfrm>
          <a:solidFill>
            <a:schemeClr val="bg1">
              <a:lumMod val="95000"/>
            </a:schemeClr>
          </a:solidFill>
        </p:spPr>
        <p:txBody>
          <a:bodyPr/>
          <a:lstStyle/>
          <a:p>
            <a:r>
              <a:rPr lang="en-US"/>
              <a:t>Click icon to add picture</a:t>
            </a:r>
          </a:p>
        </p:txBody>
      </p:sp>
      <p:sp>
        <p:nvSpPr>
          <p:cNvPr id="9" name="Text Placeholder 9">
            <a:extLst>
              <a:ext uri="{FF2B5EF4-FFF2-40B4-BE49-F238E27FC236}">
                <a16:creationId xmlns:a16="http://schemas.microsoft.com/office/drawing/2014/main" xmlns="" id="{E61938BC-BFC8-5C34-14B6-ABA4979B2378}"/>
              </a:ext>
            </a:extLst>
          </p:cNvPr>
          <p:cNvSpPr>
            <a:spLocks noGrp="1"/>
          </p:cNvSpPr>
          <p:nvPr>
            <p:ph type="body" sz="quarter" idx="15"/>
          </p:nvPr>
        </p:nvSpPr>
        <p:spPr>
          <a:xfrm>
            <a:off x="4355372"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a16="http://schemas.microsoft.com/office/drawing/2014/main" xmlns="" id="{F0E6370C-4B6C-16C6-400E-ADA71B718584}"/>
              </a:ext>
            </a:extLst>
          </p:cNvPr>
          <p:cNvSpPr>
            <a:spLocks noGrp="1"/>
          </p:cNvSpPr>
          <p:nvPr>
            <p:ph type="pic" sz="quarter" idx="16"/>
          </p:nvPr>
        </p:nvSpPr>
        <p:spPr>
          <a:xfrm>
            <a:off x="8145596" y="1481052"/>
            <a:ext cx="3479800" cy="2416683"/>
          </a:xfrm>
          <a:solidFill>
            <a:schemeClr val="bg1">
              <a:lumMod val="95000"/>
            </a:schemeClr>
          </a:solidFill>
        </p:spPr>
        <p:txBody>
          <a:bodyPr/>
          <a:lstStyle/>
          <a:p>
            <a:r>
              <a:rPr lang="en-US"/>
              <a:t>Click icon to add picture</a:t>
            </a:r>
          </a:p>
        </p:txBody>
      </p:sp>
      <p:sp>
        <p:nvSpPr>
          <p:cNvPr id="11" name="Text Placeholder 9">
            <a:extLst>
              <a:ext uri="{FF2B5EF4-FFF2-40B4-BE49-F238E27FC236}">
                <a16:creationId xmlns:a16="http://schemas.microsoft.com/office/drawing/2014/main" xmlns="" id="{BDDDA5D0-45B3-08F4-D76C-47407E4CD0CF}"/>
              </a:ext>
            </a:extLst>
          </p:cNvPr>
          <p:cNvSpPr>
            <a:spLocks noGrp="1"/>
          </p:cNvSpPr>
          <p:nvPr>
            <p:ph type="body" sz="quarter" idx="17"/>
          </p:nvPr>
        </p:nvSpPr>
        <p:spPr>
          <a:xfrm>
            <a:off x="8145595"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85498001"/>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ext + Image, 3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4551880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2956"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a16="http://schemas.microsoft.com/office/drawing/2014/main" xmlns=""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565150" y="1481052"/>
            <a:ext cx="3479800"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a16="http://schemas.microsoft.com/office/drawing/2014/main" xmlns="" id="{E900B526-266F-B612-5C34-062E50CF80F6}"/>
              </a:ext>
            </a:extLst>
          </p:cNvPr>
          <p:cNvSpPr>
            <a:spLocks noGrp="1"/>
          </p:cNvSpPr>
          <p:nvPr>
            <p:ph type="body" sz="quarter" idx="13"/>
          </p:nvPr>
        </p:nvSpPr>
        <p:spPr>
          <a:xfrm>
            <a:off x="565149"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70CD32A-0F00-F059-B64C-771616DEB459}"/>
              </a:ext>
            </a:extLst>
          </p:cNvPr>
          <p:cNvSpPr>
            <a:spLocks noGrp="1"/>
          </p:cNvSpPr>
          <p:nvPr>
            <p:ph type="title"/>
          </p:nvPr>
        </p:nvSpPr>
        <p:spPr/>
        <p:txBody>
          <a:bodyPr vert="horz"/>
          <a:lstStyle/>
          <a:p>
            <a:r>
              <a:rPr lang="en-US"/>
              <a:t>Click to edit Master title style</a:t>
            </a:r>
          </a:p>
        </p:txBody>
      </p:sp>
      <p:sp>
        <p:nvSpPr>
          <p:cNvPr id="2" name="Picture Placeholder 7">
            <a:extLst>
              <a:ext uri="{FF2B5EF4-FFF2-40B4-BE49-F238E27FC236}">
                <a16:creationId xmlns:a16="http://schemas.microsoft.com/office/drawing/2014/main" xmlns="" id="{C426DFC7-77AC-5D09-1D2D-DF1BDDB507BC}"/>
              </a:ext>
            </a:extLst>
          </p:cNvPr>
          <p:cNvSpPr>
            <a:spLocks noGrp="1"/>
          </p:cNvSpPr>
          <p:nvPr>
            <p:ph type="pic" sz="quarter" idx="14"/>
          </p:nvPr>
        </p:nvSpPr>
        <p:spPr>
          <a:xfrm>
            <a:off x="4355373" y="1481052"/>
            <a:ext cx="3479800" cy="2416683"/>
          </a:xfrm>
          <a:solidFill>
            <a:schemeClr val="bg1">
              <a:lumMod val="50000"/>
              <a:lumOff val="50000"/>
            </a:schemeClr>
          </a:solidFill>
        </p:spPr>
        <p:txBody>
          <a:bodyPr/>
          <a:lstStyle/>
          <a:p>
            <a:r>
              <a:rPr lang="en-US"/>
              <a:t>Click icon to add picture</a:t>
            </a:r>
          </a:p>
        </p:txBody>
      </p:sp>
      <p:sp>
        <p:nvSpPr>
          <p:cNvPr id="9" name="Text Placeholder 9">
            <a:extLst>
              <a:ext uri="{FF2B5EF4-FFF2-40B4-BE49-F238E27FC236}">
                <a16:creationId xmlns:a16="http://schemas.microsoft.com/office/drawing/2014/main" xmlns="" id="{E61938BC-BFC8-5C34-14B6-ABA4979B2378}"/>
              </a:ext>
            </a:extLst>
          </p:cNvPr>
          <p:cNvSpPr>
            <a:spLocks noGrp="1"/>
          </p:cNvSpPr>
          <p:nvPr>
            <p:ph type="body" sz="quarter" idx="15"/>
          </p:nvPr>
        </p:nvSpPr>
        <p:spPr>
          <a:xfrm>
            <a:off x="4355372"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a16="http://schemas.microsoft.com/office/drawing/2014/main" xmlns="" id="{F0E6370C-4B6C-16C6-400E-ADA71B718584}"/>
              </a:ext>
            </a:extLst>
          </p:cNvPr>
          <p:cNvSpPr>
            <a:spLocks noGrp="1"/>
          </p:cNvSpPr>
          <p:nvPr>
            <p:ph type="pic" sz="quarter" idx="16"/>
          </p:nvPr>
        </p:nvSpPr>
        <p:spPr>
          <a:xfrm>
            <a:off x="8145596" y="1481052"/>
            <a:ext cx="3479800" cy="2416683"/>
          </a:xfrm>
          <a:solidFill>
            <a:schemeClr val="bg1">
              <a:lumMod val="50000"/>
              <a:lumOff val="50000"/>
            </a:schemeClr>
          </a:solidFill>
        </p:spPr>
        <p:txBody>
          <a:bodyPr/>
          <a:lstStyle/>
          <a:p>
            <a:r>
              <a:rPr lang="en-US"/>
              <a:t>Click icon to add picture</a:t>
            </a:r>
          </a:p>
        </p:txBody>
      </p:sp>
      <p:sp>
        <p:nvSpPr>
          <p:cNvPr id="11" name="Text Placeholder 9">
            <a:extLst>
              <a:ext uri="{FF2B5EF4-FFF2-40B4-BE49-F238E27FC236}">
                <a16:creationId xmlns:a16="http://schemas.microsoft.com/office/drawing/2014/main" xmlns="" id="{BDDDA5D0-45B3-08F4-D76C-47407E4CD0CF}"/>
              </a:ext>
            </a:extLst>
          </p:cNvPr>
          <p:cNvSpPr>
            <a:spLocks noGrp="1"/>
          </p:cNvSpPr>
          <p:nvPr>
            <p:ph type="body" sz="quarter" idx="17"/>
          </p:nvPr>
        </p:nvSpPr>
        <p:spPr>
          <a:xfrm>
            <a:off x="8145595"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243544058"/>
      </p:ext>
    </p:extLst>
  </p:cSld>
  <p:clrMapOvr>
    <a:overrideClrMapping bg1="dk1" tx1="lt1" bg2="dk2" tx2="lt2" accent1="accent1" accent2="accent2" accent3="accent3" accent4="accent4" accent5="accent5" accent6="accent6" hlink="hlink" folHlink="folHlink"/>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Text + Image, 4">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80467040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3980"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a16="http://schemas.microsoft.com/office/drawing/2014/main" xmlns=""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565150" y="1481052"/>
            <a:ext cx="2542032"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a16="http://schemas.microsoft.com/office/drawing/2014/main" xmlns="" id="{E900B526-266F-B612-5C34-062E50CF80F6}"/>
              </a:ext>
            </a:extLst>
          </p:cNvPr>
          <p:cNvSpPr>
            <a:spLocks noGrp="1"/>
          </p:cNvSpPr>
          <p:nvPr>
            <p:ph type="body" sz="quarter" idx="13"/>
          </p:nvPr>
        </p:nvSpPr>
        <p:spPr>
          <a:xfrm>
            <a:off x="565149" y="4191001"/>
            <a:ext cx="2542032"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70CD32A-0F00-F059-B64C-771616DEB459}"/>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2" name="Picture Placeholder 7">
            <a:extLst>
              <a:ext uri="{FF2B5EF4-FFF2-40B4-BE49-F238E27FC236}">
                <a16:creationId xmlns:a16="http://schemas.microsoft.com/office/drawing/2014/main" xmlns="" id="{C426DFC7-77AC-5D09-1D2D-DF1BDDB507BC}"/>
              </a:ext>
            </a:extLst>
          </p:cNvPr>
          <p:cNvSpPr>
            <a:spLocks noGrp="1"/>
          </p:cNvSpPr>
          <p:nvPr>
            <p:ph type="pic" sz="quarter" idx="14"/>
          </p:nvPr>
        </p:nvSpPr>
        <p:spPr>
          <a:xfrm>
            <a:off x="3406627" y="1481052"/>
            <a:ext cx="2542032" cy="2416683"/>
          </a:xfrm>
          <a:solidFill>
            <a:schemeClr val="bg1">
              <a:lumMod val="95000"/>
            </a:schemeClr>
          </a:solidFill>
        </p:spPr>
        <p:txBody>
          <a:bodyPr/>
          <a:lstStyle/>
          <a:p>
            <a:r>
              <a:rPr lang="en-US"/>
              <a:t>Click icon to add picture</a:t>
            </a:r>
          </a:p>
        </p:txBody>
      </p:sp>
      <p:sp>
        <p:nvSpPr>
          <p:cNvPr id="9" name="Text Placeholder 9">
            <a:extLst>
              <a:ext uri="{FF2B5EF4-FFF2-40B4-BE49-F238E27FC236}">
                <a16:creationId xmlns:a16="http://schemas.microsoft.com/office/drawing/2014/main" xmlns="" id="{E61938BC-BFC8-5C34-14B6-ABA4979B2378}"/>
              </a:ext>
            </a:extLst>
          </p:cNvPr>
          <p:cNvSpPr>
            <a:spLocks noGrp="1"/>
          </p:cNvSpPr>
          <p:nvPr>
            <p:ph type="body" sz="quarter" idx="15"/>
          </p:nvPr>
        </p:nvSpPr>
        <p:spPr>
          <a:xfrm>
            <a:off x="3408658"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a16="http://schemas.microsoft.com/office/drawing/2014/main" xmlns="" id="{F0E6370C-4B6C-16C6-400E-ADA71B718584}"/>
              </a:ext>
            </a:extLst>
          </p:cNvPr>
          <p:cNvSpPr>
            <a:spLocks noGrp="1"/>
          </p:cNvSpPr>
          <p:nvPr>
            <p:ph type="pic" sz="quarter" idx="16"/>
          </p:nvPr>
        </p:nvSpPr>
        <p:spPr>
          <a:xfrm>
            <a:off x="6248104" y="1481052"/>
            <a:ext cx="2542032" cy="2416683"/>
          </a:xfrm>
          <a:solidFill>
            <a:schemeClr val="bg1">
              <a:lumMod val="95000"/>
            </a:schemeClr>
          </a:solidFill>
        </p:spPr>
        <p:txBody>
          <a:bodyPr/>
          <a:lstStyle/>
          <a:p>
            <a:r>
              <a:rPr lang="en-US"/>
              <a:t>Click icon to add picture</a:t>
            </a:r>
          </a:p>
        </p:txBody>
      </p:sp>
      <p:sp>
        <p:nvSpPr>
          <p:cNvPr id="11" name="Text Placeholder 9">
            <a:extLst>
              <a:ext uri="{FF2B5EF4-FFF2-40B4-BE49-F238E27FC236}">
                <a16:creationId xmlns:a16="http://schemas.microsoft.com/office/drawing/2014/main" xmlns="" id="{BDDDA5D0-45B3-08F4-D76C-47407E4CD0CF}"/>
              </a:ext>
            </a:extLst>
          </p:cNvPr>
          <p:cNvSpPr>
            <a:spLocks noGrp="1"/>
          </p:cNvSpPr>
          <p:nvPr>
            <p:ph type="body" sz="quarter" idx="17"/>
          </p:nvPr>
        </p:nvSpPr>
        <p:spPr>
          <a:xfrm>
            <a:off x="6250135"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2" name="Picture Placeholder 7">
            <a:extLst>
              <a:ext uri="{FF2B5EF4-FFF2-40B4-BE49-F238E27FC236}">
                <a16:creationId xmlns:a16="http://schemas.microsoft.com/office/drawing/2014/main" xmlns="" id="{F46AC7D4-BC15-6A84-4467-242C1C4BAFE1}"/>
              </a:ext>
            </a:extLst>
          </p:cNvPr>
          <p:cNvSpPr>
            <a:spLocks noGrp="1"/>
          </p:cNvSpPr>
          <p:nvPr>
            <p:ph type="pic" sz="quarter" idx="18"/>
          </p:nvPr>
        </p:nvSpPr>
        <p:spPr>
          <a:xfrm>
            <a:off x="9089580" y="1481052"/>
            <a:ext cx="2542032" cy="2416683"/>
          </a:xfrm>
          <a:solidFill>
            <a:schemeClr val="bg1">
              <a:lumMod val="95000"/>
            </a:schemeClr>
          </a:solidFill>
        </p:spPr>
        <p:txBody>
          <a:bodyPr/>
          <a:lstStyle/>
          <a:p>
            <a:r>
              <a:rPr lang="en-US"/>
              <a:t>Click icon to add picture</a:t>
            </a:r>
          </a:p>
        </p:txBody>
      </p:sp>
      <p:sp>
        <p:nvSpPr>
          <p:cNvPr id="13" name="Text Placeholder 9">
            <a:extLst>
              <a:ext uri="{FF2B5EF4-FFF2-40B4-BE49-F238E27FC236}">
                <a16:creationId xmlns:a16="http://schemas.microsoft.com/office/drawing/2014/main" xmlns="" id="{9903FE93-7DD1-D9EC-1426-97509BCD2DCB}"/>
              </a:ext>
            </a:extLst>
          </p:cNvPr>
          <p:cNvSpPr>
            <a:spLocks noGrp="1"/>
          </p:cNvSpPr>
          <p:nvPr>
            <p:ph type="body" sz="quarter" idx="19"/>
          </p:nvPr>
        </p:nvSpPr>
        <p:spPr>
          <a:xfrm>
            <a:off x="9091612"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117082583"/>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ext + Image, 4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80467040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5004"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a16="http://schemas.microsoft.com/office/drawing/2014/main" xmlns=""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565150" y="1481052"/>
            <a:ext cx="2542032"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a16="http://schemas.microsoft.com/office/drawing/2014/main" xmlns="" id="{E900B526-266F-B612-5C34-062E50CF80F6}"/>
              </a:ext>
            </a:extLst>
          </p:cNvPr>
          <p:cNvSpPr>
            <a:spLocks noGrp="1"/>
          </p:cNvSpPr>
          <p:nvPr>
            <p:ph type="body" sz="quarter" idx="13"/>
          </p:nvPr>
        </p:nvSpPr>
        <p:spPr>
          <a:xfrm>
            <a:off x="565149" y="4191001"/>
            <a:ext cx="2542032"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70CD32A-0F00-F059-B64C-771616DEB459}"/>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2" name="Picture Placeholder 7">
            <a:extLst>
              <a:ext uri="{FF2B5EF4-FFF2-40B4-BE49-F238E27FC236}">
                <a16:creationId xmlns:a16="http://schemas.microsoft.com/office/drawing/2014/main" xmlns="" id="{C426DFC7-77AC-5D09-1D2D-DF1BDDB507BC}"/>
              </a:ext>
            </a:extLst>
          </p:cNvPr>
          <p:cNvSpPr>
            <a:spLocks noGrp="1"/>
          </p:cNvSpPr>
          <p:nvPr>
            <p:ph type="pic" sz="quarter" idx="14"/>
          </p:nvPr>
        </p:nvSpPr>
        <p:spPr>
          <a:xfrm>
            <a:off x="3406627" y="1481052"/>
            <a:ext cx="2542032" cy="2416683"/>
          </a:xfrm>
          <a:solidFill>
            <a:schemeClr val="bg1">
              <a:lumMod val="50000"/>
              <a:lumOff val="50000"/>
            </a:schemeClr>
          </a:solidFill>
        </p:spPr>
        <p:txBody>
          <a:bodyPr/>
          <a:lstStyle/>
          <a:p>
            <a:r>
              <a:rPr lang="en-US"/>
              <a:t>Click icon to add picture</a:t>
            </a:r>
          </a:p>
        </p:txBody>
      </p:sp>
      <p:sp>
        <p:nvSpPr>
          <p:cNvPr id="9" name="Text Placeholder 9">
            <a:extLst>
              <a:ext uri="{FF2B5EF4-FFF2-40B4-BE49-F238E27FC236}">
                <a16:creationId xmlns:a16="http://schemas.microsoft.com/office/drawing/2014/main" xmlns="" id="{E61938BC-BFC8-5C34-14B6-ABA4979B2378}"/>
              </a:ext>
            </a:extLst>
          </p:cNvPr>
          <p:cNvSpPr>
            <a:spLocks noGrp="1"/>
          </p:cNvSpPr>
          <p:nvPr>
            <p:ph type="body" sz="quarter" idx="15"/>
          </p:nvPr>
        </p:nvSpPr>
        <p:spPr>
          <a:xfrm>
            <a:off x="3408658"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a16="http://schemas.microsoft.com/office/drawing/2014/main" xmlns="" id="{F0E6370C-4B6C-16C6-400E-ADA71B718584}"/>
              </a:ext>
            </a:extLst>
          </p:cNvPr>
          <p:cNvSpPr>
            <a:spLocks noGrp="1"/>
          </p:cNvSpPr>
          <p:nvPr>
            <p:ph type="pic" sz="quarter" idx="16"/>
          </p:nvPr>
        </p:nvSpPr>
        <p:spPr>
          <a:xfrm>
            <a:off x="6248104" y="1481052"/>
            <a:ext cx="2542032" cy="2416683"/>
          </a:xfrm>
          <a:solidFill>
            <a:schemeClr val="bg1">
              <a:lumMod val="50000"/>
              <a:lumOff val="50000"/>
            </a:schemeClr>
          </a:solidFill>
        </p:spPr>
        <p:txBody>
          <a:bodyPr/>
          <a:lstStyle/>
          <a:p>
            <a:r>
              <a:rPr lang="en-US"/>
              <a:t>Click icon to add picture</a:t>
            </a:r>
          </a:p>
        </p:txBody>
      </p:sp>
      <p:sp>
        <p:nvSpPr>
          <p:cNvPr id="11" name="Text Placeholder 9">
            <a:extLst>
              <a:ext uri="{FF2B5EF4-FFF2-40B4-BE49-F238E27FC236}">
                <a16:creationId xmlns:a16="http://schemas.microsoft.com/office/drawing/2014/main" xmlns="" id="{BDDDA5D0-45B3-08F4-D76C-47407E4CD0CF}"/>
              </a:ext>
            </a:extLst>
          </p:cNvPr>
          <p:cNvSpPr>
            <a:spLocks noGrp="1"/>
          </p:cNvSpPr>
          <p:nvPr>
            <p:ph type="body" sz="quarter" idx="17"/>
          </p:nvPr>
        </p:nvSpPr>
        <p:spPr>
          <a:xfrm>
            <a:off x="6250135"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2" name="Picture Placeholder 7">
            <a:extLst>
              <a:ext uri="{FF2B5EF4-FFF2-40B4-BE49-F238E27FC236}">
                <a16:creationId xmlns:a16="http://schemas.microsoft.com/office/drawing/2014/main" xmlns="" id="{F46AC7D4-BC15-6A84-4467-242C1C4BAFE1}"/>
              </a:ext>
            </a:extLst>
          </p:cNvPr>
          <p:cNvSpPr>
            <a:spLocks noGrp="1"/>
          </p:cNvSpPr>
          <p:nvPr>
            <p:ph type="pic" sz="quarter" idx="18"/>
          </p:nvPr>
        </p:nvSpPr>
        <p:spPr>
          <a:xfrm>
            <a:off x="9089580" y="1481052"/>
            <a:ext cx="2542032" cy="2416683"/>
          </a:xfrm>
          <a:solidFill>
            <a:schemeClr val="bg1">
              <a:lumMod val="50000"/>
              <a:lumOff val="50000"/>
            </a:schemeClr>
          </a:solidFill>
        </p:spPr>
        <p:txBody>
          <a:bodyPr/>
          <a:lstStyle/>
          <a:p>
            <a:r>
              <a:rPr lang="en-US"/>
              <a:t>Click icon to add picture</a:t>
            </a:r>
          </a:p>
        </p:txBody>
      </p:sp>
      <p:sp>
        <p:nvSpPr>
          <p:cNvPr id="13" name="Text Placeholder 9">
            <a:extLst>
              <a:ext uri="{FF2B5EF4-FFF2-40B4-BE49-F238E27FC236}">
                <a16:creationId xmlns:a16="http://schemas.microsoft.com/office/drawing/2014/main" xmlns="" id="{9903FE93-7DD1-D9EC-1426-97509BCD2DCB}"/>
              </a:ext>
            </a:extLst>
          </p:cNvPr>
          <p:cNvSpPr>
            <a:spLocks noGrp="1"/>
          </p:cNvSpPr>
          <p:nvPr>
            <p:ph type="body" sz="quarter" idx="19"/>
          </p:nvPr>
        </p:nvSpPr>
        <p:spPr>
          <a:xfrm>
            <a:off x="9091612"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529378398"/>
      </p:ext>
    </p:extLst>
  </p:cSld>
  <p:clrMapOvr>
    <a:overrideClrMapping bg1="dk1" tx1="lt1" bg2="dk2" tx2="lt2" accent1="accent1" accent2="accent2" accent3="accent3" accent4="accent4" accent5="accent5" accent6="accent6" hlink="hlink" folHlink="folHlink"/>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6028"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xmlns=""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3310147" y="1305349"/>
            <a:ext cx="5571717" cy="4247317"/>
          </a:xfrm>
          <a:prstGeom prst="rect">
            <a:avLst/>
          </a:prstGeom>
          <a:noFill/>
        </p:spPr>
        <p:txBody>
          <a:bodyPr wrap="none" lIns="0" tIns="0" rIns="0" bIns="0" rtlCol="0" anchor="ctr">
            <a:spAutoFit/>
          </a:bodyPr>
          <a:lstStyle/>
          <a:p>
            <a:pPr algn="ctr"/>
            <a:r>
              <a:rPr lang="en-US" sz="13800"/>
              <a:t>Case</a:t>
            </a:r>
          </a:p>
          <a:p>
            <a:pPr algn="ctr"/>
            <a:r>
              <a:rPr lang="en-US" sz="13800"/>
              <a:t>layouts</a:t>
            </a:r>
          </a:p>
        </p:txBody>
      </p:sp>
    </p:spTree>
    <p:extLst>
      <p:ext uri="{BB962C8B-B14F-4D97-AF65-F5344CB8AC3E}">
        <p14:creationId xmlns:p14="http://schemas.microsoft.com/office/powerpoint/2010/main" val="89257111"/>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6_Case">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xmlns="" id="{D59692DF-901F-96E4-737C-0C9F729D125A}"/>
              </a:ext>
            </a:extLst>
          </p:cNvPr>
          <p:cNvSpPr/>
          <p:nvPr/>
        </p:nvSpPr>
        <p:spPr>
          <a:xfrm>
            <a:off x="4985640" y="1"/>
            <a:ext cx="7246467" cy="6857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xmlns="" id="{EDF65D57-7405-B1F1-189F-3EA07B19BDD8}"/>
              </a:ext>
            </a:extLst>
          </p:cNvPr>
          <p:cNvSpPr/>
          <p:nvPr userDrawn="1"/>
        </p:nvSpPr>
        <p:spPr>
          <a:xfrm>
            <a:off x="5525393" y="5300630"/>
            <a:ext cx="6316085" cy="1124607"/>
          </a:xfrm>
          <a:prstGeom prst="rect">
            <a:avLst/>
          </a:prstGeom>
          <a:solidFill>
            <a:srgbClr val="F5F0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chemeClr val="tx1"/>
              </a:solidFill>
            </a:endParaRPr>
          </a:p>
        </p:txBody>
      </p:sp>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7062" name="think-cell Slide" r:id="rId5" imgW="7772400" imgH="10058400" progId="TCLayout.ActiveDocument.1">
                  <p:embed/>
                </p:oleObj>
              </mc:Choice>
              <mc:Fallback>
                <p:oleObj name="think-cell Slide" r:id="rId5" imgW="7772400" imgH="10058400" progId="TCLayout.ActiveDocument.1">
                  <p:embed/>
                  <p:pic>
                    <p:nvPicPr>
                      <p:cNvPr id="7" name="think-cell data - do not delete" hidden="1">
                        <a:extLst>
                          <a:ext uri="{FF2B5EF4-FFF2-40B4-BE49-F238E27FC236}">
                            <a16:creationId xmlns:a16="http://schemas.microsoft.com/office/drawing/2014/main" xmlns="" id="{A91C372E-D762-AB9F-6BD8-760F46CF0F51}"/>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49" y="460375"/>
            <a:ext cx="4109385" cy="1124586"/>
          </a:xfrm>
        </p:spPr>
        <p:txBody>
          <a:bodyPr vert="horz"/>
          <a:lstStyle/>
          <a:p>
            <a:r>
              <a:rPr lang="en-US" dirty="0"/>
              <a:t>Click to add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a16="http://schemas.microsoft.com/office/drawing/2014/main" xmlns=""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a16="http://schemas.microsoft.com/office/drawing/2014/main" xmlns=""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6" name="TextBox 5">
            <a:extLst>
              <a:ext uri="{FF2B5EF4-FFF2-40B4-BE49-F238E27FC236}">
                <a16:creationId xmlns:a16="http://schemas.microsoft.com/office/drawing/2014/main" xmlns="" id="{7DB752B6-A013-4EB6-8E20-8EA33B1FE962}"/>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t>Copyright 2026, Strictly Confidential, All rights reserved</a:t>
            </a:r>
          </a:p>
        </p:txBody>
      </p:sp>
      <p:sp>
        <p:nvSpPr>
          <p:cNvPr id="15" name="Text Placeholder 13">
            <a:extLst>
              <a:ext uri="{FF2B5EF4-FFF2-40B4-BE49-F238E27FC236}">
                <a16:creationId xmlns:a16="http://schemas.microsoft.com/office/drawing/2014/main" xmlns=""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a16="http://schemas.microsoft.com/office/drawing/2014/main" xmlns=""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200" baseline="0">
                <a:solidFill>
                  <a:schemeClr val="tx1">
                    <a:lumMod val="65000"/>
                    <a:lumOff val="3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a16="http://schemas.microsoft.com/office/drawing/2014/main" xmlns=""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7063" name="think-cell Slide" r:id="rId7" imgW="7772400" imgH="10058400" progId="TCLayout.ActiveDocument.1">
                  <p:embed/>
                </p:oleObj>
              </mc:Choice>
              <mc:Fallback>
                <p:oleObj name="think-cell Slide" r:id="rId7" imgW="7772400" imgH="10058400" progId="TCLayout.ActiveDocument.1">
                  <p:embed/>
                  <p:pic>
                    <p:nvPicPr>
                      <p:cNvPr id="9" name="think-cell data - do not delete" hidden="1">
                        <a:extLst>
                          <a:ext uri="{FF2B5EF4-FFF2-40B4-BE49-F238E27FC236}">
                            <a16:creationId xmlns:a16="http://schemas.microsoft.com/office/drawing/2014/main" xmlns="" id="{E9CF367F-EB2F-5DA8-CED2-E9AB28E8814E}"/>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a16="http://schemas.microsoft.com/office/drawing/2014/main" xmlns=""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26" name="Text Placeholder 11">
            <a:extLst>
              <a:ext uri="{FF2B5EF4-FFF2-40B4-BE49-F238E27FC236}">
                <a16:creationId xmlns:a16="http://schemas.microsoft.com/office/drawing/2014/main" xmlns=""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a16="http://schemas.microsoft.com/office/drawing/2014/main" xmlns="" id="{D738CE7C-9AC6-FCC5-F504-B9842892C1D3}"/>
              </a:ext>
            </a:extLst>
          </p:cNvPr>
          <p:cNvSpPr>
            <a:spLocks noGrp="1"/>
          </p:cNvSpPr>
          <p:nvPr>
            <p:ph type="body" sz="quarter" idx="22" hasCustomPrompt="1"/>
          </p:nvPr>
        </p:nvSpPr>
        <p:spPr>
          <a:xfrm>
            <a:off x="5525393" y="897678"/>
            <a:ext cx="1992072"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CHALLENGE</a:t>
            </a:r>
            <a:endParaRPr lang="en-US" dirty="0"/>
          </a:p>
        </p:txBody>
      </p:sp>
      <p:cxnSp>
        <p:nvCxnSpPr>
          <p:cNvPr id="32" name="Straight Connector 31">
            <a:extLst>
              <a:ext uri="{FF2B5EF4-FFF2-40B4-BE49-F238E27FC236}">
                <a16:creationId xmlns:a16="http://schemas.microsoft.com/office/drawing/2014/main" xmlns=""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a16="http://schemas.microsoft.com/office/drawing/2014/main" xmlns=""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200" baseline="0">
                <a:solidFill>
                  <a:schemeClr val="tx1">
                    <a:lumMod val="65000"/>
                    <a:lumOff val="3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a16="http://schemas.microsoft.com/office/drawing/2014/main" xmlns="" id="{87E1CC24-D75A-C013-9495-53F0C22A2596}"/>
              </a:ext>
            </a:extLst>
          </p:cNvPr>
          <p:cNvSpPr>
            <a:spLocks noGrp="1"/>
          </p:cNvSpPr>
          <p:nvPr>
            <p:ph type="body" sz="quarter" idx="24" hasCustomPrompt="1"/>
          </p:nvPr>
        </p:nvSpPr>
        <p:spPr>
          <a:xfrm>
            <a:off x="5525393" y="2646243"/>
            <a:ext cx="1952367"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a16="http://schemas.microsoft.com/office/drawing/2014/main" xmlns=""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a16="http://schemas.microsoft.com/office/drawing/2014/main" xmlns=""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a:t>
            </a:r>
            <a:endParaRPr lang="en-US" dirty="0"/>
          </a:p>
        </p:txBody>
      </p:sp>
      <p:cxnSp>
        <p:nvCxnSpPr>
          <p:cNvPr id="40" name="Straight Connector 39">
            <a:extLst>
              <a:ext uri="{FF2B5EF4-FFF2-40B4-BE49-F238E27FC236}">
                <a16:creationId xmlns:a16="http://schemas.microsoft.com/office/drawing/2014/main" xmlns="" id="{CD84A50B-F2B1-C6BE-E6EE-6BEF58E99BCB}"/>
              </a:ext>
            </a:extLst>
          </p:cNvPr>
          <p:cNvCxnSpPr>
            <a:cxnSpLocks/>
          </p:cNvCxnSpPr>
          <p:nvPr userDrawn="1"/>
        </p:nvCxnSpPr>
        <p:spPr>
          <a:xfrm>
            <a:off x="5525393" y="5300630"/>
            <a:ext cx="0" cy="1124607"/>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xmlns="" id="{E7B7D991-8F48-A2FE-48B9-5DE04A8FC96C}"/>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tx1"/>
                </a:solidFill>
              </a:rPr>
              <a:t>Tenarai</a:t>
            </a:r>
          </a:p>
        </p:txBody>
      </p:sp>
    </p:spTree>
    <p:extLst>
      <p:ext uri="{BB962C8B-B14F-4D97-AF65-F5344CB8AC3E}">
        <p14:creationId xmlns:p14="http://schemas.microsoft.com/office/powerpoint/2010/main" val="4150625118"/>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7_Cas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xmlns="" id="{D59692DF-901F-96E4-737C-0C9F729D125A}"/>
              </a:ext>
            </a:extLst>
          </p:cNvPr>
          <p:cNvSpPr/>
          <p:nvPr/>
        </p:nvSpPr>
        <p:spPr>
          <a:xfrm>
            <a:off x="4985640" y="1"/>
            <a:ext cx="7246467"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xmlns="" id="{ACF7983F-BA5F-CFFA-A0A8-08DDC8806E6C}"/>
              </a:ext>
            </a:extLst>
          </p:cNvPr>
          <p:cNvSpPr/>
          <p:nvPr userDrawn="1"/>
        </p:nvSpPr>
        <p:spPr>
          <a:xfrm>
            <a:off x="5525393" y="5300630"/>
            <a:ext cx="6316085" cy="1124607"/>
          </a:xfrm>
          <a:prstGeom prst="rect">
            <a:avLst/>
          </a:prstGeom>
          <a:solidFill>
            <a:srgbClr val="DAD2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chemeClr val="tx1"/>
              </a:solidFill>
            </a:endParaRPr>
          </a:p>
        </p:txBody>
      </p:sp>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8086" name="think-cell Slide" r:id="rId5" imgW="7772400" imgH="10058400" progId="TCLayout.ActiveDocument.1">
                  <p:embed/>
                </p:oleObj>
              </mc:Choice>
              <mc:Fallback>
                <p:oleObj name="think-cell Slide" r:id="rId5" imgW="7772400" imgH="10058400" progId="TCLayout.ActiveDocument.1">
                  <p:embed/>
                  <p:pic>
                    <p:nvPicPr>
                      <p:cNvPr id="7" name="think-cell data - do not delete" hidden="1">
                        <a:extLst>
                          <a:ext uri="{FF2B5EF4-FFF2-40B4-BE49-F238E27FC236}">
                            <a16:creationId xmlns:a16="http://schemas.microsoft.com/office/drawing/2014/main" xmlns="" id="{A91C372E-D762-AB9F-6BD8-760F46CF0F51}"/>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49" y="460375"/>
            <a:ext cx="4109385" cy="1124586"/>
          </a:xfrm>
        </p:spPr>
        <p:txBody>
          <a:bodyPr vert="horz"/>
          <a:lstStyle/>
          <a:p>
            <a:r>
              <a:rPr lang="en-US" dirty="0"/>
              <a:t>Click to add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a16="http://schemas.microsoft.com/office/drawing/2014/main" xmlns=""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a16="http://schemas.microsoft.com/office/drawing/2014/main" xmlns=""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6" name="TextBox 5">
            <a:extLst>
              <a:ext uri="{FF2B5EF4-FFF2-40B4-BE49-F238E27FC236}">
                <a16:creationId xmlns:a16="http://schemas.microsoft.com/office/drawing/2014/main" xmlns=""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t>Copyright 2026, Strictly Confidential, All rights reserved</a:t>
            </a:r>
          </a:p>
        </p:txBody>
      </p:sp>
      <p:sp>
        <p:nvSpPr>
          <p:cNvPr id="15" name="Text Placeholder 13">
            <a:extLst>
              <a:ext uri="{FF2B5EF4-FFF2-40B4-BE49-F238E27FC236}">
                <a16:creationId xmlns:a16="http://schemas.microsoft.com/office/drawing/2014/main" xmlns=""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a16="http://schemas.microsoft.com/office/drawing/2014/main" xmlns=""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200" baseline="0">
                <a:solidFill>
                  <a:srgbClr val="5E575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a16="http://schemas.microsoft.com/office/drawing/2014/main" xmlns=""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8087" name="think-cell Slide" r:id="rId7" imgW="7772400" imgH="10058400" progId="TCLayout.ActiveDocument.1">
                  <p:embed/>
                </p:oleObj>
              </mc:Choice>
              <mc:Fallback>
                <p:oleObj name="think-cell Slide" r:id="rId7" imgW="7772400" imgH="10058400" progId="TCLayout.ActiveDocument.1">
                  <p:embed/>
                  <p:pic>
                    <p:nvPicPr>
                      <p:cNvPr id="9" name="think-cell data - do not delete" hidden="1">
                        <a:extLst>
                          <a:ext uri="{FF2B5EF4-FFF2-40B4-BE49-F238E27FC236}">
                            <a16:creationId xmlns:a16="http://schemas.microsoft.com/office/drawing/2014/main" xmlns="" id="{E9CF367F-EB2F-5DA8-CED2-E9AB28E8814E}"/>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a16="http://schemas.microsoft.com/office/drawing/2014/main" xmlns=""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26" name="Text Placeholder 11">
            <a:extLst>
              <a:ext uri="{FF2B5EF4-FFF2-40B4-BE49-F238E27FC236}">
                <a16:creationId xmlns:a16="http://schemas.microsoft.com/office/drawing/2014/main" xmlns=""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baseline="0">
                <a:solidFill>
                  <a:srgbClr val="8E867E"/>
                </a:solidFill>
              </a:defRPr>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a16="http://schemas.microsoft.com/office/drawing/2014/main" xmlns="" id="{D738CE7C-9AC6-FCC5-F504-B9842892C1D3}"/>
              </a:ext>
            </a:extLst>
          </p:cNvPr>
          <p:cNvSpPr>
            <a:spLocks noGrp="1"/>
          </p:cNvSpPr>
          <p:nvPr>
            <p:ph type="body" sz="quarter" idx="22" hasCustomPrompt="1"/>
          </p:nvPr>
        </p:nvSpPr>
        <p:spPr>
          <a:xfrm>
            <a:off x="5525393" y="897678"/>
            <a:ext cx="1881247" cy="168321"/>
          </a:xfrm>
        </p:spPr>
        <p:txBody>
          <a:bodyPr/>
          <a:lstStyle>
            <a:lvl1pPr marL="182880" indent="-182880">
              <a:lnSpc>
                <a:spcPct val="100000"/>
              </a:lnSpc>
              <a:spcBef>
                <a:spcPts val="0"/>
              </a:spcBef>
              <a:buFont typeface="Arial" panose="020B0604020202020204" pitchFamily="34" charset="0"/>
              <a:buNone/>
              <a:defRPr sz="1100" b="1" kern="1200" cap="all" spc="200" baseline="0">
                <a:solidFill>
                  <a:srgbClr val="8E867E"/>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IN" dirty="0"/>
              <a:t>THE CHALLENGE</a:t>
            </a:r>
            <a:endParaRPr lang="en-US" dirty="0"/>
          </a:p>
        </p:txBody>
      </p:sp>
      <p:cxnSp>
        <p:nvCxnSpPr>
          <p:cNvPr id="32" name="Straight Connector 31">
            <a:extLst>
              <a:ext uri="{FF2B5EF4-FFF2-40B4-BE49-F238E27FC236}">
                <a16:creationId xmlns:a16="http://schemas.microsoft.com/office/drawing/2014/main" xmlns=""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a16="http://schemas.microsoft.com/office/drawing/2014/main" xmlns=""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200" baseline="0">
                <a:solidFill>
                  <a:srgbClr val="5E575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a16="http://schemas.microsoft.com/office/drawing/2014/main" xmlns="" id="{87E1CC24-D75A-C013-9495-53F0C22A2596}"/>
              </a:ext>
            </a:extLst>
          </p:cNvPr>
          <p:cNvSpPr>
            <a:spLocks noGrp="1"/>
          </p:cNvSpPr>
          <p:nvPr>
            <p:ph type="body" sz="quarter" idx="24" hasCustomPrompt="1"/>
          </p:nvPr>
        </p:nvSpPr>
        <p:spPr>
          <a:xfrm>
            <a:off x="5525393" y="2646243"/>
            <a:ext cx="1527769"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a16="http://schemas.microsoft.com/office/drawing/2014/main" xmlns=""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a16="http://schemas.microsoft.com/office/drawing/2014/main" xmlns=""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 </a:t>
            </a:r>
            <a:endParaRPr lang="en-US" dirty="0"/>
          </a:p>
        </p:txBody>
      </p:sp>
      <p:cxnSp>
        <p:nvCxnSpPr>
          <p:cNvPr id="40" name="Straight Connector 39">
            <a:extLst>
              <a:ext uri="{FF2B5EF4-FFF2-40B4-BE49-F238E27FC236}">
                <a16:creationId xmlns:a16="http://schemas.microsoft.com/office/drawing/2014/main" xmlns="" id="{CD84A50B-F2B1-C6BE-E6EE-6BEF58E99BCB}"/>
              </a:ext>
            </a:extLst>
          </p:cNvPr>
          <p:cNvCxnSpPr>
            <a:cxnSpLocks/>
          </p:cNvCxnSpPr>
          <p:nvPr userDrawn="1"/>
        </p:nvCxnSpPr>
        <p:spPr>
          <a:xfrm>
            <a:off x="5525393" y="5300630"/>
            <a:ext cx="0" cy="1124607"/>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xmlns="" id="{132D2CBB-6B5E-C0DC-5A56-451205979AAE}"/>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tx1"/>
                </a:solidFill>
              </a:rPr>
              <a:t>Tenarai</a:t>
            </a:r>
          </a:p>
        </p:txBody>
      </p:sp>
    </p:spTree>
    <p:extLst>
      <p:ext uri="{BB962C8B-B14F-4D97-AF65-F5344CB8AC3E}">
        <p14:creationId xmlns:p14="http://schemas.microsoft.com/office/powerpoint/2010/main" val="1088643427"/>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8_Case">
    <p:bg>
      <p:bgPr>
        <a:solidFill>
          <a:schemeClr val="tx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xmlns="" id="{D59692DF-901F-96E4-737C-0C9F729D125A}"/>
              </a:ext>
            </a:extLst>
          </p:cNvPr>
          <p:cNvSpPr/>
          <p:nvPr/>
        </p:nvSpPr>
        <p:spPr>
          <a:xfrm>
            <a:off x="4985640" y="1"/>
            <a:ext cx="7246467" cy="6857999"/>
          </a:xfrm>
          <a:prstGeom prst="rect">
            <a:avLst/>
          </a:prstGeom>
          <a:solidFill>
            <a:srgbClr val="1E1E1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xmlns="" id="{EBFAB308-4AAB-3B8F-BC70-3145A0D359C1}"/>
              </a:ext>
            </a:extLst>
          </p:cNvPr>
          <p:cNvSpPr/>
          <p:nvPr userDrawn="1"/>
        </p:nvSpPr>
        <p:spPr>
          <a:xfrm>
            <a:off x="5525393" y="5300630"/>
            <a:ext cx="6316085" cy="1124607"/>
          </a:xfrm>
          <a:prstGeom prst="rect">
            <a:avLst/>
          </a:prstGeom>
          <a:solidFill>
            <a:srgbClr val="161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chemeClr val="tx1"/>
              </a:solidFill>
            </a:endParaRPr>
          </a:p>
        </p:txBody>
      </p:sp>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9110" name="think-cell Slide" r:id="rId5" imgW="7772400" imgH="10058400" progId="TCLayout.ActiveDocument.1">
                  <p:embed/>
                </p:oleObj>
              </mc:Choice>
              <mc:Fallback>
                <p:oleObj name="think-cell Slide" r:id="rId5" imgW="7772400" imgH="10058400" progId="TCLayout.ActiveDocument.1">
                  <p:embed/>
                  <p:pic>
                    <p:nvPicPr>
                      <p:cNvPr id="7" name="think-cell data - do not delete" hidden="1">
                        <a:extLst>
                          <a:ext uri="{FF2B5EF4-FFF2-40B4-BE49-F238E27FC236}">
                            <a16:creationId xmlns:a16="http://schemas.microsoft.com/office/drawing/2014/main" xmlns="" id="{A91C372E-D762-AB9F-6BD8-760F46CF0F51}"/>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49" y="460375"/>
            <a:ext cx="4109385" cy="1124586"/>
          </a:xfrm>
        </p:spPr>
        <p:txBody>
          <a:bodyPr vert="horz"/>
          <a:lstStyle>
            <a:lvl1pPr>
              <a:defRPr b="0">
                <a:solidFill>
                  <a:schemeClr val="bg1"/>
                </a:solidFill>
              </a:defRPr>
            </a:lvl1pPr>
          </a:lstStyle>
          <a:p>
            <a:r>
              <a:rPr lang="en-US" dirty="0"/>
              <a:t>Click to add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solidFill>
                  <a:schemeClr val="bg1"/>
                </a:solidFill>
              </a:defRPr>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a16="http://schemas.microsoft.com/office/drawing/2014/main" xmlns=""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lumMod val="50000"/>
                  </a:schemeClr>
                </a:solidFill>
              </a:defRPr>
            </a:lvl1pPr>
          </a:lstStyle>
          <a:p>
            <a:fld id="{48F63A3B-78C7-47BE-AE5E-E10140E04643}" type="slidenum">
              <a:rPr lang="en-US" smtClean="0"/>
              <a:pPr/>
              <a:t>‹#›</a:t>
            </a:fld>
            <a:endParaRPr lang="en-US"/>
          </a:p>
        </p:txBody>
      </p:sp>
      <p:sp>
        <p:nvSpPr>
          <p:cNvPr id="5" name="Page# static">
            <a:extLst>
              <a:ext uri="{FF2B5EF4-FFF2-40B4-BE49-F238E27FC236}">
                <a16:creationId xmlns:a16="http://schemas.microsoft.com/office/drawing/2014/main" xmlns="" id="{07C6CA1E-06E0-1FDA-6640-6A806400C7EC}"/>
              </a:ext>
            </a:extLst>
          </p:cNvPr>
          <p:cNvSpPr txBox="1"/>
          <p:nvPr/>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lumMod val="50000"/>
                  </a:schemeClr>
                </a:solidFill>
              </a:rPr>
              <a:pPr algn="r"/>
              <a:t>‹#›</a:t>
            </a:fld>
            <a:endParaRPr lang="en-US" sz="1000">
              <a:solidFill>
                <a:schemeClr val="bg1">
                  <a:lumMod val="50000"/>
                </a:schemeClr>
              </a:solidFill>
            </a:endParaRPr>
          </a:p>
        </p:txBody>
      </p:sp>
      <p:sp>
        <p:nvSpPr>
          <p:cNvPr id="6" name="TextBox 5">
            <a:extLst>
              <a:ext uri="{FF2B5EF4-FFF2-40B4-BE49-F238E27FC236}">
                <a16:creationId xmlns:a16="http://schemas.microsoft.com/office/drawing/2014/main" xmlns=""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solidFill>
                  <a:schemeClr val="bg1">
                    <a:lumMod val="50000"/>
                  </a:schemeClr>
                </a:solidFill>
              </a:rPr>
              <a:t>Copyright 2026, Strictly Confidential, All rights reserved</a:t>
            </a:r>
          </a:p>
        </p:txBody>
      </p:sp>
      <p:sp>
        <p:nvSpPr>
          <p:cNvPr id="15" name="Text Placeholder 13">
            <a:extLst>
              <a:ext uri="{FF2B5EF4-FFF2-40B4-BE49-F238E27FC236}">
                <a16:creationId xmlns:a16="http://schemas.microsoft.com/office/drawing/2014/main" xmlns=""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chemeClr val="tx2"/>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a16="http://schemas.microsoft.com/office/drawing/2014/main" xmlns=""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050">
                <a:solidFill>
                  <a:schemeClr val="bg1">
                    <a:lumMod val="6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a16="http://schemas.microsoft.com/office/drawing/2014/main" xmlns=""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9111" name="think-cell Slide" r:id="rId7" imgW="7772400" imgH="10058400" progId="TCLayout.ActiveDocument.1">
                  <p:embed/>
                </p:oleObj>
              </mc:Choice>
              <mc:Fallback>
                <p:oleObj name="think-cell Slide" r:id="rId7" imgW="7772400" imgH="10058400" progId="TCLayout.ActiveDocument.1">
                  <p:embed/>
                  <p:pic>
                    <p:nvPicPr>
                      <p:cNvPr id="9" name="think-cell data - do not delete" hidden="1">
                        <a:extLst>
                          <a:ext uri="{FF2B5EF4-FFF2-40B4-BE49-F238E27FC236}">
                            <a16:creationId xmlns:a16="http://schemas.microsoft.com/office/drawing/2014/main" xmlns="" id="{E9CF367F-EB2F-5DA8-CED2-E9AB28E8814E}"/>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a16="http://schemas.microsoft.com/office/drawing/2014/main" xmlns="" id="{A98E8C05-9004-BA75-1DF7-359D93DA85A9}"/>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lumMod val="50000"/>
                  </a:schemeClr>
                </a:solidFill>
              </a:rPr>
              <a:pPr algn="r"/>
              <a:t>‹#›</a:t>
            </a:fld>
            <a:endParaRPr lang="en-US" sz="1000">
              <a:solidFill>
                <a:schemeClr val="bg1">
                  <a:lumMod val="50000"/>
                </a:schemeClr>
              </a:solidFill>
            </a:endParaRPr>
          </a:p>
        </p:txBody>
      </p:sp>
      <p:sp>
        <p:nvSpPr>
          <p:cNvPr id="14" name="TextBox 13">
            <a:extLst>
              <a:ext uri="{FF2B5EF4-FFF2-40B4-BE49-F238E27FC236}">
                <a16:creationId xmlns:a16="http://schemas.microsoft.com/office/drawing/2014/main" xmlns="" id="{FC8B8D77-6DA4-6ED0-5E89-D7CC77BD7E80}"/>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lumMod val="50000"/>
                  </a:schemeClr>
                </a:solidFill>
              </a:rPr>
              <a:t>Copyright 2026, Strictly Confidential, All rights reserved</a:t>
            </a:r>
          </a:p>
        </p:txBody>
      </p:sp>
      <p:sp>
        <p:nvSpPr>
          <p:cNvPr id="26" name="Text Placeholder 11">
            <a:extLst>
              <a:ext uri="{FF2B5EF4-FFF2-40B4-BE49-F238E27FC236}">
                <a16:creationId xmlns:a16="http://schemas.microsoft.com/office/drawing/2014/main" xmlns=""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a:solidFill>
                  <a:schemeClr val="bg1">
                    <a:lumMod val="75000"/>
                  </a:schemeClr>
                </a:solidFill>
              </a:defRPr>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a16="http://schemas.microsoft.com/office/drawing/2014/main" xmlns="" id="{D738CE7C-9AC6-FCC5-F504-B9842892C1D3}"/>
              </a:ext>
            </a:extLst>
          </p:cNvPr>
          <p:cNvSpPr>
            <a:spLocks noGrp="1"/>
          </p:cNvSpPr>
          <p:nvPr>
            <p:ph type="body" sz="quarter" idx="22" hasCustomPrompt="1"/>
          </p:nvPr>
        </p:nvSpPr>
        <p:spPr>
          <a:xfrm>
            <a:off x="5525393" y="897678"/>
            <a:ext cx="1992072" cy="215019"/>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chemeClr val="tx1">
                    <a:lumMod val="50000"/>
                    <a:lumOff val="50000"/>
                  </a:schemeClr>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CHALLENGE</a:t>
            </a:r>
            <a:endParaRPr lang="en-US" dirty="0"/>
          </a:p>
        </p:txBody>
      </p:sp>
      <p:cxnSp>
        <p:nvCxnSpPr>
          <p:cNvPr id="32" name="Straight Connector 31">
            <a:extLst>
              <a:ext uri="{FF2B5EF4-FFF2-40B4-BE49-F238E27FC236}">
                <a16:creationId xmlns:a16="http://schemas.microsoft.com/office/drawing/2014/main" xmlns=""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a16="http://schemas.microsoft.com/office/drawing/2014/main" xmlns=""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050">
                <a:solidFill>
                  <a:schemeClr val="bg1">
                    <a:lumMod val="6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a16="http://schemas.microsoft.com/office/drawing/2014/main" xmlns="" id="{87E1CC24-D75A-C013-9495-53F0C22A2596}"/>
              </a:ext>
            </a:extLst>
          </p:cNvPr>
          <p:cNvSpPr>
            <a:spLocks noGrp="1"/>
          </p:cNvSpPr>
          <p:nvPr>
            <p:ph type="body" sz="quarter" idx="24" hasCustomPrompt="1"/>
          </p:nvPr>
        </p:nvSpPr>
        <p:spPr>
          <a:xfrm>
            <a:off x="5525393" y="2646243"/>
            <a:ext cx="2241927"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chemeClr val="tx1">
                    <a:lumMod val="50000"/>
                    <a:lumOff val="50000"/>
                  </a:schemeClr>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a16="http://schemas.microsoft.com/office/drawing/2014/main" xmlns=""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a16="http://schemas.microsoft.com/office/drawing/2014/main" xmlns=""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050">
                <a:solidFill>
                  <a:schemeClr val="bg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a:t>
            </a:r>
            <a:endParaRPr lang="en-US" dirty="0"/>
          </a:p>
        </p:txBody>
      </p:sp>
      <p:cxnSp>
        <p:nvCxnSpPr>
          <p:cNvPr id="40" name="Straight Connector 39">
            <a:extLst>
              <a:ext uri="{FF2B5EF4-FFF2-40B4-BE49-F238E27FC236}">
                <a16:creationId xmlns:a16="http://schemas.microsoft.com/office/drawing/2014/main" xmlns="" id="{CD84A50B-F2B1-C6BE-E6EE-6BEF58E99BCB}"/>
              </a:ext>
            </a:extLst>
          </p:cNvPr>
          <p:cNvCxnSpPr>
            <a:cxnSpLocks/>
          </p:cNvCxnSpPr>
          <p:nvPr userDrawn="1"/>
        </p:nvCxnSpPr>
        <p:spPr>
          <a:xfrm>
            <a:off x="5525393" y="5300630"/>
            <a:ext cx="0" cy="1124607"/>
          </a:xfrm>
          <a:prstGeom prst="line">
            <a:avLst/>
          </a:prstGeom>
          <a:ln w="28575">
            <a:solidFill>
              <a:schemeClr val="tx2"/>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xmlns="" id="{09D0CC24-D7A4-EBC9-ED92-E511AB8246E9}"/>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lumMod val="50000"/>
                  </a:schemeClr>
                </a:solidFill>
              </a:rPr>
              <a:t>Tenarai</a:t>
            </a:r>
          </a:p>
        </p:txBody>
      </p:sp>
    </p:spTree>
    <p:extLst>
      <p:ext uri="{BB962C8B-B14F-4D97-AF65-F5344CB8AC3E}">
        <p14:creationId xmlns:p14="http://schemas.microsoft.com/office/powerpoint/2010/main" val="3165285250"/>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1_Cas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xmlns="" id="{D59692DF-901F-96E4-737C-0C9F729D125A}"/>
              </a:ext>
            </a:extLst>
          </p:cNvPr>
          <p:cNvSpPr/>
          <p:nvPr/>
        </p:nvSpPr>
        <p:spPr>
          <a:xfrm>
            <a:off x="4304260" y="1"/>
            <a:ext cx="7927848"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0134" name="think-cell Slide" r:id="rId5" imgW="7772400" imgH="10058400" progId="TCLayout.ActiveDocument.1">
                  <p:embed/>
                </p:oleObj>
              </mc:Choice>
              <mc:Fallback>
                <p:oleObj name="think-cell Slide" r:id="rId5" imgW="7772400" imgH="10058400" progId="TCLayout.ActiveDocument.1">
                  <p:embed/>
                  <p:pic>
                    <p:nvPicPr>
                      <p:cNvPr id="7" name="think-cell data - do not delete" hidden="1">
                        <a:extLst>
                          <a:ext uri="{FF2B5EF4-FFF2-40B4-BE49-F238E27FC236}">
                            <a16:creationId xmlns:a16="http://schemas.microsoft.com/office/drawing/2014/main" xmlns="" id="{A91C372E-D762-AB9F-6BD8-760F46CF0F51}"/>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358668" cy="2329125"/>
          </a:xfrm>
        </p:spPr>
        <p:txBody>
          <a:bodyPr vert="horz"/>
          <a:lstStyle/>
          <a:p>
            <a:r>
              <a:rPr lang="en-US" dirty="0"/>
              <a:t>Click to add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49" y="3067291"/>
            <a:ext cx="3358668" cy="3228733"/>
          </a:xfrm>
        </p:spPr>
        <p:txBody>
          <a:bodyPr/>
          <a:lstStyle>
            <a:lvl1pPr>
              <a:spcBef>
                <a:spcPts val="1200"/>
              </a:spcBef>
              <a:defRPr sz="1600" b="1"/>
            </a:lvl1pPr>
            <a:lvl2pPr marL="0" indent="0">
              <a:spcBef>
                <a:spcPts val="1200"/>
              </a:spcBef>
              <a:buNone/>
              <a:defRPr>
                <a:solidFill>
                  <a:srgbClr val="5E5751"/>
                </a:solidFill>
              </a:defRPr>
            </a:lvl2pPr>
          </a:lstStyle>
          <a:p>
            <a:pPr lvl="0"/>
            <a:r>
              <a:rPr lang="en-US" dirty="0"/>
              <a:t>Click to edit Master text styles</a:t>
            </a:r>
          </a:p>
          <a:p>
            <a:pPr lvl="1"/>
            <a:r>
              <a:rPr lang="en-US" dirty="0"/>
              <a:t>Second level</a:t>
            </a:r>
          </a:p>
        </p:txBody>
      </p:sp>
      <p:sp>
        <p:nvSpPr>
          <p:cNvPr id="4" name="Slide Number Placeholder 5">
            <a:extLst>
              <a:ext uri="{FF2B5EF4-FFF2-40B4-BE49-F238E27FC236}">
                <a16:creationId xmlns:a16="http://schemas.microsoft.com/office/drawing/2014/main" xmlns=""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a16="http://schemas.microsoft.com/office/drawing/2014/main" xmlns=""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6" name="TextBox 5">
            <a:extLst>
              <a:ext uri="{FF2B5EF4-FFF2-40B4-BE49-F238E27FC236}">
                <a16:creationId xmlns:a16="http://schemas.microsoft.com/office/drawing/2014/main" xmlns=""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t>Copyright 2026, Strictly Confidential, All rights reserved</a:t>
            </a:r>
          </a:p>
        </p:txBody>
      </p:sp>
      <p:cxnSp>
        <p:nvCxnSpPr>
          <p:cNvPr id="11" name="Straight Connector 10">
            <a:extLst>
              <a:ext uri="{FF2B5EF4-FFF2-40B4-BE49-F238E27FC236}">
                <a16:creationId xmlns:a16="http://schemas.microsoft.com/office/drawing/2014/main" xmlns="" id="{0E9F2B9A-52E4-5369-DE70-8BFDBBCC0D18}"/>
              </a:ext>
            </a:extLst>
          </p:cNvPr>
          <p:cNvCxnSpPr>
            <a:cxnSpLocks/>
          </p:cNvCxnSpPr>
          <p:nvPr/>
        </p:nvCxnSpPr>
        <p:spPr>
          <a:xfrm>
            <a:off x="4985641" y="558800"/>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13" name="Picture 12">
            <a:extLst>
              <a:ext uri="{FF2B5EF4-FFF2-40B4-BE49-F238E27FC236}">
                <a16:creationId xmlns:a16="http://schemas.microsoft.com/office/drawing/2014/main" xmlns="" id="{C0E0F2B1-911D-23F5-0F11-045F8FF1FA0E}"/>
              </a:ext>
            </a:extLst>
          </p:cNvPr>
          <p:cNvPicPr>
            <a:picLocks noChangeAspect="1"/>
          </p:cNvPicPr>
          <p:nvPr/>
        </p:nvPicPr>
        <p:blipFill>
          <a:blip r:embed="rId7">
            <a:duotone>
              <a:schemeClr val="accent1">
                <a:shade val="45000"/>
                <a:satMod val="135000"/>
              </a:schemeClr>
              <a:prstClr val="white"/>
            </a:duotone>
          </a:blip>
          <a:stretch>
            <a:fillRect/>
          </a:stretch>
        </p:blipFill>
        <p:spPr>
          <a:xfrm>
            <a:off x="4507657" y="623103"/>
            <a:ext cx="304706" cy="304706"/>
          </a:xfrm>
          <a:prstGeom prst="rect">
            <a:avLst/>
          </a:prstGeom>
        </p:spPr>
      </p:pic>
      <p:cxnSp>
        <p:nvCxnSpPr>
          <p:cNvPr id="23" name="Straight Connector 22">
            <a:extLst>
              <a:ext uri="{FF2B5EF4-FFF2-40B4-BE49-F238E27FC236}">
                <a16:creationId xmlns:a16="http://schemas.microsoft.com/office/drawing/2014/main" xmlns="" id="{E1DC7703-A219-49E7-FEA0-BEFC89E1F97D}"/>
              </a:ext>
            </a:extLst>
          </p:cNvPr>
          <p:cNvCxnSpPr>
            <a:cxnSpLocks/>
          </p:cNvCxnSpPr>
          <p:nvPr/>
        </p:nvCxnSpPr>
        <p:spPr>
          <a:xfrm>
            <a:off x="4985641" y="2393142"/>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xmlns="" id="{00FD386C-28AE-B74F-02DC-04E3555D6840}"/>
              </a:ext>
            </a:extLst>
          </p:cNvPr>
          <p:cNvCxnSpPr>
            <a:cxnSpLocks/>
          </p:cNvCxnSpPr>
          <p:nvPr/>
        </p:nvCxnSpPr>
        <p:spPr>
          <a:xfrm>
            <a:off x="4985641" y="4610063"/>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36" name="Picture 35">
            <a:extLst>
              <a:ext uri="{FF2B5EF4-FFF2-40B4-BE49-F238E27FC236}">
                <a16:creationId xmlns:a16="http://schemas.microsoft.com/office/drawing/2014/main" xmlns="" id="{326B9CEE-3F61-9895-D003-98F8E1D78142}"/>
              </a:ext>
            </a:extLst>
          </p:cNvPr>
          <p:cNvPicPr>
            <a:picLocks noChangeAspect="1"/>
          </p:cNvPicPr>
          <p:nvPr/>
        </p:nvPicPr>
        <p:blipFill>
          <a:blip r:embed="rId8">
            <a:duotone>
              <a:schemeClr val="accent1">
                <a:shade val="45000"/>
                <a:satMod val="135000"/>
              </a:schemeClr>
              <a:prstClr val="white"/>
            </a:duotone>
          </a:blip>
          <a:stretch>
            <a:fillRect/>
          </a:stretch>
        </p:blipFill>
        <p:spPr>
          <a:xfrm>
            <a:off x="4507657" y="4674366"/>
            <a:ext cx="304706" cy="304706"/>
          </a:xfrm>
          <a:prstGeom prst="rect">
            <a:avLst/>
          </a:prstGeom>
        </p:spPr>
      </p:pic>
      <p:pic>
        <p:nvPicPr>
          <p:cNvPr id="65" name="Picture 64">
            <a:extLst>
              <a:ext uri="{FF2B5EF4-FFF2-40B4-BE49-F238E27FC236}">
                <a16:creationId xmlns:a16="http://schemas.microsoft.com/office/drawing/2014/main" xmlns="" id="{9BA95AFC-6701-9FCC-EF2C-3DFAAF6DE781}"/>
              </a:ext>
            </a:extLst>
          </p:cNvPr>
          <p:cNvPicPr>
            <a:picLocks noChangeAspect="1"/>
          </p:cNvPicPr>
          <p:nvPr/>
        </p:nvPicPr>
        <p:blipFill>
          <a:blip r:embed="rId9">
            <a:duotone>
              <a:schemeClr val="accent1">
                <a:shade val="45000"/>
                <a:satMod val="135000"/>
              </a:schemeClr>
              <a:prstClr val="white"/>
            </a:duotone>
          </a:blip>
          <a:stretch>
            <a:fillRect/>
          </a:stretch>
        </p:blipFill>
        <p:spPr>
          <a:xfrm>
            <a:off x="4507657" y="2457445"/>
            <a:ext cx="304706" cy="304706"/>
          </a:xfrm>
          <a:prstGeom prst="rect">
            <a:avLst/>
          </a:prstGeom>
        </p:spPr>
      </p:pic>
      <p:sp>
        <p:nvSpPr>
          <p:cNvPr id="15" name="Text Placeholder 13">
            <a:extLst>
              <a:ext uri="{FF2B5EF4-FFF2-40B4-BE49-F238E27FC236}">
                <a16:creationId xmlns:a16="http://schemas.microsoft.com/office/drawing/2014/main" xmlns="" id="{391FDC00-B1D7-9C33-205E-89C2DDA560F1}"/>
              </a:ext>
            </a:extLst>
          </p:cNvPr>
          <p:cNvSpPr>
            <a:spLocks noGrp="1"/>
          </p:cNvSpPr>
          <p:nvPr>
            <p:ph type="body" sz="quarter" idx="15"/>
          </p:nvPr>
        </p:nvSpPr>
        <p:spPr>
          <a:xfrm>
            <a:off x="5050831" y="647287"/>
            <a:ext cx="6465523"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buNone/>
              <a:defRPr kumimoji="0" lang="en-US" b="1" spc="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en-US" dirty="0"/>
              <a:t>Click to edit Master text styles</a:t>
            </a:r>
          </a:p>
        </p:txBody>
      </p:sp>
      <p:sp>
        <p:nvSpPr>
          <p:cNvPr id="16" name="Text Placeholder 13">
            <a:extLst>
              <a:ext uri="{FF2B5EF4-FFF2-40B4-BE49-F238E27FC236}">
                <a16:creationId xmlns:a16="http://schemas.microsoft.com/office/drawing/2014/main" xmlns="" id="{CA3606B1-576E-7889-44A2-AC25BD122E54}"/>
              </a:ext>
            </a:extLst>
          </p:cNvPr>
          <p:cNvSpPr>
            <a:spLocks noGrp="1"/>
          </p:cNvSpPr>
          <p:nvPr>
            <p:ph type="body" sz="quarter" idx="16"/>
          </p:nvPr>
        </p:nvSpPr>
        <p:spPr>
          <a:xfrm>
            <a:off x="5050831" y="2481629"/>
            <a:ext cx="6465523"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buNone/>
              <a:defRPr kumimoji="0" lang="en-US" b="1" spc="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en-US" dirty="0"/>
              <a:t>Click to edit Master text styles</a:t>
            </a:r>
          </a:p>
        </p:txBody>
      </p:sp>
      <p:sp>
        <p:nvSpPr>
          <p:cNvPr id="22" name="Text Placeholder 13">
            <a:extLst>
              <a:ext uri="{FF2B5EF4-FFF2-40B4-BE49-F238E27FC236}">
                <a16:creationId xmlns:a16="http://schemas.microsoft.com/office/drawing/2014/main" xmlns="" id="{DEDA8E94-A7BA-2A7C-EA6E-8F98BCFEB728}"/>
              </a:ext>
            </a:extLst>
          </p:cNvPr>
          <p:cNvSpPr>
            <a:spLocks noGrp="1"/>
          </p:cNvSpPr>
          <p:nvPr>
            <p:ph type="body" sz="quarter" idx="18" hasCustomPrompt="1"/>
          </p:nvPr>
        </p:nvSpPr>
        <p:spPr>
          <a:xfrm>
            <a:off x="5050831" y="4698550"/>
            <a:ext cx="1235667"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lgn="l">
              <a:buNone/>
              <a:defRPr kumimoji="0" lang="en-US" b="1" spc="0" normalizeH="0" baseline="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algn="l">
              <a:defRPr/>
            </a:pPr>
            <a:r>
              <a:rPr lang="en-US" sz="1400" dirty="0">
                <a:solidFill>
                  <a:srgbClr val="47413D"/>
                </a:solidFill>
                <a:latin typeface="+mn-lt"/>
              </a:rPr>
              <a:t>Impact</a:t>
            </a:r>
            <a:endParaRPr lang="en-IN" sz="1400" dirty="0">
              <a:solidFill>
                <a:srgbClr val="47413D"/>
              </a:solidFill>
              <a:latin typeface="+mn-lt"/>
            </a:endParaRPr>
          </a:p>
        </p:txBody>
      </p:sp>
      <p:sp>
        <p:nvSpPr>
          <p:cNvPr id="25" name="Text Placeholder 24">
            <a:extLst>
              <a:ext uri="{FF2B5EF4-FFF2-40B4-BE49-F238E27FC236}">
                <a16:creationId xmlns:a16="http://schemas.microsoft.com/office/drawing/2014/main" xmlns="" id="{3069DD77-514E-A4EF-9422-DD760605E2A7}"/>
              </a:ext>
            </a:extLst>
          </p:cNvPr>
          <p:cNvSpPr>
            <a:spLocks noGrp="1"/>
          </p:cNvSpPr>
          <p:nvPr>
            <p:ph type="body" sz="quarter" idx="19"/>
          </p:nvPr>
        </p:nvSpPr>
        <p:spPr>
          <a:xfrm>
            <a:off x="5050831" y="1036357"/>
            <a:ext cx="6576019" cy="1015880"/>
          </a:xfrm>
        </p:spPr>
        <p:txBody>
          <a:bodyPr/>
          <a:lstStyle>
            <a:lvl1pPr marL="182880" indent="-182880">
              <a:lnSpc>
                <a:spcPct val="100000"/>
              </a:lnSpc>
              <a:spcBef>
                <a:spcPts val="0"/>
              </a:spcBef>
              <a:buFont typeface="Arial" panose="020B0604020202020204" pitchFamily="34" charset="0"/>
              <a:buChar char="•"/>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Click to edit Master text styles</a:t>
            </a:r>
          </a:p>
        </p:txBody>
      </p:sp>
      <p:sp>
        <p:nvSpPr>
          <p:cNvPr id="27" name="Text Placeholder 24">
            <a:extLst>
              <a:ext uri="{FF2B5EF4-FFF2-40B4-BE49-F238E27FC236}">
                <a16:creationId xmlns:a16="http://schemas.microsoft.com/office/drawing/2014/main" xmlns="" id="{B19AFB08-B154-3AE2-9763-B7A80F0CD723}"/>
              </a:ext>
            </a:extLst>
          </p:cNvPr>
          <p:cNvSpPr>
            <a:spLocks noGrp="1"/>
          </p:cNvSpPr>
          <p:nvPr>
            <p:ph type="body" sz="quarter" idx="20"/>
          </p:nvPr>
        </p:nvSpPr>
        <p:spPr>
          <a:xfrm>
            <a:off x="5050831" y="2870699"/>
            <a:ext cx="6576019" cy="1015880"/>
          </a:xfrm>
        </p:spPr>
        <p:txBody>
          <a:bodyPr/>
          <a:lstStyle>
            <a:lvl1pPr marL="182880" indent="-182880">
              <a:lnSpc>
                <a:spcPct val="100000"/>
              </a:lnSpc>
              <a:spcBef>
                <a:spcPts val="0"/>
              </a:spcBef>
              <a:buFont typeface="Arial" panose="020B0604020202020204" pitchFamily="34" charset="0"/>
              <a:buChar char="•"/>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Click to edit Master text styles</a:t>
            </a:r>
          </a:p>
        </p:txBody>
      </p:sp>
      <p:sp>
        <p:nvSpPr>
          <p:cNvPr id="8" name="Rectangle 7">
            <a:extLst>
              <a:ext uri="{FF2B5EF4-FFF2-40B4-BE49-F238E27FC236}">
                <a16:creationId xmlns:a16="http://schemas.microsoft.com/office/drawing/2014/main" xmlns="" id="{1580CECB-9733-8E17-F7D6-AEBC84C01F54}"/>
              </a:ext>
            </a:extLst>
          </p:cNvPr>
          <p:cNvSpPr/>
          <p:nvPr userDrawn="1"/>
        </p:nvSpPr>
        <p:spPr>
          <a:xfrm>
            <a:off x="4304260" y="1"/>
            <a:ext cx="7927848"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9" name="think-cell data - do not delete" hidden="1">
            <a:extLst>
              <a:ext uri="{FF2B5EF4-FFF2-40B4-BE49-F238E27FC236}">
                <a16:creationId xmlns:a16="http://schemas.microsoft.com/office/drawing/2014/main" xmlns=""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0135" name="think-cell Slide" r:id="rId10" imgW="7772400" imgH="10058400" progId="TCLayout.ActiveDocument.1">
                  <p:embed/>
                </p:oleObj>
              </mc:Choice>
              <mc:Fallback>
                <p:oleObj name="think-cell Slide" r:id="rId10" imgW="7772400" imgH="10058400" progId="TCLayout.ActiveDocument.1">
                  <p:embed/>
                  <p:pic>
                    <p:nvPicPr>
                      <p:cNvPr id="9" name="think-cell data - do not delete" hidden="1">
                        <a:extLst>
                          <a:ext uri="{FF2B5EF4-FFF2-40B4-BE49-F238E27FC236}">
                            <a16:creationId xmlns:a16="http://schemas.microsoft.com/office/drawing/2014/main" xmlns="" id="{E9CF367F-EB2F-5DA8-CED2-E9AB28E8814E}"/>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a16="http://schemas.microsoft.com/office/drawing/2014/main" xmlns=""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14" name="TextBox 13">
            <a:extLst>
              <a:ext uri="{FF2B5EF4-FFF2-40B4-BE49-F238E27FC236}">
                <a16:creationId xmlns:a16="http://schemas.microsoft.com/office/drawing/2014/main" xmlns="" id="{FC8B8D77-6DA4-6ED0-5E89-D7CC77BD7E80}"/>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t>Copyright 2026, Strictly Confidential, All rights reserved</a:t>
            </a:r>
          </a:p>
        </p:txBody>
      </p:sp>
      <p:cxnSp>
        <p:nvCxnSpPr>
          <p:cNvPr id="17" name="Straight Connector 16">
            <a:extLst>
              <a:ext uri="{FF2B5EF4-FFF2-40B4-BE49-F238E27FC236}">
                <a16:creationId xmlns:a16="http://schemas.microsoft.com/office/drawing/2014/main" xmlns="" id="{7DED35B3-FE32-22B2-FE4B-F71536D0475E}"/>
              </a:ext>
            </a:extLst>
          </p:cNvPr>
          <p:cNvCxnSpPr>
            <a:cxnSpLocks/>
          </p:cNvCxnSpPr>
          <p:nvPr userDrawn="1"/>
        </p:nvCxnSpPr>
        <p:spPr>
          <a:xfrm>
            <a:off x="4985641" y="558800"/>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18" name="Picture 17">
            <a:extLst>
              <a:ext uri="{FF2B5EF4-FFF2-40B4-BE49-F238E27FC236}">
                <a16:creationId xmlns:a16="http://schemas.microsoft.com/office/drawing/2014/main" xmlns="" id="{BF19F648-E713-19E4-8E80-E336B132E799}"/>
              </a:ext>
            </a:extLst>
          </p:cNvPr>
          <p:cNvPicPr>
            <a:picLocks noChangeAspect="1"/>
          </p:cNvPicPr>
          <p:nvPr userDrawn="1"/>
        </p:nvPicPr>
        <p:blipFill>
          <a:blip r:embed="rId7">
            <a:duotone>
              <a:schemeClr val="accent1">
                <a:shade val="45000"/>
                <a:satMod val="135000"/>
              </a:schemeClr>
              <a:prstClr val="white"/>
            </a:duotone>
          </a:blip>
          <a:stretch>
            <a:fillRect/>
          </a:stretch>
        </p:blipFill>
        <p:spPr>
          <a:xfrm>
            <a:off x="4507657" y="623103"/>
            <a:ext cx="304706" cy="304706"/>
          </a:xfrm>
          <a:prstGeom prst="rect">
            <a:avLst/>
          </a:prstGeom>
        </p:spPr>
      </p:pic>
      <p:cxnSp>
        <p:nvCxnSpPr>
          <p:cNvPr id="19" name="Straight Connector 18">
            <a:extLst>
              <a:ext uri="{FF2B5EF4-FFF2-40B4-BE49-F238E27FC236}">
                <a16:creationId xmlns:a16="http://schemas.microsoft.com/office/drawing/2014/main" xmlns="" id="{AE27C355-0CBF-1E79-F265-A00BA34BBCBF}"/>
              </a:ext>
            </a:extLst>
          </p:cNvPr>
          <p:cNvCxnSpPr>
            <a:cxnSpLocks/>
          </p:cNvCxnSpPr>
          <p:nvPr userDrawn="1"/>
        </p:nvCxnSpPr>
        <p:spPr>
          <a:xfrm>
            <a:off x="4985641" y="2393142"/>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xmlns="" id="{56B8D5F7-A361-8AD4-52B8-082036B1721F}"/>
              </a:ext>
            </a:extLst>
          </p:cNvPr>
          <p:cNvCxnSpPr>
            <a:cxnSpLocks/>
          </p:cNvCxnSpPr>
          <p:nvPr userDrawn="1"/>
        </p:nvCxnSpPr>
        <p:spPr>
          <a:xfrm>
            <a:off x="4985641" y="4610063"/>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21" name="Picture 20">
            <a:extLst>
              <a:ext uri="{FF2B5EF4-FFF2-40B4-BE49-F238E27FC236}">
                <a16:creationId xmlns:a16="http://schemas.microsoft.com/office/drawing/2014/main" xmlns="" id="{D9214AAD-F1D4-D149-48E4-A4CA0897E294}"/>
              </a:ext>
            </a:extLst>
          </p:cNvPr>
          <p:cNvPicPr>
            <a:picLocks noChangeAspect="1"/>
          </p:cNvPicPr>
          <p:nvPr userDrawn="1"/>
        </p:nvPicPr>
        <p:blipFill>
          <a:blip r:embed="rId8">
            <a:duotone>
              <a:schemeClr val="accent1">
                <a:shade val="45000"/>
                <a:satMod val="135000"/>
              </a:schemeClr>
              <a:prstClr val="white"/>
            </a:duotone>
          </a:blip>
          <a:stretch>
            <a:fillRect/>
          </a:stretch>
        </p:blipFill>
        <p:spPr>
          <a:xfrm>
            <a:off x="4507657" y="4674366"/>
            <a:ext cx="304706" cy="304706"/>
          </a:xfrm>
          <a:prstGeom prst="rect">
            <a:avLst/>
          </a:prstGeom>
        </p:spPr>
      </p:pic>
      <p:pic>
        <p:nvPicPr>
          <p:cNvPr id="24" name="Picture 23">
            <a:extLst>
              <a:ext uri="{FF2B5EF4-FFF2-40B4-BE49-F238E27FC236}">
                <a16:creationId xmlns:a16="http://schemas.microsoft.com/office/drawing/2014/main" xmlns="" id="{97757A16-D1D2-AF1B-D2D6-6B02D3A65248}"/>
              </a:ext>
            </a:extLst>
          </p:cNvPr>
          <p:cNvPicPr>
            <a:picLocks noChangeAspect="1"/>
          </p:cNvPicPr>
          <p:nvPr userDrawn="1"/>
        </p:nvPicPr>
        <p:blipFill>
          <a:blip r:embed="rId9">
            <a:duotone>
              <a:schemeClr val="accent1">
                <a:shade val="45000"/>
                <a:satMod val="135000"/>
              </a:schemeClr>
              <a:prstClr val="white"/>
            </a:duotone>
          </a:blip>
          <a:stretch>
            <a:fillRect/>
          </a:stretch>
        </p:blipFill>
        <p:spPr>
          <a:xfrm>
            <a:off x="4507657" y="2457445"/>
            <a:ext cx="304706" cy="304706"/>
          </a:xfrm>
          <a:prstGeom prst="rect">
            <a:avLst/>
          </a:prstGeom>
        </p:spPr>
      </p:pic>
    </p:spTree>
    <p:extLst>
      <p:ext uri="{BB962C8B-B14F-4D97-AF65-F5344CB8AC3E}">
        <p14:creationId xmlns:p14="http://schemas.microsoft.com/office/powerpoint/2010/main" val="855943091"/>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2_Case">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1148"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a16="http://schemas.microsoft.com/office/drawing/2014/main" xmlns=""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311629579"/>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Case">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2172"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a16="http://schemas.microsoft.com/office/drawing/2014/main" xmlns=""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0" name="Picture Placeholder 9">
            <a:extLst>
              <a:ext uri="{FF2B5EF4-FFF2-40B4-BE49-F238E27FC236}">
                <a16:creationId xmlns:a16="http://schemas.microsoft.com/office/drawing/2014/main" xmlns="" id="{4D7F28B9-3CD7-58BB-E8E5-1B72C75CB7B0}"/>
              </a:ext>
            </a:extLst>
          </p:cNvPr>
          <p:cNvSpPr>
            <a:spLocks noGrp="1"/>
          </p:cNvSpPr>
          <p:nvPr>
            <p:ph type="pic" sz="quarter" idx="12"/>
          </p:nvPr>
        </p:nvSpPr>
        <p:spPr>
          <a:xfrm>
            <a:off x="4267200" y="-1"/>
            <a:ext cx="7927848" cy="6857999"/>
          </a:xfrm>
          <a:solidFill>
            <a:srgbClr val="DAD2CB"/>
          </a:solidFill>
        </p:spPr>
        <p:txBody>
          <a:bodyPr/>
          <a:lstStyle/>
          <a:p>
            <a:r>
              <a:rPr lang="en-US"/>
              <a:t>Click icon to add picture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504095877"/>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Case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5160943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3196"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a16="http://schemas.microsoft.com/office/drawing/2014/main" xmlns=""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3" name="Picture Placeholder 9">
            <a:extLst>
              <a:ext uri="{FF2B5EF4-FFF2-40B4-BE49-F238E27FC236}">
                <a16:creationId xmlns:a16="http://schemas.microsoft.com/office/drawing/2014/main" xmlns="" id="{5C6055F8-9989-D9E2-3C90-326C85A7A212}"/>
              </a:ext>
            </a:extLst>
          </p:cNvPr>
          <p:cNvSpPr>
            <a:spLocks noGrp="1"/>
          </p:cNvSpPr>
          <p:nvPr>
            <p:ph type="pic" sz="quarter" idx="12"/>
          </p:nvPr>
        </p:nvSpPr>
        <p:spPr>
          <a:xfrm>
            <a:off x="4267200" y="-1"/>
            <a:ext cx="7927848" cy="6857999"/>
          </a:xfrm>
          <a:solidFill>
            <a:srgbClr val="2F2C29"/>
          </a:solidFill>
        </p:spPr>
        <p:txBody>
          <a:bodyPr/>
          <a:lstStyle/>
          <a:p>
            <a:r>
              <a:rPr lang="en-US"/>
              <a:t>Click icon to add picture</a:t>
            </a:r>
          </a:p>
        </p:txBody>
      </p:sp>
    </p:spTree>
    <p:extLst>
      <p:ext uri="{BB962C8B-B14F-4D97-AF65-F5344CB8AC3E}">
        <p14:creationId xmlns:p14="http://schemas.microsoft.com/office/powerpoint/2010/main" val="1247471693"/>
      </p:ext>
    </p:extLst>
  </p:cSld>
  <p:clrMapOvr>
    <a:overrideClrMapping bg1="dk1" tx1="lt1" bg2="dk2" tx2="lt2" accent1="accent1" accent2="accent2" accent3="accent3" accent4="accent4" accent5="accent5" accent6="accent6" hlink="hlink" folHlink="folHlink"/>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Case, mobile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34257464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4220"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a16="http://schemas.microsoft.com/office/drawing/2014/main" xmlns=""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34" name="Picture 33">
            <a:extLst>
              <a:ext uri="{FF2B5EF4-FFF2-40B4-BE49-F238E27FC236}">
                <a16:creationId xmlns:a16="http://schemas.microsoft.com/office/drawing/2014/main" xmlns="" id="{669AC99F-9E1F-AA4F-D805-0DA4D123B8E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4486657" y="967796"/>
            <a:ext cx="2316555" cy="4935841"/>
          </a:xfrm>
          <a:prstGeom prst="rect">
            <a:avLst/>
          </a:prstGeom>
        </p:spPr>
      </p:pic>
      <p:pic>
        <p:nvPicPr>
          <p:cNvPr id="35" name="Picture 34">
            <a:extLst>
              <a:ext uri="{FF2B5EF4-FFF2-40B4-BE49-F238E27FC236}">
                <a16:creationId xmlns:a16="http://schemas.microsoft.com/office/drawing/2014/main" xmlns="" id="{69C7691F-1149-9C9C-9465-09104B41577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7061335" y="967796"/>
            <a:ext cx="2316555" cy="4935841"/>
          </a:xfrm>
          <a:prstGeom prst="rect">
            <a:avLst/>
          </a:prstGeom>
        </p:spPr>
      </p:pic>
      <p:pic>
        <p:nvPicPr>
          <p:cNvPr id="36" name="Picture 35">
            <a:extLst>
              <a:ext uri="{FF2B5EF4-FFF2-40B4-BE49-F238E27FC236}">
                <a16:creationId xmlns:a16="http://schemas.microsoft.com/office/drawing/2014/main" xmlns="" id="{1970DA38-8844-7E04-11C7-1715CD52AED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9631865" y="967796"/>
            <a:ext cx="2316555" cy="4935841"/>
          </a:xfrm>
          <a:prstGeom prst="rect">
            <a:avLst/>
          </a:prstGeom>
        </p:spPr>
      </p:pic>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a16="http://schemas.microsoft.com/office/drawing/2014/main" xmlns="" id="{1B2A1423-4B70-2BC1-DC51-7E074E13C985}"/>
              </a:ext>
            </a:extLst>
          </p:cNvPr>
          <p:cNvSpPr>
            <a:spLocks noGrp="1"/>
          </p:cNvSpPr>
          <p:nvPr>
            <p:ph type="pic" sz="quarter" idx="14"/>
          </p:nvPr>
        </p:nvSpPr>
        <p:spPr>
          <a:xfrm>
            <a:off x="4584700"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8" name="Picture Placeholder 8">
            <a:extLst>
              <a:ext uri="{FF2B5EF4-FFF2-40B4-BE49-F238E27FC236}">
                <a16:creationId xmlns:a16="http://schemas.microsoft.com/office/drawing/2014/main" xmlns="" id="{BBC75C68-F35A-EB20-E1B4-6BB6CC31F183}"/>
              </a:ext>
            </a:extLst>
          </p:cNvPr>
          <p:cNvSpPr>
            <a:spLocks noGrp="1"/>
          </p:cNvSpPr>
          <p:nvPr>
            <p:ph type="pic" sz="quarter" idx="15"/>
          </p:nvPr>
        </p:nvSpPr>
        <p:spPr>
          <a:xfrm>
            <a:off x="716771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9" name="Picture Placeholder 8">
            <a:extLst>
              <a:ext uri="{FF2B5EF4-FFF2-40B4-BE49-F238E27FC236}">
                <a16:creationId xmlns:a16="http://schemas.microsoft.com/office/drawing/2014/main" xmlns="" id="{D0DE5F3A-508C-BF15-E5FE-9DC32F0E4F86}"/>
              </a:ext>
            </a:extLst>
          </p:cNvPr>
          <p:cNvSpPr>
            <a:spLocks noGrp="1"/>
          </p:cNvSpPr>
          <p:nvPr>
            <p:ph type="pic" sz="quarter" idx="16"/>
          </p:nvPr>
        </p:nvSpPr>
        <p:spPr>
          <a:xfrm>
            <a:off x="973070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848515806"/>
      </p:ext>
    </p:extLst>
  </p:cSld>
  <p:clrMapOvr>
    <a:overrideClrMapping bg1="lt1" tx1="dk1" bg2="lt2" tx2="dk2" accent1="accent1" accent2="accent2" accent3="accent3" accent4="accent4" accent5="accent5" accent6="accent6" hlink="hlink" folHlink="folHlink"/>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Case, mobile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34257464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5244"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a16="http://schemas.microsoft.com/office/drawing/2014/main" xmlns=""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34" name="Picture 33">
            <a:extLst>
              <a:ext uri="{FF2B5EF4-FFF2-40B4-BE49-F238E27FC236}">
                <a16:creationId xmlns:a16="http://schemas.microsoft.com/office/drawing/2014/main" xmlns="" id="{669AC99F-9E1F-AA4F-D805-0DA4D123B8E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4486657" y="967796"/>
            <a:ext cx="2316555" cy="4935841"/>
          </a:xfrm>
          <a:prstGeom prst="rect">
            <a:avLst/>
          </a:prstGeom>
        </p:spPr>
      </p:pic>
      <p:pic>
        <p:nvPicPr>
          <p:cNvPr id="35" name="Picture 34">
            <a:extLst>
              <a:ext uri="{FF2B5EF4-FFF2-40B4-BE49-F238E27FC236}">
                <a16:creationId xmlns:a16="http://schemas.microsoft.com/office/drawing/2014/main" xmlns="" id="{69C7691F-1149-9C9C-9465-09104B41577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7061335" y="967796"/>
            <a:ext cx="2316555" cy="4935841"/>
          </a:xfrm>
          <a:prstGeom prst="rect">
            <a:avLst/>
          </a:prstGeom>
        </p:spPr>
      </p:pic>
      <p:pic>
        <p:nvPicPr>
          <p:cNvPr id="36" name="Picture 35">
            <a:extLst>
              <a:ext uri="{FF2B5EF4-FFF2-40B4-BE49-F238E27FC236}">
                <a16:creationId xmlns:a16="http://schemas.microsoft.com/office/drawing/2014/main" xmlns="" id="{1970DA38-8844-7E04-11C7-1715CD52AED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9631865" y="967796"/>
            <a:ext cx="2316555" cy="4935841"/>
          </a:xfrm>
          <a:prstGeom prst="rect">
            <a:avLst/>
          </a:prstGeom>
        </p:spPr>
      </p:pic>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a16="http://schemas.microsoft.com/office/drawing/2014/main" xmlns="" id="{1B2A1423-4B70-2BC1-DC51-7E074E13C985}"/>
              </a:ext>
            </a:extLst>
          </p:cNvPr>
          <p:cNvSpPr>
            <a:spLocks noGrp="1"/>
          </p:cNvSpPr>
          <p:nvPr>
            <p:ph type="pic" sz="quarter" idx="14"/>
          </p:nvPr>
        </p:nvSpPr>
        <p:spPr>
          <a:xfrm>
            <a:off x="4584700"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8" name="Picture Placeholder 8">
            <a:extLst>
              <a:ext uri="{FF2B5EF4-FFF2-40B4-BE49-F238E27FC236}">
                <a16:creationId xmlns:a16="http://schemas.microsoft.com/office/drawing/2014/main" xmlns="" id="{BBC75C68-F35A-EB20-E1B4-6BB6CC31F183}"/>
              </a:ext>
            </a:extLst>
          </p:cNvPr>
          <p:cNvSpPr>
            <a:spLocks noGrp="1"/>
          </p:cNvSpPr>
          <p:nvPr>
            <p:ph type="pic" sz="quarter" idx="15"/>
          </p:nvPr>
        </p:nvSpPr>
        <p:spPr>
          <a:xfrm>
            <a:off x="716771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9" name="Picture Placeholder 8">
            <a:extLst>
              <a:ext uri="{FF2B5EF4-FFF2-40B4-BE49-F238E27FC236}">
                <a16:creationId xmlns:a16="http://schemas.microsoft.com/office/drawing/2014/main" xmlns="" id="{D0DE5F3A-508C-BF15-E5FE-9DC32F0E4F86}"/>
              </a:ext>
            </a:extLst>
          </p:cNvPr>
          <p:cNvSpPr>
            <a:spLocks noGrp="1"/>
          </p:cNvSpPr>
          <p:nvPr>
            <p:ph type="pic" sz="quarter" idx="16"/>
          </p:nvPr>
        </p:nvSpPr>
        <p:spPr>
          <a:xfrm>
            <a:off x="973070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903302158"/>
      </p:ext>
    </p:extLst>
  </p:cSld>
  <p:clrMapOvr>
    <a:overrideClrMapping bg1="dk1" tx1="lt1" bg2="dk2" tx2="lt2" accent1="accent1" accent2="accent2" accent3="accent3" accent4="accent4" accent5="accent5" accent6="accent6" hlink="hlink" folHlink="folHlink"/>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Case, laptop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136642098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6268"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a16="http://schemas.microsoft.com/office/drawing/2014/main" xmlns=""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11" name="Picture 10">
            <a:extLst>
              <a:ext uri="{FF2B5EF4-FFF2-40B4-BE49-F238E27FC236}">
                <a16:creationId xmlns:a16="http://schemas.microsoft.com/office/drawing/2014/main" xmlns="" id="{718121F4-F386-EB6F-41E4-6D1400E6145B}"/>
              </a:ext>
            </a:extLst>
          </p:cNvPr>
          <p:cNvPicPr>
            <a:picLocks noChangeAspect="1"/>
          </p:cNvPicPr>
          <p:nvPr userDrawn="1"/>
        </p:nvPicPr>
        <p:blipFill>
          <a:blip r:embed="rId6" cstate="print">
            <a:extLst>
              <a:ext uri="{28A0092B-C50C-407E-A947-70E740481C1C}">
                <a14:useLocalDpi xmlns:a14="http://schemas.microsoft.com/office/drawing/2010/main"/>
              </a:ext>
            </a:extLst>
          </a:blip>
          <a:srcRect/>
          <a:stretch>
            <a:fillRect/>
          </a:stretch>
        </p:blipFill>
        <p:spPr>
          <a:xfrm>
            <a:off x="4419600" y="963611"/>
            <a:ext cx="7772400" cy="4333788"/>
          </a:xfrm>
          <a:custGeom>
            <a:avLst/>
            <a:gdLst>
              <a:gd name="csX0" fmla="*/ 967795 w 7772400"/>
              <a:gd name="csY0" fmla="*/ 137674 h 4333788"/>
              <a:gd name="csX1" fmla="*/ 866565 w 7772400"/>
              <a:gd name="csY1" fmla="*/ 238904 h 4333788"/>
              <a:gd name="csX2" fmla="*/ 866565 w 7772400"/>
              <a:gd name="csY2" fmla="*/ 4068926 h 4333788"/>
              <a:gd name="csX3" fmla="*/ 6906944 w 7772400"/>
              <a:gd name="csY3" fmla="*/ 4068926 h 4333788"/>
              <a:gd name="csX4" fmla="*/ 6906944 w 7772400"/>
              <a:gd name="csY4" fmla="*/ 238904 h 4333788"/>
              <a:gd name="csX5" fmla="*/ 6805714 w 7772400"/>
              <a:gd name="csY5" fmla="*/ 137674 h 4333788"/>
              <a:gd name="csX6" fmla="*/ 0 w 7772400"/>
              <a:gd name="csY6" fmla="*/ 0 h 4333788"/>
              <a:gd name="csX7" fmla="*/ 7772400 w 7772400"/>
              <a:gd name="csY7" fmla="*/ 0 h 4333788"/>
              <a:gd name="csX8" fmla="*/ 7772400 w 7772400"/>
              <a:gd name="csY8" fmla="*/ 4333788 h 4333788"/>
              <a:gd name="csX9" fmla="*/ 0 w 7772400"/>
              <a:gd name="csY9" fmla="*/ 4333788 h 43337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772400" h="4333788">
                <a:moveTo>
                  <a:pt x="967795" y="137674"/>
                </a:moveTo>
                <a:cubicBezTo>
                  <a:pt x="911887" y="137674"/>
                  <a:pt x="866565" y="182996"/>
                  <a:pt x="866565" y="238904"/>
                </a:cubicBezTo>
                <a:lnTo>
                  <a:pt x="866565" y="4068926"/>
                </a:lnTo>
                <a:lnTo>
                  <a:pt x="6906944" y="4068926"/>
                </a:lnTo>
                <a:lnTo>
                  <a:pt x="6906944" y="238904"/>
                </a:lnTo>
                <a:cubicBezTo>
                  <a:pt x="6906944" y="182996"/>
                  <a:pt x="6861622" y="137674"/>
                  <a:pt x="6805714" y="137674"/>
                </a:cubicBezTo>
                <a:close/>
                <a:moveTo>
                  <a:pt x="0" y="0"/>
                </a:moveTo>
                <a:lnTo>
                  <a:pt x="7772400" y="0"/>
                </a:lnTo>
                <a:lnTo>
                  <a:pt x="7772400" y="4333788"/>
                </a:lnTo>
                <a:lnTo>
                  <a:pt x="0" y="4333788"/>
                </a:lnTo>
                <a:close/>
              </a:path>
            </a:pathLst>
          </a:custGeom>
        </p:spPr>
      </p:pic>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a16="http://schemas.microsoft.com/office/drawing/2014/main" xmlns="" id="{1B2A1423-4B70-2BC1-DC51-7E074E13C985}"/>
              </a:ext>
            </a:extLst>
          </p:cNvPr>
          <p:cNvSpPr>
            <a:spLocks noGrp="1"/>
          </p:cNvSpPr>
          <p:nvPr>
            <p:ph type="pic" sz="quarter" idx="14"/>
          </p:nvPr>
        </p:nvSpPr>
        <p:spPr>
          <a:xfrm>
            <a:off x="5286166" y="1101285"/>
            <a:ext cx="6040380" cy="3931252"/>
          </a:xfrm>
          <a:prstGeom prst="round2SameRect">
            <a:avLst>
              <a:gd name="adj1" fmla="val 3015"/>
              <a:gd name="adj2" fmla="val 0"/>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684322370"/>
      </p:ext>
    </p:extLst>
  </p:cSld>
  <p:clrMapOvr>
    <a:overrideClrMapping bg1="lt1" tx1="dk1" bg2="lt2" tx2="dk2" accent1="accent1" accent2="accent2" accent3="accent3" accent4="accent4" accent5="accent5" accent6="accent6" hlink="hlink" folHlink="folHlink"/>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Case, laptop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136642098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7292"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a16="http://schemas.microsoft.com/office/drawing/2014/main" xmlns=""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11" name="Picture 10">
            <a:extLst>
              <a:ext uri="{FF2B5EF4-FFF2-40B4-BE49-F238E27FC236}">
                <a16:creationId xmlns:a16="http://schemas.microsoft.com/office/drawing/2014/main" xmlns="" id="{718121F4-F386-EB6F-41E4-6D1400E6145B}"/>
              </a:ext>
            </a:extLst>
          </p:cNvPr>
          <p:cNvPicPr>
            <a:picLocks noChangeAspect="1"/>
          </p:cNvPicPr>
          <p:nvPr userDrawn="1"/>
        </p:nvPicPr>
        <p:blipFill>
          <a:blip r:embed="rId6" cstate="print">
            <a:extLst>
              <a:ext uri="{28A0092B-C50C-407E-A947-70E740481C1C}">
                <a14:useLocalDpi xmlns:a14="http://schemas.microsoft.com/office/drawing/2010/main"/>
              </a:ext>
            </a:extLst>
          </a:blip>
          <a:srcRect/>
          <a:stretch>
            <a:fillRect/>
          </a:stretch>
        </p:blipFill>
        <p:spPr>
          <a:xfrm>
            <a:off x="4419600" y="963611"/>
            <a:ext cx="7772400" cy="4333788"/>
          </a:xfrm>
          <a:custGeom>
            <a:avLst/>
            <a:gdLst>
              <a:gd name="csX0" fmla="*/ 967795 w 7772400"/>
              <a:gd name="csY0" fmla="*/ 137674 h 4333788"/>
              <a:gd name="csX1" fmla="*/ 866565 w 7772400"/>
              <a:gd name="csY1" fmla="*/ 238904 h 4333788"/>
              <a:gd name="csX2" fmla="*/ 866565 w 7772400"/>
              <a:gd name="csY2" fmla="*/ 4068926 h 4333788"/>
              <a:gd name="csX3" fmla="*/ 6906944 w 7772400"/>
              <a:gd name="csY3" fmla="*/ 4068926 h 4333788"/>
              <a:gd name="csX4" fmla="*/ 6906944 w 7772400"/>
              <a:gd name="csY4" fmla="*/ 238904 h 4333788"/>
              <a:gd name="csX5" fmla="*/ 6805714 w 7772400"/>
              <a:gd name="csY5" fmla="*/ 137674 h 4333788"/>
              <a:gd name="csX6" fmla="*/ 0 w 7772400"/>
              <a:gd name="csY6" fmla="*/ 0 h 4333788"/>
              <a:gd name="csX7" fmla="*/ 7772400 w 7772400"/>
              <a:gd name="csY7" fmla="*/ 0 h 4333788"/>
              <a:gd name="csX8" fmla="*/ 7772400 w 7772400"/>
              <a:gd name="csY8" fmla="*/ 4333788 h 4333788"/>
              <a:gd name="csX9" fmla="*/ 0 w 7772400"/>
              <a:gd name="csY9" fmla="*/ 4333788 h 43337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772400" h="4333788">
                <a:moveTo>
                  <a:pt x="967795" y="137674"/>
                </a:moveTo>
                <a:cubicBezTo>
                  <a:pt x="911887" y="137674"/>
                  <a:pt x="866565" y="182996"/>
                  <a:pt x="866565" y="238904"/>
                </a:cubicBezTo>
                <a:lnTo>
                  <a:pt x="866565" y="4068926"/>
                </a:lnTo>
                <a:lnTo>
                  <a:pt x="6906944" y="4068926"/>
                </a:lnTo>
                <a:lnTo>
                  <a:pt x="6906944" y="238904"/>
                </a:lnTo>
                <a:cubicBezTo>
                  <a:pt x="6906944" y="182996"/>
                  <a:pt x="6861622" y="137674"/>
                  <a:pt x="6805714" y="137674"/>
                </a:cubicBezTo>
                <a:close/>
                <a:moveTo>
                  <a:pt x="0" y="0"/>
                </a:moveTo>
                <a:lnTo>
                  <a:pt x="7772400" y="0"/>
                </a:lnTo>
                <a:lnTo>
                  <a:pt x="7772400" y="4333788"/>
                </a:lnTo>
                <a:lnTo>
                  <a:pt x="0" y="4333788"/>
                </a:lnTo>
                <a:close/>
              </a:path>
            </a:pathLst>
          </a:custGeom>
        </p:spPr>
      </p:pic>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a16="http://schemas.microsoft.com/office/drawing/2014/main" xmlns="" id="{1B2A1423-4B70-2BC1-DC51-7E074E13C985}"/>
              </a:ext>
            </a:extLst>
          </p:cNvPr>
          <p:cNvSpPr>
            <a:spLocks noGrp="1"/>
          </p:cNvSpPr>
          <p:nvPr>
            <p:ph type="pic" sz="quarter" idx="14"/>
          </p:nvPr>
        </p:nvSpPr>
        <p:spPr>
          <a:xfrm>
            <a:off x="5286166" y="1101285"/>
            <a:ext cx="6040380" cy="3931252"/>
          </a:xfrm>
          <a:prstGeom prst="round2SameRect">
            <a:avLst>
              <a:gd name="adj1" fmla="val 3015"/>
              <a:gd name="adj2" fmla="val 0"/>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313964574"/>
      </p:ext>
    </p:extLst>
  </p:cSld>
  <p:clrMapOvr>
    <a:overrideClrMapping bg1="dk1" tx1="lt1" bg2="dk2" tx2="lt2" accent1="accent1" accent2="accent2" accent3="accent3" accent4="accent4" accent5="accent5" accent6="accent6" hlink="hlink" folHlink="folHlink"/>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Case, Social Media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40144357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8316"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a16="http://schemas.microsoft.com/office/drawing/2014/main" xmlns=""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6250327" y="460374"/>
            <a:ext cx="3473111" cy="1006475"/>
          </a:xfrm>
        </p:spPr>
        <p:txBody>
          <a:bodyPr/>
          <a:lstStyle>
            <a:lvl1pPr>
              <a:defRPr b="1"/>
            </a:lvl1pPr>
            <a:lvl2pPr marL="0" indent="0">
              <a:spcBef>
                <a:spcPts val="0"/>
              </a:spcBef>
              <a:buNone/>
              <a:defRPr>
                <a:solidFill>
                  <a:srgbClr val="8E867E"/>
                </a:solidFill>
              </a:defRPr>
            </a:lvl2pPr>
          </a:lstStyle>
          <a:p>
            <a:pPr lvl="0"/>
            <a:r>
              <a:rPr lang="en-US"/>
              <a:t>Click to edit Master text styles</a:t>
            </a:r>
          </a:p>
          <a:p>
            <a:pPr lvl="1"/>
            <a:r>
              <a:rPr lang="en-US"/>
              <a:t>Second level</a:t>
            </a:r>
          </a:p>
        </p:txBody>
      </p:sp>
      <p:pic>
        <p:nvPicPr>
          <p:cNvPr id="6" name="Graphic 5">
            <a:extLst>
              <a:ext uri="{FF2B5EF4-FFF2-40B4-BE49-F238E27FC236}">
                <a16:creationId xmlns:a16="http://schemas.microsoft.com/office/drawing/2014/main" xmlns="" id="{25E49CCA-F737-5786-8174-B0564AEC1647}"/>
              </a:ext>
            </a:extLst>
          </p:cNvPr>
          <p:cNvPicPr>
            <a:picLocks noChangeAspect="1"/>
          </p:cNvPicPr>
          <p:nvPr userDrawn="1"/>
        </p:nvPicPr>
        <p:blipFill>
          <a:blip>
            <a:extLst>
              <a:ext uri="{96DAC541-7B7A-43D3-8B79-37D633B846F1}">
                <asvg:svgBlip xmlns:asvg="http://schemas.microsoft.com/office/drawing/2016/SVG/main" xmlns="" r:embed="rId6"/>
              </a:ext>
            </a:extLst>
          </a:blip>
          <a:srcRect/>
          <a:stretch/>
        </p:blipFill>
        <p:spPr>
          <a:xfrm>
            <a:off x="2989882" y="1768475"/>
            <a:ext cx="2956893" cy="3721606"/>
          </a:xfrm>
          <a:prstGeom prst="rect">
            <a:avLst/>
          </a:prstGeom>
        </p:spPr>
      </p:pic>
      <p:pic>
        <p:nvPicPr>
          <p:cNvPr id="8" name="Graphic 7">
            <a:extLst>
              <a:ext uri="{FF2B5EF4-FFF2-40B4-BE49-F238E27FC236}">
                <a16:creationId xmlns:a16="http://schemas.microsoft.com/office/drawing/2014/main" xmlns="" id="{226AC344-E1CE-70B2-B97E-30637E49AB07}"/>
              </a:ext>
            </a:extLst>
          </p:cNvPr>
          <p:cNvPicPr>
            <a:picLocks noChangeAspect="1"/>
          </p:cNvPicPr>
          <p:nvPr userDrawn="1"/>
        </p:nvPicPr>
        <p:blipFill>
          <a:blip>
            <a:extLst>
              <a:ext uri="{96DAC541-7B7A-43D3-8B79-37D633B846F1}">
                <asvg:svgBlip xmlns:asvg="http://schemas.microsoft.com/office/drawing/2016/SVG/main" xmlns="" r:embed="rId6"/>
              </a:ext>
            </a:extLst>
          </a:blip>
          <a:srcRect/>
          <a:stretch/>
        </p:blipFill>
        <p:spPr>
          <a:xfrm>
            <a:off x="6249613" y="1768475"/>
            <a:ext cx="2956893" cy="3721606"/>
          </a:xfrm>
          <a:prstGeom prst="rect">
            <a:avLst/>
          </a:prstGeom>
        </p:spPr>
      </p:pic>
      <p:pic>
        <p:nvPicPr>
          <p:cNvPr id="9" name="Graphic 8">
            <a:extLst>
              <a:ext uri="{FF2B5EF4-FFF2-40B4-BE49-F238E27FC236}">
                <a16:creationId xmlns:a16="http://schemas.microsoft.com/office/drawing/2014/main" xmlns="" id="{FCEB8D3E-A5C6-310F-74E2-78E550DF1E71}"/>
              </a:ext>
            </a:extLst>
          </p:cNvPr>
          <p:cNvPicPr>
            <a:picLocks noChangeAspect="1"/>
          </p:cNvPicPr>
          <p:nvPr userDrawn="1"/>
        </p:nvPicPr>
        <p:blipFill>
          <a:blip>
            <a:extLst>
              <a:ext uri="{96DAC541-7B7A-43D3-8B79-37D633B846F1}">
                <asvg:svgBlip xmlns:asvg="http://schemas.microsoft.com/office/drawing/2016/SVG/main" xmlns="" r:embed="rId6"/>
              </a:ext>
            </a:extLst>
          </a:blip>
          <a:srcRect/>
          <a:stretch/>
        </p:blipFill>
        <p:spPr>
          <a:xfrm>
            <a:off x="-269850" y="1768475"/>
            <a:ext cx="2956893" cy="3721606"/>
          </a:xfrm>
          <a:prstGeom prst="rect">
            <a:avLst/>
          </a:prstGeom>
        </p:spPr>
      </p:pic>
      <p:pic>
        <p:nvPicPr>
          <p:cNvPr id="10" name="Graphic 9">
            <a:extLst>
              <a:ext uri="{FF2B5EF4-FFF2-40B4-BE49-F238E27FC236}">
                <a16:creationId xmlns:a16="http://schemas.microsoft.com/office/drawing/2014/main" xmlns="" id="{47F66854-B8B3-FA25-DFD9-036CBFA383D7}"/>
              </a:ext>
            </a:extLst>
          </p:cNvPr>
          <p:cNvPicPr>
            <a:picLocks noChangeAspect="1"/>
          </p:cNvPicPr>
          <p:nvPr userDrawn="1"/>
        </p:nvPicPr>
        <p:blipFill>
          <a:blip>
            <a:extLst>
              <a:ext uri="{96DAC541-7B7A-43D3-8B79-37D633B846F1}">
                <asvg:svgBlip xmlns:asvg="http://schemas.microsoft.com/office/drawing/2016/SVG/main" xmlns="" r:embed="rId6"/>
              </a:ext>
            </a:extLst>
          </a:blip>
          <a:srcRect/>
          <a:stretch/>
        </p:blipFill>
        <p:spPr>
          <a:xfrm>
            <a:off x="9509344" y="1768475"/>
            <a:ext cx="2956893" cy="3721606"/>
          </a:xfrm>
          <a:prstGeom prst="rect">
            <a:avLst/>
          </a:prstGeom>
        </p:spPr>
      </p:pic>
      <p:sp>
        <p:nvSpPr>
          <p:cNvPr id="13" name="Picture Placeholder 12">
            <a:extLst>
              <a:ext uri="{FF2B5EF4-FFF2-40B4-BE49-F238E27FC236}">
                <a16:creationId xmlns:a16="http://schemas.microsoft.com/office/drawing/2014/main" xmlns="" id="{52B67BAC-F68E-DD3A-DCA7-6CDA13093294}"/>
              </a:ext>
            </a:extLst>
          </p:cNvPr>
          <p:cNvSpPr>
            <a:spLocks noGrp="1"/>
          </p:cNvSpPr>
          <p:nvPr>
            <p:ph type="pic" sz="quarter" idx="14"/>
          </p:nvPr>
        </p:nvSpPr>
        <p:spPr>
          <a:xfrm>
            <a:off x="-266469" y="2149886"/>
            <a:ext cx="2953512" cy="2959585"/>
          </a:xfrm>
          <a:solidFill>
            <a:schemeClr val="bg1">
              <a:lumMod val="50000"/>
              <a:lumOff val="50000"/>
            </a:schemeClr>
          </a:solidFill>
        </p:spPr>
        <p:txBody>
          <a:bodyPr/>
          <a:lstStyle/>
          <a:p>
            <a:r>
              <a:rPr lang="en-US"/>
              <a:t>Click icon to add picture</a:t>
            </a:r>
          </a:p>
        </p:txBody>
      </p:sp>
      <p:sp>
        <p:nvSpPr>
          <p:cNvPr id="14" name="Picture Placeholder 12">
            <a:extLst>
              <a:ext uri="{FF2B5EF4-FFF2-40B4-BE49-F238E27FC236}">
                <a16:creationId xmlns:a16="http://schemas.microsoft.com/office/drawing/2014/main" xmlns="" id="{92A6E3AA-4010-F3C8-DB6D-5D6BAC94EDD3}"/>
              </a:ext>
            </a:extLst>
          </p:cNvPr>
          <p:cNvSpPr>
            <a:spLocks noGrp="1"/>
          </p:cNvSpPr>
          <p:nvPr>
            <p:ph type="pic" sz="quarter" idx="15"/>
          </p:nvPr>
        </p:nvSpPr>
        <p:spPr>
          <a:xfrm>
            <a:off x="2993263" y="2149886"/>
            <a:ext cx="2953512" cy="2959585"/>
          </a:xfrm>
          <a:solidFill>
            <a:schemeClr val="bg1">
              <a:lumMod val="50000"/>
              <a:lumOff val="50000"/>
            </a:schemeClr>
          </a:solidFill>
        </p:spPr>
        <p:txBody>
          <a:bodyPr/>
          <a:lstStyle/>
          <a:p>
            <a:r>
              <a:rPr lang="en-US"/>
              <a:t>Click icon to add picture</a:t>
            </a:r>
          </a:p>
        </p:txBody>
      </p:sp>
      <p:sp>
        <p:nvSpPr>
          <p:cNvPr id="15" name="Picture Placeholder 12">
            <a:extLst>
              <a:ext uri="{FF2B5EF4-FFF2-40B4-BE49-F238E27FC236}">
                <a16:creationId xmlns:a16="http://schemas.microsoft.com/office/drawing/2014/main" xmlns="" id="{A5F86528-100B-394F-245D-BB6C50C4BA2C}"/>
              </a:ext>
            </a:extLst>
          </p:cNvPr>
          <p:cNvSpPr>
            <a:spLocks noGrp="1"/>
          </p:cNvSpPr>
          <p:nvPr>
            <p:ph type="pic" sz="quarter" idx="16"/>
          </p:nvPr>
        </p:nvSpPr>
        <p:spPr>
          <a:xfrm>
            <a:off x="6252994" y="2149886"/>
            <a:ext cx="2953512" cy="2959585"/>
          </a:xfrm>
          <a:solidFill>
            <a:schemeClr val="bg1">
              <a:lumMod val="50000"/>
              <a:lumOff val="50000"/>
            </a:schemeClr>
          </a:solidFill>
        </p:spPr>
        <p:txBody>
          <a:bodyPr/>
          <a:lstStyle/>
          <a:p>
            <a:r>
              <a:rPr lang="en-US"/>
              <a:t>Click icon to add picture</a:t>
            </a:r>
          </a:p>
        </p:txBody>
      </p:sp>
      <p:sp>
        <p:nvSpPr>
          <p:cNvPr id="16" name="Picture Placeholder 12">
            <a:extLst>
              <a:ext uri="{FF2B5EF4-FFF2-40B4-BE49-F238E27FC236}">
                <a16:creationId xmlns:a16="http://schemas.microsoft.com/office/drawing/2014/main" xmlns="" id="{F4212F00-26F9-885F-580A-F8C386D648DD}"/>
              </a:ext>
            </a:extLst>
          </p:cNvPr>
          <p:cNvSpPr>
            <a:spLocks noGrp="1"/>
          </p:cNvSpPr>
          <p:nvPr>
            <p:ph type="pic" sz="quarter" idx="17"/>
          </p:nvPr>
        </p:nvSpPr>
        <p:spPr>
          <a:xfrm>
            <a:off x="9512725" y="2149886"/>
            <a:ext cx="2953512" cy="2959585"/>
          </a:xfr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410956709"/>
      </p:ext>
    </p:extLst>
  </p:cSld>
  <p:clrMapOvr>
    <a:overrideClrMapping bg1="lt1" tx1="dk1" bg2="lt2" tx2="dk2" accent1="accent1" accent2="accent2" accent3="accent3" accent4="accent4" accent5="accent5" accent6="accent6" hlink="hlink" folHlink="folHlink"/>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Case, Social Media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40144357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9340"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a16="http://schemas.microsoft.com/office/drawing/2014/main" xmlns=""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6250327" y="460374"/>
            <a:ext cx="3473111" cy="1006475"/>
          </a:xfrm>
        </p:spPr>
        <p:txBody>
          <a:bodyPr/>
          <a:lstStyle>
            <a:lvl1pPr>
              <a:defRPr b="1"/>
            </a:lvl1pPr>
            <a:lvl2pPr marL="0" indent="0">
              <a:spcBef>
                <a:spcPts val="0"/>
              </a:spcBef>
              <a:buNone/>
              <a:defRPr>
                <a:solidFill>
                  <a:srgbClr val="8E867E"/>
                </a:solidFill>
              </a:defRPr>
            </a:lvl2pPr>
          </a:lstStyle>
          <a:p>
            <a:pPr lvl="0"/>
            <a:r>
              <a:rPr lang="en-US"/>
              <a:t>Click to edit Master text styles</a:t>
            </a:r>
          </a:p>
          <a:p>
            <a:pPr lvl="1"/>
            <a:r>
              <a:rPr lang="en-US"/>
              <a:t>Second level</a:t>
            </a:r>
          </a:p>
        </p:txBody>
      </p:sp>
      <p:pic>
        <p:nvPicPr>
          <p:cNvPr id="6" name="Graphic 5">
            <a:extLst>
              <a:ext uri="{FF2B5EF4-FFF2-40B4-BE49-F238E27FC236}">
                <a16:creationId xmlns:a16="http://schemas.microsoft.com/office/drawing/2014/main" xmlns="" id="{25E49CCA-F737-5786-8174-B0564AEC1647}"/>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2989882" y="1768474"/>
            <a:ext cx="2956893" cy="3721608"/>
          </a:xfrm>
          <a:prstGeom prst="rect">
            <a:avLst/>
          </a:prstGeom>
        </p:spPr>
      </p:pic>
      <p:pic>
        <p:nvPicPr>
          <p:cNvPr id="8" name="Graphic 7">
            <a:extLst>
              <a:ext uri="{FF2B5EF4-FFF2-40B4-BE49-F238E27FC236}">
                <a16:creationId xmlns:a16="http://schemas.microsoft.com/office/drawing/2014/main" xmlns="" id="{226AC344-E1CE-70B2-B97E-30637E49AB07}"/>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6249613" y="1768474"/>
            <a:ext cx="2956893" cy="3721608"/>
          </a:xfrm>
          <a:prstGeom prst="rect">
            <a:avLst/>
          </a:prstGeom>
        </p:spPr>
      </p:pic>
      <p:pic>
        <p:nvPicPr>
          <p:cNvPr id="9" name="Graphic 8">
            <a:extLst>
              <a:ext uri="{FF2B5EF4-FFF2-40B4-BE49-F238E27FC236}">
                <a16:creationId xmlns:a16="http://schemas.microsoft.com/office/drawing/2014/main" xmlns="" id="{FCEB8D3E-A5C6-310F-74E2-78E550DF1E71}"/>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269850" y="1768474"/>
            <a:ext cx="2956893" cy="3721608"/>
          </a:xfrm>
          <a:prstGeom prst="rect">
            <a:avLst/>
          </a:prstGeom>
        </p:spPr>
      </p:pic>
      <p:pic>
        <p:nvPicPr>
          <p:cNvPr id="10" name="Graphic 9">
            <a:extLst>
              <a:ext uri="{FF2B5EF4-FFF2-40B4-BE49-F238E27FC236}">
                <a16:creationId xmlns:a16="http://schemas.microsoft.com/office/drawing/2014/main" xmlns="" id="{47F66854-B8B3-FA25-DFD9-036CBFA383D7}"/>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9509344" y="1768474"/>
            <a:ext cx="2956893" cy="3721608"/>
          </a:xfrm>
          <a:prstGeom prst="rect">
            <a:avLst/>
          </a:prstGeom>
        </p:spPr>
      </p:pic>
      <p:sp>
        <p:nvSpPr>
          <p:cNvPr id="13" name="Picture Placeholder 12">
            <a:extLst>
              <a:ext uri="{FF2B5EF4-FFF2-40B4-BE49-F238E27FC236}">
                <a16:creationId xmlns:a16="http://schemas.microsoft.com/office/drawing/2014/main" xmlns="" id="{52B67BAC-F68E-DD3A-DCA7-6CDA13093294}"/>
              </a:ext>
            </a:extLst>
          </p:cNvPr>
          <p:cNvSpPr>
            <a:spLocks noGrp="1"/>
          </p:cNvSpPr>
          <p:nvPr>
            <p:ph type="pic" sz="quarter" idx="14"/>
          </p:nvPr>
        </p:nvSpPr>
        <p:spPr>
          <a:xfrm>
            <a:off x="-266469" y="2149886"/>
            <a:ext cx="2953512" cy="2959585"/>
          </a:xfrm>
          <a:solidFill>
            <a:schemeClr val="bg1">
              <a:lumMod val="50000"/>
              <a:lumOff val="50000"/>
            </a:schemeClr>
          </a:solidFill>
        </p:spPr>
        <p:txBody>
          <a:bodyPr/>
          <a:lstStyle/>
          <a:p>
            <a:r>
              <a:rPr lang="en-US"/>
              <a:t>Click icon to add picture</a:t>
            </a:r>
          </a:p>
        </p:txBody>
      </p:sp>
      <p:sp>
        <p:nvSpPr>
          <p:cNvPr id="14" name="Picture Placeholder 12">
            <a:extLst>
              <a:ext uri="{FF2B5EF4-FFF2-40B4-BE49-F238E27FC236}">
                <a16:creationId xmlns:a16="http://schemas.microsoft.com/office/drawing/2014/main" xmlns="" id="{92A6E3AA-4010-F3C8-DB6D-5D6BAC94EDD3}"/>
              </a:ext>
            </a:extLst>
          </p:cNvPr>
          <p:cNvSpPr>
            <a:spLocks noGrp="1"/>
          </p:cNvSpPr>
          <p:nvPr>
            <p:ph type="pic" sz="quarter" idx="15"/>
          </p:nvPr>
        </p:nvSpPr>
        <p:spPr>
          <a:xfrm>
            <a:off x="2993263" y="2149886"/>
            <a:ext cx="2953512" cy="2959585"/>
          </a:xfrm>
          <a:solidFill>
            <a:schemeClr val="bg1">
              <a:lumMod val="50000"/>
              <a:lumOff val="50000"/>
            </a:schemeClr>
          </a:solidFill>
        </p:spPr>
        <p:txBody>
          <a:bodyPr/>
          <a:lstStyle/>
          <a:p>
            <a:r>
              <a:rPr lang="en-US"/>
              <a:t>Click icon to add picture</a:t>
            </a:r>
          </a:p>
        </p:txBody>
      </p:sp>
      <p:sp>
        <p:nvSpPr>
          <p:cNvPr id="15" name="Picture Placeholder 12">
            <a:extLst>
              <a:ext uri="{FF2B5EF4-FFF2-40B4-BE49-F238E27FC236}">
                <a16:creationId xmlns:a16="http://schemas.microsoft.com/office/drawing/2014/main" xmlns="" id="{A5F86528-100B-394F-245D-BB6C50C4BA2C}"/>
              </a:ext>
            </a:extLst>
          </p:cNvPr>
          <p:cNvSpPr>
            <a:spLocks noGrp="1"/>
          </p:cNvSpPr>
          <p:nvPr>
            <p:ph type="pic" sz="quarter" idx="16"/>
          </p:nvPr>
        </p:nvSpPr>
        <p:spPr>
          <a:xfrm>
            <a:off x="6252994" y="2149886"/>
            <a:ext cx="2953512" cy="2959585"/>
          </a:xfrm>
          <a:solidFill>
            <a:schemeClr val="bg1">
              <a:lumMod val="50000"/>
              <a:lumOff val="50000"/>
            </a:schemeClr>
          </a:solidFill>
        </p:spPr>
        <p:txBody>
          <a:bodyPr/>
          <a:lstStyle/>
          <a:p>
            <a:r>
              <a:rPr lang="en-US"/>
              <a:t>Click icon to add picture</a:t>
            </a:r>
          </a:p>
        </p:txBody>
      </p:sp>
      <p:sp>
        <p:nvSpPr>
          <p:cNvPr id="16" name="Picture Placeholder 12">
            <a:extLst>
              <a:ext uri="{FF2B5EF4-FFF2-40B4-BE49-F238E27FC236}">
                <a16:creationId xmlns:a16="http://schemas.microsoft.com/office/drawing/2014/main" xmlns="" id="{F4212F00-26F9-885F-580A-F8C386D648DD}"/>
              </a:ext>
            </a:extLst>
          </p:cNvPr>
          <p:cNvSpPr>
            <a:spLocks noGrp="1"/>
          </p:cNvSpPr>
          <p:nvPr>
            <p:ph type="pic" sz="quarter" idx="17"/>
          </p:nvPr>
        </p:nvSpPr>
        <p:spPr>
          <a:xfrm>
            <a:off x="9512725" y="2149886"/>
            <a:ext cx="2953512" cy="2959585"/>
          </a:xfr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673249528"/>
      </p:ext>
    </p:extLst>
  </p:cSld>
  <p:clrMapOvr>
    <a:overrideClrMapping bg1="dk1" tx1="lt1" bg2="dk2" tx2="lt2" accent1="accent1" accent2="accent2" accent3="accent3" accent4="accent4" accent5="accent5" accent6="accent6" hlink="hlink" folHlink="folHlink"/>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0364"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xmlns=""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3213838" y="1305349"/>
            <a:ext cx="5764335" cy="4247317"/>
          </a:xfrm>
          <a:prstGeom prst="rect">
            <a:avLst/>
          </a:prstGeom>
          <a:noFill/>
        </p:spPr>
        <p:txBody>
          <a:bodyPr wrap="none" lIns="0" tIns="0" rIns="0" bIns="0" rtlCol="0" anchor="ctr">
            <a:spAutoFit/>
          </a:bodyPr>
          <a:lstStyle/>
          <a:p>
            <a:pPr algn="ctr"/>
            <a:r>
              <a:rPr lang="en-US" sz="13800"/>
              <a:t>Agenda</a:t>
            </a:r>
          </a:p>
          <a:p>
            <a:pPr algn="ctr"/>
            <a:r>
              <a:rPr lang="en-US" sz="13800"/>
              <a:t>layouts</a:t>
            </a:r>
          </a:p>
        </p:txBody>
      </p:sp>
    </p:spTree>
    <p:extLst>
      <p:ext uri="{BB962C8B-B14F-4D97-AF65-F5344CB8AC3E}">
        <p14:creationId xmlns:p14="http://schemas.microsoft.com/office/powerpoint/2010/main" val="1990656230"/>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43017E1-5C50-A1AB-8360-416C697FA071}"/>
              </a:ext>
            </a:extLst>
          </p:cNvPr>
          <p:cNvGraphicFramePr>
            <a:graphicFrameLocks noChangeAspect="1"/>
          </p:cNvGraphicFramePr>
          <p:nvPr userDrawn="1">
            <p:custDataLst>
              <p:tags r:id="rId2"/>
            </p:custDataLst>
            <p:extLst>
              <p:ext uri="{D42A27DB-BD31-4B8C-83A1-F6EECF244321}">
                <p14:modId xmlns:p14="http://schemas.microsoft.com/office/powerpoint/2010/main" val="42340326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1388"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243017E1-5C50-A1AB-8360-416C697FA07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Rectangle 15">
            <a:extLst>
              <a:ext uri="{FF2B5EF4-FFF2-40B4-BE49-F238E27FC236}">
                <a16:creationId xmlns:a16="http://schemas.microsoft.com/office/drawing/2014/main" xmlns="" id="{33889F7A-DE98-F358-02C5-D65EB1DD488E}"/>
              </a:ext>
            </a:extLst>
          </p:cNvPr>
          <p:cNvSpPr>
            <a:spLocks noGrp="1" noRot="1" noMove="1" noResize="1" noEditPoints="1" noAdjustHandles="1" noChangeArrowheads="1" noChangeShapeType="1"/>
          </p:cNvSpPr>
          <p:nvPr userDrawn="1"/>
        </p:nvSpPr>
        <p:spPr>
          <a:xfrm>
            <a:off x="5946775" y="409575"/>
            <a:ext cx="5838381" cy="5991733"/>
          </a:xfrm>
          <a:prstGeom prst="rect">
            <a:avLst/>
          </a:prstGeom>
          <a:solidFill>
            <a:srgbClr val="F5F0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EC5F68A8-0C58-24DF-315E-5F7C105CEFD9}"/>
              </a:ext>
            </a:extLst>
          </p:cNvPr>
          <p:cNvSpPr>
            <a:spLocks noGrp="1"/>
          </p:cNvSpPr>
          <p:nvPr>
            <p:ph type="title" hasCustomPrompt="1"/>
          </p:nvPr>
        </p:nvSpPr>
        <p:spPr>
          <a:xfrm>
            <a:off x="565149" y="460375"/>
            <a:ext cx="3479801" cy="2514600"/>
          </a:xfrm>
        </p:spPr>
        <p:txBody>
          <a:bodyPr vert="horz"/>
          <a:lstStyle>
            <a:lvl1pPr>
              <a:defRPr sz="4800"/>
            </a:lvl1pPr>
          </a:lstStyle>
          <a:p>
            <a:r>
              <a:rPr lang="en-US"/>
              <a:t>Agenda title</a:t>
            </a:r>
          </a:p>
        </p:txBody>
      </p:sp>
      <p:sp>
        <p:nvSpPr>
          <p:cNvPr id="17" name="Text Placeholder 11">
            <a:extLst>
              <a:ext uri="{FF2B5EF4-FFF2-40B4-BE49-F238E27FC236}">
                <a16:creationId xmlns:a16="http://schemas.microsoft.com/office/drawing/2014/main" xmlns="" id="{E734E431-CF7E-DBDA-44CF-DF97B6F2F634}"/>
              </a:ext>
            </a:extLst>
          </p:cNvPr>
          <p:cNvSpPr>
            <a:spLocks noGrp="1"/>
          </p:cNvSpPr>
          <p:nvPr>
            <p:ph type="body" sz="quarter" idx="12" hasCustomPrompt="1"/>
          </p:nvPr>
        </p:nvSpPr>
        <p:spPr>
          <a:xfrm>
            <a:off x="6248400" y="558800"/>
            <a:ext cx="5383213" cy="5142992"/>
          </a:xfrm>
        </p:spPr>
        <p:txBody>
          <a:bodyPr/>
          <a:lstStyle>
            <a:lvl1pPr marL="0" indent="0">
              <a:spcBef>
                <a:spcPts val="0"/>
              </a:spcBef>
              <a:spcAft>
                <a:spcPts val="600"/>
              </a:spcAft>
              <a:tabLst>
                <a:tab pos="1879600" algn="l"/>
                <a:tab pos="2508250" algn="l"/>
              </a:tabLst>
              <a:defRPr sz="1600">
                <a:solidFill>
                  <a:schemeClr val="tx1"/>
                </a:solidFill>
                <a:latin typeface="+mn-lt"/>
              </a:defRPr>
            </a:lvl1pPr>
            <a:lvl2pPr marL="2514600" indent="-628650">
              <a:spcBef>
                <a:spcPts val="0"/>
              </a:spcBef>
              <a:spcAft>
                <a:spcPts val="600"/>
              </a:spcAft>
              <a:buNone/>
              <a:tabLst/>
              <a:defRPr sz="1600">
                <a:solidFill>
                  <a:schemeClr val="tx1"/>
                </a:solidFill>
                <a:latin typeface="+mn-lt"/>
              </a:defRPr>
            </a:lvl2pPr>
            <a:lvl3pPr marL="4763" indent="0">
              <a:spcBef>
                <a:spcPts val="0"/>
              </a:spcBef>
              <a:spcAft>
                <a:spcPts val="600"/>
              </a:spcAft>
              <a:buNone/>
              <a:tabLst>
                <a:tab pos="1879600" algn="l"/>
                <a:tab pos="2508250" algn="l"/>
              </a:tabLst>
              <a:defRPr sz="1600">
                <a:solidFill>
                  <a:srgbClr val="5E5751"/>
                </a:solidFill>
                <a:latin typeface="+mn-lt"/>
              </a:defRPr>
            </a:lvl3pPr>
            <a:lvl4pPr marL="2514600" indent="-628650">
              <a:spcBef>
                <a:spcPts val="0"/>
              </a:spcBef>
              <a:spcAft>
                <a:spcPts val="600"/>
              </a:spcAft>
              <a:buNone/>
              <a:tabLst/>
              <a:defRPr sz="1600">
                <a:solidFill>
                  <a:srgbClr val="5E5751"/>
                </a:solidFill>
                <a:latin typeface="+mn-lt"/>
              </a:defRPr>
            </a:lvl4pPr>
            <a:lvl5pPr>
              <a:defRPr sz="1600"/>
            </a:lvl5pPr>
          </a:lstStyle>
          <a:p>
            <a:pPr lvl="0"/>
            <a:r>
              <a:rPr lang="en-US" dirty="0"/>
              <a:t>Phase ##	01	Use tabs to format </a:t>
            </a:r>
          </a:p>
          <a:p>
            <a:pPr lvl="1"/>
            <a:r>
              <a:rPr lang="en-US" dirty="0"/>
              <a:t>Second level</a:t>
            </a:r>
          </a:p>
          <a:p>
            <a:pPr lvl="2"/>
            <a:r>
              <a:rPr lang="en-US" dirty="0"/>
              <a:t>Phase ##	02	Use tabs to format</a:t>
            </a:r>
          </a:p>
          <a:p>
            <a:pPr lvl="3"/>
            <a:r>
              <a:rPr lang="en-US" dirty="0"/>
              <a:t>Fourth level</a:t>
            </a:r>
          </a:p>
        </p:txBody>
      </p:sp>
    </p:spTree>
    <p:extLst>
      <p:ext uri="{BB962C8B-B14F-4D97-AF65-F5344CB8AC3E}">
        <p14:creationId xmlns:p14="http://schemas.microsoft.com/office/powerpoint/2010/main" val="341871492"/>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Agenda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43017E1-5C50-A1AB-8360-416C697FA071}"/>
              </a:ext>
            </a:extLst>
          </p:cNvPr>
          <p:cNvGraphicFramePr>
            <a:graphicFrameLocks noChangeAspect="1"/>
          </p:cNvGraphicFramePr>
          <p:nvPr userDrawn="1">
            <p:custDataLst>
              <p:tags r:id="rId2"/>
            </p:custDataLst>
            <p:extLst>
              <p:ext uri="{D42A27DB-BD31-4B8C-83A1-F6EECF244321}">
                <p14:modId xmlns:p14="http://schemas.microsoft.com/office/powerpoint/2010/main" val="42340326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2412"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243017E1-5C50-A1AB-8360-416C697FA07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Rectangle 15">
            <a:extLst>
              <a:ext uri="{FF2B5EF4-FFF2-40B4-BE49-F238E27FC236}">
                <a16:creationId xmlns:a16="http://schemas.microsoft.com/office/drawing/2014/main" xmlns="" id="{33889F7A-DE98-F358-02C5-D65EB1DD488E}"/>
              </a:ext>
            </a:extLst>
          </p:cNvPr>
          <p:cNvSpPr>
            <a:spLocks noGrp="1" noRot="1" noMove="1" noResize="1" noEditPoints="1" noAdjustHandles="1" noChangeArrowheads="1" noChangeShapeType="1"/>
          </p:cNvSpPr>
          <p:nvPr userDrawn="1"/>
        </p:nvSpPr>
        <p:spPr>
          <a:xfrm>
            <a:off x="5946775" y="409575"/>
            <a:ext cx="5838381" cy="5991733"/>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EC5F68A8-0C58-24DF-315E-5F7C105CEFD9}"/>
              </a:ext>
            </a:extLst>
          </p:cNvPr>
          <p:cNvSpPr>
            <a:spLocks noGrp="1"/>
          </p:cNvSpPr>
          <p:nvPr>
            <p:ph type="title" hasCustomPrompt="1"/>
          </p:nvPr>
        </p:nvSpPr>
        <p:spPr>
          <a:xfrm>
            <a:off x="565149" y="460375"/>
            <a:ext cx="3479801" cy="2514600"/>
          </a:xfrm>
        </p:spPr>
        <p:txBody>
          <a:bodyPr vert="horz"/>
          <a:lstStyle>
            <a:lvl1pPr>
              <a:defRPr sz="4800"/>
            </a:lvl1pPr>
          </a:lstStyle>
          <a:p>
            <a:r>
              <a:rPr lang="en-US"/>
              <a:t>Agenda title</a:t>
            </a:r>
          </a:p>
        </p:txBody>
      </p:sp>
      <p:sp>
        <p:nvSpPr>
          <p:cNvPr id="17" name="Text Placeholder 11">
            <a:extLst>
              <a:ext uri="{FF2B5EF4-FFF2-40B4-BE49-F238E27FC236}">
                <a16:creationId xmlns:a16="http://schemas.microsoft.com/office/drawing/2014/main" xmlns="" id="{E734E431-CF7E-DBDA-44CF-DF97B6F2F634}"/>
              </a:ext>
            </a:extLst>
          </p:cNvPr>
          <p:cNvSpPr>
            <a:spLocks noGrp="1"/>
          </p:cNvSpPr>
          <p:nvPr>
            <p:ph type="body" sz="quarter" idx="12" hasCustomPrompt="1"/>
          </p:nvPr>
        </p:nvSpPr>
        <p:spPr>
          <a:xfrm>
            <a:off x="6248400" y="558800"/>
            <a:ext cx="5383213" cy="5142992"/>
          </a:xfrm>
        </p:spPr>
        <p:txBody>
          <a:bodyPr/>
          <a:lstStyle>
            <a:lvl1pPr marL="0" indent="0">
              <a:spcBef>
                <a:spcPts val="0"/>
              </a:spcBef>
              <a:spcAft>
                <a:spcPts val="600"/>
              </a:spcAft>
              <a:tabLst>
                <a:tab pos="1879600" algn="l"/>
                <a:tab pos="2508250" algn="l"/>
              </a:tabLst>
              <a:defRPr sz="1600">
                <a:solidFill>
                  <a:schemeClr val="tx1"/>
                </a:solidFill>
                <a:latin typeface="+mn-lt"/>
              </a:defRPr>
            </a:lvl1pPr>
            <a:lvl2pPr marL="2514600" indent="-628650">
              <a:spcBef>
                <a:spcPts val="0"/>
              </a:spcBef>
              <a:spcAft>
                <a:spcPts val="600"/>
              </a:spcAft>
              <a:buNone/>
              <a:tabLst/>
              <a:defRPr sz="1600">
                <a:solidFill>
                  <a:schemeClr val="tx1"/>
                </a:solidFill>
                <a:latin typeface="+mn-lt"/>
              </a:defRPr>
            </a:lvl2pPr>
            <a:lvl3pPr marL="4763" indent="0">
              <a:spcBef>
                <a:spcPts val="0"/>
              </a:spcBef>
              <a:spcAft>
                <a:spcPts val="600"/>
              </a:spcAft>
              <a:buNone/>
              <a:tabLst>
                <a:tab pos="1879600" algn="l"/>
                <a:tab pos="2508250" algn="l"/>
              </a:tabLst>
              <a:defRPr sz="1600">
                <a:solidFill>
                  <a:srgbClr val="BEB4AA"/>
                </a:solidFill>
                <a:latin typeface="+mn-lt"/>
              </a:defRPr>
            </a:lvl3pPr>
            <a:lvl4pPr marL="2514600" indent="-628650">
              <a:spcBef>
                <a:spcPts val="0"/>
              </a:spcBef>
              <a:spcAft>
                <a:spcPts val="600"/>
              </a:spcAft>
              <a:buNone/>
              <a:tabLst/>
              <a:defRPr sz="1600">
                <a:solidFill>
                  <a:srgbClr val="BEB4AA"/>
                </a:solidFill>
                <a:latin typeface="+mn-lt"/>
              </a:defRPr>
            </a:lvl4pPr>
            <a:lvl5pPr>
              <a:defRPr sz="1600"/>
            </a:lvl5pPr>
          </a:lstStyle>
          <a:p>
            <a:pPr lvl="0"/>
            <a:r>
              <a:rPr lang="en-US" dirty="0"/>
              <a:t>Phase ##	01	Use tabs to format </a:t>
            </a:r>
          </a:p>
          <a:p>
            <a:pPr lvl="1"/>
            <a:r>
              <a:rPr lang="en-US" dirty="0"/>
              <a:t>Second level</a:t>
            </a:r>
          </a:p>
          <a:p>
            <a:pPr lvl="2"/>
            <a:r>
              <a:rPr lang="en-US" dirty="0"/>
              <a:t>Phase ##	02	Use tabs to format</a:t>
            </a:r>
          </a:p>
          <a:p>
            <a:pPr lvl="3"/>
            <a:r>
              <a:rPr lang="en-US" dirty="0"/>
              <a:t>Fourth level</a:t>
            </a:r>
          </a:p>
        </p:txBody>
      </p:sp>
    </p:spTree>
    <p:extLst>
      <p:ext uri="{BB962C8B-B14F-4D97-AF65-F5344CB8AC3E}">
        <p14:creationId xmlns:p14="http://schemas.microsoft.com/office/powerpoint/2010/main" val="598100926"/>
      </p:ext>
    </p:extLst>
  </p:cSld>
  <p:clrMapOvr>
    <a:overrideClrMapping bg1="dk1" tx1="lt1" bg2="dk2" tx2="lt2" accent1="accent1" accent2="accent2" accent3="accent3" accent4="accent4" accent5="accent5" accent6="accent6" hlink="hlink" folHlink="folHlink"/>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Agenda, tabl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6FD185B2-CA96-F547-FFF0-7838243B1A2A}"/>
              </a:ext>
            </a:extLst>
          </p:cNvPr>
          <p:cNvGraphicFramePr>
            <a:graphicFrameLocks noChangeAspect="1"/>
          </p:cNvGraphicFramePr>
          <p:nvPr userDrawn="1">
            <p:custDataLst>
              <p:tags r:id="rId2"/>
            </p:custDataLst>
            <p:extLst>
              <p:ext uri="{D42A27DB-BD31-4B8C-83A1-F6EECF244321}">
                <p14:modId xmlns:p14="http://schemas.microsoft.com/office/powerpoint/2010/main" val="26076848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3436"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6FD185B2-CA96-F547-FFF0-7838243B1A2A}"/>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D11BFDB8-62FD-B783-90CD-5011EC3F9DB0}"/>
              </a:ext>
            </a:extLst>
          </p:cNvPr>
          <p:cNvSpPr>
            <a:spLocks noGrp="1"/>
          </p:cNvSpPr>
          <p:nvPr>
            <p:ph type="title" hasCustomPrompt="1"/>
          </p:nvPr>
        </p:nvSpPr>
        <p:spPr/>
        <p:txBody>
          <a:bodyPr vert="horz"/>
          <a:lstStyle>
            <a:lvl1pPr>
              <a:defRPr sz="4800"/>
            </a:lvl1pPr>
          </a:lstStyle>
          <a:p>
            <a:r>
              <a:rPr lang="en-US"/>
              <a:t>Agenda title</a:t>
            </a:r>
          </a:p>
        </p:txBody>
      </p:sp>
      <p:sp>
        <p:nvSpPr>
          <p:cNvPr id="12" name="Table Placeholder 11">
            <a:extLst>
              <a:ext uri="{FF2B5EF4-FFF2-40B4-BE49-F238E27FC236}">
                <a16:creationId xmlns:a16="http://schemas.microsoft.com/office/drawing/2014/main" xmlns="" id="{8C62C179-ADF8-3E0D-22F0-94F67DB4CB1E}"/>
              </a:ext>
            </a:extLst>
          </p:cNvPr>
          <p:cNvSpPr>
            <a:spLocks noGrp="1"/>
          </p:cNvSpPr>
          <p:nvPr>
            <p:ph type="tbl" sz="quarter" idx="12"/>
          </p:nvPr>
        </p:nvSpPr>
        <p:spPr>
          <a:xfrm>
            <a:off x="565150" y="1466850"/>
            <a:ext cx="11066463" cy="4981575"/>
          </a:xfrm>
        </p:spPr>
        <p:txBody>
          <a:bodyPr/>
          <a:lstStyle/>
          <a:p>
            <a:r>
              <a:rPr lang="en-US"/>
              <a:t>Click icon to add table</a:t>
            </a:r>
          </a:p>
        </p:txBody>
      </p:sp>
    </p:spTree>
    <p:extLst>
      <p:ext uri="{BB962C8B-B14F-4D97-AF65-F5344CB8AC3E}">
        <p14:creationId xmlns:p14="http://schemas.microsoft.com/office/powerpoint/2010/main" val="817438519"/>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Agenda, table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6FD185B2-CA96-F547-FFF0-7838243B1A2A}"/>
              </a:ext>
            </a:extLst>
          </p:cNvPr>
          <p:cNvGraphicFramePr>
            <a:graphicFrameLocks noChangeAspect="1"/>
          </p:cNvGraphicFramePr>
          <p:nvPr userDrawn="1">
            <p:custDataLst>
              <p:tags r:id="rId2"/>
            </p:custDataLst>
            <p:extLst>
              <p:ext uri="{D42A27DB-BD31-4B8C-83A1-F6EECF244321}">
                <p14:modId xmlns:p14="http://schemas.microsoft.com/office/powerpoint/2010/main" val="26076848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4460"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6FD185B2-CA96-F547-FFF0-7838243B1A2A}"/>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D11BFDB8-62FD-B783-90CD-5011EC3F9DB0}"/>
              </a:ext>
            </a:extLst>
          </p:cNvPr>
          <p:cNvSpPr>
            <a:spLocks noGrp="1"/>
          </p:cNvSpPr>
          <p:nvPr>
            <p:ph type="title" hasCustomPrompt="1"/>
          </p:nvPr>
        </p:nvSpPr>
        <p:spPr/>
        <p:txBody>
          <a:bodyPr vert="horz"/>
          <a:lstStyle>
            <a:lvl1pPr>
              <a:defRPr sz="4800"/>
            </a:lvl1pPr>
          </a:lstStyle>
          <a:p>
            <a:r>
              <a:rPr lang="en-US"/>
              <a:t>Agenda title</a:t>
            </a:r>
          </a:p>
        </p:txBody>
      </p:sp>
      <p:sp>
        <p:nvSpPr>
          <p:cNvPr id="12" name="Table Placeholder 11">
            <a:extLst>
              <a:ext uri="{FF2B5EF4-FFF2-40B4-BE49-F238E27FC236}">
                <a16:creationId xmlns:a16="http://schemas.microsoft.com/office/drawing/2014/main" xmlns="" id="{8C62C179-ADF8-3E0D-22F0-94F67DB4CB1E}"/>
              </a:ext>
            </a:extLst>
          </p:cNvPr>
          <p:cNvSpPr>
            <a:spLocks noGrp="1"/>
          </p:cNvSpPr>
          <p:nvPr>
            <p:ph type="tbl" sz="quarter" idx="12"/>
          </p:nvPr>
        </p:nvSpPr>
        <p:spPr>
          <a:xfrm>
            <a:off x="565150" y="1466850"/>
            <a:ext cx="11066463" cy="4981575"/>
          </a:xfrm>
        </p:spPr>
        <p:txBody>
          <a:bodyPr/>
          <a:lstStyle/>
          <a:p>
            <a:r>
              <a:rPr lang="en-US"/>
              <a:t>Click icon to add table</a:t>
            </a:r>
          </a:p>
        </p:txBody>
      </p:sp>
    </p:spTree>
    <p:extLst>
      <p:ext uri="{BB962C8B-B14F-4D97-AF65-F5344CB8AC3E}">
        <p14:creationId xmlns:p14="http://schemas.microsoft.com/office/powerpoint/2010/main" val="2519235016"/>
      </p:ext>
    </p:extLst>
  </p:cSld>
  <p:clrMapOvr>
    <a:overrideClrMapping bg1="dk1" tx1="lt1" bg2="dk2" tx2="lt2" accent1="accent1" accent2="accent2" accent3="accent3" accent4="accent4" accent5="accent5" accent6="accent6" hlink="hlink" folHlink="folHlink"/>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5484"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xmlns=""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2569560" y="1305349"/>
            <a:ext cx="7052893" cy="4247317"/>
          </a:xfrm>
          <a:prstGeom prst="rect">
            <a:avLst/>
          </a:prstGeom>
          <a:noFill/>
        </p:spPr>
        <p:txBody>
          <a:bodyPr wrap="none" lIns="0" tIns="0" rIns="0" bIns="0" rtlCol="0" anchor="ctr">
            <a:spAutoFit/>
          </a:bodyPr>
          <a:lstStyle/>
          <a:p>
            <a:pPr algn="ctr"/>
            <a:r>
              <a:rPr lang="en-US" sz="13800"/>
              <a:t>Speakers</a:t>
            </a:r>
          </a:p>
          <a:p>
            <a:pPr algn="ctr"/>
            <a:r>
              <a:rPr lang="en-US" sz="13800"/>
              <a:t>layouts</a:t>
            </a:r>
          </a:p>
        </p:txBody>
      </p:sp>
    </p:spTree>
    <p:extLst>
      <p:ext uri="{BB962C8B-B14F-4D97-AF65-F5344CB8AC3E}">
        <p14:creationId xmlns:p14="http://schemas.microsoft.com/office/powerpoint/2010/main" val="19722604"/>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Speaker, 1">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85588896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6508"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a16="http://schemas.microsoft.com/office/drawing/2014/main" xmlns="" id="{78DA0B82-0A52-1781-14DF-468963F89BEE}"/>
              </a:ext>
            </a:extLst>
          </p:cNvPr>
          <p:cNvSpPr>
            <a:spLocks noGrp="1" noChangeAspect="1"/>
          </p:cNvSpPr>
          <p:nvPr>
            <p:ph type="pic" sz="quarter" idx="11"/>
          </p:nvPr>
        </p:nvSpPr>
        <p:spPr>
          <a:xfrm>
            <a:off x="576254" y="1637435"/>
            <a:ext cx="2527309" cy="2553565"/>
          </a:xfrm>
          <a:solidFill>
            <a:srgbClr val="F5F0EB"/>
          </a:solidFill>
        </p:spPr>
        <p:txBody>
          <a:bodyPr/>
          <a:lstStyle/>
          <a:p>
            <a:r>
              <a:rPr lang="en-US"/>
              <a:t>Click icon to add picture</a:t>
            </a:r>
          </a:p>
        </p:txBody>
      </p:sp>
      <p:sp>
        <p:nvSpPr>
          <p:cNvPr id="11" name="Text Placeholder 11">
            <a:extLst>
              <a:ext uri="{FF2B5EF4-FFF2-40B4-BE49-F238E27FC236}">
                <a16:creationId xmlns:a16="http://schemas.microsoft.com/office/drawing/2014/main" xmlns="" id="{5776214A-FA55-3F63-DFBB-0DC850AEAD86}"/>
              </a:ext>
            </a:extLst>
          </p:cNvPr>
          <p:cNvSpPr>
            <a:spLocks noGrp="1"/>
          </p:cNvSpPr>
          <p:nvPr>
            <p:ph type="body" sz="quarter" idx="13" hasCustomPrompt="1"/>
          </p:nvPr>
        </p:nvSpPr>
        <p:spPr>
          <a:xfrm>
            <a:off x="3405188" y="1637434"/>
            <a:ext cx="2554626" cy="2553566"/>
          </a:xfrm>
        </p:spPr>
        <p:txBody>
          <a:bodyPr/>
          <a:lstStyle>
            <a:lvl1pPr>
              <a:spcBef>
                <a:spcPts val="0"/>
              </a:spcBef>
              <a:defRPr sz="2400" b="0"/>
            </a:lvl1pPr>
            <a:lvl2pPr marL="0" indent="0">
              <a:spcBef>
                <a:spcPts val="1200"/>
              </a:spcBef>
              <a:buNone/>
              <a:defRPr sz="2400">
                <a:solidFill>
                  <a:srgbClr val="5E5751"/>
                </a:solidFill>
              </a:defRPr>
            </a:lvl2pPr>
          </a:lstStyle>
          <a:p>
            <a:pPr lvl="0"/>
            <a:r>
              <a:rPr lang="en-US" err="1"/>
              <a:t>Firstname</a:t>
            </a:r>
            <a:r>
              <a:rPr lang="en-US"/>
              <a:t> Lastname</a:t>
            </a:r>
          </a:p>
          <a:p>
            <a:pPr lvl="1"/>
            <a:r>
              <a:rPr lang="en-US"/>
              <a:t>Job title</a:t>
            </a:r>
          </a:p>
        </p:txBody>
      </p:sp>
      <p:sp>
        <p:nvSpPr>
          <p:cNvPr id="13" name="Text Placeholder 9">
            <a:extLst>
              <a:ext uri="{FF2B5EF4-FFF2-40B4-BE49-F238E27FC236}">
                <a16:creationId xmlns:a16="http://schemas.microsoft.com/office/drawing/2014/main" xmlns="" id="{00076557-BFE9-5F8B-B4A1-ED0C0029638E}"/>
              </a:ext>
            </a:extLst>
          </p:cNvPr>
          <p:cNvSpPr>
            <a:spLocks noGrp="1"/>
          </p:cNvSpPr>
          <p:nvPr>
            <p:ph type="body" sz="quarter" idx="12" hasCustomPrompt="1"/>
          </p:nvPr>
        </p:nvSpPr>
        <p:spPr>
          <a:xfrm>
            <a:off x="6248400" y="1637435"/>
            <a:ext cx="3776663" cy="2553565"/>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Tree>
    <p:extLst>
      <p:ext uri="{BB962C8B-B14F-4D97-AF65-F5344CB8AC3E}">
        <p14:creationId xmlns:p14="http://schemas.microsoft.com/office/powerpoint/2010/main" val="908593213"/>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Speaker, 2">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268450165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7532"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a16="http://schemas.microsoft.com/office/drawing/2014/main" xmlns="" id="{78DA0B82-0A52-1781-14DF-468963F89BEE}"/>
              </a:ext>
            </a:extLst>
          </p:cNvPr>
          <p:cNvSpPr>
            <a:spLocks noGrp="1" noChangeAspect="1"/>
          </p:cNvSpPr>
          <p:nvPr>
            <p:ph type="pic" sz="quarter" idx="11"/>
          </p:nvPr>
        </p:nvSpPr>
        <p:spPr>
          <a:xfrm>
            <a:off x="564817" y="1637435"/>
            <a:ext cx="1564021" cy="1564021"/>
          </a:xfrm>
          <a:solidFill>
            <a:srgbClr val="F5F0EB"/>
          </a:solidFill>
        </p:spPr>
        <p:txBody>
          <a:bodyPr/>
          <a:lstStyle/>
          <a:p>
            <a:r>
              <a:rPr lang="en-US"/>
              <a:t>Click icon to add picture</a:t>
            </a:r>
          </a:p>
        </p:txBody>
      </p:sp>
      <p:sp>
        <p:nvSpPr>
          <p:cNvPr id="11" name="Text Placeholder 11">
            <a:extLst>
              <a:ext uri="{FF2B5EF4-FFF2-40B4-BE49-F238E27FC236}">
                <a16:creationId xmlns:a16="http://schemas.microsoft.com/office/drawing/2014/main" xmlns="" id="{5776214A-FA55-3F63-DFBB-0DC850AEAD86}"/>
              </a:ext>
            </a:extLst>
          </p:cNvPr>
          <p:cNvSpPr>
            <a:spLocks noGrp="1"/>
          </p:cNvSpPr>
          <p:nvPr>
            <p:ph type="body" sz="quarter" idx="13" hasCustomPrompt="1"/>
          </p:nvPr>
        </p:nvSpPr>
        <p:spPr>
          <a:xfrm>
            <a:off x="2428504" y="1637434"/>
            <a:ext cx="3517940" cy="1035916"/>
          </a:xfrm>
        </p:spPr>
        <p:txBody>
          <a:bodyPr/>
          <a:lstStyle>
            <a:lvl1pPr>
              <a:spcBef>
                <a:spcPts val="0"/>
              </a:spcBef>
              <a:defRPr sz="2400" b="0"/>
            </a:lvl1pPr>
            <a:lvl2pPr marL="0" indent="0">
              <a:spcBef>
                <a:spcPts val="0"/>
              </a:spcBef>
              <a:buNone/>
              <a:defRPr sz="24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a16="http://schemas.microsoft.com/office/drawing/2014/main" xmlns="" id="{5C63439D-4D82-6FC2-C60B-B16FE6C01A3A}"/>
              </a:ext>
            </a:extLst>
          </p:cNvPr>
          <p:cNvSpPr>
            <a:spLocks noGrp="1" noChangeAspect="1"/>
          </p:cNvSpPr>
          <p:nvPr>
            <p:ph type="pic" sz="quarter" idx="14"/>
          </p:nvPr>
        </p:nvSpPr>
        <p:spPr>
          <a:xfrm>
            <a:off x="6263986" y="1637435"/>
            <a:ext cx="1563976" cy="1563976"/>
          </a:xfrm>
          <a:solidFill>
            <a:srgbClr val="F5F0EB"/>
          </a:solidFill>
        </p:spPr>
        <p:txBody>
          <a:bodyPr/>
          <a:lstStyle/>
          <a:p>
            <a:r>
              <a:rPr lang="en-US"/>
              <a:t>Click icon to add picture</a:t>
            </a:r>
          </a:p>
        </p:txBody>
      </p:sp>
      <p:sp>
        <p:nvSpPr>
          <p:cNvPr id="5" name="Text Placeholder 11">
            <a:extLst>
              <a:ext uri="{FF2B5EF4-FFF2-40B4-BE49-F238E27FC236}">
                <a16:creationId xmlns:a16="http://schemas.microsoft.com/office/drawing/2014/main" xmlns="" id="{6AD321CB-1F7A-D001-14D9-8179640E93B5}"/>
              </a:ext>
            </a:extLst>
          </p:cNvPr>
          <p:cNvSpPr>
            <a:spLocks noGrp="1"/>
          </p:cNvSpPr>
          <p:nvPr>
            <p:ph type="body" sz="quarter" idx="15" hasCustomPrompt="1"/>
          </p:nvPr>
        </p:nvSpPr>
        <p:spPr>
          <a:xfrm>
            <a:off x="8129589" y="1637434"/>
            <a:ext cx="3516024" cy="1035916"/>
          </a:xfrm>
        </p:spPr>
        <p:txBody>
          <a:bodyPr/>
          <a:lstStyle>
            <a:lvl1pPr>
              <a:spcBef>
                <a:spcPts val="0"/>
              </a:spcBef>
              <a:defRPr sz="2400" b="0"/>
            </a:lvl1pPr>
            <a:lvl2pPr marL="0" indent="0">
              <a:spcBef>
                <a:spcPts val="0"/>
              </a:spcBef>
              <a:buNone/>
              <a:defRPr sz="2400">
                <a:solidFill>
                  <a:srgbClr val="5E5751"/>
                </a:solidFill>
              </a:defRPr>
            </a:lvl2pPr>
          </a:lstStyle>
          <a:p>
            <a:pPr lvl="0"/>
            <a:r>
              <a:rPr lang="en-US" err="1"/>
              <a:t>Firstname</a:t>
            </a:r>
            <a:r>
              <a:rPr lang="en-US"/>
              <a:t> Lastname</a:t>
            </a:r>
          </a:p>
          <a:p>
            <a:pPr lvl="1"/>
            <a:r>
              <a:rPr lang="en-US"/>
              <a:t>Job title</a:t>
            </a:r>
          </a:p>
        </p:txBody>
      </p:sp>
      <p:sp>
        <p:nvSpPr>
          <p:cNvPr id="9" name="Text Placeholder 9">
            <a:extLst>
              <a:ext uri="{FF2B5EF4-FFF2-40B4-BE49-F238E27FC236}">
                <a16:creationId xmlns:a16="http://schemas.microsoft.com/office/drawing/2014/main" xmlns="" id="{43A263B2-272B-44F1-9D39-AEA893A1C856}"/>
              </a:ext>
            </a:extLst>
          </p:cNvPr>
          <p:cNvSpPr>
            <a:spLocks noGrp="1"/>
          </p:cNvSpPr>
          <p:nvPr>
            <p:ph type="body" sz="quarter" idx="12" hasCustomPrompt="1"/>
          </p:nvPr>
        </p:nvSpPr>
        <p:spPr>
          <a:xfrm>
            <a:off x="2428504" y="2974975"/>
            <a:ext cx="3517940" cy="2670047"/>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
        <p:nvSpPr>
          <p:cNvPr id="12" name="Text Placeholder 9">
            <a:extLst>
              <a:ext uri="{FF2B5EF4-FFF2-40B4-BE49-F238E27FC236}">
                <a16:creationId xmlns:a16="http://schemas.microsoft.com/office/drawing/2014/main" xmlns="" id="{061D7D79-B6DD-C3D3-D30D-2056D760FFAA}"/>
              </a:ext>
            </a:extLst>
          </p:cNvPr>
          <p:cNvSpPr>
            <a:spLocks noGrp="1"/>
          </p:cNvSpPr>
          <p:nvPr>
            <p:ph type="body" sz="quarter" idx="16" hasCustomPrompt="1"/>
          </p:nvPr>
        </p:nvSpPr>
        <p:spPr>
          <a:xfrm>
            <a:off x="8122427" y="2974975"/>
            <a:ext cx="3517939" cy="2670047"/>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Tree>
    <p:extLst>
      <p:ext uri="{BB962C8B-B14F-4D97-AF65-F5344CB8AC3E}">
        <p14:creationId xmlns:p14="http://schemas.microsoft.com/office/powerpoint/2010/main" val="3204841962"/>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Speaker, 3">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64997887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8556"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a16="http://schemas.microsoft.com/office/drawing/2014/main" xmlns="" id="{78DA0B82-0A52-1781-14DF-468963F89BEE}"/>
              </a:ext>
            </a:extLst>
          </p:cNvPr>
          <p:cNvSpPr>
            <a:spLocks noGrp="1" noChangeAspect="1"/>
          </p:cNvSpPr>
          <p:nvPr>
            <p:ph type="pic" sz="quarter" idx="11"/>
          </p:nvPr>
        </p:nvSpPr>
        <p:spPr>
          <a:xfrm>
            <a:off x="565149" y="1637435"/>
            <a:ext cx="2514600" cy="2514600"/>
          </a:xfrm>
          <a:solidFill>
            <a:srgbClr val="F5F0EB"/>
          </a:solidFill>
        </p:spPr>
        <p:txBody>
          <a:bodyPr/>
          <a:lstStyle/>
          <a:p>
            <a:r>
              <a:rPr lang="en-US"/>
              <a:t>Click icon to add picture</a:t>
            </a:r>
          </a:p>
        </p:txBody>
      </p:sp>
      <p:sp>
        <p:nvSpPr>
          <p:cNvPr id="11" name="Text Placeholder 11">
            <a:extLst>
              <a:ext uri="{FF2B5EF4-FFF2-40B4-BE49-F238E27FC236}">
                <a16:creationId xmlns:a16="http://schemas.microsoft.com/office/drawing/2014/main" xmlns="" id="{5776214A-FA55-3F63-DFBB-0DC850AEAD86}"/>
              </a:ext>
            </a:extLst>
          </p:cNvPr>
          <p:cNvSpPr>
            <a:spLocks noGrp="1"/>
          </p:cNvSpPr>
          <p:nvPr>
            <p:ph type="body" sz="quarter" idx="13" hasCustomPrompt="1"/>
          </p:nvPr>
        </p:nvSpPr>
        <p:spPr>
          <a:xfrm>
            <a:off x="56514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a16="http://schemas.microsoft.com/office/drawing/2014/main" xmlns="" id="{5C63439D-4D82-6FC2-C60B-B16FE6C01A3A}"/>
              </a:ext>
            </a:extLst>
          </p:cNvPr>
          <p:cNvSpPr>
            <a:spLocks noGrp="1" noChangeAspect="1"/>
          </p:cNvSpPr>
          <p:nvPr>
            <p:ph type="pic" sz="quarter" idx="14"/>
          </p:nvPr>
        </p:nvSpPr>
        <p:spPr>
          <a:xfrm>
            <a:off x="4349799" y="1637435"/>
            <a:ext cx="2511552" cy="2511552"/>
          </a:xfrm>
          <a:solidFill>
            <a:srgbClr val="F5F0EB"/>
          </a:solidFill>
        </p:spPr>
        <p:txBody>
          <a:bodyPr/>
          <a:lstStyle/>
          <a:p>
            <a:r>
              <a:rPr lang="en-US"/>
              <a:t>Click icon to add picture</a:t>
            </a:r>
          </a:p>
        </p:txBody>
      </p:sp>
      <p:sp>
        <p:nvSpPr>
          <p:cNvPr id="5" name="Text Placeholder 11">
            <a:extLst>
              <a:ext uri="{FF2B5EF4-FFF2-40B4-BE49-F238E27FC236}">
                <a16:creationId xmlns:a16="http://schemas.microsoft.com/office/drawing/2014/main" xmlns="" id="{6AD321CB-1F7A-D001-14D9-8179640E93B5}"/>
              </a:ext>
            </a:extLst>
          </p:cNvPr>
          <p:cNvSpPr>
            <a:spLocks noGrp="1"/>
          </p:cNvSpPr>
          <p:nvPr>
            <p:ph type="body" sz="quarter" idx="15" hasCustomPrompt="1"/>
          </p:nvPr>
        </p:nvSpPr>
        <p:spPr>
          <a:xfrm>
            <a:off x="434979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a16="http://schemas.microsoft.com/office/drawing/2014/main" xmlns="" id="{7EBD53F4-AA15-026E-C06F-BFCDCD680F32}"/>
              </a:ext>
            </a:extLst>
          </p:cNvPr>
          <p:cNvSpPr>
            <a:spLocks noGrp="1" noChangeAspect="1"/>
          </p:cNvSpPr>
          <p:nvPr>
            <p:ph type="pic" sz="quarter" idx="16"/>
          </p:nvPr>
        </p:nvSpPr>
        <p:spPr>
          <a:xfrm>
            <a:off x="8143458" y="1637434"/>
            <a:ext cx="2511551" cy="2511551"/>
          </a:xfrm>
          <a:solidFill>
            <a:srgbClr val="F5F0EB"/>
          </a:solidFill>
        </p:spPr>
        <p:txBody>
          <a:bodyPr/>
          <a:lstStyle/>
          <a:p>
            <a:r>
              <a:rPr lang="en-US"/>
              <a:t>Click icon to add picture</a:t>
            </a:r>
          </a:p>
        </p:txBody>
      </p:sp>
      <p:sp>
        <p:nvSpPr>
          <p:cNvPr id="20" name="Text Placeholder 11">
            <a:extLst>
              <a:ext uri="{FF2B5EF4-FFF2-40B4-BE49-F238E27FC236}">
                <a16:creationId xmlns:a16="http://schemas.microsoft.com/office/drawing/2014/main" xmlns="" id="{B6945004-3FBB-EB03-5646-97F9F63ABEAD}"/>
              </a:ext>
            </a:extLst>
          </p:cNvPr>
          <p:cNvSpPr>
            <a:spLocks noGrp="1"/>
          </p:cNvSpPr>
          <p:nvPr>
            <p:ph type="body" sz="quarter" idx="17" hasCustomPrompt="1"/>
          </p:nvPr>
        </p:nvSpPr>
        <p:spPr>
          <a:xfrm>
            <a:off x="814345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1852783036"/>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Speaker, 4">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64997887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9580"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a16="http://schemas.microsoft.com/office/drawing/2014/main" xmlns="" id="{78DA0B82-0A52-1781-14DF-468963F89BEE}"/>
              </a:ext>
            </a:extLst>
          </p:cNvPr>
          <p:cNvSpPr>
            <a:spLocks noGrp="1" noChangeAspect="1"/>
          </p:cNvSpPr>
          <p:nvPr>
            <p:ph type="pic" sz="quarter" idx="11"/>
          </p:nvPr>
        </p:nvSpPr>
        <p:spPr>
          <a:xfrm>
            <a:off x="565149" y="1637435"/>
            <a:ext cx="2514600" cy="2514600"/>
          </a:xfrm>
          <a:solidFill>
            <a:srgbClr val="F5F0EB"/>
          </a:solidFill>
        </p:spPr>
        <p:txBody>
          <a:bodyPr/>
          <a:lstStyle/>
          <a:p>
            <a:r>
              <a:rPr lang="en-US"/>
              <a:t>Click icon to add picture</a:t>
            </a:r>
          </a:p>
        </p:txBody>
      </p:sp>
      <p:sp>
        <p:nvSpPr>
          <p:cNvPr id="11" name="Text Placeholder 11">
            <a:extLst>
              <a:ext uri="{FF2B5EF4-FFF2-40B4-BE49-F238E27FC236}">
                <a16:creationId xmlns:a16="http://schemas.microsoft.com/office/drawing/2014/main" xmlns="" id="{5776214A-FA55-3F63-DFBB-0DC850AEAD86}"/>
              </a:ext>
            </a:extLst>
          </p:cNvPr>
          <p:cNvSpPr>
            <a:spLocks noGrp="1"/>
          </p:cNvSpPr>
          <p:nvPr>
            <p:ph type="body" sz="quarter" idx="13" hasCustomPrompt="1"/>
          </p:nvPr>
        </p:nvSpPr>
        <p:spPr>
          <a:xfrm>
            <a:off x="565149"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a16="http://schemas.microsoft.com/office/drawing/2014/main" xmlns="" id="{5C63439D-4D82-6FC2-C60B-B16FE6C01A3A}"/>
              </a:ext>
            </a:extLst>
          </p:cNvPr>
          <p:cNvSpPr>
            <a:spLocks noGrp="1" noChangeAspect="1"/>
          </p:cNvSpPr>
          <p:nvPr>
            <p:ph type="pic" sz="quarter" idx="14"/>
          </p:nvPr>
        </p:nvSpPr>
        <p:spPr>
          <a:xfrm>
            <a:off x="3412998" y="1637435"/>
            <a:ext cx="2514600" cy="2514600"/>
          </a:xfrm>
          <a:solidFill>
            <a:srgbClr val="F5F0EB"/>
          </a:solidFill>
        </p:spPr>
        <p:txBody>
          <a:bodyPr/>
          <a:lstStyle/>
          <a:p>
            <a:r>
              <a:rPr lang="en-US"/>
              <a:t>Click icon to add picture</a:t>
            </a:r>
          </a:p>
        </p:txBody>
      </p:sp>
      <p:sp>
        <p:nvSpPr>
          <p:cNvPr id="5" name="Text Placeholder 11">
            <a:extLst>
              <a:ext uri="{FF2B5EF4-FFF2-40B4-BE49-F238E27FC236}">
                <a16:creationId xmlns:a16="http://schemas.microsoft.com/office/drawing/2014/main" xmlns="" id="{6AD321CB-1F7A-D001-14D9-8179640E93B5}"/>
              </a:ext>
            </a:extLst>
          </p:cNvPr>
          <p:cNvSpPr>
            <a:spLocks noGrp="1"/>
          </p:cNvSpPr>
          <p:nvPr>
            <p:ph type="body" sz="quarter" idx="15" hasCustomPrompt="1"/>
          </p:nvPr>
        </p:nvSpPr>
        <p:spPr>
          <a:xfrm>
            <a:off x="3412998"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a16="http://schemas.microsoft.com/office/drawing/2014/main" xmlns="" id="{7EBD53F4-AA15-026E-C06F-BFCDCD680F32}"/>
              </a:ext>
            </a:extLst>
          </p:cNvPr>
          <p:cNvSpPr>
            <a:spLocks noGrp="1" noChangeAspect="1"/>
          </p:cNvSpPr>
          <p:nvPr>
            <p:ph type="pic" sz="quarter" idx="16"/>
          </p:nvPr>
        </p:nvSpPr>
        <p:spPr>
          <a:xfrm>
            <a:off x="6256365" y="1637435"/>
            <a:ext cx="2514600" cy="2514600"/>
          </a:xfrm>
          <a:solidFill>
            <a:srgbClr val="F5F0EB"/>
          </a:solidFill>
        </p:spPr>
        <p:txBody>
          <a:bodyPr/>
          <a:lstStyle/>
          <a:p>
            <a:r>
              <a:rPr lang="en-US"/>
              <a:t>Click icon to add picture</a:t>
            </a:r>
          </a:p>
        </p:txBody>
      </p:sp>
      <p:sp>
        <p:nvSpPr>
          <p:cNvPr id="20" name="Text Placeholder 11">
            <a:extLst>
              <a:ext uri="{FF2B5EF4-FFF2-40B4-BE49-F238E27FC236}">
                <a16:creationId xmlns:a16="http://schemas.microsoft.com/office/drawing/2014/main" xmlns="" id="{B6945004-3FBB-EB03-5646-97F9F63ABEAD}"/>
              </a:ext>
            </a:extLst>
          </p:cNvPr>
          <p:cNvSpPr>
            <a:spLocks noGrp="1"/>
          </p:cNvSpPr>
          <p:nvPr>
            <p:ph type="body" sz="quarter" idx="17" hasCustomPrompt="1"/>
          </p:nvPr>
        </p:nvSpPr>
        <p:spPr>
          <a:xfrm>
            <a:off x="6256364"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7" name="Picture Placeholder 7">
            <a:extLst>
              <a:ext uri="{FF2B5EF4-FFF2-40B4-BE49-F238E27FC236}">
                <a16:creationId xmlns:a16="http://schemas.microsoft.com/office/drawing/2014/main" xmlns="" id="{D16ABBBF-2339-2E06-7C84-AF01ECF613A3}"/>
              </a:ext>
            </a:extLst>
          </p:cNvPr>
          <p:cNvSpPr>
            <a:spLocks noGrp="1" noChangeAspect="1"/>
          </p:cNvSpPr>
          <p:nvPr>
            <p:ph type="pic" sz="quarter" idx="18"/>
          </p:nvPr>
        </p:nvSpPr>
        <p:spPr>
          <a:xfrm>
            <a:off x="9087852" y="1637435"/>
            <a:ext cx="2514600" cy="2514600"/>
          </a:xfrm>
          <a:solidFill>
            <a:srgbClr val="F5F0EB"/>
          </a:solidFill>
        </p:spPr>
        <p:txBody>
          <a:bodyPr/>
          <a:lstStyle/>
          <a:p>
            <a:r>
              <a:rPr lang="en-US"/>
              <a:t>Click icon to add picture</a:t>
            </a:r>
          </a:p>
        </p:txBody>
      </p:sp>
      <p:sp>
        <p:nvSpPr>
          <p:cNvPr id="9" name="Text Placeholder 11">
            <a:extLst>
              <a:ext uri="{FF2B5EF4-FFF2-40B4-BE49-F238E27FC236}">
                <a16:creationId xmlns:a16="http://schemas.microsoft.com/office/drawing/2014/main" xmlns="" id="{0799ED43-EE89-E750-7B23-AFCCA755762E}"/>
              </a:ext>
            </a:extLst>
          </p:cNvPr>
          <p:cNvSpPr>
            <a:spLocks noGrp="1"/>
          </p:cNvSpPr>
          <p:nvPr>
            <p:ph type="body" sz="quarter" idx="19" hasCustomPrompt="1"/>
          </p:nvPr>
        </p:nvSpPr>
        <p:spPr>
          <a:xfrm>
            <a:off x="9087851"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3076283077"/>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Speaker, 6">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343441017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0604"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a16="http://schemas.microsoft.com/office/drawing/2014/main" xmlns="" id="{78DA0B82-0A52-1781-14DF-468963F89BEE}"/>
              </a:ext>
            </a:extLst>
          </p:cNvPr>
          <p:cNvSpPr>
            <a:spLocks noGrp="1" noChangeAspect="1"/>
          </p:cNvSpPr>
          <p:nvPr>
            <p:ph type="pic" sz="quarter" idx="11"/>
          </p:nvPr>
        </p:nvSpPr>
        <p:spPr>
          <a:xfrm>
            <a:off x="576463" y="1775000"/>
            <a:ext cx="1552375" cy="1552375"/>
          </a:xfrm>
          <a:solidFill>
            <a:srgbClr val="F5F0EB"/>
          </a:solidFill>
        </p:spPr>
        <p:txBody>
          <a:bodyPr/>
          <a:lstStyle/>
          <a:p>
            <a:r>
              <a:rPr lang="en-US"/>
              <a:t>Click icon to add picture</a:t>
            </a:r>
          </a:p>
        </p:txBody>
      </p:sp>
      <p:sp>
        <p:nvSpPr>
          <p:cNvPr id="11" name="Text Placeholder 11">
            <a:extLst>
              <a:ext uri="{FF2B5EF4-FFF2-40B4-BE49-F238E27FC236}">
                <a16:creationId xmlns:a16="http://schemas.microsoft.com/office/drawing/2014/main" xmlns="" id="{5776214A-FA55-3F63-DFBB-0DC850AEAD86}"/>
              </a:ext>
            </a:extLst>
          </p:cNvPr>
          <p:cNvSpPr>
            <a:spLocks noGrp="1"/>
          </p:cNvSpPr>
          <p:nvPr>
            <p:ph type="body" sz="quarter" idx="13" hasCustomPrompt="1"/>
          </p:nvPr>
        </p:nvSpPr>
        <p:spPr>
          <a:xfrm>
            <a:off x="576463"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5" name="Text Placeholder 11">
            <a:extLst>
              <a:ext uri="{FF2B5EF4-FFF2-40B4-BE49-F238E27FC236}">
                <a16:creationId xmlns:a16="http://schemas.microsoft.com/office/drawing/2014/main" xmlns="" id="{F71FED85-DAF8-E75C-B88D-72336814AFD6}"/>
              </a:ext>
            </a:extLst>
          </p:cNvPr>
          <p:cNvSpPr>
            <a:spLocks noGrp="1"/>
          </p:cNvSpPr>
          <p:nvPr>
            <p:ph type="body" sz="quarter" idx="19" hasCustomPrompt="1"/>
          </p:nvPr>
        </p:nvSpPr>
        <p:spPr>
          <a:xfrm>
            <a:off x="576463" y="1254086"/>
            <a:ext cx="5521125" cy="279827"/>
          </a:xfrm>
        </p:spPr>
        <p:txBody>
          <a:bodyPr/>
          <a:lstStyle>
            <a:lvl1pPr>
              <a:spcBef>
                <a:spcPts val="0"/>
              </a:spcBef>
              <a:defRPr sz="1600" b="1">
                <a:solidFill>
                  <a:schemeClr val="tx1"/>
                </a:solidFill>
              </a:defRPr>
            </a:lvl1pPr>
            <a:lvl2pPr marL="0" indent="0">
              <a:spcBef>
                <a:spcPts val="0"/>
              </a:spcBef>
              <a:buNone/>
              <a:defRPr sz="1200">
                <a:solidFill>
                  <a:srgbClr val="5E5751"/>
                </a:solidFill>
              </a:defRPr>
            </a:lvl2pPr>
          </a:lstStyle>
          <a:p>
            <a:pPr lvl="0"/>
            <a:r>
              <a:rPr lang="en-US" dirty="0"/>
              <a:t>Header (optional)</a:t>
            </a:r>
          </a:p>
        </p:txBody>
      </p:sp>
      <p:sp>
        <p:nvSpPr>
          <p:cNvPr id="26" name="Text Placeholder 11">
            <a:extLst>
              <a:ext uri="{FF2B5EF4-FFF2-40B4-BE49-F238E27FC236}">
                <a16:creationId xmlns:a16="http://schemas.microsoft.com/office/drawing/2014/main" xmlns="" id="{80D331FB-07CC-CBB0-1C97-15E6031B1502}"/>
              </a:ext>
            </a:extLst>
          </p:cNvPr>
          <p:cNvSpPr>
            <a:spLocks noGrp="1"/>
          </p:cNvSpPr>
          <p:nvPr>
            <p:ph type="body" sz="quarter" idx="20" hasCustomPrompt="1"/>
          </p:nvPr>
        </p:nvSpPr>
        <p:spPr>
          <a:xfrm>
            <a:off x="576463" y="4501783"/>
            <a:ext cx="5521125" cy="279827"/>
          </a:xfrm>
        </p:spPr>
        <p:txBody>
          <a:bodyPr/>
          <a:lstStyle>
            <a:lvl1pPr>
              <a:spcBef>
                <a:spcPts val="0"/>
              </a:spcBef>
              <a:defRPr sz="1600" b="1">
                <a:solidFill>
                  <a:schemeClr val="tx1"/>
                </a:solidFill>
              </a:defRPr>
            </a:lvl1pPr>
            <a:lvl2pPr marL="0" indent="0">
              <a:spcBef>
                <a:spcPts val="0"/>
              </a:spcBef>
              <a:buNone/>
              <a:defRPr sz="1200">
                <a:solidFill>
                  <a:srgbClr val="5E5751"/>
                </a:solidFill>
              </a:defRPr>
            </a:lvl2pPr>
          </a:lstStyle>
          <a:p>
            <a:pPr lvl="0"/>
            <a:r>
              <a:rPr lang="en-US" dirty="0"/>
              <a:t>Header over logos (optional)</a:t>
            </a:r>
          </a:p>
        </p:txBody>
      </p:sp>
      <p:sp>
        <p:nvSpPr>
          <p:cNvPr id="31" name="Picture Placeholder 7">
            <a:extLst>
              <a:ext uri="{FF2B5EF4-FFF2-40B4-BE49-F238E27FC236}">
                <a16:creationId xmlns:a16="http://schemas.microsoft.com/office/drawing/2014/main" xmlns="" id="{3B6500AD-6C0E-2707-679D-0A899C4EA95D}"/>
              </a:ext>
            </a:extLst>
          </p:cNvPr>
          <p:cNvSpPr>
            <a:spLocks noGrp="1" noChangeAspect="1"/>
          </p:cNvSpPr>
          <p:nvPr>
            <p:ph type="pic" sz="quarter" idx="21"/>
          </p:nvPr>
        </p:nvSpPr>
        <p:spPr>
          <a:xfrm>
            <a:off x="2467064" y="1775000"/>
            <a:ext cx="1552375" cy="1552375"/>
          </a:xfrm>
          <a:solidFill>
            <a:srgbClr val="F5F0EB"/>
          </a:solidFill>
        </p:spPr>
        <p:txBody>
          <a:bodyPr/>
          <a:lstStyle/>
          <a:p>
            <a:r>
              <a:rPr lang="en-US"/>
              <a:t>Click icon to add picture</a:t>
            </a:r>
          </a:p>
        </p:txBody>
      </p:sp>
      <p:sp>
        <p:nvSpPr>
          <p:cNvPr id="32" name="Text Placeholder 11">
            <a:extLst>
              <a:ext uri="{FF2B5EF4-FFF2-40B4-BE49-F238E27FC236}">
                <a16:creationId xmlns:a16="http://schemas.microsoft.com/office/drawing/2014/main" xmlns="" id="{F4A0A85C-8282-CFF2-07DC-5B20BB9E9834}"/>
              </a:ext>
            </a:extLst>
          </p:cNvPr>
          <p:cNvSpPr>
            <a:spLocks noGrp="1"/>
          </p:cNvSpPr>
          <p:nvPr>
            <p:ph type="body" sz="quarter" idx="22" hasCustomPrompt="1"/>
          </p:nvPr>
        </p:nvSpPr>
        <p:spPr>
          <a:xfrm>
            <a:off x="2467064"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3" name="Picture Placeholder 7">
            <a:extLst>
              <a:ext uri="{FF2B5EF4-FFF2-40B4-BE49-F238E27FC236}">
                <a16:creationId xmlns:a16="http://schemas.microsoft.com/office/drawing/2014/main" xmlns="" id="{D078D3FA-853F-C115-1493-DF9FB1C6F215}"/>
              </a:ext>
            </a:extLst>
          </p:cNvPr>
          <p:cNvSpPr>
            <a:spLocks noGrp="1" noChangeAspect="1"/>
          </p:cNvSpPr>
          <p:nvPr>
            <p:ph type="pic" sz="quarter" idx="23"/>
          </p:nvPr>
        </p:nvSpPr>
        <p:spPr>
          <a:xfrm>
            <a:off x="4357665" y="1775000"/>
            <a:ext cx="1552375" cy="1552375"/>
          </a:xfrm>
          <a:solidFill>
            <a:srgbClr val="F5F0EB"/>
          </a:solidFill>
        </p:spPr>
        <p:txBody>
          <a:bodyPr/>
          <a:lstStyle/>
          <a:p>
            <a:r>
              <a:rPr lang="en-US"/>
              <a:t>Click icon to add picture</a:t>
            </a:r>
          </a:p>
        </p:txBody>
      </p:sp>
      <p:sp>
        <p:nvSpPr>
          <p:cNvPr id="34" name="Text Placeholder 11">
            <a:extLst>
              <a:ext uri="{FF2B5EF4-FFF2-40B4-BE49-F238E27FC236}">
                <a16:creationId xmlns:a16="http://schemas.microsoft.com/office/drawing/2014/main" xmlns="" id="{05A7CFBA-E0A6-8DD1-C303-4DD735628AC8}"/>
              </a:ext>
            </a:extLst>
          </p:cNvPr>
          <p:cNvSpPr>
            <a:spLocks noGrp="1"/>
          </p:cNvSpPr>
          <p:nvPr>
            <p:ph type="body" sz="quarter" idx="24" hasCustomPrompt="1"/>
          </p:nvPr>
        </p:nvSpPr>
        <p:spPr>
          <a:xfrm>
            <a:off x="4357665"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5" name="Picture Placeholder 7">
            <a:extLst>
              <a:ext uri="{FF2B5EF4-FFF2-40B4-BE49-F238E27FC236}">
                <a16:creationId xmlns:a16="http://schemas.microsoft.com/office/drawing/2014/main" xmlns="" id="{B6102AE7-F278-B5A9-F2C5-1FBF4197ECDB}"/>
              </a:ext>
            </a:extLst>
          </p:cNvPr>
          <p:cNvSpPr>
            <a:spLocks noGrp="1" noChangeAspect="1"/>
          </p:cNvSpPr>
          <p:nvPr>
            <p:ph type="pic" sz="quarter" idx="25"/>
          </p:nvPr>
        </p:nvSpPr>
        <p:spPr>
          <a:xfrm>
            <a:off x="6248266" y="1775000"/>
            <a:ext cx="1552375" cy="1552375"/>
          </a:xfrm>
          <a:solidFill>
            <a:srgbClr val="F5F0EB"/>
          </a:solidFill>
        </p:spPr>
        <p:txBody>
          <a:bodyPr/>
          <a:lstStyle/>
          <a:p>
            <a:r>
              <a:rPr lang="en-US"/>
              <a:t>Click icon to add picture</a:t>
            </a:r>
          </a:p>
        </p:txBody>
      </p:sp>
      <p:sp>
        <p:nvSpPr>
          <p:cNvPr id="36" name="Text Placeholder 11">
            <a:extLst>
              <a:ext uri="{FF2B5EF4-FFF2-40B4-BE49-F238E27FC236}">
                <a16:creationId xmlns:a16="http://schemas.microsoft.com/office/drawing/2014/main" xmlns="" id="{C2A82CB5-B9E0-2A6D-25BE-D13CD2814ADE}"/>
              </a:ext>
            </a:extLst>
          </p:cNvPr>
          <p:cNvSpPr>
            <a:spLocks noGrp="1"/>
          </p:cNvSpPr>
          <p:nvPr>
            <p:ph type="body" sz="quarter" idx="26" hasCustomPrompt="1"/>
          </p:nvPr>
        </p:nvSpPr>
        <p:spPr>
          <a:xfrm>
            <a:off x="6248266"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7" name="Picture Placeholder 7">
            <a:extLst>
              <a:ext uri="{FF2B5EF4-FFF2-40B4-BE49-F238E27FC236}">
                <a16:creationId xmlns:a16="http://schemas.microsoft.com/office/drawing/2014/main" xmlns="" id="{70B59503-4A68-E260-B103-EA49A509D2C1}"/>
              </a:ext>
            </a:extLst>
          </p:cNvPr>
          <p:cNvSpPr>
            <a:spLocks noGrp="1" noChangeAspect="1"/>
          </p:cNvSpPr>
          <p:nvPr>
            <p:ph type="pic" sz="quarter" idx="27"/>
          </p:nvPr>
        </p:nvSpPr>
        <p:spPr>
          <a:xfrm>
            <a:off x="8138867" y="1775000"/>
            <a:ext cx="1552375" cy="1552375"/>
          </a:xfrm>
          <a:solidFill>
            <a:srgbClr val="F5F0EB"/>
          </a:solidFill>
        </p:spPr>
        <p:txBody>
          <a:bodyPr/>
          <a:lstStyle/>
          <a:p>
            <a:r>
              <a:rPr lang="en-US"/>
              <a:t>Click icon to add picture</a:t>
            </a:r>
          </a:p>
        </p:txBody>
      </p:sp>
      <p:sp>
        <p:nvSpPr>
          <p:cNvPr id="38" name="Text Placeholder 11">
            <a:extLst>
              <a:ext uri="{FF2B5EF4-FFF2-40B4-BE49-F238E27FC236}">
                <a16:creationId xmlns:a16="http://schemas.microsoft.com/office/drawing/2014/main" xmlns="" id="{A0995BA9-2C1D-3A52-7C7F-BC37A2466C4A}"/>
              </a:ext>
            </a:extLst>
          </p:cNvPr>
          <p:cNvSpPr>
            <a:spLocks noGrp="1"/>
          </p:cNvSpPr>
          <p:nvPr>
            <p:ph type="body" sz="quarter" idx="28" hasCustomPrompt="1"/>
          </p:nvPr>
        </p:nvSpPr>
        <p:spPr>
          <a:xfrm>
            <a:off x="8138867"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9" name="Picture Placeholder 7">
            <a:extLst>
              <a:ext uri="{FF2B5EF4-FFF2-40B4-BE49-F238E27FC236}">
                <a16:creationId xmlns:a16="http://schemas.microsoft.com/office/drawing/2014/main" xmlns="" id="{FE049F1E-C38A-F65C-3614-91F97F14616A}"/>
              </a:ext>
            </a:extLst>
          </p:cNvPr>
          <p:cNvSpPr>
            <a:spLocks noGrp="1" noChangeAspect="1"/>
          </p:cNvSpPr>
          <p:nvPr>
            <p:ph type="pic" sz="quarter" idx="29"/>
          </p:nvPr>
        </p:nvSpPr>
        <p:spPr>
          <a:xfrm>
            <a:off x="10029466" y="1775000"/>
            <a:ext cx="1552375" cy="1552375"/>
          </a:xfrm>
          <a:solidFill>
            <a:srgbClr val="F5F0EB"/>
          </a:solidFill>
        </p:spPr>
        <p:txBody>
          <a:bodyPr/>
          <a:lstStyle/>
          <a:p>
            <a:r>
              <a:rPr lang="en-US"/>
              <a:t>Click icon to add picture</a:t>
            </a:r>
          </a:p>
        </p:txBody>
      </p:sp>
      <p:sp>
        <p:nvSpPr>
          <p:cNvPr id="40" name="Text Placeholder 11">
            <a:extLst>
              <a:ext uri="{FF2B5EF4-FFF2-40B4-BE49-F238E27FC236}">
                <a16:creationId xmlns:a16="http://schemas.microsoft.com/office/drawing/2014/main" xmlns="" id="{06C2ADEC-2DA0-0CA9-F153-77DFAA70DA1B}"/>
              </a:ext>
            </a:extLst>
          </p:cNvPr>
          <p:cNvSpPr>
            <a:spLocks noGrp="1"/>
          </p:cNvSpPr>
          <p:nvPr>
            <p:ph type="body" sz="quarter" idx="30" hasCustomPrompt="1"/>
          </p:nvPr>
        </p:nvSpPr>
        <p:spPr>
          <a:xfrm>
            <a:off x="10029466"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3143115214"/>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Speaker, 12">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85588896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1628"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a16="http://schemas.microsoft.com/office/drawing/2014/main" xmlns="" id="{78DA0B82-0A52-1781-14DF-468963F89BEE}"/>
              </a:ext>
            </a:extLst>
          </p:cNvPr>
          <p:cNvSpPr>
            <a:spLocks noGrp="1" noChangeAspect="1"/>
          </p:cNvSpPr>
          <p:nvPr>
            <p:ph type="pic" sz="quarter" idx="11"/>
          </p:nvPr>
        </p:nvSpPr>
        <p:spPr>
          <a:xfrm>
            <a:off x="565150" y="1637435"/>
            <a:ext cx="987552" cy="987552"/>
          </a:xfrm>
          <a:solidFill>
            <a:srgbClr val="F5F0EB"/>
          </a:solidFill>
        </p:spPr>
        <p:txBody>
          <a:bodyPr/>
          <a:lstStyle/>
          <a:p>
            <a:r>
              <a:rPr lang="en-US"/>
              <a:t>Click icon to add picture</a:t>
            </a:r>
          </a:p>
        </p:txBody>
      </p:sp>
      <p:sp>
        <p:nvSpPr>
          <p:cNvPr id="11" name="Text Placeholder 11">
            <a:extLst>
              <a:ext uri="{FF2B5EF4-FFF2-40B4-BE49-F238E27FC236}">
                <a16:creationId xmlns:a16="http://schemas.microsoft.com/office/drawing/2014/main" xmlns="" id="{5776214A-FA55-3F63-DFBB-0DC850AEAD86}"/>
              </a:ext>
            </a:extLst>
          </p:cNvPr>
          <p:cNvSpPr>
            <a:spLocks noGrp="1"/>
          </p:cNvSpPr>
          <p:nvPr>
            <p:ph type="body" sz="quarter" idx="13" hasCustomPrompt="1"/>
          </p:nvPr>
        </p:nvSpPr>
        <p:spPr>
          <a:xfrm>
            <a:off x="1703515"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a16="http://schemas.microsoft.com/office/drawing/2014/main" xmlns="" id="{5C63439D-4D82-6FC2-C60B-B16FE6C01A3A}"/>
              </a:ext>
            </a:extLst>
          </p:cNvPr>
          <p:cNvSpPr>
            <a:spLocks noGrp="1" noChangeAspect="1"/>
          </p:cNvSpPr>
          <p:nvPr>
            <p:ph type="pic" sz="quarter" idx="14"/>
          </p:nvPr>
        </p:nvSpPr>
        <p:spPr>
          <a:xfrm>
            <a:off x="4358849" y="1637435"/>
            <a:ext cx="987552" cy="987552"/>
          </a:xfrm>
          <a:solidFill>
            <a:srgbClr val="F5F0EB"/>
          </a:solidFill>
        </p:spPr>
        <p:txBody>
          <a:bodyPr/>
          <a:lstStyle/>
          <a:p>
            <a:r>
              <a:rPr lang="en-US"/>
              <a:t>Click icon to add picture</a:t>
            </a:r>
          </a:p>
        </p:txBody>
      </p:sp>
      <p:sp>
        <p:nvSpPr>
          <p:cNvPr id="5" name="Text Placeholder 11">
            <a:extLst>
              <a:ext uri="{FF2B5EF4-FFF2-40B4-BE49-F238E27FC236}">
                <a16:creationId xmlns:a16="http://schemas.microsoft.com/office/drawing/2014/main" xmlns="" id="{6AD321CB-1F7A-D001-14D9-8179640E93B5}"/>
              </a:ext>
            </a:extLst>
          </p:cNvPr>
          <p:cNvSpPr>
            <a:spLocks noGrp="1"/>
          </p:cNvSpPr>
          <p:nvPr>
            <p:ph type="body" sz="quarter" idx="15" hasCustomPrompt="1"/>
          </p:nvPr>
        </p:nvSpPr>
        <p:spPr>
          <a:xfrm>
            <a:off x="5495540"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9" name="Picture Placeholder 7">
            <a:extLst>
              <a:ext uri="{FF2B5EF4-FFF2-40B4-BE49-F238E27FC236}">
                <a16:creationId xmlns:a16="http://schemas.microsoft.com/office/drawing/2014/main" xmlns="" id="{E07B74AC-EE9A-25D5-4583-5F253A748507}"/>
              </a:ext>
            </a:extLst>
          </p:cNvPr>
          <p:cNvSpPr>
            <a:spLocks noGrp="1" noChangeAspect="1"/>
          </p:cNvSpPr>
          <p:nvPr>
            <p:ph type="pic" sz="quarter" idx="16"/>
          </p:nvPr>
        </p:nvSpPr>
        <p:spPr>
          <a:xfrm>
            <a:off x="565150" y="2888166"/>
            <a:ext cx="987552" cy="987552"/>
          </a:xfrm>
          <a:solidFill>
            <a:srgbClr val="F5F0EB"/>
          </a:solidFill>
        </p:spPr>
        <p:txBody>
          <a:bodyPr/>
          <a:lstStyle/>
          <a:p>
            <a:r>
              <a:rPr lang="en-US"/>
              <a:t>Click icon to add picture</a:t>
            </a:r>
          </a:p>
        </p:txBody>
      </p:sp>
      <p:sp>
        <p:nvSpPr>
          <p:cNvPr id="12" name="Text Placeholder 11">
            <a:extLst>
              <a:ext uri="{FF2B5EF4-FFF2-40B4-BE49-F238E27FC236}">
                <a16:creationId xmlns:a16="http://schemas.microsoft.com/office/drawing/2014/main" xmlns="" id="{35B64ED0-1747-14E8-8C38-312801E015E8}"/>
              </a:ext>
            </a:extLst>
          </p:cNvPr>
          <p:cNvSpPr>
            <a:spLocks noGrp="1"/>
          </p:cNvSpPr>
          <p:nvPr>
            <p:ph type="body" sz="quarter" idx="17" hasCustomPrompt="1"/>
          </p:nvPr>
        </p:nvSpPr>
        <p:spPr>
          <a:xfrm>
            <a:off x="1703515"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3" name="Picture Placeholder 7">
            <a:extLst>
              <a:ext uri="{FF2B5EF4-FFF2-40B4-BE49-F238E27FC236}">
                <a16:creationId xmlns:a16="http://schemas.microsoft.com/office/drawing/2014/main" xmlns="" id="{17D60C2A-77D9-52CA-F221-CE501A39CABC}"/>
              </a:ext>
            </a:extLst>
          </p:cNvPr>
          <p:cNvSpPr>
            <a:spLocks noGrp="1" noChangeAspect="1"/>
          </p:cNvSpPr>
          <p:nvPr>
            <p:ph type="pic" sz="quarter" idx="18"/>
          </p:nvPr>
        </p:nvSpPr>
        <p:spPr>
          <a:xfrm>
            <a:off x="4358849" y="2888166"/>
            <a:ext cx="987552" cy="987552"/>
          </a:xfrm>
          <a:solidFill>
            <a:srgbClr val="F5F0EB"/>
          </a:solidFill>
        </p:spPr>
        <p:txBody>
          <a:bodyPr/>
          <a:lstStyle/>
          <a:p>
            <a:r>
              <a:rPr lang="en-US"/>
              <a:t>Click icon to add picture</a:t>
            </a:r>
          </a:p>
        </p:txBody>
      </p:sp>
      <p:sp>
        <p:nvSpPr>
          <p:cNvPr id="14" name="Text Placeholder 11">
            <a:extLst>
              <a:ext uri="{FF2B5EF4-FFF2-40B4-BE49-F238E27FC236}">
                <a16:creationId xmlns:a16="http://schemas.microsoft.com/office/drawing/2014/main" xmlns="" id="{CB165B28-35C1-D225-4A64-E2A61301A4DD}"/>
              </a:ext>
            </a:extLst>
          </p:cNvPr>
          <p:cNvSpPr>
            <a:spLocks noGrp="1"/>
          </p:cNvSpPr>
          <p:nvPr>
            <p:ph type="body" sz="quarter" idx="19" hasCustomPrompt="1"/>
          </p:nvPr>
        </p:nvSpPr>
        <p:spPr>
          <a:xfrm>
            <a:off x="5495540"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5" name="Picture Placeholder 7">
            <a:extLst>
              <a:ext uri="{FF2B5EF4-FFF2-40B4-BE49-F238E27FC236}">
                <a16:creationId xmlns:a16="http://schemas.microsoft.com/office/drawing/2014/main" xmlns="" id="{E73A1BFE-276C-0927-9FF7-66318C2DBD7D}"/>
              </a:ext>
            </a:extLst>
          </p:cNvPr>
          <p:cNvSpPr>
            <a:spLocks noGrp="1" noChangeAspect="1"/>
          </p:cNvSpPr>
          <p:nvPr>
            <p:ph type="pic" sz="quarter" idx="20"/>
          </p:nvPr>
        </p:nvSpPr>
        <p:spPr>
          <a:xfrm>
            <a:off x="565150" y="4138897"/>
            <a:ext cx="987552" cy="987552"/>
          </a:xfrm>
          <a:solidFill>
            <a:srgbClr val="F5F0EB"/>
          </a:solidFill>
        </p:spPr>
        <p:txBody>
          <a:bodyPr/>
          <a:lstStyle/>
          <a:p>
            <a:r>
              <a:rPr lang="en-US"/>
              <a:t>Click icon to add picture</a:t>
            </a:r>
          </a:p>
        </p:txBody>
      </p:sp>
      <p:sp>
        <p:nvSpPr>
          <p:cNvPr id="16" name="Text Placeholder 11">
            <a:extLst>
              <a:ext uri="{FF2B5EF4-FFF2-40B4-BE49-F238E27FC236}">
                <a16:creationId xmlns:a16="http://schemas.microsoft.com/office/drawing/2014/main" xmlns="" id="{2529DBB2-3720-4AB8-3C81-7BBD12B176C4}"/>
              </a:ext>
            </a:extLst>
          </p:cNvPr>
          <p:cNvSpPr>
            <a:spLocks noGrp="1"/>
          </p:cNvSpPr>
          <p:nvPr>
            <p:ph type="body" sz="quarter" idx="21" hasCustomPrompt="1"/>
          </p:nvPr>
        </p:nvSpPr>
        <p:spPr>
          <a:xfrm>
            <a:off x="1703515"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7" name="Picture Placeholder 7">
            <a:extLst>
              <a:ext uri="{FF2B5EF4-FFF2-40B4-BE49-F238E27FC236}">
                <a16:creationId xmlns:a16="http://schemas.microsoft.com/office/drawing/2014/main" xmlns="" id="{D518239F-8303-6062-88F3-9C2B67E4E1A4}"/>
              </a:ext>
            </a:extLst>
          </p:cNvPr>
          <p:cNvSpPr>
            <a:spLocks noGrp="1" noChangeAspect="1"/>
          </p:cNvSpPr>
          <p:nvPr>
            <p:ph type="pic" sz="quarter" idx="22"/>
          </p:nvPr>
        </p:nvSpPr>
        <p:spPr>
          <a:xfrm>
            <a:off x="4358849" y="4138897"/>
            <a:ext cx="987552" cy="987552"/>
          </a:xfrm>
          <a:solidFill>
            <a:srgbClr val="F5F0EB"/>
          </a:solidFill>
        </p:spPr>
        <p:txBody>
          <a:bodyPr/>
          <a:lstStyle/>
          <a:p>
            <a:r>
              <a:rPr lang="en-US"/>
              <a:t>Click icon to add picture</a:t>
            </a:r>
          </a:p>
        </p:txBody>
      </p:sp>
      <p:sp>
        <p:nvSpPr>
          <p:cNvPr id="18" name="Text Placeholder 11">
            <a:extLst>
              <a:ext uri="{FF2B5EF4-FFF2-40B4-BE49-F238E27FC236}">
                <a16:creationId xmlns:a16="http://schemas.microsoft.com/office/drawing/2014/main" xmlns="" id="{4FA7EC9E-AD87-A0B5-8F3E-FED229E183FF}"/>
              </a:ext>
            </a:extLst>
          </p:cNvPr>
          <p:cNvSpPr>
            <a:spLocks noGrp="1"/>
          </p:cNvSpPr>
          <p:nvPr>
            <p:ph type="body" sz="quarter" idx="23" hasCustomPrompt="1"/>
          </p:nvPr>
        </p:nvSpPr>
        <p:spPr>
          <a:xfrm>
            <a:off x="5495540"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a16="http://schemas.microsoft.com/office/drawing/2014/main" xmlns="" id="{4E9CDB91-D9C5-B930-B1D8-D183D7EC2AEF}"/>
              </a:ext>
            </a:extLst>
          </p:cNvPr>
          <p:cNvSpPr>
            <a:spLocks noGrp="1" noChangeAspect="1"/>
          </p:cNvSpPr>
          <p:nvPr>
            <p:ph type="pic" sz="quarter" idx="24"/>
          </p:nvPr>
        </p:nvSpPr>
        <p:spPr>
          <a:xfrm>
            <a:off x="8142573" y="1637435"/>
            <a:ext cx="987552" cy="987552"/>
          </a:xfrm>
          <a:solidFill>
            <a:srgbClr val="F5F0EB"/>
          </a:solidFill>
        </p:spPr>
        <p:txBody>
          <a:bodyPr/>
          <a:lstStyle/>
          <a:p>
            <a:r>
              <a:rPr lang="en-US"/>
              <a:t>Click icon to add picture</a:t>
            </a:r>
          </a:p>
        </p:txBody>
      </p:sp>
      <p:sp>
        <p:nvSpPr>
          <p:cNvPr id="7" name="Text Placeholder 11">
            <a:extLst>
              <a:ext uri="{FF2B5EF4-FFF2-40B4-BE49-F238E27FC236}">
                <a16:creationId xmlns:a16="http://schemas.microsoft.com/office/drawing/2014/main" xmlns="" id="{311B5EAD-8B7F-6A93-83A3-23F72B428F6D}"/>
              </a:ext>
            </a:extLst>
          </p:cNvPr>
          <p:cNvSpPr>
            <a:spLocks noGrp="1"/>
          </p:cNvSpPr>
          <p:nvPr>
            <p:ph type="body" sz="quarter" idx="25" hasCustomPrompt="1"/>
          </p:nvPr>
        </p:nvSpPr>
        <p:spPr>
          <a:xfrm>
            <a:off x="9279264"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9" name="Picture Placeholder 7">
            <a:extLst>
              <a:ext uri="{FF2B5EF4-FFF2-40B4-BE49-F238E27FC236}">
                <a16:creationId xmlns:a16="http://schemas.microsoft.com/office/drawing/2014/main" xmlns="" id="{3C128D69-5F12-E113-1C1D-87FD3076CE28}"/>
              </a:ext>
            </a:extLst>
          </p:cNvPr>
          <p:cNvSpPr>
            <a:spLocks noGrp="1" noChangeAspect="1"/>
          </p:cNvSpPr>
          <p:nvPr>
            <p:ph type="pic" sz="quarter" idx="26"/>
          </p:nvPr>
        </p:nvSpPr>
        <p:spPr>
          <a:xfrm>
            <a:off x="8142573" y="2888166"/>
            <a:ext cx="987552" cy="987552"/>
          </a:xfrm>
          <a:solidFill>
            <a:srgbClr val="F5F0EB"/>
          </a:solidFill>
        </p:spPr>
        <p:txBody>
          <a:bodyPr/>
          <a:lstStyle/>
          <a:p>
            <a:r>
              <a:rPr lang="en-US"/>
              <a:t>Click icon to add picture</a:t>
            </a:r>
          </a:p>
        </p:txBody>
      </p:sp>
      <p:sp>
        <p:nvSpPr>
          <p:cNvPr id="20" name="Text Placeholder 11">
            <a:extLst>
              <a:ext uri="{FF2B5EF4-FFF2-40B4-BE49-F238E27FC236}">
                <a16:creationId xmlns:a16="http://schemas.microsoft.com/office/drawing/2014/main" xmlns="" id="{7F066EF6-1311-24CB-7809-237CF39D9372}"/>
              </a:ext>
            </a:extLst>
          </p:cNvPr>
          <p:cNvSpPr>
            <a:spLocks noGrp="1"/>
          </p:cNvSpPr>
          <p:nvPr>
            <p:ph type="body" sz="quarter" idx="27" hasCustomPrompt="1"/>
          </p:nvPr>
        </p:nvSpPr>
        <p:spPr>
          <a:xfrm>
            <a:off x="9279264"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1" name="Picture Placeholder 7">
            <a:extLst>
              <a:ext uri="{FF2B5EF4-FFF2-40B4-BE49-F238E27FC236}">
                <a16:creationId xmlns:a16="http://schemas.microsoft.com/office/drawing/2014/main" xmlns="" id="{125D1315-97FF-9A57-853E-248B543B2AF8}"/>
              </a:ext>
            </a:extLst>
          </p:cNvPr>
          <p:cNvSpPr>
            <a:spLocks noGrp="1" noChangeAspect="1"/>
          </p:cNvSpPr>
          <p:nvPr>
            <p:ph type="pic" sz="quarter" idx="28"/>
          </p:nvPr>
        </p:nvSpPr>
        <p:spPr>
          <a:xfrm>
            <a:off x="8142573" y="4138897"/>
            <a:ext cx="987552" cy="987552"/>
          </a:xfrm>
          <a:solidFill>
            <a:srgbClr val="F5F0EB"/>
          </a:solidFill>
        </p:spPr>
        <p:txBody>
          <a:bodyPr/>
          <a:lstStyle/>
          <a:p>
            <a:r>
              <a:rPr lang="en-US"/>
              <a:t>Click icon to add picture</a:t>
            </a:r>
          </a:p>
        </p:txBody>
      </p:sp>
      <p:sp>
        <p:nvSpPr>
          <p:cNvPr id="22" name="Text Placeholder 11">
            <a:extLst>
              <a:ext uri="{FF2B5EF4-FFF2-40B4-BE49-F238E27FC236}">
                <a16:creationId xmlns:a16="http://schemas.microsoft.com/office/drawing/2014/main" xmlns="" id="{68CC0581-D126-BDB7-1E9C-98F2C66DDE7E}"/>
              </a:ext>
            </a:extLst>
          </p:cNvPr>
          <p:cNvSpPr>
            <a:spLocks noGrp="1"/>
          </p:cNvSpPr>
          <p:nvPr>
            <p:ph type="body" sz="quarter" idx="29" hasCustomPrompt="1"/>
          </p:nvPr>
        </p:nvSpPr>
        <p:spPr>
          <a:xfrm>
            <a:off x="9279264"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3" name="Picture Placeholder 7">
            <a:extLst>
              <a:ext uri="{FF2B5EF4-FFF2-40B4-BE49-F238E27FC236}">
                <a16:creationId xmlns:a16="http://schemas.microsoft.com/office/drawing/2014/main" xmlns="" id="{7C60BF74-5B69-8111-2CFB-81EABD313A45}"/>
              </a:ext>
            </a:extLst>
          </p:cNvPr>
          <p:cNvSpPr>
            <a:spLocks noGrp="1" noChangeAspect="1"/>
          </p:cNvSpPr>
          <p:nvPr>
            <p:ph type="pic" sz="quarter" idx="30"/>
          </p:nvPr>
        </p:nvSpPr>
        <p:spPr>
          <a:xfrm>
            <a:off x="565150" y="5389629"/>
            <a:ext cx="987552" cy="987552"/>
          </a:xfrm>
          <a:solidFill>
            <a:srgbClr val="F5F0EB"/>
          </a:solidFill>
        </p:spPr>
        <p:txBody>
          <a:bodyPr/>
          <a:lstStyle/>
          <a:p>
            <a:r>
              <a:rPr lang="en-US"/>
              <a:t>Click icon to add picture</a:t>
            </a:r>
          </a:p>
        </p:txBody>
      </p:sp>
      <p:sp>
        <p:nvSpPr>
          <p:cNvPr id="24" name="Text Placeholder 11">
            <a:extLst>
              <a:ext uri="{FF2B5EF4-FFF2-40B4-BE49-F238E27FC236}">
                <a16:creationId xmlns:a16="http://schemas.microsoft.com/office/drawing/2014/main" xmlns="" id="{FB93A903-C399-3411-D3A5-7D8EA27E4781}"/>
              </a:ext>
            </a:extLst>
          </p:cNvPr>
          <p:cNvSpPr>
            <a:spLocks noGrp="1"/>
          </p:cNvSpPr>
          <p:nvPr>
            <p:ph type="body" sz="quarter" idx="31" hasCustomPrompt="1"/>
          </p:nvPr>
        </p:nvSpPr>
        <p:spPr>
          <a:xfrm>
            <a:off x="1703515"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5" name="Picture Placeholder 7">
            <a:extLst>
              <a:ext uri="{FF2B5EF4-FFF2-40B4-BE49-F238E27FC236}">
                <a16:creationId xmlns:a16="http://schemas.microsoft.com/office/drawing/2014/main" xmlns="" id="{2736E186-6C9A-1B23-F922-E7C60426EB6D}"/>
              </a:ext>
            </a:extLst>
          </p:cNvPr>
          <p:cNvSpPr>
            <a:spLocks noGrp="1" noChangeAspect="1"/>
          </p:cNvSpPr>
          <p:nvPr>
            <p:ph type="pic" sz="quarter" idx="32"/>
          </p:nvPr>
        </p:nvSpPr>
        <p:spPr>
          <a:xfrm>
            <a:off x="4358849" y="5389629"/>
            <a:ext cx="987552" cy="987552"/>
          </a:xfrm>
          <a:solidFill>
            <a:srgbClr val="F5F0EB"/>
          </a:solidFill>
        </p:spPr>
        <p:txBody>
          <a:bodyPr/>
          <a:lstStyle/>
          <a:p>
            <a:r>
              <a:rPr lang="en-US"/>
              <a:t>Click icon to add picture</a:t>
            </a:r>
          </a:p>
        </p:txBody>
      </p:sp>
      <p:sp>
        <p:nvSpPr>
          <p:cNvPr id="26" name="Text Placeholder 11">
            <a:extLst>
              <a:ext uri="{FF2B5EF4-FFF2-40B4-BE49-F238E27FC236}">
                <a16:creationId xmlns:a16="http://schemas.microsoft.com/office/drawing/2014/main" xmlns="" id="{D67FFBB4-8EBA-A591-9025-E103B80DA52D}"/>
              </a:ext>
            </a:extLst>
          </p:cNvPr>
          <p:cNvSpPr>
            <a:spLocks noGrp="1"/>
          </p:cNvSpPr>
          <p:nvPr>
            <p:ph type="body" sz="quarter" idx="33" hasCustomPrompt="1"/>
          </p:nvPr>
        </p:nvSpPr>
        <p:spPr>
          <a:xfrm>
            <a:off x="5495540"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7" name="Picture Placeholder 7">
            <a:extLst>
              <a:ext uri="{FF2B5EF4-FFF2-40B4-BE49-F238E27FC236}">
                <a16:creationId xmlns:a16="http://schemas.microsoft.com/office/drawing/2014/main" xmlns="" id="{315113AF-65B1-6860-94D3-6847ED73E65E}"/>
              </a:ext>
            </a:extLst>
          </p:cNvPr>
          <p:cNvSpPr>
            <a:spLocks noGrp="1" noChangeAspect="1"/>
          </p:cNvSpPr>
          <p:nvPr>
            <p:ph type="pic" sz="quarter" idx="34"/>
          </p:nvPr>
        </p:nvSpPr>
        <p:spPr>
          <a:xfrm>
            <a:off x="8142573" y="5389629"/>
            <a:ext cx="987552" cy="987552"/>
          </a:xfrm>
          <a:solidFill>
            <a:srgbClr val="F5F0EB"/>
          </a:solidFill>
        </p:spPr>
        <p:txBody>
          <a:bodyPr/>
          <a:lstStyle/>
          <a:p>
            <a:r>
              <a:rPr lang="en-US"/>
              <a:t>Click icon to add picture</a:t>
            </a:r>
          </a:p>
        </p:txBody>
      </p:sp>
      <p:sp>
        <p:nvSpPr>
          <p:cNvPr id="28" name="Text Placeholder 11">
            <a:extLst>
              <a:ext uri="{FF2B5EF4-FFF2-40B4-BE49-F238E27FC236}">
                <a16:creationId xmlns:a16="http://schemas.microsoft.com/office/drawing/2014/main" xmlns="" id="{D8D2915E-D44F-7A27-1EFE-AA964A273E35}"/>
              </a:ext>
            </a:extLst>
          </p:cNvPr>
          <p:cNvSpPr>
            <a:spLocks noGrp="1"/>
          </p:cNvSpPr>
          <p:nvPr>
            <p:ph type="body" sz="quarter" idx="35" hasCustomPrompt="1"/>
          </p:nvPr>
        </p:nvSpPr>
        <p:spPr>
          <a:xfrm>
            <a:off x="9279264"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445125405"/>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2652"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xmlns=""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3213838" y="1305349"/>
            <a:ext cx="5764335" cy="4247317"/>
          </a:xfrm>
          <a:prstGeom prst="rect">
            <a:avLst/>
          </a:prstGeom>
          <a:noFill/>
        </p:spPr>
        <p:txBody>
          <a:bodyPr wrap="none" lIns="0" tIns="0" rIns="0" bIns="0" rtlCol="0" anchor="ctr">
            <a:spAutoFit/>
          </a:bodyPr>
          <a:lstStyle/>
          <a:p>
            <a:pPr algn="ctr"/>
            <a:r>
              <a:rPr lang="en-US" sz="13800"/>
              <a:t>Closing</a:t>
            </a:r>
          </a:p>
          <a:p>
            <a:pPr algn="ctr"/>
            <a:r>
              <a:rPr lang="en-US" sz="13800"/>
              <a:t>layouts</a:t>
            </a:r>
          </a:p>
        </p:txBody>
      </p:sp>
    </p:spTree>
    <p:extLst>
      <p:ext uri="{BB962C8B-B14F-4D97-AF65-F5344CB8AC3E}">
        <p14:creationId xmlns:p14="http://schemas.microsoft.com/office/powerpoint/2010/main" val="530437540"/>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preserve="1" userDrawn="1">
  <p:cSld name="6_End Slide (Carbon)">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xmlns="" id="{F0E82741-EECD-7D5E-DA50-894B61C9F926}"/>
              </a:ext>
            </a:extLst>
          </p:cNvPr>
          <p:cNvPicPr>
            <a:picLocks noChangeAspect="1"/>
          </p:cNvPicPr>
          <p:nvPr userDrawn="1"/>
        </p:nvPicPr>
        <p:blipFill>
          <a:blip>
            <a:extLst>
              <a:ext uri="{96DAC541-7B7A-43D3-8B79-37D633B846F1}">
                <asvg:svgBlip xmlns:asvg="http://schemas.microsoft.com/office/drawing/2016/SVG/main" xmlns=""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a16="http://schemas.microsoft.com/office/drawing/2014/main" xmlns=""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604297461"/>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113676" name="think-cell Slide" r:id="rId5" imgW="7772400" imgH="10058400" progId="TCLayout.ActiveDocument.1">
                  <p:embed/>
                </p:oleObj>
              </mc:Choice>
              <mc:Fallback>
                <p:oleObj name="think-cell Slide" r:id="rId5" imgW="7772400" imgH="10058400" progId="TCLayout.ActiveDocument.1">
                  <p:embed/>
                  <p:pic>
                    <p:nvPicPr>
                      <p:cNvPr id="5" name="think-cell data - do not delete" hidden="1">
                        <a:extLst>
                          <a:ext uri="{FF2B5EF4-FFF2-40B4-BE49-F238E27FC236}">
                            <a16:creationId xmlns:a16="http://schemas.microsoft.com/office/drawing/2014/main" xmlns="" id="{4FF04D78-C0F6-15F1-60C3-69F4D9EA6D3E}"/>
                          </a:ext>
                        </a:extLst>
                      </p:cNvPr>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a16="http://schemas.microsoft.com/office/drawing/2014/main" xmlns="" id="{B6B4F07B-D6B3-E5C8-D832-E51E0E864BB7}"/>
              </a:ext>
            </a:extLst>
          </p:cNvPr>
          <p:cNvPicPr>
            <a:picLocks noChangeAspect="1"/>
          </p:cNvPicPr>
          <p:nvPr userDrawn="1"/>
        </p:nvPicPr>
        <p:blipFill>
          <a:blip>
            <a:extLst>
              <a:ext uri="{96DAC541-7B7A-43D3-8B79-37D633B846F1}">
                <asvg:svgBlip xmlns:asvg="http://schemas.microsoft.com/office/drawing/2016/SVG/main" xmlns=""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a16="http://schemas.microsoft.com/office/drawing/2014/main" xmlns=""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marL="0" marR="0" lvl="0" indent="0" algn="l" defTabSz="914172"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chemeClr val="bg1">
                    <a:lumMod val="65000"/>
                    <a:lumOff val="35000"/>
                  </a:schemeClr>
                </a:solidFill>
                <a:effectLst/>
                <a:uLnTx/>
                <a:uFillTx/>
                <a:latin typeface="Arial" panose="020B0604020202020204" pitchFamily="34" charset="0"/>
                <a:ea typeface="+mn-ea"/>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a16="http://schemas.microsoft.com/office/drawing/2014/main" xmlns=""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chemeClr val="bg1">
                    <a:lumMod val="65000"/>
                    <a:lumOff val="35000"/>
                  </a:schemeClr>
                </a:solidFill>
              </a:rPr>
              <a:t>Copyright 2026, Strictly Confidential, All rights reserved</a:t>
            </a:r>
          </a:p>
        </p:txBody>
      </p:sp>
      <p:sp>
        <p:nvSpPr>
          <p:cNvPr id="2" name="TextBox 1">
            <a:extLst>
              <a:ext uri="{FF2B5EF4-FFF2-40B4-BE49-F238E27FC236}">
                <a16:creationId xmlns:a16="http://schemas.microsoft.com/office/drawing/2014/main" xmlns="" id="{10E9B97E-B871-FBDE-4718-2615A1C20F6E}"/>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chemeClr val="tx1"/>
                </a:solidFill>
              </a:rPr>
              <a:t>Copyright 2026, Strictly Confidential, All rights reserved</a:t>
            </a:r>
          </a:p>
        </p:txBody>
      </p:sp>
      <p:sp>
        <p:nvSpPr>
          <p:cNvPr id="3" name="TextBox 2">
            <a:extLst>
              <a:ext uri="{FF2B5EF4-FFF2-40B4-BE49-F238E27FC236}">
                <a16:creationId xmlns:a16="http://schemas.microsoft.com/office/drawing/2014/main" xmlns=""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err="1">
                <a:solidFill>
                  <a:schemeClr val="tx1"/>
                </a:solidFill>
              </a:rPr>
              <a:t>Tenarai</a:t>
            </a:r>
            <a:endParaRPr lang="en-US" sz="1000" b="1">
              <a:solidFill>
                <a:schemeClr val="tx1"/>
              </a:solidFill>
            </a:endParaRPr>
          </a:p>
        </p:txBody>
      </p:sp>
      <p:sp>
        <p:nvSpPr>
          <p:cNvPr id="7" name="Text Placeholder 5">
            <a:extLst>
              <a:ext uri="{FF2B5EF4-FFF2-40B4-BE49-F238E27FC236}">
                <a16:creationId xmlns:a16="http://schemas.microsoft.com/office/drawing/2014/main" xmlns="" id="{999A7ADE-D49A-50BF-E2D0-38B4984B8E96}"/>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rgbClr val="8E867E"/>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258427825"/>
      </p:ext>
    </p:extLst>
  </p:cSld>
  <p:clrMapOvr>
    <a:overrideClrMapping bg1="dk1" tx1="lt1" bg2="dk2" tx2="lt2" accent1="accent1" accent2="accent2" accent3="accent3" accent4="accent4" accent5="accent5" accent6="accent6" hlink="hlink" folHlink="folHlink"/>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showMasterSp="0" preserve="1" userDrawn="1">
  <p:cSld name="7_End Slide (Carbon)">
    <p:bg>
      <p:bgPr>
        <a:solidFill>
          <a:schemeClr val="tx2"/>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xmlns="" id="{792E8758-AC20-EA9F-2FD3-F5B9E92540F5}"/>
              </a:ext>
            </a:extLst>
          </p:cNvPr>
          <p:cNvPicPr>
            <a:picLocks noChangeAspect="1"/>
          </p:cNvPicPr>
          <p:nvPr userDrawn="1"/>
        </p:nvPicPr>
        <p:blipFill>
          <a:blip>
            <a:extLst>
              <a:ext uri="{96DAC541-7B7A-43D3-8B79-37D633B846F1}">
                <asvg:svgBlip xmlns:asvg="http://schemas.microsoft.com/office/drawing/2016/SVG/main" xmlns=""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a16="http://schemas.microsoft.com/office/drawing/2014/main" xmlns=""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604297461"/>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114700" name="think-cell Slide" r:id="rId5" imgW="7772400" imgH="10058400" progId="TCLayout.ActiveDocument.1">
                  <p:embed/>
                </p:oleObj>
              </mc:Choice>
              <mc:Fallback>
                <p:oleObj name="think-cell Slide" r:id="rId5" imgW="7772400" imgH="10058400" progId="TCLayout.ActiveDocument.1">
                  <p:embed/>
                  <p:pic>
                    <p:nvPicPr>
                      <p:cNvPr id="5" name="think-cell data - do not delete" hidden="1">
                        <a:extLst>
                          <a:ext uri="{FF2B5EF4-FFF2-40B4-BE49-F238E27FC236}">
                            <a16:creationId xmlns:a16="http://schemas.microsoft.com/office/drawing/2014/main" xmlns="" id="{4FF04D78-C0F6-15F1-60C3-69F4D9EA6D3E}"/>
                          </a:ext>
                        </a:extLst>
                      </p:cNvPr>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a16="http://schemas.microsoft.com/office/drawing/2014/main" xmlns="" id="{B6B4F07B-D6B3-E5C8-D832-E51E0E864BB7}"/>
              </a:ext>
            </a:extLst>
          </p:cNvPr>
          <p:cNvPicPr>
            <a:picLocks noChangeAspect="1"/>
          </p:cNvPicPr>
          <p:nvPr userDrawn="1"/>
        </p:nvPicPr>
        <p:blipFill>
          <a:blip>
            <a:extLst>
              <a:ext uri="{96DAC541-7B7A-43D3-8B79-37D633B846F1}">
                <asvg:svgBlip xmlns:asvg="http://schemas.microsoft.com/office/drawing/2016/SVG/main" xmlns=""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a16="http://schemas.microsoft.com/office/drawing/2014/main" xmlns=""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marL="0" marR="0" lvl="0" indent="0" algn="l" defTabSz="914172"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BEB4AA"/>
                </a:solidFill>
                <a:effectLst/>
                <a:uLnTx/>
                <a:uFillTx/>
                <a:latin typeface="Arial" panose="020B0604020202020204" pitchFamily="34" charset="0"/>
                <a:ea typeface="+mn-ea"/>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a16="http://schemas.microsoft.com/office/drawing/2014/main" xmlns=""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chemeClr val="bg1">
                    <a:lumMod val="65000"/>
                    <a:lumOff val="35000"/>
                  </a:schemeClr>
                </a:solidFill>
              </a:rPr>
              <a:t>Copyright 2026, Strictly Confidential, All rights reserved</a:t>
            </a:r>
          </a:p>
        </p:txBody>
      </p:sp>
      <p:sp>
        <p:nvSpPr>
          <p:cNvPr id="3" name="TextBox 2">
            <a:extLst>
              <a:ext uri="{FF2B5EF4-FFF2-40B4-BE49-F238E27FC236}">
                <a16:creationId xmlns:a16="http://schemas.microsoft.com/office/drawing/2014/main" xmlns=""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err="1">
                <a:solidFill>
                  <a:schemeClr val="bg1"/>
                </a:solidFill>
              </a:rPr>
              <a:t>Tenarai</a:t>
            </a:r>
            <a:endParaRPr lang="en-US" sz="1000" b="1">
              <a:solidFill>
                <a:schemeClr val="bg1"/>
              </a:solidFill>
            </a:endParaRPr>
          </a:p>
        </p:txBody>
      </p:sp>
      <p:sp>
        <p:nvSpPr>
          <p:cNvPr id="6" name="Text Placeholder 5">
            <a:extLst>
              <a:ext uri="{FF2B5EF4-FFF2-40B4-BE49-F238E27FC236}">
                <a16:creationId xmlns:a16="http://schemas.microsoft.com/office/drawing/2014/main" xmlns="" id="{2FA9B9D4-E9FA-5F10-B93E-7C4E0E33E6CB}"/>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rgbClr val="47413D"/>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2201907076"/>
      </p:ext>
    </p:extLst>
  </p:cSld>
  <p:clrMapOvr>
    <a:overrideClrMapping bg1="dk1" tx1="lt1" bg2="dk2" tx2="lt2" accent1="accent1" accent2="accent2" accent3="accent3" accent4="accent4" accent5="accent5" accent6="accent6" hlink="hlink" folHlink="folHlink"/>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preserve="1" userDrawn="1">
  <p:cSld name="8_End Slide (Carbon)">
    <p:bg>
      <p:bgPr>
        <a:solidFill>
          <a:schemeClr val="tx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xmlns="" id="{792E8758-AC20-EA9F-2FD3-F5B9E92540F5}"/>
              </a:ext>
            </a:extLst>
          </p:cNvPr>
          <p:cNvPicPr>
            <a:picLocks noChangeAspect="1"/>
          </p:cNvPicPr>
          <p:nvPr userDrawn="1"/>
        </p:nvPicPr>
        <p:blipFill>
          <a:blip>
            <a:extLst>
              <a:ext uri="{96DAC541-7B7A-43D3-8B79-37D633B846F1}">
                <asvg:svgBlip xmlns:asvg="http://schemas.microsoft.com/office/drawing/2016/SVG/main" xmlns=""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a16="http://schemas.microsoft.com/office/drawing/2014/main" xmlns=""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604297461"/>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115724" name="think-cell Slide" r:id="rId5" imgW="7772400" imgH="10058400" progId="TCLayout.ActiveDocument.1">
                  <p:embed/>
                </p:oleObj>
              </mc:Choice>
              <mc:Fallback>
                <p:oleObj name="think-cell Slide" r:id="rId5" imgW="7772400" imgH="10058400" progId="TCLayout.ActiveDocument.1">
                  <p:embed/>
                  <p:pic>
                    <p:nvPicPr>
                      <p:cNvPr id="5" name="think-cell data - do not delete" hidden="1">
                        <a:extLst>
                          <a:ext uri="{FF2B5EF4-FFF2-40B4-BE49-F238E27FC236}">
                            <a16:creationId xmlns:a16="http://schemas.microsoft.com/office/drawing/2014/main" xmlns="" id="{4FF04D78-C0F6-15F1-60C3-69F4D9EA6D3E}"/>
                          </a:ext>
                        </a:extLst>
                      </p:cNvPr>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a16="http://schemas.microsoft.com/office/drawing/2014/main" xmlns="" id="{B6B4F07B-D6B3-E5C8-D832-E51E0E864BB7}"/>
              </a:ext>
            </a:extLst>
          </p:cNvPr>
          <p:cNvPicPr>
            <a:picLocks noChangeAspect="1"/>
          </p:cNvPicPr>
          <p:nvPr userDrawn="1"/>
        </p:nvPicPr>
        <p:blipFill>
          <a:blip>
            <a:extLst>
              <a:ext uri="{96DAC541-7B7A-43D3-8B79-37D633B846F1}">
                <asvg:svgBlip xmlns:asvg="http://schemas.microsoft.com/office/drawing/2016/SVG/main" xmlns=""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a16="http://schemas.microsoft.com/office/drawing/2014/main" xmlns=""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marL="0" marR="0" lvl="0" indent="0" algn="l" defTabSz="914172"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BEB4AA"/>
                </a:solidFill>
                <a:effectLst/>
                <a:uLnTx/>
                <a:uFillTx/>
                <a:latin typeface="Arial" panose="020B0604020202020204" pitchFamily="34" charset="0"/>
                <a:ea typeface="+mn-ea"/>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a16="http://schemas.microsoft.com/office/drawing/2014/main" xmlns=""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chemeClr val="bg1">
                    <a:lumMod val="65000"/>
                    <a:lumOff val="35000"/>
                  </a:schemeClr>
                </a:solidFill>
              </a:rPr>
              <a:t>Copyright 2026, Strictly Confidential, All rights reserved</a:t>
            </a:r>
          </a:p>
        </p:txBody>
      </p:sp>
      <p:sp>
        <p:nvSpPr>
          <p:cNvPr id="3" name="TextBox 2">
            <a:extLst>
              <a:ext uri="{FF2B5EF4-FFF2-40B4-BE49-F238E27FC236}">
                <a16:creationId xmlns:a16="http://schemas.microsoft.com/office/drawing/2014/main" xmlns=""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err="1">
                <a:solidFill>
                  <a:schemeClr val="bg1"/>
                </a:solidFill>
              </a:rPr>
              <a:t>Tenarai</a:t>
            </a:r>
            <a:endParaRPr lang="en-US" sz="1000" b="1">
              <a:solidFill>
                <a:schemeClr val="bg1"/>
              </a:solidFill>
            </a:endParaRPr>
          </a:p>
        </p:txBody>
      </p:sp>
      <p:sp>
        <p:nvSpPr>
          <p:cNvPr id="6" name="Text Placeholder 5">
            <a:extLst>
              <a:ext uri="{FF2B5EF4-FFF2-40B4-BE49-F238E27FC236}">
                <a16:creationId xmlns:a16="http://schemas.microsoft.com/office/drawing/2014/main" xmlns="" id="{2FA9B9D4-E9FA-5F10-B93E-7C4E0E33E6CB}"/>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chemeClr val="bg1"/>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3929069579"/>
      </p:ext>
    </p:extLst>
  </p:cSld>
  <p:clrMapOvr>
    <a:overrideClrMapping bg1="dk1" tx1="lt1" bg2="dk2" tx2="lt2" accent1="accent1" accent2="accent2" accent3="accent3" accent4="accent4" accent5="accent5" accent6="accent6" hlink="hlink" folHlink="folHlink"/>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userDrawn="1">
  <p:cSld name="End Slide (Tan)">
    <p:bg>
      <p:bgRef idx="1001">
        <a:schemeClr val="bg2"/>
      </p:bgRef>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60429746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6748"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xmlns="" id="{4FF04D78-C0F6-15F1-60C3-69F4D9EA6D3E}"/>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7" name="Graphic 6">
            <a:extLst>
              <a:ext uri="{FF2B5EF4-FFF2-40B4-BE49-F238E27FC236}">
                <a16:creationId xmlns:a16="http://schemas.microsoft.com/office/drawing/2014/main" xmlns="" id="{CEBDEADF-0953-6CAE-7213-DECA8F5A09E3}"/>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7769515" y="5910834"/>
            <a:ext cx="4012910" cy="585216"/>
          </a:xfrm>
          <a:prstGeom prst="rect">
            <a:avLst/>
          </a:prstGeom>
        </p:spPr>
      </p:pic>
      <p:sp>
        <p:nvSpPr>
          <p:cNvPr id="2" name="Text Placeholder 11">
            <a:extLst>
              <a:ext uri="{FF2B5EF4-FFF2-40B4-BE49-F238E27FC236}">
                <a16:creationId xmlns:a16="http://schemas.microsoft.com/office/drawing/2014/main" xmlns="" id="{1449CD1B-818D-994A-063B-D4E7C53D002E}"/>
              </a:ext>
            </a:extLst>
          </p:cNvPr>
          <p:cNvSpPr>
            <a:spLocks noGrp="1"/>
          </p:cNvSpPr>
          <p:nvPr>
            <p:ph type="body" sz="quarter" idx="13" hasCustomPrompt="1"/>
          </p:nvPr>
        </p:nvSpPr>
        <p:spPr>
          <a:xfrm>
            <a:off x="565150" y="558800"/>
            <a:ext cx="3479800" cy="4530725"/>
          </a:xfrm>
        </p:spPr>
        <p:txBody>
          <a:bodyPr/>
          <a:lstStyle>
            <a:lvl1pPr>
              <a:spcBef>
                <a:spcPts val="0"/>
              </a:spcBef>
              <a:defRPr sz="1600" b="1">
                <a:solidFill>
                  <a:schemeClr val="tx1"/>
                </a:solidFill>
              </a:defRPr>
            </a:lvl1pPr>
            <a:lvl2pPr marL="0" indent="0">
              <a:spcBef>
                <a:spcPts val="0"/>
              </a:spcBef>
              <a:buNone/>
              <a:defRPr sz="1400">
                <a:solidFill>
                  <a:schemeClr val="tx1"/>
                </a:solidFill>
              </a:defRPr>
            </a:lvl2pPr>
          </a:lstStyle>
          <a:p>
            <a:pPr lvl="0"/>
            <a:r>
              <a:rPr lang="en-US" dirty="0"/>
              <a:t>Contact (optional)</a:t>
            </a:r>
          </a:p>
          <a:p>
            <a:pPr lvl="1"/>
            <a:r>
              <a:rPr lang="en-US" dirty="0"/>
              <a:t>Job title</a:t>
            </a:r>
            <a:br>
              <a:rPr lang="en-US" dirty="0"/>
            </a:br>
            <a:r>
              <a:rPr lang="en-US" dirty="0"/>
              <a:t>Email</a:t>
            </a:r>
          </a:p>
        </p:txBody>
      </p:sp>
    </p:spTree>
    <p:extLst>
      <p:ext uri="{BB962C8B-B14F-4D97-AF65-F5344CB8AC3E}">
        <p14:creationId xmlns:p14="http://schemas.microsoft.com/office/powerpoint/2010/main" val="1459494033"/>
      </p:ext>
    </p:extLst>
  </p:cSld>
  <p:clrMapOvr>
    <a:overrideClrMapping bg1="lt1" tx1="dk1" bg2="lt2" tx2="dk2" accent1="accent1" accent2="accent2" accent3="accent3" accent4="accent4" accent5="accent5" accent6="accent6" hlink="hlink" folHlink="folHlink"/>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End Slide (Carbon)">
    <p:bg>
      <p:bgPr>
        <a:solidFill>
          <a:schemeClr val="bg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60429746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7772"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xmlns="" id="{4FF04D78-C0F6-15F1-60C3-69F4D9EA6D3E}"/>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7" name="Graphic 6">
            <a:extLst>
              <a:ext uri="{FF2B5EF4-FFF2-40B4-BE49-F238E27FC236}">
                <a16:creationId xmlns:a16="http://schemas.microsoft.com/office/drawing/2014/main" xmlns="" id="{CEBDEADF-0953-6CAE-7213-DECA8F5A09E3}"/>
              </a:ext>
            </a:extLst>
          </p:cNvPr>
          <p:cNvPicPr>
            <a:picLocks noChangeAspect="1"/>
          </p:cNvPicPr>
          <p:nvPr userDrawn="1"/>
        </p:nvPicPr>
        <p:blipFill>
          <a:blip>
            <a:extLst>
              <a:ext uri="{96DAC541-7B7A-43D3-8B79-37D633B846F1}">
                <asvg:svgBlip xmlns:asvg="http://schemas.microsoft.com/office/drawing/2016/SVG/main" xmlns="" r:embed="rId6"/>
              </a:ext>
            </a:extLst>
          </a:blip>
          <a:srcRect/>
          <a:stretch/>
        </p:blipFill>
        <p:spPr>
          <a:xfrm>
            <a:off x="7769515" y="5910834"/>
            <a:ext cx="4012909" cy="585216"/>
          </a:xfrm>
          <a:prstGeom prst="rect">
            <a:avLst/>
          </a:prstGeom>
        </p:spPr>
      </p:pic>
      <p:sp>
        <p:nvSpPr>
          <p:cNvPr id="2" name="Text Placeholder 11">
            <a:extLst>
              <a:ext uri="{FF2B5EF4-FFF2-40B4-BE49-F238E27FC236}">
                <a16:creationId xmlns:a16="http://schemas.microsoft.com/office/drawing/2014/main" xmlns="" id="{24200F27-F0C5-8CBC-B4DA-2772790B2C82}"/>
              </a:ext>
            </a:extLst>
          </p:cNvPr>
          <p:cNvSpPr>
            <a:spLocks noGrp="1"/>
          </p:cNvSpPr>
          <p:nvPr>
            <p:ph type="body" sz="quarter" idx="13" hasCustomPrompt="1"/>
          </p:nvPr>
        </p:nvSpPr>
        <p:spPr>
          <a:xfrm>
            <a:off x="565150" y="558800"/>
            <a:ext cx="3479800" cy="4530725"/>
          </a:xfrm>
        </p:spPr>
        <p:txBody>
          <a:bodyPr/>
          <a:lstStyle>
            <a:lvl1pPr>
              <a:spcBef>
                <a:spcPts val="0"/>
              </a:spcBef>
              <a:defRPr sz="1600" b="1">
                <a:solidFill>
                  <a:schemeClr val="tx1"/>
                </a:solidFill>
              </a:defRPr>
            </a:lvl1pPr>
            <a:lvl2pPr marL="0" indent="0">
              <a:spcBef>
                <a:spcPts val="0"/>
              </a:spcBef>
              <a:buNone/>
              <a:defRPr sz="1400">
                <a:solidFill>
                  <a:schemeClr val="tx1"/>
                </a:solidFill>
              </a:defRPr>
            </a:lvl2pPr>
          </a:lstStyle>
          <a:p>
            <a:pPr lvl="0"/>
            <a:r>
              <a:rPr lang="en-US" dirty="0"/>
              <a:t>Contact (optional)</a:t>
            </a:r>
          </a:p>
          <a:p>
            <a:pPr lvl="1"/>
            <a:r>
              <a:rPr lang="en-US" dirty="0"/>
              <a:t>Job title</a:t>
            </a:r>
            <a:br>
              <a:rPr lang="en-US" dirty="0"/>
            </a:br>
            <a:r>
              <a:rPr lang="en-US" dirty="0"/>
              <a:t>Email</a:t>
            </a:r>
          </a:p>
        </p:txBody>
      </p:sp>
    </p:spTree>
    <p:extLst>
      <p:ext uri="{BB962C8B-B14F-4D97-AF65-F5344CB8AC3E}">
        <p14:creationId xmlns:p14="http://schemas.microsoft.com/office/powerpoint/2010/main" val="1145878913"/>
      </p:ext>
    </p:extLst>
  </p:cSld>
  <p:clrMapOvr>
    <a:overrideClrMapping bg1="dk1" tx1="lt1" bg2="dk2" tx2="lt2" accent1="accent1" accent2="accent2" accent3="accent3" accent4="accent4" accent5="accent5" accent6="accent6" hlink="hlink" folHlink="folHlink"/>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8796"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xmlns=""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565150" y="851377"/>
            <a:ext cx="11066462" cy="5155257"/>
          </a:xfrm>
          <a:prstGeom prst="rect">
            <a:avLst/>
          </a:prstGeom>
          <a:noFill/>
        </p:spPr>
        <p:txBody>
          <a:bodyPr wrap="square" lIns="0" tIns="0" rIns="0" bIns="0" rtlCol="0" anchor="ctr">
            <a:noAutofit/>
          </a:bodyPr>
          <a:lstStyle/>
          <a:p>
            <a:pPr algn="ctr"/>
            <a:r>
              <a:rPr lang="en-US" sz="3600"/>
              <a:t>If you see any </a:t>
            </a:r>
            <a:r>
              <a:rPr lang="en-US" sz="3600" b="1" i="1"/>
              <a:t>layouts after this one</a:t>
            </a:r>
            <a:r>
              <a:rPr lang="en-US" sz="3600" i="1"/>
              <a:t>,</a:t>
            </a:r>
            <a:r>
              <a:rPr lang="en-US" sz="3600"/>
              <a:t> do not use them. These layouts </a:t>
            </a:r>
            <a:r>
              <a:rPr lang="en-US" sz="3600" b="1" i="1"/>
              <a:t>are not </a:t>
            </a:r>
            <a:r>
              <a:rPr lang="en-US" sz="3600"/>
              <a:t>part of our template.</a:t>
            </a:r>
          </a:p>
          <a:p>
            <a:pPr algn="ctr"/>
            <a:r>
              <a:rPr lang="en-US" sz="13800" b="1" i="0"/>
              <a:t>Do not use</a:t>
            </a:r>
            <a:endParaRPr lang="en-US" sz="2000"/>
          </a:p>
          <a:p>
            <a:pPr algn="ctr"/>
            <a:r>
              <a:rPr lang="en-US" sz="2000"/>
              <a:t>Due to PowerPoint’s standard Copy/Paste functionality extra undesirable layouts can appear.</a:t>
            </a:r>
          </a:p>
          <a:p>
            <a:pPr algn="ctr">
              <a:spcBef>
                <a:spcPts val="600"/>
              </a:spcBef>
              <a:buClr>
                <a:srgbClr val="003755"/>
              </a:buClr>
            </a:pPr>
            <a:r>
              <a:rPr lang="en-US" sz="2000"/>
              <a:t>Also notice: Layouts after this might contain potential confidential information.</a:t>
            </a:r>
          </a:p>
        </p:txBody>
      </p:sp>
      <p:sp>
        <p:nvSpPr>
          <p:cNvPr id="2" name="Chevron 1">
            <a:extLst>
              <a:ext uri="{FF2B5EF4-FFF2-40B4-BE49-F238E27FC236}">
                <a16:creationId xmlns:a16="http://schemas.microsoft.com/office/drawing/2014/main" xmlns="" id="{10DC4FBB-A3AA-0EB1-1C90-CC7161DB18D5}"/>
              </a:ext>
            </a:extLst>
          </p:cNvPr>
          <p:cNvSpPr/>
          <p:nvPr userDrawn="1"/>
        </p:nvSpPr>
        <p:spPr>
          <a:xfrm rot="5400000">
            <a:off x="5785638" y="5593195"/>
            <a:ext cx="620724" cy="1014517"/>
          </a:xfrm>
          <a:prstGeom prst="chevron">
            <a:avLst>
              <a:gd name="adj" fmla="val 77451"/>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Tree>
    <p:extLst>
      <p:ext uri="{BB962C8B-B14F-4D97-AF65-F5344CB8AC3E}">
        <p14:creationId xmlns:p14="http://schemas.microsoft.com/office/powerpoint/2010/main" val="3648743523"/>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userDrawn="1">
  <p:cSld name="Title and content v2">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xmlns=""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17" name="Text Placeholder 16"/>
          <p:cNvSpPr>
            <a:spLocks noGrp="1"/>
          </p:cNvSpPr>
          <p:nvPr>
            <p:ph type="body" sz="quarter" idx="11" hasCustomPrompt="1"/>
          </p:nvPr>
        </p:nvSpPr>
        <p:spPr>
          <a:xfrm>
            <a:off x="334937" y="245863"/>
            <a:ext cx="10152484" cy="548640"/>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
        <p:nvSpPr>
          <p:cNvPr id="4" name="Text Placeholder 3"/>
          <p:cNvSpPr>
            <a:spLocks noGrp="1"/>
          </p:cNvSpPr>
          <p:nvPr>
            <p:ph type="body" sz="quarter" idx="13"/>
          </p:nvPr>
        </p:nvSpPr>
        <p:spPr>
          <a:xfrm>
            <a:off x="334938" y="1173677"/>
            <a:ext cx="11450409" cy="1482457"/>
          </a:xfrm>
        </p:spPr>
        <p:txBody>
          <a:bodyPr>
            <a:spAutoFit/>
          </a:bodyPr>
          <a:lstStyle>
            <a:lvl1pPr marL="342900" indent="-342900">
              <a:spcBef>
                <a:spcPts val="1600"/>
              </a:spcBef>
              <a:buClr>
                <a:schemeClr val="bg2"/>
              </a:buClr>
              <a:buSzPct val="105000"/>
              <a:buFontTx/>
              <a:buChar char="◌"/>
              <a:defRPr sz="1800"/>
            </a:lvl1pPr>
            <a:lvl2pPr marL="742950" indent="-285750">
              <a:spcBef>
                <a:spcPts val="800"/>
              </a:spcBef>
              <a:buClr>
                <a:schemeClr val="bg2"/>
              </a:buClr>
              <a:buSzPct val="110000"/>
              <a:buFontTx/>
              <a:buChar char="◌"/>
              <a:defRPr sz="1600"/>
            </a:lvl2pPr>
            <a:lvl3pPr marL="1143000" indent="-228600">
              <a:spcBef>
                <a:spcPts val="600"/>
              </a:spcBef>
              <a:buClr>
                <a:schemeClr val="bg2"/>
              </a:buClr>
              <a:buSzPct val="110000"/>
              <a:buFontTx/>
              <a:buChar char="◌"/>
              <a:defRPr sz="1400"/>
            </a:lvl3pPr>
            <a:lvl4pPr marL="1600200" indent="-228600">
              <a:spcBef>
                <a:spcPts val="400"/>
              </a:spcBef>
              <a:buClr>
                <a:schemeClr val="bg2"/>
              </a:buClr>
              <a:buSzPct val="110000"/>
              <a:buFontTx/>
              <a:buChar char="◌"/>
              <a:defRPr sz="1200"/>
            </a:lvl4pPr>
            <a:lvl5pPr marL="2057400" indent="-228600">
              <a:spcBef>
                <a:spcPts val="400"/>
              </a:spcBef>
              <a:buClr>
                <a:schemeClr val="bg2"/>
              </a:buClr>
              <a:buSzPct val="110000"/>
              <a:buFontTx/>
              <a:buChar cha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21979998"/>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318355040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2903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a16="http://schemas.microsoft.com/office/drawing/2014/main" xmlns=""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2409037093"/>
      </p:ext>
    </p:extLst>
  </p:cSld>
  <p:clrMapOvr>
    <a:overrideClrMapping bg1="lt1" tx1="dk1" bg2="lt2" tx2="dk2" accent1="accent1" accent2="accent2" accent3="accent3" accent4="accent4" accent5="accent5" accent6="accent6" hlink="hlink" folHlink="folHlink"/>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preserve="1" userDrawn="1">
  <p:cSld name="Title Slide (Carbon)">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244964903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005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a16="http://schemas.microsoft.com/office/drawing/2014/main" xmlns=""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75000"/>
              <a:lumOff val="2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436376758"/>
      </p:ext>
    </p:extLst>
  </p:cSld>
  <p:clrMapOvr>
    <a:overrideClrMapping bg1="dk1" tx1="lt1" bg2="dk2" tx2="lt2" accent1="accent1" accent2="accent2" accent3="accent3" accent4="accent4" accent5="accent5" accent6="accent6" hlink="hlink" folHlink="folHlink"/>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showMasterSp="0" preserve="1" userDrawn="1">
  <p:cSld name="1_Title Slide tan with sub">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242734056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108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a16="http://schemas.microsoft.com/office/drawing/2014/main" xmlns=""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139250"/>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
        <p:nvSpPr>
          <p:cNvPr id="4" name="Rectangle 3">
            <a:extLst>
              <a:ext uri="{FF2B5EF4-FFF2-40B4-BE49-F238E27FC236}">
                <a16:creationId xmlns:a16="http://schemas.microsoft.com/office/drawing/2014/main" xmlns="" id="{B6EC5BDD-FA11-9E4A-077F-9E7A240FE274}"/>
              </a:ext>
            </a:extLst>
          </p:cNvPr>
          <p:cNvSpPr/>
          <p:nvPr userDrawn="1"/>
        </p:nvSpPr>
        <p:spPr>
          <a:xfrm>
            <a:off x="351131" y="6569272"/>
            <a:ext cx="2457724" cy="215444"/>
          </a:xfrm>
          <a:prstGeom prst="rect">
            <a:avLst/>
          </a:prstGeom>
        </p:spPr>
        <p:txBody>
          <a:bodyPr wrap="none">
            <a:spAutoFit/>
          </a:bodyPr>
          <a:lstStyle/>
          <a:p>
            <a:pPr defTabSz="914126">
              <a:defRPr/>
            </a:pPr>
            <a:r>
              <a:rPr lang="en-US" sz="800" dirty="0">
                <a:solidFill>
                  <a:srgbClr val="000000"/>
                </a:solidFill>
                <a:latin typeface="Aptos Display"/>
                <a:cs typeface="Arial" panose="020B0604020202020204" pitchFamily="34" charset="0"/>
              </a:rPr>
              <a:t>Copyright 2026, Strictly Confidential, All rights reserved</a:t>
            </a:r>
          </a:p>
        </p:txBody>
      </p:sp>
      <p:sp>
        <p:nvSpPr>
          <p:cNvPr id="6" name="Text Placeholder 5">
            <a:extLst>
              <a:ext uri="{FF2B5EF4-FFF2-40B4-BE49-F238E27FC236}">
                <a16:creationId xmlns:a16="http://schemas.microsoft.com/office/drawing/2014/main" xmlns="" id="{F3E166E2-167C-03A2-FB2E-A293D36B3F0D}"/>
              </a:ext>
            </a:extLst>
          </p:cNvPr>
          <p:cNvSpPr>
            <a:spLocks noGrp="1"/>
          </p:cNvSpPr>
          <p:nvPr>
            <p:ph type="body" sz="quarter" idx="11" hasCustomPrompt="1"/>
          </p:nvPr>
        </p:nvSpPr>
        <p:spPr>
          <a:xfrm>
            <a:off x="463550" y="4358333"/>
            <a:ext cx="4522786"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844913178"/>
      </p:ext>
    </p:extLst>
  </p:cSld>
  <p:clrMapOvr>
    <a:overrideClrMapping bg1="lt1" tx1="dk1" bg2="lt2" tx2="dk2" accent1="accent1" accent2="accent2" accent3="accent3" accent4="accent4" accent5="accent5" accent6="accent6" hlink="hlink" folHlink="folHlink"/>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preserve="1" userDrawn="1">
  <p:cSld name="2_Title Slide Carbon with sub">
    <p:bg>
      <p:bgPr>
        <a:solidFill>
          <a:schemeClr val="tx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27579559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210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a16="http://schemas.microsoft.com/office/drawing/2014/main" xmlns=""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alpha val="1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0" y="2137803"/>
            <a:ext cx="4522787" cy="2139250"/>
          </a:xfrm>
        </p:spPr>
        <p:txBody>
          <a:bodyPr vert="horz" anchor="t"/>
          <a:lstStyle>
            <a:lvl1pPr algn="l">
              <a:defRPr sz="4800">
                <a:solidFill>
                  <a:schemeClr val="bg1"/>
                </a:solidFill>
              </a:defRPr>
            </a:lvl1pPr>
          </a:lstStyle>
          <a:p>
            <a:r>
              <a:rPr lang="en-US" dirty="0"/>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date</a:t>
            </a:r>
            <a:br>
              <a:rPr lang="en-US" dirty="0"/>
            </a:br>
            <a:r>
              <a:rPr lang="en-US" dirty="0"/>
              <a:t>presenter</a:t>
            </a:r>
            <a:br>
              <a:rPr lang="en-US" dirty="0"/>
            </a:br>
            <a:r>
              <a:rPr lang="en-US" dirty="0"/>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
        <p:nvSpPr>
          <p:cNvPr id="4" name="Rectangle 3">
            <a:extLst>
              <a:ext uri="{FF2B5EF4-FFF2-40B4-BE49-F238E27FC236}">
                <a16:creationId xmlns:a16="http://schemas.microsoft.com/office/drawing/2014/main" xmlns="" id="{B6EC5BDD-FA11-9E4A-077F-9E7A240FE274}"/>
              </a:ext>
            </a:extLst>
          </p:cNvPr>
          <p:cNvSpPr/>
          <p:nvPr userDrawn="1"/>
        </p:nvSpPr>
        <p:spPr>
          <a:xfrm>
            <a:off x="351131" y="6569272"/>
            <a:ext cx="2457724" cy="215444"/>
          </a:xfrm>
          <a:prstGeom prst="rect">
            <a:avLst/>
          </a:prstGeom>
        </p:spPr>
        <p:txBody>
          <a:bodyPr wrap="none">
            <a:spAutoFit/>
          </a:bodyPr>
          <a:lstStyle/>
          <a:p>
            <a:pPr defTabSz="914126">
              <a:defRPr/>
            </a:pPr>
            <a:r>
              <a:rPr lang="en-US" sz="800" dirty="0">
                <a:solidFill>
                  <a:srgbClr val="000000"/>
                </a:solidFill>
                <a:latin typeface="Aptos Display"/>
                <a:cs typeface="Arial" panose="020B0604020202020204" pitchFamily="34" charset="0"/>
              </a:rPr>
              <a:t>Copyright 2026, Strictly Confidential, All rights reserved</a:t>
            </a:r>
          </a:p>
        </p:txBody>
      </p:sp>
      <p:sp>
        <p:nvSpPr>
          <p:cNvPr id="6" name="Text Placeholder 5">
            <a:extLst>
              <a:ext uri="{FF2B5EF4-FFF2-40B4-BE49-F238E27FC236}">
                <a16:creationId xmlns:a16="http://schemas.microsoft.com/office/drawing/2014/main" xmlns="" id="{F3E166E2-167C-03A2-FB2E-A293D36B3F0D}"/>
              </a:ext>
            </a:extLst>
          </p:cNvPr>
          <p:cNvSpPr>
            <a:spLocks noGrp="1"/>
          </p:cNvSpPr>
          <p:nvPr>
            <p:ph type="body" sz="quarter" idx="11" hasCustomPrompt="1"/>
          </p:nvPr>
        </p:nvSpPr>
        <p:spPr>
          <a:xfrm>
            <a:off x="463550" y="4358333"/>
            <a:ext cx="4522787" cy="1067435"/>
          </a:xfrm>
        </p:spPr>
        <p:txBody>
          <a:bodyPr/>
          <a:lstStyle>
            <a:lvl1pPr>
              <a:defRPr sz="1800">
                <a:solidFill>
                  <a:schemeClr val="bg1"/>
                </a:solidFill>
              </a:defRPr>
            </a:lvl1pPr>
            <a:lvl2pPr>
              <a:buNone/>
              <a:defRPr/>
            </a:lvl2pPr>
          </a:lstStyle>
          <a:p>
            <a:pPr lvl="0"/>
            <a:r>
              <a:rPr lang="en-US" dirty="0"/>
              <a:t>Click to edit Subtitle text styles</a:t>
            </a:r>
          </a:p>
        </p:txBody>
      </p:sp>
    </p:spTree>
    <p:extLst>
      <p:ext uri="{BB962C8B-B14F-4D97-AF65-F5344CB8AC3E}">
        <p14:creationId xmlns:p14="http://schemas.microsoft.com/office/powerpoint/2010/main" val="1396411958"/>
      </p:ext>
    </p:extLst>
  </p:cSld>
  <p:clrMapOvr>
    <a:overrideClrMapping bg1="lt1" tx1="dk1" bg2="lt2" tx2="dk2" accent1="accent1" accent2="accent2" accent3="accent3" accent4="accent4" accent5="accent5" accent6="accent6" hlink="hlink" folHlink="folHlink"/>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showMasterSp="0" preserve="1" userDrawn="1">
  <p:cSld name="1_Title Slide Image">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222259066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312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
        <p:nvSpPr>
          <p:cNvPr id="4" name="Picture Placeholder 4">
            <a:extLst>
              <a:ext uri="{FF2B5EF4-FFF2-40B4-BE49-F238E27FC236}">
                <a16:creationId xmlns:a16="http://schemas.microsoft.com/office/drawing/2014/main" xmlns="" id="{5074A656-4209-042E-A015-9A2825318D2A}"/>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Tree>
    <p:extLst>
      <p:ext uri="{BB962C8B-B14F-4D97-AF65-F5344CB8AC3E}">
        <p14:creationId xmlns:p14="http://schemas.microsoft.com/office/powerpoint/2010/main" val="1199896033"/>
      </p:ext>
    </p:extLst>
  </p:cSld>
  <p:clrMapOvr>
    <a:overrideClrMapping bg1="lt1" tx1="dk1" bg2="lt2" tx2="dk2" accent1="accent1" accent2="accent2" accent3="accent3" accent4="accent4" accent5="accent5" accent6="accent6" hlink="hlink" folHlink="folHlink"/>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Sp="0" preserve="1" userDrawn="1">
  <p:cSld name="1_Title Slide Image (Carbon)">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0520871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415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Picture Placeholder 4">
            <a:extLst>
              <a:ext uri="{FF2B5EF4-FFF2-40B4-BE49-F238E27FC236}">
                <a16:creationId xmlns:a16="http://schemas.microsoft.com/office/drawing/2014/main" xmlns="" id="{94747D76-6149-DBD8-9CEB-464D55C94191}"/>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487606196"/>
      </p:ext>
    </p:extLst>
  </p:cSld>
  <p:clrMapOvr>
    <a:overrideClrMapping bg1="dk1" tx1="lt1" bg2="dk2" tx2="lt2" accent1="accent1" accent2="accent2" accent3="accent3" accent4="accent4" accent5="accent5" accent6="accent6" hlink="hlink" folHlink="folHlink"/>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Sp="0" preserve="1" userDrawn="1">
  <p:cSld name="Title Slide Image with Sub">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418605626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517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ctrTitle"/>
          </p:nvPr>
        </p:nvSpPr>
        <p:spPr>
          <a:xfrm>
            <a:off x="463551" y="2137803"/>
            <a:ext cx="4522787" cy="2572528"/>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
        <p:nvSpPr>
          <p:cNvPr id="4" name="Picture Placeholder 4">
            <a:extLst>
              <a:ext uri="{FF2B5EF4-FFF2-40B4-BE49-F238E27FC236}">
                <a16:creationId xmlns:a16="http://schemas.microsoft.com/office/drawing/2014/main" xmlns="" id="{5074A656-4209-042E-A015-9A2825318D2A}"/>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5" name="Text Placeholder 5">
            <a:extLst>
              <a:ext uri="{FF2B5EF4-FFF2-40B4-BE49-F238E27FC236}">
                <a16:creationId xmlns:a16="http://schemas.microsoft.com/office/drawing/2014/main" xmlns="" id="{4807174D-FDC5-E4A1-2632-800C1838B05D}"/>
              </a:ext>
            </a:extLst>
          </p:cNvPr>
          <p:cNvSpPr>
            <a:spLocks noGrp="1"/>
          </p:cNvSpPr>
          <p:nvPr>
            <p:ph type="body" sz="quarter" idx="11" hasCustomPrompt="1"/>
          </p:nvPr>
        </p:nvSpPr>
        <p:spPr>
          <a:xfrm>
            <a:off x="463551" y="4750971"/>
            <a:ext cx="4551681"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2522280710"/>
      </p:ext>
    </p:extLst>
  </p:cSld>
  <p:clrMapOvr>
    <a:overrideClrMapping bg1="lt1" tx1="dk1" bg2="lt2" tx2="dk2" accent1="accent1" accent2="accent2" accent3="accent3" accent4="accent4" accent5="accent5" accent6="accent6" hlink="hlink" folHlink="folHlink"/>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preserve="1" userDrawn="1">
  <p:cSld name="Title Slide Image (Carbon) with sub">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315160758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620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Picture Placeholder 4">
            <a:extLst>
              <a:ext uri="{FF2B5EF4-FFF2-40B4-BE49-F238E27FC236}">
                <a16:creationId xmlns:a16="http://schemas.microsoft.com/office/drawing/2014/main" xmlns="" id="{94747D76-6149-DBD8-9CEB-464D55C94191}"/>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2" name="Title 1"/>
          <p:cNvSpPr>
            <a:spLocks noGrp="1"/>
          </p:cNvSpPr>
          <p:nvPr>
            <p:ph type="ctrTitle"/>
          </p:nvPr>
        </p:nvSpPr>
        <p:spPr>
          <a:xfrm>
            <a:off x="463551" y="2137803"/>
            <a:ext cx="4522787" cy="2572528"/>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
        <p:nvSpPr>
          <p:cNvPr id="4" name="Text Placeholder 5">
            <a:extLst>
              <a:ext uri="{FF2B5EF4-FFF2-40B4-BE49-F238E27FC236}">
                <a16:creationId xmlns:a16="http://schemas.microsoft.com/office/drawing/2014/main" xmlns="" id="{DFBA4D4C-B779-20CD-83F2-4B8BF48E5510}"/>
              </a:ext>
            </a:extLst>
          </p:cNvPr>
          <p:cNvSpPr>
            <a:spLocks noGrp="1"/>
          </p:cNvSpPr>
          <p:nvPr>
            <p:ph type="body" sz="quarter" idx="11" hasCustomPrompt="1"/>
          </p:nvPr>
        </p:nvSpPr>
        <p:spPr>
          <a:xfrm>
            <a:off x="463551" y="4750971"/>
            <a:ext cx="4551681"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1758978719"/>
      </p:ext>
    </p:extLst>
  </p:cSld>
  <p:clrMapOvr>
    <a:overrideClrMapping bg1="dk1" tx1="lt1" bg2="dk2" tx2="lt2" accent1="accent1" accent2="accent2" accent3="accent3" accent4="accent4" accent5="accent5" accent6="accent6" hlink="hlink" folHlink="folHlink"/>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showMasterSp="0" preserve="1" userDrawn="1">
  <p:cSld name="-">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34029495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722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3310146" y="1305349"/>
            <a:ext cx="5571718" cy="4247317"/>
          </a:xfrm>
          <a:prstGeom prst="rect">
            <a:avLst/>
          </a:prstGeom>
          <a:noFill/>
        </p:spPr>
        <p:txBody>
          <a:bodyPr wrap="none" lIns="0" tIns="0" rIns="0" bIns="0" rtlCol="0" anchor="ctr">
            <a:spAutoFit/>
          </a:bodyPr>
          <a:lstStyle/>
          <a:p>
            <a:pPr algn="ctr"/>
            <a:r>
              <a:rPr lang="en-US" sz="13800">
                <a:solidFill>
                  <a:srgbClr val="000000"/>
                </a:solidFill>
              </a:rPr>
              <a:t>Text </a:t>
            </a:r>
          </a:p>
          <a:p>
            <a:pPr algn="ctr"/>
            <a:r>
              <a:rPr lang="en-US" sz="13800">
                <a:solidFill>
                  <a:srgbClr val="000000"/>
                </a:solidFill>
              </a:rPr>
              <a:t>layouts</a:t>
            </a:r>
          </a:p>
        </p:txBody>
      </p:sp>
    </p:spTree>
    <p:extLst>
      <p:ext uri="{BB962C8B-B14F-4D97-AF65-F5344CB8AC3E}">
        <p14:creationId xmlns:p14="http://schemas.microsoft.com/office/powerpoint/2010/main" val="2007572986"/>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1_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86540160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824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Tree>
    <p:extLst>
      <p:ext uri="{BB962C8B-B14F-4D97-AF65-F5344CB8AC3E}">
        <p14:creationId xmlns:p14="http://schemas.microsoft.com/office/powerpoint/2010/main" val="2467295740"/>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4_Text, 1 colm">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6546051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927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Tree>
    <p:extLst>
      <p:ext uri="{BB962C8B-B14F-4D97-AF65-F5344CB8AC3E}">
        <p14:creationId xmlns:p14="http://schemas.microsoft.com/office/powerpoint/2010/main" val="2715001564"/>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preserve="1" userDrawn="1">
  <p:cSld name="5_Text, 1 colm">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411442959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029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lvl1pPr>
              <a:defRPr>
                <a:solidFill>
                  <a:schemeClr val="bg1"/>
                </a:solidFill>
              </a:defRPr>
            </a:lvl1pPr>
          </a:lstStyle>
          <a:p>
            <a:r>
              <a:rPr lang="en-US" dirty="0"/>
              <a:t>Click to edit Master title style</a:t>
            </a:r>
          </a:p>
        </p:txBody>
      </p:sp>
      <p:sp>
        <p:nvSpPr>
          <p:cNvPr id="3" name="Slide Number Placeholder 5">
            <a:extLst>
              <a:ext uri="{FF2B5EF4-FFF2-40B4-BE49-F238E27FC236}">
                <a16:creationId xmlns:a16="http://schemas.microsoft.com/office/drawing/2014/main" xmlns="" id="{CC8AF0B6-0637-CB51-5AF0-8CB1F1E91D71}"/>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
        <p:nvSpPr>
          <p:cNvPr id="4" name="Page# static">
            <a:extLst>
              <a:ext uri="{FF2B5EF4-FFF2-40B4-BE49-F238E27FC236}">
                <a16:creationId xmlns:a16="http://schemas.microsoft.com/office/drawing/2014/main" xmlns="" id="{56D23D15-E61C-2B0F-9932-CD8A555451CC}"/>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solidFill>
              </a:rPr>
              <a:pPr algn="r"/>
              <a:t>‹#›</a:t>
            </a:fld>
            <a:endParaRPr lang="en-US" sz="1000">
              <a:solidFill>
                <a:srgbClr val="FFFFFF"/>
              </a:solidFill>
            </a:endParaRPr>
          </a:p>
        </p:txBody>
      </p:sp>
      <p:sp>
        <p:nvSpPr>
          <p:cNvPr id="5" name="TextBox 4">
            <a:extLst>
              <a:ext uri="{FF2B5EF4-FFF2-40B4-BE49-F238E27FC236}">
                <a16:creationId xmlns:a16="http://schemas.microsoft.com/office/drawing/2014/main" xmlns="" id="{1F217B56-9CBB-6830-CE79-981D5D5BA8FD}"/>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solidFill>
              </a:rPr>
              <a:t>Tenarai</a:t>
            </a:r>
          </a:p>
        </p:txBody>
      </p:sp>
      <p:sp>
        <p:nvSpPr>
          <p:cNvPr id="6" name="TextBox 5">
            <a:extLst>
              <a:ext uri="{FF2B5EF4-FFF2-40B4-BE49-F238E27FC236}">
                <a16:creationId xmlns:a16="http://schemas.microsoft.com/office/drawing/2014/main" xmlns="" id="{C812D442-5F38-93DE-FFA5-DD2464B12E3F}"/>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FFFFFF"/>
                </a:solidFill>
              </a:rPr>
              <a:t>Copyright 2026, Strictly Confidential, All rights reserved</a:t>
            </a:r>
          </a:p>
        </p:txBody>
      </p:sp>
    </p:spTree>
    <p:extLst>
      <p:ext uri="{BB962C8B-B14F-4D97-AF65-F5344CB8AC3E}">
        <p14:creationId xmlns:p14="http://schemas.microsoft.com/office/powerpoint/2010/main" val="556762253"/>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5_Text, segment titl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0671794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132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dirty="0"/>
              <a:t>Click to edit Master title style</a:t>
            </a:r>
          </a:p>
        </p:txBody>
      </p:sp>
      <p:sp>
        <p:nvSpPr>
          <p:cNvPr id="4" name="Content Placeholder 3">
            <a:extLst>
              <a:ext uri="{FF2B5EF4-FFF2-40B4-BE49-F238E27FC236}">
                <a16:creationId xmlns:a16="http://schemas.microsoft.com/office/drawing/2014/main" xmlns=""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a:solidFill>
                  <a:srgbClr val="8E867E"/>
                </a:solidFill>
                <a:latin typeface="+mn-lt"/>
              </a:defRPr>
            </a:lvl1pPr>
          </a:lstStyle>
          <a:p>
            <a:pPr lvl="0"/>
            <a:r>
              <a:rPr lang="en-US" dirty="0"/>
              <a:t>Segment Title</a:t>
            </a:r>
          </a:p>
        </p:txBody>
      </p:sp>
    </p:spTree>
    <p:extLst>
      <p:ext uri="{BB962C8B-B14F-4D97-AF65-F5344CB8AC3E}">
        <p14:creationId xmlns:p14="http://schemas.microsoft.com/office/powerpoint/2010/main" val="674029667"/>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6_Text, segment title">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20874683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234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dirty="0"/>
              <a:t>Click to edit Master title style</a:t>
            </a:r>
          </a:p>
        </p:txBody>
      </p:sp>
      <p:sp>
        <p:nvSpPr>
          <p:cNvPr id="4" name="Content Placeholder 3">
            <a:extLst>
              <a:ext uri="{FF2B5EF4-FFF2-40B4-BE49-F238E27FC236}">
                <a16:creationId xmlns:a16="http://schemas.microsoft.com/office/drawing/2014/main" xmlns=""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a:solidFill>
                  <a:srgbClr val="8E867E"/>
                </a:solidFill>
                <a:latin typeface="+mn-lt"/>
              </a:defRPr>
            </a:lvl1pPr>
          </a:lstStyle>
          <a:p>
            <a:pPr lvl="0"/>
            <a:r>
              <a:rPr lang="en-US" dirty="0"/>
              <a:t>Segment Title</a:t>
            </a:r>
          </a:p>
        </p:txBody>
      </p:sp>
    </p:spTree>
    <p:extLst>
      <p:ext uri="{BB962C8B-B14F-4D97-AF65-F5344CB8AC3E}">
        <p14:creationId xmlns:p14="http://schemas.microsoft.com/office/powerpoint/2010/main" val="687671105"/>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7_Text, segment title bla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136443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336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lvl1pPr>
              <a:defRPr baseline="0">
                <a:solidFill>
                  <a:schemeClr val="bg1"/>
                </a:solidFill>
              </a:defRPr>
            </a:lvl1pPr>
          </a:lstStyle>
          <a:p>
            <a:r>
              <a:rPr lang="en-US" dirty="0"/>
              <a:t>Click to edit Master title style</a:t>
            </a:r>
          </a:p>
        </p:txBody>
      </p:sp>
      <p:sp>
        <p:nvSpPr>
          <p:cNvPr id="4" name="Content Placeholder 3">
            <a:extLst>
              <a:ext uri="{FF2B5EF4-FFF2-40B4-BE49-F238E27FC236}">
                <a16:creationId xmlns:a16="http://schemas.microsoft.com/office/drawing/2014/main" xmlns=""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baseline="0">
                <a:solidFill>
                  <a:srgbClr val="DAD2CB"/>
                </a:solidFill>
                <a:latin typeface="+mn-lt"/>
              </a:defRPr>
            </a:lvl1pPr>
          </a:lstStyle>
          <a:p>
            <a:pPr lvl="0"/>
            <a:r>
              <a:rPr lang="en-US" dirty="0"/>
              <a:t>Segment Title</a:t>
            </a:r>
          </a:p>
        </p:txBody>
      </p:sp>
      <p:sp>
        <p:nvSpPr>
          <p:cNvPr id="3" name="Slide Number Placeholder 5">
            <a:extLst>
              <a:ext uri="{FF2B5EF4-FFF2-40B4-BE49-F238E27FC236}">
                <a16:creationId xmlns:a16="http://schemas.microsoft.com/office/drawing/2014/main" xmlns="" id="{7828F419-9D5C-E883-4CC0-CCBA4E68824B}"/>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
        <p:nvSpPr>
          <p:cNvPr id="5" name="Page# static">
            <a:extLst>
              <a:ext uri="{FF2B5EF4-FFF2-40B4-BE49-F238E27FC236}">
                <a16:creationId xmlns:a16="http://schemas.microsoft.com/office/drawing/2014/main" xmlns="" id="{33E709FB-3860-930F-75A5-DF2DB1EB704B}"/>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solidFill>
              </a:rPr>
              <a:pPr algn="r"/>
              <a:t>‹#›</a:t>
            </a:fld>
            <a:endParaRPr lang="en-US" sz="1000">
              <a:solidFill>
                <a:srgbClr val="FFFFFF"/>
              </a:solidFill>
            </a:endParaRPr>
          </a:p>
        </p:txBody>
      </p:sp>
      <p:sp>
        <p:nvSpPr>
          <p:cNvPr id="6" name="TextBox 5">
            <a:extLst>
              <a:ext uri="{FF2B5EF4-FFF2-40B4-BE49-F238E27FC236}">
                <a16:creationId xmlns:a16="http://schemas.microsoft.com/office/drawing/2014/main" xmlns="" id="{431FF450-A988-F9C4-8920-02798A20AF99}"/>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solidFill>
              </a:rPr>
              <a:t>Tenarai</a:t>
            </a:r>
          </a:p>
        </p:txBody>
      </p:sp>
      <p:sp>
        <p:nvSpPr>
          <p:cNvPr id="7" name="TextBox 6">
            <a:extLst>
              <a:ext uri="{FF2B5EF4-FFF2-40B4-BE49-F238E27FC236}">
                <a16:creationId xmlns:a16="http://schemas.microsoft.com/office/drawing/2014/main" xmlns="" id="{55F1D2FB-B878-4758-E599-AB15A50C4F89}"/>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FFFFFF"/>
                </a:solidFill>
              </a:rPr>
              <a:t>Copyright 2026, Strictly Confidential, All rights reserved</a:t>
            </a:r>
          </a:p>
        </p:txBody>
      </p:sp>
    </p:spTree>
    <p:extLst>
      <p:ext uri="{BB962C8B-B14F-4D97-AF65-F5344CB8AC3E}">
        <p14:creationId xmlns:p14="http://schemas.microsoft.com/office/powerpoint/2010/main" val="2991162542"/>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6_Text, Subtitle whit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240041355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439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5" name="Text Placeholder 4">
            <a:extLst>
              <a:ext uri="{FF2B5EF4-FFF2-40B4-BE49-F238E27FC236}">
                <a16:creationId xmlns:a16="http://schemas.microsoft.com/office/drawing/2014/main" xmlns="" id="{1586D448-2D7E-CEB7-45D9-AA6C0E371678}"/>
              </a:ext>
            </a:extLst>
          </p:cNvPr>
          <p:cNvSpPr>
            <a:spLocks noGrp="1"/>
          </p:cNvSpPr>
          <p:nvPr>
            <p:ph type="body" sz="quarter" idx="10"/>
          </p:nvPr>
        </p:nvSpPr>
        <p:spPr>
          <a:xfrm>
            <a:off x="566420" y="1218883"/>
            <a:ext cx="11104563" cy="477837"/>
          </a:xfrm>
        </p:spPr>
        <p:txBody>
          <a:bodyPr/>
          <a:lstStyle>
            <a:lvl1pPr>
              <a:defRPr sz="1800" baseline="0">
                <a:solidFill>
                  <a:srgbClr val="8E867E"/>
                </a:solidFill>
              </a:defRPr>
            </a:lvl1pPr>
          </a:lstStyle>
          <a:p>
            <a:pPr lvl="0"/>
            <a:r>
              <a:rPr lang="en-US" dirty="0"/>
              <a:t>Click to edit Master text styles</a:t>
            </a:r>
          </a:p>
        </p:txBody>
      </p:sp>
    </p:spTree>
    <p:extLst>
      <p:ext uri="{BB962C8B-B14F-4D97-AF65-F5344CB8AC3E}">
        <p14:creationId xmlns:p14="http://schemas.microsoft.com/office/powerpoint/2010/main" val="1031401250"/>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7_Text, Subtitle Tan">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40374780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541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5" name="Text Placeholder 4">
            <a:extLst>
              <a:ext uri="{FF2B5EF4-FFF2-40B4-BE49-F238E27FC236}">
                <a16:creationId xmlns:a16="http://schemas.microsoft.com/office/drawing/2014/main" xmlns="" id="{1586D448-2D7E-CEB7-45D9-AA6C0E371678}"/>
              </a:ext>
            </a:extLst>
          </p:cNvPr>
          <p:cNvSpPr>
            <a:spLocks noGrp="1"/>
          </p:cNvSpPr>
          <p:nvPr>
            <p:ph type="body" sz="quarter" idx="10"/>
          </p:nvPr>
        </p:nvSpPr>
        <p:spPr>
          <a:xfrm>
            <a:off x="566420" y="1218883"/>
            <a:ext cx="11104563" cy="477837"/>
          </a:xfrm>
        </p:spPr>
        <p:txBody>
          <a:bodyPr/>
          <a:lstStyle>
            <a:lvl1pPr>
              <a:defRPr sz="2000" baseline="0">
                <a:solidFill>
                  <a:srgbClr val="8E867E"/>
                </a:solidFill>
              </a:defRPr>
            </a:lvl1pPr>
          </a:lstStyle>
          <a:p>
            <a:pPr lvl="0"/>
            <a:r>
              <a:rPr lang="en-US" dirty="0"/>
              <a:t>Click to edit Master text styles</a:t>
            </a:r>
          </a:p>
        </p:txBody>
      </p:sp>
    </p:spTree>
    <p:extLst>
      <p:ext uri="{BB962C8B-B14F-4D97-AF65-F5344CB8AC3E}">
        <p14:creationId xmlns:p14="http://schemas.microsoft.com/office/powerpoint/2010/main" val="4222420473"/>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8_Text, Subtitle bla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55910389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644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lvl1pPr>
              <a:defRPr baseline="0">
                <a:solidFill>
                  <a:schemeClr val="bg1"/>
                </a:solidFill>
              </a:defRPr>
            </a:lvl1pPr>
          </a:lstStyle>
          <a:p>
            <a:r>
              <a:rPr lang="en-US" dirty="0"/>
              <a:t>Click to edit Master title style</a:t>
            </a:r>
          </a:p>
        </p:txBody>
      </p:sp>
      <p:sp>
        <p:nvSpPr>
          <p:cNvPr id="5" name="Text Placeholder 4">
            <a:extLst>
              <a:ext uri="{FF2B5EF4-FFF2-40B4-BE49-F238E27FC236}">
                <a16:creationId xmlns:a16="http://schemas.microsoft.com/office/drawing/2014/main" xmlns="" id="{1586D448-2D7E-CEB7-45D9-AA6C0E371678}"/>
              </a:ext>
            </a:extLst>
          </p:cNvPr>
          <p:cNvSpPr>
            <a:spLocks noGrp="1"/>
          </p:cNvSpPr>
          <p:nvPr>
            <p:ph type="body" sz="quarter" idx="10"/>
          </p:nvPr>
        </p:nvSpPr>
        <p:spPr>
          <a:xfrm>
            <a:off x="566420" y="1218883"/>
            <a:ext cx="11104563" cy="477837"/>
          </a:xfrm>
        </p:spPr>
        <p:txBody>
          <a:bodyPr/>
          <a:lstStyle>
            <a:lvl1pPr>
              <a:defRPr sz="2000" baseline="0">
                <a:solidFill>
                  <a:srgbClr val="DAD2CB"/>
                </a:solidFill>
              </a:defRPr>
            </a:lvl1pPr>
          </a:lstStyle>
          <a:p>
            <a:pPr lvl="0"/>
            <a:r>
              <a:rPr lang="en-US" dirty="0"/>
              <a:t>Click to edit Master text styles</a:t>
            </a:r>
          </a:p>
        </p:txBody>
      </p:sp>
      <p:sp>
        <p:nvSpPr>
          <p:cNvPr id="3" name="Slide Number Placeholder 5">
            <a:extLst>
              <a:ext uri="{FF2B5EF4-FFF2-40B4-BE49-F238E27FC236}">
                <a16:creationId xmlns:a16="http://schemas.microsoft.com/office/drawing/2014/main" xmlns="" id="{5C04FE88-5B63-D42D-FB0F-8DCAA2CC1B5F}"/>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
        <p:nvSpPr>
          <p:cNvPr id="4" name="Page# static">
            <a:extLst>
              <a:ext uri="{FF2B5EF4-FFF2-40B4-BE49-F238E27FC236}">
                <a16:creationId xmlns:a16="http://schemas.microsoft.com/office/drawing/2014/main" xmlns="" id="{0C3F33B2-F41C-7E62-B0F4-3A640446E682}"/>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solidFill>
              </a:rPr>
              <a:pPr algn="r"/>
              <a:t>‹#›</a:t>
            </a:fld>
            <a:endParaRPr lang="en-US" sz="1000">
              <a:solidFill>
                <a:srgbClr val="FFFFFF"/>
              </a:solidFill>
            </a:endParaRPr>
          </a:p>
        </p:txBody>
      </p:sp>
      <p:sp>
        <p:nvSpPr>
          <p:cNvPr id="6" name="TextBox 5">
            <a:extLst>
              <a:ext uri="{FF2B5EF4-FFF2-40B4-BE49-F238E27FC236}">
                <a16:creationId xmlns:a16="http://schemas.microsoft.com/office/drawing/2014/main" xmlns="" id="{1B27042B-4786-DA51-FE00-470E352278C5}"/>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solidFill>
              </a:rPr>
              <a:t>Tenarai</a:t>
            </a:r>
          </a:p>
        </p:txBody>
      </p:sp>
      <p:sp>
        <p:nvSpPr>
          <p:cNvPr id="7" name="TextBox 6">
            <a:extLst>
              <a:ext uri="{FF2B5EF4-FFF2-40B4-BE49-F238E27FC236}">
                <a16:creationId xmlns:a16="http://schemas.microsoft.com/office/drawing/2014/main" xmlns="" id="{32866130-ED2C-3529-A118-1BF6B828C553}"/>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FFFFFF"/>
                </a:solidFill>
              </a:rPr>
              <a:t>Copyright 2026, Strictly Confidential, All rights reserved</a:t>
            </a:r>
          </a:p>
        </p:txBody>
      </p:sp>
    </p:spTree>
    <p:extLst>
      <p:ext uri="{BB962C8B-B14F-4D97-AF65-F5344CB8AC3E}">
        <p14:creationId xmlns:p14="http://schemas.microsoft.com/office/powerpoint/2010/main" val="4269683909"/>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7_Text, Subtitle 2 line whit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85562369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746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a:lvl1pPr>
          </a:lstStyle>
          <a:p>
            <a:r>
              <a:rPr lang="en-US" dirty="0"/>
              <a:t>Click to edit Master title style 2 lines</a:t>
            </a:r>
          </a:p>
        </p:txBody>
      </p:sp>
      <p:sp>
        <p:nvSpPr>
          <p:cNvPr id="5" name="Text Placeholder 4">
            <a:extLst>
              <a:ext uri="{FF2B5EF4-FFF2-40B4-BE49-F238E27FC236}">
                <a16:creationId xmlns:a16="http://schemas.microsoft.com/office/drawing/2014/main" xmlns=""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8E867E"/>
                </a:solidFill>
              </a:defRPr>
            </a:lvl1pPr>
          </a:lstStyle>
          <a:p>
            <a:pPr lvl="0"/>
            <a:r>
              <a:rPr lang="en-US" dirty="0"/>
              <a:t>Click to edit Sub title text styles</a:t>
            </a:r>
          </a:p>
        </p:txBody>
      </p:sp>
    </p:spTree>
    <p:extLst>
      <p:ext uri="{BB962C8B-B14F-4D97-AF65-F5344CB8AC3E}">
        <p14:creationId xmlns:p14="http://schemas.microsoft.com/office/powerpoint/2010/main" val="3607397208"/>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8_Text, Subtitle 2 line white">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8833222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848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a:lvl1pPr>
          </a:lstStyle>
          <a:p>
            <a:r>
              <a:rPr lang="en-US" dirty="0"/>
              <a:t>Click to edit Master title style 2 lines</a:t>
            </a:r>
          </a:p>
        </p:txBody>
      </p:sp>
      <p:sp>
        <p:nvSpPr>
          <p:cNvPr id="5" name="Text Placeholder 4">
            <a:extLst>
              <a:ext uri="{FF2B5EF4-FFF2-40B4-BE49-F238E27FC236}">
                <a16:creationId xmlns:a16="http://schemas.microsoft.com/office/drawing/2014/main" xmlns=""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8E867E"/>
                </a:solidFill>
              </a:defRPr>
            </a:lvl1pPr>
          </a:lstStyle>
          <a:p>
            <a:pPr lvl="0"/>
            <a:r>
              <a:rPr lang="en-US" dirty="0"/>
              <a:t>Click to edit Sub title text styles</a:t>
            </a:r>
          </a:p>
        </p:txBody>
      </p:sp>
    </p:spTree>
    <p:extLst>
      <p:ext uri="{BB962C8B-B14F-4D97-AF65-F5344CB8AC3E}">
        <p14:creationId xmlns:p14="http://schemas.microsoft.com/office/powerpoint/2010/main" val="3989971649"/>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9_Text, Subtitle 2 line bal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96663711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951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baseline="0">
                <a:solidFill>
                  <a:schemeClr val="bg1"/>
                </a:solidFill>
              </a:defRPr>
            </a:lvl1pPr>
          </a:lstStyle>
          <a:p>
            <a:r>
              <a:rPr lang="en-US" dirty="0"/>
              <a:t>Click to edit Master title style 2 lines</a:t>
            </a:r>
          </a:p>
        </p:txBody>
      </p:sp>
      <p:sp>
        <p:nvSpPr>
          <p:cNvPr id="5" name="Text Placeholder 4">
            <a:extLst>
              <a:ext uri="{FF2B5EF4-FFF2-40B4-BE49-F238E27FC236}">
                <a16:creationId xmlns:a16="http://schemas.microsoft.com/office/drawing/2014/main" xmlns=""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BEB4AA"/>
                </a:solidFill>
              </a:defRPr>
            </a:lvl1pPr>
          </a:lstStyle>
          <a:p>
            <a:pPr lvl="0"/>
            <a:r>
              <a:rPr lang="en-US" dirty="0"/>
              <a:t>Click to edit Sub title text styles</a:t>
            </a:r>
          </a:p>
        </p:txBody>
      </p:sp>
      <p:sp>
        <p:nvSpPr>
          <p:cNvPr id="3" name="Slide Number Placeholder 5">
            <a:extLst>
              <a:ext uri="{FF2B5EF4-FFF2-40B4-BE49-F238E27FC236}">
                <a16:creationId xmlns:a16="http://schemas.microsoft.com/office/drawing/2014/main" xmlns="" id="{221AE987-34E9-A564-0E09-610171BEF8D0}"/>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
        <p:nvSpPr>
          <p:cNvPr id="4" name="Page# static">
            <a:extLst>
              <a:ext uri="{FF2B5EF4-FFF2-40B4-BE49-F238E27FC236}">
                <a16:creationId xmlns:a16="http://schemas.microsoft.com/office/drawing/2014/main" xmlns="" id="{F0A5C614-D4E6-0B1C-28F8-18F3C0215C0F}"/>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solidFill>
              </a:rPr>
              <a:pPr algn="r"/>
              <a:t>‹#›</a:t>
            </a:fld>
            <a:endParaRPr lang="en-US" sz="1000">
              <a:solidFill>
                <a:srgbClr val="FFFFFF"/>
              </a:solidFill>
            </a:endParaRPr>
          </a:p>
        </p:txBody>
      </p:sp>
      <p:sp>
        <p:nvSpPr>
          <p:cNvPr id="6" name="TextBox 5">
            <a:extLst>
              <a:ext uri="{FF2B5EF4-FFF2-40B4-BE49-F238E27FC236}">
                <a16:creationId xmlns:a16="http://schemas.microsoft.com/office/drawing/2014/main" xmlns="" id="{199D4CD5-5CA8-A6AE-C4DA-AC34CBB80A96}"/>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solidFill>
              </a:rPr>
              <a:t>Tenarai</a:t>
            </a:r>
          </a:p>
        </p:txBody>
      </p:sp>
      <p:sp>
        <p:nvSpPr>
          <p:cNvPr id="7" name="TextBox 6">
            <a:extLst>
              <a:ext uri="{FF2B5EF4-FFF2-40B4-BE49-F238E27FC236}">
                <a16:creationId xmlns:a16="http://schemas.microsoft.com/office/drawing/2014/main" xmlns="" id="{DB465DA4-4FF4-125F-8FD7-C47DE183D946}"/>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FFFFFF"/>
                </a:solidFill>
              </a:rPr>
              <a:t>Copyright 2026, Strictly Confidential, All rights reserved</a:t>
            </a:r>
          </a:p>
        </p:txBody>
      </p:sp>
    </p:spTree>
    <p:extLst>
      <p:ext uri="{BB962C8B-B14F-4D97-AF65-F5344CB8AC3E}">
        <p14:creationId xmlns:p14="http://schemas.microsoft.com/office/powerpoint/2010/main" val="1721826898"/>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3_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49241869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053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Tree>
    <p:extLst>
      <p:ext uri="{BB962C8B-B14F-4D97-AF65-F5344CB8AC3E}">
        <p14:creationId xmlns:p14="http://schemas.microsoft.com/office/powerpoint/2010/main" val="2776420478"/>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showMasterSp="0" preserve="1" userDrawn="1">
  <p:cSld name="6_Text, 1 colm">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75311113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156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Slide Number Placeholder 5">
            <a:extLst>
              <a:ext uri="{FF2B5EF4-FFF2-40B4-BE49-F238E27FC236}">
                <a16:creationId xmlns:a16="http://schemas.microsoft.com/office/drawing/2014/main" xmlns="" id="{D8B7D274-6871-B216-3351-206532447276}"/>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
        <p:nvSpPr>
          <p:cNvPr id="3" name="Page# static">
            <a:extLst>
              <a:ext uri="{FF2B5EF4-FFF2-40B4-BE49-F238E27FC236}">
                <a16:creationId xmlns:a16="http://schemas.microsoft.com/office/drawing/2014/main" xmlns="" id="{D9C90822-4E17-2BF3-F599-CDBF42ACC741}"/>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solidFill>
              </a:rPr>
              <a:pPr algn="r"/>
              <a:t>‹#›</a:t>
            </a:fld>
            <a:endParaRPr lang="en-US" sz="1000">
              <a:solidFill>
                <a:srgbClr val="FFFFFF"/>
              </a:solidFill>
            </a:endParaRPr>
          </a:p>
        </p:txBody>
      </p:sp>
      <p:sp>
        <p:nvSpPr>
          <p:cNvPr id="4" name="TextBox 3">
            <a:extLst>
              <a:ext uri="{FF2B5EF4-FFF2-40B4-BE49-F238E27FC236}">
                <a16:creationId xmlns:a16="http://schemas.microsoft.com/office/drawing/2014/main" xmlns="" id="{C6B7901C-9B47-1346-B4DA-693BBAFF1CA7}"/>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solidFill>
              </a:rPr>
              <a:t>Tenarai</a:t>
            </a:r>
          </a:p>
        </p:txBody>
      </p:sp>
      <p:sp>
        <p:nvSpPr>
          <p:cNvPr id="5" name="TextBox 4">
            <a:extLst>
              <a:ext uri="{FF2B5EF4-FFF2-40B4-BE49-F238E27FC236}">
                <a16:creationId xmlns:a16="http://schemas.microsoft.com/office/drawing/2014/main" xmlns="" id="{9409BF9A-824C-C273-8FFE-DCDB8505A75C}"/>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FFFFFF"/>
                </a:solidFill>
              </a:rPr>
              <a:t>Copyright 2026, Strictly Confidential, All rights reserved</a:t>
            </a:r>
          </a:p>
        </p:txBody>
      </p:sp>
    </p:spTree>
    <p:extLst>
      <p:ext uri="{BB962C8B-B14F-4D97-AF65-F5344CB8AC3E}">
        <p14:creationId xmlns:p14="http://schemas.microsoft.com/office/powerpoint/2010/main" val="2156288071"/>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2_Text, 1 colm">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90264849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258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Tree>
    <p:extLst>
      <p:ext uri="{BB962C8B-B14F-4D97-AF65-F5344CB8AC3E}">
        <p14:creationId xmlns:p14="http://schemas.microsoft.com/office/powerpoint/2010/main" val="1605748601"/>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73771500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360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idx="1"/>
          </p:nvPr>
        </p:nvSpPr>
        <p:spPr>
          <a:xfrm>
            <a:off x="565149" y="1617663"/>
            <a:ext cx="5381626"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xmlns="" id="{5DF034D4-F3BF-A3BC-2682-92693FE66700}"/>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571063638"/>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Text, 1 colm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45914917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463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idx="1"/>
          </p:nvPr>
        </p:nvSpPr>
        <p:spPr>
          <a:xfrm>
            <a:off x="565149" y="1617663"/>
            <a:ext cx="5381626"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xmlns="" id="{AF7CFF7C-DD05-FBD0-EC42-5B3B2623C614}"/>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2808994887"/>
      </p:ext>
    </p:extLst>
  </p:cSld>
  <p:clrMapOvr>
    <a:overrideClrMapping bg1="dk1" tx1="lt1" bg2="dk2" tx2="lt2" accent1="accent1" accent2="accent2" accent3="accent3" accent4="accent4" accent5="accent5" accent6="accent6" hlink="hlink" folHlink="folHlink"/>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Text, 2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95065028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565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sz="half" idx="1"/>
          </p:nvPr>
        </p:nvSpPr>
        <p:spPr>
          <a:xfrm>
            <a:off x="565149" y="1617663"/>
            <a:ext cx="4421189"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48400" y="1617663"/>
            <a:ext cx="442118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a16="http://schemas.microsoft.com/office/drawing/2014/main" xmlns="" id="{2039CF61-BC0B-0C5A-4B1F-29A1408D08E6}"/>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
        <p:nvSpPr>
          <p:cNvPr id="9" name="Slide Number Placeholder 8">
            <a:extLst>
              <a:ext uri="{FF2B5EF4-FFF2-40B4-BE49-F238E27FC236}">
                <a16:creationId xmlns:a16="http://schemas.microsoft.com/office/drawing/2014/main" xmlns="" id="{79E224EB-2584-4586-5CAE-B2DA13E47865}"/>
              </a:ext>
            </a:extLst>
          </p:cNvPr>
          <p:cNvSpPr>
            <a:spLocks noGrp="1"/>
          </p:cNvSpPr>
          <p:nvPr>
            <p:ph type="sldNum" sz="quarter" idx="15"/>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1476374897"/>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Text, 2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60064700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668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sz="half" idx="1"/>
          </p:nvPr>
        </p:nvSpPr>
        <p:spPr>
          <a:xfrm>
            <a:off x="565149" y="1617663"/>
            <a:ext cx="4421189"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48400" y="1617663"/>
            <a:ext cx="442118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a16="http://schemas.microsoft.com/office/drawing/2014/main" xmlns="" id="{34BDFC45-26E7-B22B-E2E3-D1E25A860398}"/>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
        <p:nvSpPr>
          <p:cNvPr id="9" name="Slide Number Placeholder 8">
            <a:extLst>
              <a:ext uri="{FF2B5EF4-FFF2-40B4-BE49-F238E27FC236}">
                <a16:creationId xmlns:a16="http://schemas.microsoft.com/office/drawing/2014/main" xmlns="" id="{333DF1E7-E105-0A8E-CEAC-430E638AD763}"/>
              </a:ext>
            </a:extLst>
          </p:cNvPr>
          <p:cNvSpPr>
            <a:spLocks noGrp="1"/>
          </p:cNvSpPr>
          <p:nvPr>
            <p:ph type="sldNum" sz="quarter" idx="15"/>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3817145116"/>
      </p:ext>
    </p:extLst>
  </p:cSld>
  <p:clrMapOvr>
    <a:overrideClrMapping bg1="dk1" tx1="lt1" bg2="dk2" tx2="lt2" accent1="accent1" accent2="accent2" accent3="accent3" accent4="accent4" accent5="accent5" accent6="accent6" hlink="hlink" folHlink="folHlink"/>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Text, 3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87429711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770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49" y="1617663"/>
            <a:ext cx="3479801"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46576"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xmlns="" id="{55F3D43D-82CD-066B-8157-E896219583BF}"/>
              </a:ext>
            </a:extLst>
          </p:cNvPr>
          <p:cNvSpPr>
            <a:spLocks noGrp="1"/>
          </p:cNvSpPr>
          <p:nvPr>
            <p:ph sz="half" idx="13"/>
          </p:nvPr>
        </p:nvSpPr>
        <p:spPr>
          <a:xfrm>
            <a:off x="8151811" y="1617663"/>
            <a:ext cx="3479801" cy="3773487"/>
          </a:xfrm>
        </p:spPr>
        <p:txBody>
          <a:bodyPr/>
          <a:lstStyle>
            <a:lvl1pPr indent="0">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a16="http://schemas.microsoft.com/office/drawing/2014/main" xmlns="" id="{07D28B80-9D26-C148-BDC5-AAE69000AB65}"/>
              </a:ext>
            </a:extLst>
          </p:cNvPr>
          <p:cNvSpPr>
            <a:spLocks noGrp="1"/>
          </p:cNvSpPr>
          <p:nvPr>
            <p:ph type="body" sz="quarter" idx="14"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608296106"/>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Text, 3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2198105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872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49" y="1617663"/>
            <a:ext cx="3479801"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346576"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xmlns="" id="{55F3D43D-82CD-066B-8157-E896219583BF}"/>
              </a:ext>
            </a:extLst>
          </p:cNvPr>
          <p:cNvSpPr>
            <a:spLocks noGrp="1"/>
          </p:cNvSpPr>
          <p:nvPr>
            <p:ph sz="half" idx="13"/>
          </p:nvPr>
        </p:nvSpPr>
        <p:spPr>
          <a:xfrm>
            <a:off x="8151811"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a16="http://schemas.microsoft.com/office/drawing/2014/main" xmlns="" id="{B0402912-59DF-6C93-730A-EB759B71CC4D}"/>
              </a:ext>
            </a:extLst>
          </p:cNvPr>
          <p:cNvSpPr>
            <a:spLocks noGrp="1"/>
          </p:cNvSpPr>
          <p:nvPr>
            <p:ph type="body" sz="quarter" idx="14"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715266619"/>
      </p:ext>
    </p:extLst>
  </p:cSld>
  <p:clrMapOvr>
    <a:overrideClrMapping bg1="dk1" tx1="lt1" bg2="dk2" tx2="lt2" accent1="accent1" accent2="accent2" accent3="accent3" accent4="accent4" accent5="accent5" accent6="accent6" hlink="hlink" folHlink="folHlink"/>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Text, 4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407427441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975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50" y="1617663"/>
            <a:ext cx="2538414"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05189" y="1617663"/>
            <a:ext cx="2538414"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xmlns="" id="{55F3D43D-82CD-066B-8157-E896219583BF}"/>
              </a:ext>
            </a:extLst>
          </p:cNvPr>
          <p:cNvSpPr>
            <a:spLocks noGrp="1"/>
          </p:cNvSpPr>
          <p:nvPr>
            <p:ph sz="half" idx="13"/>
          </p:nvPr>
        </p:nvSpPr>
        <p:spPr>
          <a:xfrm>
            <a:off x="6248401" y="1617663"/>
            <a:ext cx="253999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xmlns="" id="{106D7F20-A54F-733E-A9C9-300FDBD522BB}"/>
              </a:ext>
            </a:extLst>
          </p:cNvPr>
          <p:cNvSpPr>
            <a:spLocks noGrp="1"/>
          </p:cNvSpPr>
          <p:nvPr>
            <p:ph sz="half" idx="14"/>
          </p:nvPr>
        </p:nvSpPr>
        <p:spPr>
          <a:xfrm>
            <a:off x="9090025" y="1617663"/>
            <a:ext cx="2536825"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xmlns="" id="{114DB186-44E3-D211-630F-C6A35B18B5B6}"/>
              </a:ext>
            </a:extLst>
          </p:cNvPr>
          <p:cNvSpPr>
            <a:spLocks noGrp="1"/>
          </p:cNvSpPr>
          <p:nvPr>
            <p:ph type="body" sz="quarter" idx="15"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4150851367"/>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Text, 4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73716056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077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50" y="1617663"/>
            <a:ext cx="2538414"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05189" y="1617663"/>
            <a:ext cx="2538414"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xmlns="" id="{55F3D43D-82CD-066B-8157-E896219583BF}"/>
              </a:ext>
            </a:extLst>
          </p:cNvPr>
          <p:cNvSpPr>
            <a:spLocks noGrp="1"/>
          </p:cNvSpPr>
          <p:nvPr>
            <p:ph sz="half" idx="13"/>
          </p:nvPr>
        </p:nvSpPr>
        <p:spPr>
          <a:xfrm>
            <a:off x="6248401" y="1617663"/>
            <a:ext cx="253999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xmlns="" id="{106D7F20-A54F-733E-A9C9-300FDBD522BB}"/>
              </a:ext>
            </a:extLst>
          </p:cNvPr>
          <p:cNvSpPr>
            <a:spLocks noGrp="1"/>
          </p:cNvSpPr>
          <p:nvPr>
            <p:ph sz="half" idx="14"/>
          </p:nvPr>
        </p:nvSpPr>
        <p:spPr>
          <a:xfrm>
            <a:off x="9090025" y="1617663"/>
            <a:ext cx="2536825"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xmlns="" id="{55FFEBE0-720A-1ACB-64EA-FFAABCF68577}"/>
              </a:ext>
            </a:extLst>
          </p:cNvPr>
          <p:cNvSpPr>
            <a:spLocks noGrp="1"/>
          </p:cNvSpPr>
          <p:nvPr>
            <p:ph type="body" sz="quarter" idx="15"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647770894"/>
      </p:ext>
    </p:extLst>
  </p:cSld>
  <p:clrMapOvr>
    <a:overrideClrMapping bg1="dk1" tx1="lt1" bg2="dk2" tx2="lt2" accent1="accent1" accent2="accent2" accent3="accent3" accent4="accent4" accent5="accent5" accent6="accent6" hlink="hlink" folHlink="folHlink"/>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Text, 2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27022145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180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xmlns="" id="{998F902B-8E6B-8695-067B-58AAF47545FB}"/>
              </a:ext>
            </a:extLst>
          </p:cNvPr>
          <p:cNvSpPr/>
          <p:nvPr userDrawn="1"/>
        </p:nvSpPr>
        <p:spPr>
          <a:xfrm>
            <a:off x="463550" y="1617663"/>
            <a:ext cx="558698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xmlns="" id="{B92D2E64-6BB9-928D-83F1-D878F96BBED4}"/>
              </a:ext>
            </a:extLst>
          </p:cNvPr>
          <p:cNvSpPr/>
          <p:nvPr userDrawn="1"/>
        </p:nvSpPr>
        <p:spPr>
          <a:xfrm>
            <a:off x="6148388" y="1617663"/>
            <a:ext cx="558698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a16="http://schemas.microsoft.com/office/drawing/2014/main" xmlns="" id="{3AE1AD7F-7DED-19A3-7306-2020154AC120}"/>
              </a:ext>
            </a:extLst>
          </p:cNvPr>
          <p:cNvSpPr>
            <a:spLocks noGrp="1"/>
          </p:cNvSpPr>
          <p:nvPr>
            <p:ph type="pic" sz="quarter" idx="13" hasCustomPrompt="1"/>
          </p:nvPr>
        </p:nvSpPr>
        <p:spPr>
          <a:xfrm>
            <a:off x="672033" y="1768475"/>
            <a:ext cx="649288" cy="646113"/>
          </a:xfrm>
        </p:spPr>
        <p:txBody>
          <a:bodyPr/>
          <a:lstStyle>
            <a:lvl1pPr>
              <a:defRPr sz="800"/>
            </a:lvl1pPr>
          </a:lstStyle>
          <a:p>
            <a:r>
              <a:rPr lang="en-US"/>
              <a:t>Icon</a:t>
            </a:r>
          </a:p>
        </p:txBody>
      </p:sp>
      <p:sp>
        <p:nvSpPr>
          <p:cNvPr id="15" name="Picture Placeholder 13">
            <a:extLst>
              <a:ext uri="{FF2B5EF4-FFF2-40B4-BE49-F238E27FC236}">
                <a16:creationId xmlns:a16="http://schemas.microsoft.com/office/drawing/2014/main" xmlns="" id="{754D2A9F-A973-3F3C-9274-4715E5274C14}"/>
              </a:ext>
            </a:extLst>
          </p:cNvPr>
          <p:cNvSpPr>
            <a:spLocks noGrp="1"/>
          </p:cNvSpPr>
          <p:nvPr>
            <p:ph type="pic" sz="quarter" idx="14" hasCustomPrompt="1"/>
          </p:nvPr>
        </p:nvSpPr>
        <p:spPr>
          <a:xfrm>
            <a:off x="6353877" y="1768475"/>
            <a:ext cx="649288" cy="646113"/>
          </a:xfrm>
        </p:spPr>
        <p:txBody>
          <a:bodyPr/>
          <a:lstStyle>
            <a:lvl1pPr>
              <a:defRPr sz="800"/>
            </a:lvl1pPr>
          </a:lstStyle>
          <a:p>
            <a:r>
              <a:rPr lang="en-US"/>
              <a:t>Icon</a:t>
            </a:r>
          </a:p>
        </p:txBody>
      </p:sp>
      <p:sp>
        <p:nvSpPr>
          <p:cNvPr id="16" name="Text Placeholder 2">
            <a:extLst>
              <a:ext uri="{FF2B5EF4-FFF2-40B4-BE49-F238E27FC236}">
                <a16:creationId xmlns:a16="http://schemas.microsoft.com/office/drawing/2014/main" xmlns="" id="{3FBE1A82-59ED-A9FC-9A02-F3B54EF611E8}"/>
              </a:ext>
            </a:extLst>
          </p:cNvPr>
          <p:cNvSpPr>
            <a:spLocks noGrp="1"/>
          </p:cNvSpPr>
          <p:nvPr>
            <p:ph type="body" idx="1"/>
          </p:nvPr>
        </p:nvSpPr>
        <p:spPr>
          <a:xfrm>
            <a:off x="665162" y="4648782"/>
            <a:ext cx="3479800"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a16="http://schemas.microsoft.com/office/drawing/2014/main" xmlns="" id="{B5442419-EE56-AC34-88CB-69C70F0FABCB}"/>
              </a:ext>
            </a:extLst>
          </p:cNvPr>
          <p:cNvSpPr>
            <a:spLocks noGrp="1"/>
          </p:cNvSpPr>
          <p:nvPr>
            <p:ph type="body" idx="15"/>
          </p:nvPr>
        </p:nvSpPr>
        <p:spPr>
          <a:xfrm>
            <a:off x="6353986" y="4648782"/>
            <a:ext cx="346946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68257739"/>
      </p:ext>
    </p:extLst>
  </p:cSld>
  <p:clrMapOvr>
    <a:overrideClrMapping bg1="lt1" tx1="dk1" bg2="lt2" tx2="dk2" accent1="accent1" accent2="accent2" accent3="accent3" accent4="accent4" accent5="accent5" accent6="accent6" hlink="hlink" folHlink="folHlink"/>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Text, 2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45119508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282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xmlns="" id="{998F902B-8E6B-8695-067B-58AAF47545FB}"/>
              </a:ext>
            </a:extLst>
          </p:cNvPr>
          <p:cNvSpPr>
            <a:spLocks noGrp="1" noRot="1" noMove="1" noResize="1" noEditPoints="1" noAdjustHandles="1" noChangeArrowheads="1" noChangeShapeType="1"/>
          </p:cNvSpPr>
          <p:nvPr userDrawn="1"/>
        </p:nvSpPr>
        <p:spPr>
          <a:xfrm>
            <a:off x="463550" y="1617663"/>
            <a:ext cx="558698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xmlns="" id="{B92D2E64-6BB9-928D-83F1-D878F96BBED4}"/>
              </a:ext>
            </a:extLst>
          </p:cNvPr>
          <p:cNvSpPr>
            <a:spLocks noGrp="1" noRot="1" noMove="1" noResize="1" noEditPoints="1" noAdjustHandles="1" noChangeArrowheads="1" noChangeShapeType="1"/>
          </p:cNvSpPr>
          <p:nvPr userDrawn="1"/>
        </p:nvSpPr>
        <p:spPr>
          <a:xfrm>
            <a:off x="6148388" y="1617663"/>
            <a:ext cx="558698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a16="http://schemas.microsoft.com/office/drawing/2014/main" xmlns="" id="{3AE1AD7F-7DED-19A3-7306-2020154AC120}"/>
              </a:ext>
            </a:extLst>
          </p:cNvPr>
          <p:cNvSpPr>
            <a:spLocks noGrp="1"/>
          </p:cNvSpPr>
          <p:nvPr>
            <p:ph type="pic" sz="quarter" idx="13" hasCustomPrompt="1"/>
          </p:nvPr>
        </p:nvSpPr>
        <p:spPr>
          <a:xfrm>
            <a:off x="672033" y="1768475"/>
            <a:ext cx="649288" cy="646113"/>
          </a:xfrm>
        </p:spPr>
        <p:txBody>
          <a:bodyPr/>
          <a:lstStyle>
            <a:lvl1pPr>
              <a:defRPr sz="800"/>
            </a:lvl1pPr>
          </a:lstStyle>
          <a:p>
            <a:r>
              <a:rPr lang="en-US"/>
              <a:t>Icon</a:t>
            </a:r>
          </a:p>
        </p:txBody>
      </p:sp>
      <p:sp>
        <p:nvSpPr>
          <p:cNvPr id="15" name="Picture Placeholder 13">
            <a:extLst>
              <a:ext uri="{FF2B5EF4-FFF2-40B4-BE49-F238E27FC236}">
                <a16:creationId xmlns:a16="http://schemas.microsoft.com/office/drawing/2014/main" xmlns="" id="{754D2A9F-A973-3F3C-9274-4715E5274C14}"/>
              </a:ext>
            </a:extLst>
          </p:cNvPr>
          <p:cNvSpPr>
            <a:spLocks noGrp="1"/>
          </p:cNvSpPr>
          <p:nvPr>
            <p:ph type="pic" sz="quarter" idx="14" hasCustomPrompt="1"/>
          </p:nvPr>
        </p:nvSpPr>
        <p:spPr>
          <a:xfrm>
            <a:off x="6353877" y="1768475"/>
            <a:ext cx="649288" cy="646113"/>
          </a:xfrm>
        </p:spPr>
        <p:txBody>
          <a:bodyPr/>
          <a:lstStyle>
            <a:lvl1pPr>
              <a:defRPr sz="800"/>
            </a:lvl1pPr>
          </a:lstStyle>
          <a:p>
            <a:r>
              <a:rPr lang="en-US"/>
              <a:t>Icon</a:t>
            </a:r>
          </a:p>
        </p:txBody>
      </p:sp>
      <p:sp>
        <p:nvSpPr>
          <p:cNvPr id="16" name="Text Placeholder 2">
            <a:extLst>
              <a:ext uri="{FF2B5EF4-FFF2-40B4-BE49-F238E27FC236}">
                <a16:creationId xmlns:a16="http://schemas.microsoft.com/office/drawing/2014/main" xmlns="" id="{3FBE1A82-59ED-A9FC-9A02-F3B54EF611E8}"/>
              </a:ext>
            </a:extLst>
          </p:cNvPr>
          <p:cNvSpPr>
            <a:spLocks noGrp="1"/>
          </p:cNvSpPr>
          <p:nvPr>
            <p:ph type="body" idx="1"/>
          </p:nvPr>
        </p:nvSpPr>
        <p:spPr>
          <a:xfrm>
            <a:off x="665162" y="4648782"/>
            <a:ext cx="3479800"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a16="http://schemas.microsoft.com/office/drawing/2014/main" xmlns="" id="{B5442419-EE56-AC34-88CB-69C70F0FABCB}"/>
              </a:ext>
            </a:extLst>
          </p:cNvPr>
          <p:cNvSpPr>
            <a:spLocks noGrp="1"/>
          </p:cNvSpPr>
          <p:nvPr>
            <p:ph type="body" idx="15"/>
          </p:nvPr>
        </p:nvSpPr>
        <p:spPr>
          <a:xfrm>
            <a:off x="6353986" y="4648782"/>
            <a:ext cx="346946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553931655"/>
      </p:ext>
    </p:extLst>
  </p:cSld>
  <p:clrMapOvr>
    <a:overrideClrMapping bg1="dk1" tx1="lt1" bg2="dk2" tx2="lt2" accent1="accent1" accent2="accent2" accent3="accent3" accent4="accent4" accent5="accent5" accent6="accent6" hlink="hlink" folHlink="folHlink"/>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Text, 3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73931444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384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xmlns="" id="{998F902B-8E6B-8695-067B-58AAF47545FB}"/>
              </a:ext>
            </a:extLst>
          </p:cNvPr>
          <p:cNvSpPr/>
          <p:nvPr userDrawn="1"/>
        </p:nvSpPr>
        <p:spPr>
          <a:xfrm>
            <a:off x="463550" y="1617663"/>
            <a:ext cx="3681413"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xmlns="" id="{B92D2E64-6BB9-928D-83F1-D878F96BBED4}"/>
              </a:ext>
            </a:extLst>
          </p:cNvPr>
          <p:cNvSpPr/>
          <p:nvPr userDrawn="1"/>
        </p:nvSpPr>
        <p:spPr>
          <a:xfrm>
            <a:off x="4253436" y="1617663"/>
            <a:ext cx="368141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a16="http://schemas.microsoft.com/office/drawing/2014/main" xmlns="" id="{3AE1AD7F-7DED-19A3-7306-2020154AC120}"/>
              </a:ext>
            </a:extLst>
          </p:cNvPr>
          <p:cNvSpPr>
            <a:spLocks noGrp="1"/>
          </p:cNvSpPr>
          <p:nvPr>
            <p:ph type="pic" sz="quarter" idx="13" hasCustomPrompt="1"/>
          </p:nvPr>
        </p:nvSpPr>
        <p:spPr>
          <a:xfrm>
            <a:off x="668397" y="1768475"/>
            <a:ext cx="649288" cy="646113"/>
          </a:xfrm>
        </p:spPr>
        <p:txBody>
          <a:bodyPr/>
          <a:lstStyle>
            <a:lvl1pPr>
              <a:defRPr sz="800"/>
            </a:lvl1pPr>
          </a:lstStyle>
          <a:p>
            <a:r>
              <a:rPr lang="en-US"/>
              <a:t>Icon</a:t>
            </a:r>
          </a:p>
        </p:txBody>
      </p:sp>
      <p:sp>
        <p:nvSpPr>
          <p:cNvPr id="15" name="Picture Placeholder 13">
            <a:extLst>
              <a:ext uri="{FF2B5EF4-FFF2-40B4-BE49-F238E27FC236}">
                <a16:creationId xmlns:a16="http://schemas.microsoft.com/office/drawing/2014/main" xmlns="" id="{754D2A9F-A973-3F3C-9274-4715E5274C14}"/>
              </a:ext>
            </a:extLst>
          </p:cNvPr>
          <p:cNvSpPr>
            <a:spLocks noGrp="1"/>
          </p:cNvSpPr>
          <p:nvPr>
            <p:ph type="pic" sz="quarter" idx="14" hasCustomPrompt="1"/>
          </p:nvPr>
        </p:nvSpPr>
        <p:spPr>
          <a:xfrm>
            <a:off x="4442950" y="1768475"/>
            <a:ext cx="649288" cy="646113"/>
          </a:xfrm>
        </p:spPr>
        <p:txBody>
          <a:bodyPr/>
          <a:lstStyle>
            <a:lvl1pPr>
              <a:defRPr sz="800"/>
            </a:lvl1pPr>
          </a:lstStyle>
          <a:p>
            <a:r>
              <a:rPr lang="en-US"/>
              <a:t>Icon</a:t>
            </a:r>
          </a:p>
        </p:txBody>
      </p:sp>
      <p:sp>
        <p:nvSpPr>
          <p:cNvPr id="16" name="Text Placeholder 2">
            <a:extLst>
              <a:ext uri="{FF2B5EF4-FFF2-40B4-BE49-F238E27FC236}">
                <a16:creationId xmlns:a16="http://schemas.microsoft.com/office/drawing/2014/main" xmlns="" id="{3FBE1A82-59ED-A9FC-9A02-F3B54EF611E8}"/>
              </a:ext>
            </a:extLst>
          </p:cNvPr>
          <p:cNvSpPr>
            <a:spLocks noGrp="1"/>
          </p:cNvSpPr>
          <p:nvPr>
            <p:ph type="body" idx="1"/>
          </p:nvPr>
        </p:nvSpPr>
        <p:spPr>
          <a:xfrm>
            <a:off x="661525" y="4648782"/>
            <a:ext cx="253841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a16="http://schemas.microsoft.com/office/drawing/2014/main" xmlns="" id="{B5442419-EE56-AC34-88CB-69C70F0FABCB}"/>
              </a:ext>
            </a:extLst>
          </p:cNvPr>
          <p:cNvSpPr>
            <a:spLocks noGrp="1"/>
          </p:cNvSpPr>
          <p:nvPr>
            <p:ph type="body" idx="15"/>
          </p:nvPr>
        </p:nvSpPr>
        <p:spPr>
          <a:xfrm>
            <a:off x="4443059"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3" name="Rectangle 2">
            <a:extLst>
              <a:ext uri="{FF2B5EF4-FFF2-40B4-BE49-F238E27FC236}">
                <a16:creationId xmlns:a16="http://schemas.microsoft.com/office/drawing/2014/main" xmlns="" id="{03B89EE7-E754-D1FA-1426-29223B3B4CC6}"/>
              </a:ext>
            </a:extLst>
          </p:cNvPr>
          <p:cNvSpPr/>
          <p:nvPr userDrawn="1"/>
        </p:nvSpPr>
        <p:spPr>
          <a:xfrm>
            <a:off x="8043659" y="1617663"/>
            <a:ext cx="368141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4" name="Picture Placeholder 13">
            <a:extLst>
              <a:ext uri="{FF2B5EF4-FFF2-40B4-BE49-F238E27FC236}">
                <a16:creationId xmlns:a16="http://schemas.microsoft.com/office/drawing/2014/main" xmlns="" id="{5AFC5DED-0840-16E5-8F18-4379BF12D5F2}"/>
              </a:ext>
            </a:extLst>
          </p:cNvPr>
          <p:cNvSpPr>
            <a:spLocks noGrp="1"/>
          </p:cNvSpPr>
          <p:nvPr>
            <p:ph type="pic" sz="quarter" idx="16" hasCustomPrompt="1"/>
          </p:nvPr>
        </p:nvSpPr>
        <p:spPr>
          <a:xfrm>
            <a:off x="8233173" y="1768475"/>
            <a:ext cx="649288" cy="646113"/>
          </a:xfrm>
        </p:spPr>
        <p:txBody>
          <a:bodyPr/>
          <a:lstStyle>
            <a:lvl1pPr>
              <a:defRPr sz="800"/>
            </a:lvl1pPr>
          </a:lstStyle>
          <a:p>
            <a:r>
              <a:rPr lang="en-US"/>
              <a:t>Icon</a:t>
            </a:r>
          </a:p>
        </p:txBody>
      </p:sp>
      <p:sp>
        <p:nvSpPr>
          <p:cNvPr id="5" name="Text Placeholder 2">
            <a:extLst>
              <a:ext uri="{FF2B5EF4-FFF2-40B4-BE49-F238E27FC236}">
                <a16:creationId xmlns:a16="http://schemas.microsoft.com/office/drawing/2014/main" xmlns="" id="{1D9C80B5-F2B1-5142-E9EE-47BC3FF2F2C1}"/>
              </a:ext>
            </a:extLst>
          </p:cNvPr>
          <p:cNvSpPr>
            <a:spLocks noGrp="1"/>
          </p:cNvSpPr>
          <p:nvPr>
            <p:ph type="body" idx="17"/>
          </p:nvPr>
        </p:nvSpPr>
        <p:spPr>
          <a:xfrm>
            <a:off x="8233282"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272168082"/>
      </p:ext>
    </p:extLst>
  </p:cSld>
  <p:clrMapOvr>
    <a:overrideClrMapping bg1="lt1" tx1="dk1" bg2="lt2" tx2="dk2" accent1="accent1" accent2="accent2" accent3="accent3" accent4="accent4" accent5="accent5" accent6="accent6" hlink="hlink" folHlink="folHlink"/>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Text, 3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818433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487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xmlns="" id="{998F902B-8E6B-8695-067B-58AAF47545FB}"/>
              </a:ext>
            </a:extLst>
          </p:cNvPr>
          <p:cNvSpPr>
            <a:spLocks noGrp="1" noRot="1" noMove="1" noResize="1" noEditPoints="1" noAdjustHandles="1" noChangeArrowheads="1" noChangeShapeType="1"/>
          </p:cNvSpPr>
          <p:nvPr userDrawn="1"/>
        </p:nvSpPr>
        <p:spPr>
          <a:xfrm>
            <a:off x="463550" y="1617663"/>
            <a:ext cx="3681413"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xmlns="" id="{B92D2E64-6BB9-928D-83F1-D878F96BBED4}"/>
              </a:ext>
            </a:extLst>
          </p:cNvPr>
          <p:cNvSpPr>
            <a:spLocks noGrp="1" noRot="1" noMove="1" noResize="1" noEditPoints="1" noAdjustHandles="1" noChangeArrowheads="1" noChangeShapeType="1"/>
          </p:cNvSpPr>
          <p:nvPr userDrawn="1"/>
        </p:nvSpPr>
        <p:spPr>
          <a:xfrm>
            <a:off x="4253436" y="1617663"/>
            <a:ext cx="368141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3" name="Rectangle 2">
            <a:extLst>
              <a:ext uri="{FF2B5EF4-FFF2-40B4-BE49-F238E27FC236}">
                <a16:creationId xmlns:a16="http://schemas.microsoft.com/office/drawing/2014/main" xmlns="" id="{03B89EE7-E754-D1FA-1426-29223B3B4CC6}"/>
              </a:ext>
            </a:extLst>
          </p:cNvPr>
          <p:cNvSpPr>
            <a:spLocks noGrp="1" noRot="1" noMove="1" noResize="1" noEditPoints="1" noAdjustHandles="1" noChangeArrowheads="1" noChangeShapeType="1"/>
          </p:cNvSpPr>
          <p:nvPr userDrawn="1"/>
        </p:nvSpPr>
        <p:spPr>
          <a:xfrm>
            <a:off x="8043659" y="1617663"/>
            <a:ext cx="368141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a16="http://schemas.microsoft.com/office/drawing/2014/main" xmlns="" id="{3AE1AD7F-7DED-19A3-7306-2020154AC120}"/>
              </a:ext>
            </a:extLst>
          </p:cNvPr>
          <p:cNvSpPr>
            <a:spLocks noGrp="1"/>
          </p:cNvSpPr>
          <p:nvPr>
            <p:ph type="pic" sz="quarter" idx="13" hasCustomPrompt="1"/>
          </p:nvPr>
        </p:nvSpPr>
        <p:spPr>
          <a:xfrm>
            <a:off x="672034" y="1768475"/>
            <a:ext cx="649288" cy="646113"/>
          </a:xfrm>
        </p:spPr>
        <p:txBody>
          <a:bodyPr/>
          <a:lstStyle>
            <a:lvl1pPr>
              <a:defRPr sz="800"/>
            </a:lvl1pPr>
          </a:lstStyle>
          <a:p>
            <a:r>
              <a:rPr lang="en-US"/>
              <a:t>Icon</a:t>
            </a:r>
          </a:p>
        </p:txBody>
      </p:sp>
      <p:sp>
        <p:nvSpPr>
          <p:cNvPr id="15" name="Picture Placeholder 13">
            <a:extLst>
              <a:ext uri="{FF2B5EF4-FFF2-40B4-BE49-F238E27FC236}">
                <a16:creationId xmlns:a16="http://schemas.microsoft.com/office/drawing/2014/main" xmlns="" id="{754D2A9F-A973-3F3C-9274-4715E5274C14}"/>
              </a:ext>
            </a:extLst>
          </p:cNvPr>
          <p:cNvSpPr>
            <a:spLocks noGrp="1"/>
          </p:cNvSpPr>
          <p:nvPr>
            <p:ph type="pic" sz="quarter" idx="14" hasCustomPrompt="1"/>
          </p:nvPr>
        </p:nvSpPr>
        <p:spPr>
          <a:xfrm>
            <a:off x="4446587" y="1768475"/>
            <a:ext cx="649288" cy="646113"/>
          </a:xfrm>
        </p:spPr>
        <p:txBody>
          <a:bodyPr/>
          <a:lstStyle>
            <a:lvl1pPr>
              <a:defRPr sz="800"/>
            </a:lvl1pPr>
          </a:lstStyle>
          <a:p>
            <a:r>
              <a:rPr lang="en-US"/>
              <a:t>Icon</a:t>
            </a:r>
          </a:p>
        </p:txBody>
      </p:sp>
      <p:sp>
        <p:nvSpPr>
          <p:cNvPr id="16" name="Text Placeholder 2">
            <a:extLst>
              <a:ext uri="{FF2B5EF4-FFF2-40B4-BE49-F238E27FC236}">
                <a16:creationId xmlns:a16="http://schemas.microsoft.com/office/drawing/2014/main" xmlns="" id="{3FBE1A82-59ED-A9FC-9A02-F3B54EF611E8}"/>
              </a:ext>
            </a:extLst>
          </p:cNvPr>
          <p:cNvSpPr>
            <a:spLocks noGrp="1"/>
          </p:cNvSpPr>
          <p:nvPr>
            <p:ph type="body" idx="1"/>
          </p:nvPr>
        </p:nvSpPr>
        <p:spPr>
          <a:xfrm>
            <a:off x="665162" y="4648782"/>
            <a:ext cx="253841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a16="http://schemas.microsoft.com/office/drawing/2014/main" xmlns="" id="{B5442419-EE56-AC34-88CB-69C70F0FABCB}"/>
              </a:ext>
            </a:extLst>
          </p:cNvPr>
          <p:cNvSpPr>
            <a:spLocks noGrp="1"/>
          </p:cNvSpPr>
          <p:nvPr>
            <p:ph type="body" idx="15"/>
          </p:nvPr>
        </p:nvSpPr>
        <p:spPr>
          <a:xfrm>
            <a:off x="4446696"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4" name="Picture Placeholder 13">
            <a:extLst>
              <a:ext uri="{FF2B5EF4-FFF2-40B4-BE49-F238E27FC236}">
                <a16:creationId xmlns:a16="http://schemas.microsoft.com/office/drawing/2014/main" xmlns="" id="{5AFC5DED-0840-16E5-8F18-4379BF12D5F2}"/>
              </a:ext>
            </a:extLst>
          </p:cNvPr>
          <p:cNvSpPr>
            <a:spLocks noGrp="1"/>
          </p:cNvSpPr>
          <p:nvPr>
            <p:ph type="pic" sz="quarter" idx="16" hasCustomPrompt="1"/>
          </p:nvPr>
        </p:nvSpPr>
        <p:spPr>
          <a:xfrm>
            <a:off x="8236810" y="1768475"/>
            <a:ext cx="649288" cy="646113"/>
          </a:xfrm>
        </p:spPr>
        <p:txBody>
          <a:bodyPr/>
          <a:lstStyle>
            <a:lvl1pPr>
              <a:defRPr sz="800"/>
            </a:lvl1pPr>
          </a:lstStyle>
          <a:p>
            <a:r>
              <a:rPr lang="en-US"/>
              <a:t>Icon</a:t>
            </a:r>
          </a:p>
        </p:txBody>
      </p:sp>
      <p:sp>
        <p:nvSpPr>
          <p:cNvPr id="5" name="Text Placeholder 2">
            <a:extLst>
              <a:ext uri="{FF2B5EF4-FFF2-40B4-BE49-F238E27FC236}">
                <a16:creationId xmlns:a16="http://schemas.microsoft.com/office/drawing/2014/main" xmlns="" id="{1D9C80B5-F2B1-5142-E9EE-47BC3FF2F2C1}"/>
              </a:ext>
            </a:extLst>
          </p:cNvPr>
          <p:cNvSpPr>
            <a:spLocks noGrp="1"/>
          </p:cNvSpPr>
          <p:nvPr>
            <p:ph type="body" idx="17"/>
          </p:nvPr>
        </p:nvSpPr>
        <p:spPr>
          <a:xfrm>
            <a:off x="8236919"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693845289"/>
      </p:ext>
    </p:extLst>
  </p:cSld>
  <p:clrMapOvr>
    <a:overrideClrMapping bg1="dk1" tx1="lt1" bg2="dk2" tx2="lt2" accent1="accent1" accent2="accent2" accent3="accent3" accent4="accent4" accent5="accent5" accent6="accent6" hlink="hlink" folHlink="folHlink"/>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Text, 4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32107319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589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xmlns="" id="{998F902B-8E6B-8695-067B-58AAF47545FB}"/>
              </a:ext>
            </a:extLst>
          </p:cNvPr>
          <p:cNvSpPr/>
          <p:nvPr userDrawn="1"/>
        </p:nvSpPr>
        <p:spPr>
          <a:xfrm>
            <a:off x="463550"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a16="http://schemas.microsoft.com/office/drawing/2014/main" xmlns="" id="{3AE1AD7F-7DED-19A3-7306-2020154AC120}"/>
              </a:ext>
            </a:extLst>
          </p:cNvPr>
          <p:cNvSpPr>
            <a:spLocks noGrp="1"/>
          </p:cNvSpPr>
          <p:nvPr>
            <p:ph type="pic" sz="quarter" idx="13" hasCustomPrompt="1"/>
          </p:nvPr>
        </p:nvSpPr>
        <p:spPr>
          <a:xfrm>
            <a:off x="675044" y="1768475"/>
            <a:ext cx="649288" cy="646113"/>
          </a:xfrm>
        </p:spPr>
        <p:txBody>
          <a:bodyPr/>
          <a:lstStyle>
            <a:lvl1pPr>
              <a:defRPr sz="800"/>
            </a:lvl1pPr>
          </a:lstStyle>
          <a:p>
            <a:r>
              <a:rPr lang="en-US"/>
              <a:t>Icon</a:t>
            </a:r>
          </a:p>
        </p:txBody>
      </p:sp>
      <p:sp>
        <p:nvSpPr>
          <p:cNvPr id="16" name="Text Placeholder 2">
            <a:extLst>
              <a:ext uri="{FF2B5EF4-FFF2-40B4-BE49-F238E27FC236}">
                <a16:creationId xmlns:a16="http://schemas.microsoft.com/office/drawing/2014/main" xmlns="" id="{3FBE1A82-59ED-A9FC-9A02-F3B54EF611E8}"/>
              </a:ext>
            </a:extLst>
          </p:cNvPr>
          <p:cNvSpPr>
            <a:spLocks noGrp="1"/>
          </p:cNvSpPr>
          <p:nvPr>
            <p:ph type="body" idx="1"/>
          </p:nvPr>
        </p:nvSpPr>
        <p:spPr>
          <a:xfrm>
            <a:off x="668172"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8" name="Rectangle 7">
            <a:extLst>
              <a:ext uri="{FF2B5EF4-FFF2-40B4-BE49-F238E27FC236}">
                <a16:creationId xmlns:a16="http://schemas.microsoft.com/office/drawing/2014/main" xmlns="" id="{6B57E3F4-9F43-3E4F-CF14-23C7A7BC11D4}"/>
              </a:ext>
            </a:extLst>
          </p:cNvPr>
          <p:cNvSpPr/>
          <p:nvPr userDrawn="1"/>
        </p:nvSpPr>
        <p:spPr>
          <a:xfrm>
            <a:off x="3311452"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Picture Placeholder 13">
            <a:extLst>
              <a:ext uri="{FF2B5EF4-FFF2-40B4-BE49-F238E27FC236}">
                <a16:creationId xmlns:a16="http://schemas.microsoft.com/office/drawing/2014/main" xmlns="" id="{22728A29-21C1-FE17-D872-29F33FF55B6B}"/>
              </a:ext>
            </a:extLst>
          </p:cNvPr>
          <p:cNvSpPr>
            <a:spLocks noGrp="1"/>
          </p:cNvSpPr>
          <p:nvPr>
            <p:ph type="pic" sz="quarter" idx="14" hasCustomPrompt="1"/>
          </p:nvPr>
        </p:nvSpPr>
        <p:spPr>
          <a:xfrm>
            <a:off x="3522946" y="1768475"/>
            <a:ext cx="649288" cy="646113"/>
          </a:xfrm>
        </p:spPr>
        <p:txBody>
          <a:bodyPr/>
          <a:lstStyle>
            <a:lvl1pPr>
              <a:defRPr sz="800"/>
            </a:lvl1pPr>
          </a:lstStyle>
          <a:p>
            <a:r>
              <a:rPr lang="en-US"/>
              <a:t>Icon</a:t>
            </a:r>
          </a:p>
        </p:txBody>
      </p:sp>
      <p:sp>
        <p:nvSpPr>
          <p:cNvPr id="13" name="Text Placeholder 2">
            <a:extLst>
              <a:ext uri="{FF2B5EF4-FFF2-40B4-BE49-F238E27FC236}">
                <a16:creationId xmlns:a16="http://schemas.microsoft.com/office/drawing/2014/main" xmlns="" id="{F8ED409C-9BB0-C0DE-2DC1-0D8C059AB7DE}"/>
              </a:ext>
            </a:extLst>
          </p:cNvPr>
          <p:cNvSpPr>
            <a:spLocks noGrp="1"/>
          </p:cNvSpPr>
          <p:nvPr>
            <p:ph type="body" idx="15"/>
          </p:nvPr>
        </p:nvSpPr>
        <p:spPr>
          <a:xfrm>
            <a:off x="3516074"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8" name="Rectangle 17">
            <a:extLst>
              <a:ext uri="{FF2B5EF4-FFF2-40B4-BE49-F238E27FC236}">
                <a16:creationId xmlns:a16="http://schemas.microsoft.com/office/drawing/2014/main" xmlns="" id="{D9C6F735-C3A7-934E-F16F-4C50B49CC156}"/>
              </a:ext>
            </a:extLst>
          </p:cNvPr>
          <p:cNvSpPr/>
          <p:nvPr userDrawn="1"/>
        </p:nvSpPr>
        <p:spPr>
          <a:xfrm>
            <a:off x="6159949"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9" name="Picture Placeholder 13">
            <a:extLst>
              <a:ext uri="{FF2B5EF4-FFF2-40B4-BE49-F238E27FC236}">
                <a16:creationId xmlns:a16="http://schemas.microsoft.com/office/drawing/2014/main" xmlns="" id="{F6DF4CC7-B693-843D-35B9-07755D443698}"/>
              </a:ext>
            </a:extLst>
          </p:cNvPr>
          <p:cNvSpPr>
            <a:spLocks noGrp="1"/>
          </p:cNvSpPr>
          <p:nvPr>
            <p:ph type="pic" sz="quarter" idx="16" hasCustomPrompt="1"/>
          </p:nvPr>
        </p:nvSpPr>
        <p:spPr>
          <a:xfrm>
            <a:off x="6371443" y="1768475"/>
            <a:ext cx="649288" cy="646113"/>
          </a:xfrm>
        </p:spPr>
        <p:txBody>
          <a:bodyPr/>
          <a:lstStyle>
            <a:lvl1pPr>
              <a:defRPr sz="800"/>
            </a:lvl1pPr>
          </a:lstStyle>
          <a:p>
            <a:r>
              <a:rPr lang="en-US"/>
              <a:t>Icon</a:t>
            </a:r>
          </a:p>
        </p:txBody>
      </p:sp>
      <p:sp>
        <p:nvSpPr>
          <p:cNvPr id="20" name="Text Placeholder 2">
            <a:extLst>
              <a:ext uri="{FF2B5EF4-FFF2-40B4-BE49-F238E27FC236}">
                <a16:creationId xmlns:a16="http://schemas.microsoft.com/office/drawing/2014/main" xmlns="" id="{DA02A4FC-804F-D905-C80A-508F4B13855C}"/>
              </a:ext>
            </a:extLst>
          </p:cNvPr>
          <p:cNvSpPr>
            <a:spLocks noGrp="1"/>
          </p:cNvSpPr>
          <p:nvPr>
            <p:ph type="body" idx="17"/>
          </p:nvPr>
        </p:nvSpPr>
        <p:spPr>
          <a:xfrm>
            <a:off x="6364571"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21" name="Rectangle 20">
            <a:extLst>
              <a:ext uri="{FF2B5EF4-FFF2-40B4-BE49-F238E27FC236}">
                <a16:creationId xmlns:a16="http://schemas.microsoft.com/office/drawing/2014/main" xmlns="" id="{D3073047-8DDC-8072-C8AA-70E1791CFDFC}"/>
              </a:ext>
            </a:extLst>
          </p:cNvPr>
          <p:cNvSpPr/>
          <p:nvPr userDrawn="1"/>
        </p:nvSpPr>
        <p:spPr>
          <a:xfrm>
            <a:off x="9001466"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2" name="Picture Placeholder 13">
            <a:extLst>
              <a:ext uri="{FF2B5EF4-FFF2-40B4-BE49-F238E27FC236}">
                <a16:creationId xmlns:a16="http://schemas.microsoft.com/office/drawing/2014/main" xmlns="" id="{E7725F3D-5680-EE14-2B2D-2F8650B78913}"/>
              </a:ext>
            </a:extLst>
          </p:cNvPr>
          <p:cNvSpPr>
            <a:spLocks noGrp="1"/>
          </p:cNvSpPr>
          <p:nvPr>
            <p:ph type="pic" sz="quarter" idx="18" hasCustomPrompt="1"/>
          </p:nvPr>
        </p:nvSpPr>
        <p:spPr>
          <a:xfrm>
            <a:off x="9212960" y="1768475"/>
            <a:ext cx="649288" cy="646113"/>
          </a:xfrm>
        </p:spPr>
        <p:txBody>
          <a:bodyPr/>
          <a:lstStyle>
            <a:lvl1pPr>
              <a:defRPr sz="800"/>
            </a:lvl1pPr>
          </a:lstStyle>
          <a:p>
            <a:r>
              <a:rPr lang="en-US"/>
              <a:t>Icon</a:t>
            </a:r>
          </a:p>
        </p:txBody>
      </p:sp>
      <p:sp>
        <p:nvSpPr>
          <p:cNvPr id="23" name="Text Placeholder 2">
            <a:extLst>
              <a:ext uri="{FF2B5EF4-FFF2-40B4-BE49-F238E27FC236}">
                <a16:creationId xmlns:a16="http://schemas.microsoft.com/office/drawing/2014/main" xmlns="" id="{47911148-2128-D9C7-8E63-A4AABC6503AB}"/>
              </a:ext>
            </a:extLst>
          </p:cNvPr>
          <p:cNvSpPr>
            <a:spLocks noGrp="1"/>
          </p:cNvSpPr>
          <p:nvPr>
            <p:ph type="body" idx="19"/>
          </p:nvPr>
        </p:nvSpPr>
        <p:spPr>
          <a:xfrm>
            <a:off x="9206088"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04561728"/>
      </p:ext>
    </p:extLst>
  </p:cSld>
  <p:clrMapOvr>
    <a:overrideClrMapping bg1="lt1" tx1="dk1" bg2="lt2" tx2="dk2" accent1="accent1" accent2="accent2" accent3="accent3" accent4="accent4" accent5="accent5" accent6="accent6" hlink="hlink" folHlink="folHlink"/>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Text, 4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21307401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692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xmlns="" id="{998F902B-8E6B-8695-067B-58AAF47545FB}"/>
              </a:ext>
            </a:extLst>
          </p:cNvPr>
          <p:cNvSpPr>
            <a:spLocks noGrp="1" noRot="1" noMove="1" noResize="1" noEditPoints="1" noAdjustHandles="1" noChangeArrowheads="1" noChangeShapeType="1"/>
          </p:cNvSpPr>
          <p:nvPr userDrawn="1"/>
        </p:nvSpPr>
        <p:spPr>
          <a:xfrm>
            <a:off x="463550"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a16="http://schemas.microsoft.com/office/drawing/2014/main" xmlns="" id="{3AE1AD7F-7DED-19A3-7306-2020154AC120}"/>
              </a:ext>
            </a:extLst>
          </p:cNvPr>
          <p:cNvSpPr>
            <a:spLocks noGrp="1"/>
          </p:cNvSpPr>
          <p:nvPr>
            <p:ph type="pic" sz="quarter" idx="13" hasCustomPrompt="1"/>
          </p:nvPr>
        </p:nvSpPr>
        <p:spPr>
          <a:xfrm>
            <a:off x="672034" y="1768475"/>
            <a:ext cx="649288" cy="646113"/>
          </a:xfrm>
        </p:spPr>
        <p:txBody>
          <a:bodyPr/>
          <a:lstStyle>
            <a:lvl1pPr>
              <a:defRPr sz="800"/>
            </a:lvl1pPr>
          </a:lstStyle>
          <a:p>
            <a:r>
              <a:rPr lang="en-US"/>
              <a:t>Icon</a:t>
            </a:r>
          </a:p>
        </p:txBody>
      </p:sp>
      <p:sp>
        <p:nvSpPr>
          <p:cNvPr id="16" name="Text Placeholder 2">
            <a:extLst>
              <a:ext uri="{FF2B5EF4-FFF2-40B4-BE49-F238E27FC236}">
                <a16:creationId xmlns:a16="http://schemas.microsoft.com/office/drawing/2014/main" xmlns="" id="{3FBE1A82-59ED-A9FC-9A02-F3B54EF611E8}"/>
              </a:ext>
            </a:extLst>
          </p:cNvPr>
          <p:cNvSpPr>
            <a:spLocks noGrp="1"/>
          </p:cNvSpPr>
          <p:nvPr>
            <p:ph type="body" idx="1"/>
          </p:nvPr>
        </p:nvSpPr>
        <p:spPr>
          <a:xfrm>
            <a:off x="665162"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8" name="Rectangle 7">
            <a:extLst>
              <a:ext uri="{FF2B5EF4-FFF2-40B4-BE49-F238E27FC236}">
                <a16:creationId xmlns:a16="http://schemas.microsoft.com/office/drawing/2014/main" xmlns="" id="{6B57E3F4-9F43-3E4F-CF14-23C7A7BC11D4}"/>
              </a:ext>
            </a:extLst>
          </p:cNvPr>
          <p:cNvSpPr>
            <a:spLocks noGrp="1" noRot="1" noMove="1" noResize="1" noEditPoints="1" noAdjustHandles="1" noChangeArrowheads="1" noChangeShapeType="1"/>
          </p:cNvSpPr>
          <p:nvPr userDrawn="1"/>
        </p:nvSpPr>
        <p:spPr>
          <a:xfrm>
            <a:off x="3311452"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Picture Placeholder 13">
            <a:extLst>
              <a:ext uri="{FF2B5EF4-FFF2-40B4-BE49-F238E27FC236}">
                <a16:creationId xmlns:a16="http://schemas.microsoft.com/office/drawing/2014/main" xmlns="" id="{22728A29-21C1-FE17-D872-29F33FF55B6B}"/>
              </a:ext>
            </a:extLst>
          </p:cNvPr>
          <p:cNvSpPr>
            <a:spLocks noGrp="1"/>
          </p:cNvSpPr>
          <p:nvPr>
            <p:ph type="pic" sz="quarter" idx="14" hasCustomPrompt="1"/>
          </p:nvPr>
        </p:nvSpPr>
        <p:spPr>
          <a:xfrm>
            <a:off x="3519936" y="1768475"/>
            <a:ext cx="649288" cy="646113"/>
          </a:xfrm>
        </p:spPr>
        <p:txBody>
          <a:bodyPr/>
          <a:lstStyle>
            <a:lvl1pPr>
              <a:defRPr sz="800"/>
            </a:lvl1pPr>
          </a:lstStyle>
          <a:p>
            <a:r>
              <a:rPr lang="en-US"/>
              <a:t>Icon</a:t>
            </a:r>
          </a:p>
        </p:txBody>
      </p:sp>
      <p:sp>
        <p:nvSpPr>
          <p:cNvPr id="13" name="Text Placeholder 2">
            <a:extLst>
              <a:ext uri="{FF2B5EF4-FFF2-40B4-BE49-F238E27FC236}">
                <a16:creationId xmlns:a16="http://schemas.microsoft.com/office/drawing/2014/main" xmlns="" id="{F8ED409C-9BB0-C0DE-2DC1-0D8C059AB7DE}"/>
              </a:ext>
            </a:extLst>
          </p:cNvPr>
          <p:cNvSpPr>
            <a:spLocks noGrp="1"/>
          </p:cNvSpPr>
          <p:nvPr>
            <p:ph type="body" idx="15"/>
          </p:nvPr>
        </p:nvSpPr>
        <p:spPr>
          <a:xfrm>
            <a:off x="3513064"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8" name="Rectangle 17">
            <a:extLst>
              <a:ext uri="{FF2B5EF4-FFF2-40B4-BE49-F238E27FC236}">
                <a16:creationId xmlns:a16="http://schemas.microsoft.com/office/drawing/2014/main" xmlns="" id="{D9C6F735-C3A7-934E-F16F-4C50B49CC156}"/>
              </a:ext>
            </a:extLst>
          </p:cNvPr>
          <p:cNvSpPr>
            <a:spLocks noGrp="1" noRot="1" noMove="1" noResize="1" noEditPoints="1" noAdjustHandles="1" noChangeArrowheads="1" noChangeShapeType="1"/>
          </p:cNvSpPr>
          <p:nvPr userDrawn="1"/>
        </p:nvSpPr>
        <p:spPr>
          <a:xfrm>
            <a:off x="6159949"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9" name="Picture Placeholder 13">
            <a:extLst>
              <a:ext uri="{FF2B5EF4-FFF2-40B4-BE49-F238E27FC236}">
                <a16:creationId xmlns:a16="http://schemas.microsoft.com/office/drawing/2014/main" xmlns="" id="{F6DF4CC7-B693-843D-35B9-07755D443698}"/>
              </a:ext>
            </a:extLst>
          </p:cNvPr>
          <p:cNvSpPr>
            <a:spLocks noGrp="1"/>
          </p:cNvSpPr>
          <p:nvPr>
            <p:ph type="pic" sz="quarter" idx="16" hasCustomPrompt="1"/>
          </p:nvPr>
        </p:nvSpPr>
        <p:spPr>
          <a:xfrm>
            <a:off x="6368433" y="1768475"/>
            <a:ext cx="649288" cy="646113"/>
          </a:xfrm>
        </p:spPr>
        <p:txBody>
          <a:bodyPr/>
          <a:lstStyle>
            <a:lvl1pPr>
              <a:defRPr sz="800"/>
            </a:lvl1pPr>
          </a:lstStyle>
          <a:p>
            <a:r>
              <a:rPr lang="en-US"/>
              <a:t>Icon</a:t>
            </a:r>
          </a:p>
        </p:txBody>
      </p:sp>
      <p:sp>
        <p:nvSpPr>
          <p:cNvPr id="20" name="Text Placeholder 2">
            <a:extLst>
              <a:ext uri="{FF2B5EF4-FFF2-40B4-BE49-F238E27FC236}">
                <a16:creationId xmlns:a16="http://schemas.microsoft.com/office/drawing/2014/main" xmlns="" id="{DA02A4FC-804F-D905-C80A-508F4B13855C}"/>
              </a:ext>
            </a:extLst>
          </p:cNvPr>
          <p:cNvSpPr>
            <a:spLocks noGrp="1"/>
          </p:cNvSpPr>
          <p:nvPr>
            <p:ph type="body" idx="17"/>
          </p:nvPr>
        </p:nvSpPr>
        <p:spPr>
          <a:xfrm>
            <a:off x="6361561"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21" name="Rectangle 20">
            <a:extLst>
              <a:ext uri="{FF2B5EF4-FFF2-40B4-BE49-F238E27FC236}">
                <a16:creationId xmlns:a16="http://schemas.microsoft.com/office/drawing/2014/main" xmlns="" id="{D3073047-8DDC-8072-C8AA-70E1791CFDFC}"/>
              </a:ext>
            </a:extLst>
          </p:cNvPr>
          <p:cNvSpPr>
            <a:spLocks noGrp="1" noRot="1" noMove="1" noResize="1" noEditPoints="1" noAdjustHandles="1" noChangeArrowheads="1" noChangeShapeType="1"/>
          </p:cNvSpPr>
          <p:nvPr userDrawn="1"/>
        </p:nvSpPr>
        <p:spPr>
          <a:xfrm>
            <a:off x="9001466"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2" name="Picture Placeholder 13">
            <a:extLst>
              <a:ext uri="{FF2B5EF4-FFF2-40B4-BE49-F238E27FC236}">
                <a16:creationId xmlns:a16="http://schemas.microsoft.com/office/drawing/2014/main" xmlns="" id="{E7725F3D-5680-EE14-2B2D-2F8650B78913}"/>
              </a:ext>
            </a:extLst>
          </p:cNvPr>
          <p:cNvSpPr>
            <a:spLocks noGrp="1"/>
          </p:cNvSpPr>
          <p:nvPr>
            <p:ph type="pic" sz="quarter" idx="18" hasCustomPrompt="1"/>
          </p:nvPr>
        </p:nvSpPr>
        <p:spPr>
          <a:xfrm>
            <a:off x="9209950" y="1768475"/>
            <a:ext cx="649288" cy="646113"/>
          </a:xfrm>
        </p:spPr>
        <p:txBody>
          <a:bodyPr/>
          <a:lstStyle>
            <a:lvl1pPr>
              <a:defRPr sz="800"/>
            </a:lvl1pPr>
          </a:lstStyle>
          <a:p>
            <a:r>
              <a:rPr lang="en-US"/>
              <a:t>Icon</a:t>
            </a:r>
          </a:p>
        </p:txBody>
      </p:sp>
      <p:sp>
        <p:nvSpPr>
          <p:cNvPr id="23" name="Text Placeholder 2">
            <a:extLst>
              <a:ext uri="{FF2B5EF4-FFF2-40B4-BE49-F238E27FC236}">
                <a16:creationId xmlns:a16="http://schemas.microsoft.com/office/drawing/2014/main" xmlns="" id="{47911148-2128-D9C7-8E63-A4AABC6503AB}"/>
              </a:ext>
            </a:extLst>
          </p:cNvPr>
          <p:cNvSpPr>
            <a:spLocks noGrp="1"/>
          </p:cNvSpPr>
          <p:nvPr>
            <p:ph type="body" idx="19"/>
          </p:nvPr>
        </p:nvSpPr>
        <p:spPr>
          <a:xfrm>
            <a:off x="9203078"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829942715"/>
      </p:ext>
    </p:extLst>
  </p:cSld>
  <p:clrMapOvr>
    <a:overrideClrMapping bg1="dk1" tx1="lt1" bg2="dk2" tx2="lt2" accent1="accent1" accent2="accent2" accent3="accent3" accent4="accent4" accent5="accent5" accent6="accent6" hlink="hlink" folHlink="folHlink"/>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6">
            <a:extLst>
              <a:ext uri="{FF2B5EF4-FFF2-40B4-BE49-F238E27FC236}">
                <a16:creationId xmlns:a16="http://schemas.microsoft.com/office/drawing/2014/main" xmlns="" id="{71717D90-43C9-C972-4D0A-8F8DB9E4B985}"/>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326396353"/>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Title Only (Carbon)">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6">
            <a:extLst>
              <a:ext uri="{FF2B5EF4-FFF2-40B4-BE49-F238E27FC236}">
                <a16:creationId xmlns:a16="http://schemas.microsoft.com/office/drawing/2014/main" xmlns="" id="{5B85D50D-E1D8-C209-D561-71978631B8F4}"/>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047269123"/>
      </p:ext>
    </p:extLst>
  </p:cSld>
  <p:clrMapOvr>
    <a:overrideClrMapping bg1="dk1" tx1="lt1" bg2="dk2" tx2="lt2" accent1="accent1" accent2="accent2" accent3="accent3" accent4="accent4" accent5="accent5" accent6="accent6" hlink="hlink" folHlink="folHlink"/>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 Placeholder 6">
            <a:extLst>
              <a:ext uri="{FF2B5EF4-FFF2-40B4-BE49-F238E27FC236}">
                <a16:creationId xmlns:a16="http://schemas.microsoft.com/office/drawing/2014/main" xmlns="" id="{8AB8394B-8C24-A652-FDAD-A12D9786C379}"/>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4102115820"/>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Blank (Carbon)">
    <p:bg>
      <p:bgPr>
        <a:solidFill>
          <a:schemeClr val="bg1"/>
        </a:solidFill>
        <a:effectLst/>
      </p:bgPr>
    </p:bg>
    <p:spTree>
      <p:nvGrpSpPr>
        <p:cNvPr id="1" name=""/>
        <p:cNvGrpSpPr/>
        <p:nvPr/>
      </p:nvGrpSpPr>
      <p:grpSpPr>
        <a:xfrm>
          <a:off x="0" y="0"/>
          <a:ext cx="0" cy="0"/>
          <a:chOff x="0" y="0"/>
          <a:chExt cx="0" cy="0"/>
        </a:xfrm>
      </p:grpSpPr>
      <p:sp>
        <p:nvSpPr>
          <p:cNvPr id="2" name="Text Placeholder 6">
            <a:extLst>
              <a:ext uri="{FF2B5EF4-FFF2-40B4-BE49-F238E27FC236}">
                <a16:creationId xmlns:a16="http://schemas.microsoft.com/office/drawing/2014/main" xmlns="" id="{D9A041E9-D37B-F094-0DEB-67D1437229D7}"/>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4260849756"/>
      </p:ext>
    </p:extLst>
  </p:cSld>
  <p:clrMapOvr>
    <a:overrideClrMapping bg1="dk1" tx1="lt1" bg2="dk2" tx2="lt2" accent1="accent1" accent2="accent2" accent3="accent3" accent4="accent4" accent5="accent5" accent6="accent6" hlink="hlink" folHlink="folHlink"/>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186588606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794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3310147" y="1305349"/>
            <a:ext cx="5571717" cy="4247317"/>
          </a:xfrm>
          <a:prstGeom prst="rect">
            <a:avLst/>
          </a:prstGeom>
          <a:noFill/>
        </p:spPr>
        <p:txBody>
          <a:bodyPr wrap="none" lIns="0" tIns="0" rIns="0" bIns="0" rtlCol="0" anchor="ctr">
            <a:spAutoFit/>
          </a:bodyPr>
          <a:lstStyle/>
          <a:p>
            <a:pPr algn="ctr"/>
            <a:r>
              <a:rPr lang="en-US" sz="13800">
                <a:solidFill>
                  <a:srgbClr val="000000"/>
                </a:solidFill>
              </a:rPr>
              <a:t>Data</a:t>
            </a:r>
          </a:p>
          <a:p>
            <a:pPr algn="ctr"/>
            <a:r>
              <a:rPr lang="en-US" sz="13800">
                <a:solidFill>
                  <a:srgbClr val="000000"/>
                </a:solidFill>
              </a:rPr>
              <a:t>layouts</a:t>
            </a:r>
          </a:p>
        </p:txBody>
      </p:sp>
    </p:spTree>
    <p:extLst>
      <p:ext uri="{BB962C8B-B14F-4D97-AF65-F5344CB8AC3E}">
        <p14:creationId xmlns:p14="http://schemas.microsoft.com/office/powerpoint/2010/main" val="1868601778"/>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Data 1">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26984567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896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37C2CDB7-C805-4574-12AD-751C92140439}"/>
              </a:ext>
            </a:extLst>
          </p:cNvPr>
          <p:cNvSpPr>
            <a:spLocks noGrp="1"/>
          </p:cNvSpPr>
          <p:nvPr>
            <p:ph type="title" hasCustomPrompt="1"/>
          </p:nvPr>
        </p:nvSpPr>
        <p:spPr>
          <a:xfrm>
            <a:off x="565149" y="460375"/>
            <a:ext cx="4421189" cy="731520"/>
          </a:xfrm>
        </p:spPr>
        <p:txBody>
          <a:bodyPr vert="horz"/>
          <a:lstStyle/>
          <a:p>
            <a:r>
              <a:rPr lang="en-US"/>
              <a:t>Click to add title</a:t>
            </a:r>
          </a:p>
        </p:txBody>
      </p:sp>
      <p:sp>
        <p:nvSpPr>
          <p:cNvPr id="9" name="Text Placeholder 11">
            <a:extLst>
              <a:ext uri="{FF2B5EF4-FFF2-40B4-BE49-F238E27FC236}">
                <a16:creationId xmlns:a16="http://schemas.microsoft.com/office/drawing/2014/main" xmlns="" id="{45FED2EC-A49F-30F9-9C6A-12C70193719E}"/>
              </a:ext>
            </a:extLst>
          </p:cNvPr>
          <p:cNvSpPr>
            <a:spLocks noGrp="1"/>
          </p:cNvSpPr>
          <p:nvPr>
            <p:ph type="body" sz="quarter" idx="13"/>
          </p:nvPr>
        </p:nvSpPr>
        <p:spPr>
          <a:xfrm>
            <a:off x="565150" y="2980224"/>
            <a:ext cx="3155271" cy="2109302"/>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
        <p:nvSpPr>
          <p:cNvPr id="5" name="Text Placeholder 6">
            <a:extLst>
              <a:ext uri="{FF2B5EF4-FFF2-40B4-BE49-F238E27FC236}">
                <a16:creationId xmlns:a16="http://schemas.microsoft.com/office/drawing/2014/main" xmlns="" id="{D4167920-63DE-54BB-E65F-1733269DFA65}"/>
              </a:ext>
            </a:extLst>
          </p:cNvPr>
          <p:cNvSpPr>
            <a:spLocks noGrp="1"/>
          </p:cNvSpPr>
          <p:nvPr>
            <p:ph type="body" sz="quarter" idx="14"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825738098"/>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Data 1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4505495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999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a16="http://schemas.microsoft.com/office/drawing/2014/main" xmlns="" id="{45FED2EC-A49F-30F9-9C6A-12C70193719E}"/>
              </a:ext>
            </a:extLst>
          </p:cNvPr>
          <p:cNvSpPr>
            <a:spLocks noGrp="1"/>
          </p:cNvSpPr>
          <p:nvPr>
            <p:ph type="body" sz="quarter" idx="13"/>
          </p:nvPr>
        </p:nvSpPr>
        <p:spPr>
          <a:xfrm>
            <a:off x="565150" y="2980224"/>
            <a:ext cx="3155271" cy="2109302"/>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6DE963B-81EE-2860-268D-B3A54072AD04}"/>
              </a:ext>
            </a:extLst>
          </p:cNvPr>
          <p:cNvSpPr>
            <a:spLocks noGrp="1"/>
          </p:cNvSpPr>
          <p:nvPr>
            <p:ph type="title" hasCustomPrompt="1"/>
          </p:nvPr>
        </p:nvSpPr>
        <p:spPr>
          <a:xfrm>
            <a:off x="565149" y="460375"/>
            <a:ext cx="4421189" cy="731520"/>
          </a:xfrm>
        </p:spPr>
        <p:txBody>
          <a:bodyPr vert="horz"/>
          <a:lstStyle/>
          <a:p>
            <a:r>
              <a:rPr lang="en-US"/>
              <a:t>Click to add title</a:t>
            </a:r>
          </a:p>
        </p:txBody>
      </p:sp>
      <p:sp>
        <p:nvSpPr>
          <p:cNvPr id="2" name="Text Placeholder 6">
            <a:extLst>
              <a:ext uri="{FF2B5EF4-FFF2-40B4-BE49-F238E27FC236}">
                <a16:creationId xmlns:a16="http://schemas.microsoft.com/office/drawing/2014/main" xmlns="" id="{A936678D-9654-7C99-C080-9E3A2B10C629}"/>
              </a:ext>
            </a:extLst>
          </p:cNvPr>
          <p:cNvSpPr>
            <a:spLocks noGrp="1"/>
          </p:cNvSpPr>
          <p:nvPr>
            <p:ph type="body" sz="quarter" idx="14"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4116866649"/>
      </p:ext>
    </p:extLst>
  </p:cSld>
  <p:clrMapOvr>
    <a:overrideClrMapping bg1="dk1" tx1="lt1" bg2="dk2" tx2="lt2" accent1="accent1" accent2="accent2" accent3="accent3" accent4="accent4" accent5="accent5" accent6="accent6" hlink="hlink" folHlink="folHlink"/>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Data 2">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279127367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101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a16="http://schemas.microsoft.com/office/drawing/2014/main" xmlns="" id="{45FED2EC-A49F-30F9-9C6A-12C70193719E}"/>
              </a:ext>
            </a:extLst>
          </p:cNvPr>
          <p:cNvSpPr>
            <a:spLocks noGrp="1"/>
          </p:cNvSpPr>
          <p:nvPr>
            <p:ph type="body" sz="quarter" idx="13"/>
          </p:nvPr>
        </p:nvSpPr>
        <p:spPr>
          <a:xfrm>
            <a:off x="565150" y="2980224"/>
            <a:ext cx="2233891" cy="2109302"/>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954394C-9F22-4B5A-7E4B-43D03EE746EF}"/>
              </a:ext>
            </a:extLst>
          </p:cNvPr>
          <p:cNvSpPr>
            <a:spLocks noGrp="1"/>
          </p:cNvSpPr>
          <p:nvPr>
            <p:ph type="title"/>
          </p:nvPr>
        </p:nvSpPr>
        <p:spPr/>
        <p:txBody>
          <a:bodyPr vert="horz"/>
          <a:lstStyle/>
          <a:p>
            <a:r>
              <a:rPr lang="en-US"/>
              <a:t>Click to edit Master title style</a:t>
            </a:r>
          </a:p>
        </p:txBody>
      </p:sp>
      <p:sp>
        <p:nvSpPr>
          <p:cNvPr id="14" name="Chart Placeholder 13">
            <a:extLst>
              <a:ext uri="{FF2B5EF4-FFF2-40B4-BE49-F238E27FC236}">
                <a16:creationId xmlns:a16="http://schemas.microsoft.com/office/drawing/2014/main" xmlns="" id="{5113F86D-1D68-351E-ADD3-B7DE5D59EAE7}"/>
              </a:ext>
            </a:extLst>
          </p:cNvPr>
          <p:cNvSpPr>
            <a:spLocks noGrp="1"/>
          </p:cNvSpPr>
          <p:nvPr>
            <p:ph type="chart" sz="quarter" idx="14"/>
          </p:nvPr>
        </p:nvSpPr>
        <p:spPr>
          <a:xfrm>
            <a:off x="3203575" y="1466850"/>
            <a:ext cx="8578850" cy="4829175"/>
          </a:xfrm>
        </p:spPr>
        <p:txBody>
          <a:bodyPr/>
          <a:lstStyle/>
          <a:p>
            <a:r>
              <a:rPr lang="en-US"/>
              <a:t>Click icon to add chart</a:t>
            </a:r>
          </a:p>
        </p:txBody>
      </p:sp>
      <p:sp>
        <p:nvSpPr>
          <p:cNvPr id="2" name="Text Placeholder 6">
            <a:extLst>
              <a:ext uri="{FF2B5EF4-FFF2-40B4-BE49-F238E27FC236}">
                <a16:creationId xmlns:a16="http://schemas.microsoft.com/office/drawing/2014/main" xmlns="" id="{41FFC367-0203-EC0E-10DF-B81D77491CB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4288492857"/>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Data 2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65071068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204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a16="http://schemas.microsoft.com/office/drawing/2014/main" xmlns="" id="{45FED2EC-A49F-30F9-9C6A-12C70193719E}"/>
              </a:ext>
            </a:extLst>
          </p:cNvPr>
          <p:cNvSpPr>
            <a:spLocks noGrp="1"/>
          </p:cNvSpPr>
          <p:nvPr>
            <p:ph type="body" sz="quarter" idx="13"/>
          </p:nvPr>
        </p:nvSpPr>
        <p:spPr>
          <a:xfrm>
            <a:off x="565150" y="2980224"/>
            <a:ext cx="2233891" cy="2109302"/>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954394C-9F22-4B5A-7E4B-43D03EE746EF}"/>
              </a:ext>
            </a:extLst>
          </p:cNvPr>
          <p:cNvSpPr>
            <a:spLocks noGrp="1"/>
          </p:cNvSpPr>
          <p:nvPr>
            <p:ph type="title"/>
          </p:nvPr>
        </p:nvSpPr>
        <p:spPr/>
        <p:txBody>
          <a:bodyPr vert="horz"/>
          <a:lstStyle/>
          <a:p>
            <a:r>
              <a:rPr lang="en-US"/>
              <a:t>Click to edit Master title style</a:t>
            </a:r>
          </a:p>
        </p:txBody>
      </p:sp>
      <p:sp>
        <p:nvSpPr>
          <p:cNvPr id="14" name="Chart Placeholder 13">
            <a:extLst>
              <a:ext uri="{FF2B5EF4-FFF2-40B4-BE49-F238E27FC236}">
                <a16:creationId xmlns:a16="http://schemas.microsoft.com/office/drawing/2014/main" xmlns="" id="{5113F86D-1D68-351E-ADD3-B7DE5D59EAE7}"/>
              </a:ext>
            </a:extLst>
          </p:cNvPr>
          <p:cNvSpPr>
            <a:spLocks noGrp="1"/>
          </p:cNvSpPr>
          <p:nvPr>
            <p:ph type="chart" sz="quarter" idx="14"/>
          </p:nvPr>
        </p:nvSpPr>
        <p:spPr>
          <a:xfrm>
            <a:off x="3203575" y="1466850"/>
            <a:ext cx="8578850" cy="4829175"/>
          </a:xfrm>
        </p:spPr>
        <p:txBody>
          <a:bodyPr/>
          <a:lstStyle/>
          <a:p>
            <a:r>
              <a:rPr lang="en-US"/>
              <a:t>Click icon to add chart</a:t>
            </a:r>
          </a:p>
        </p:txBody>
      </p:sp>
      <p:sp>
        <p:nvSpPr>
          <p:cNvPr id="2" name="Text Placeholder 6">
            <a:extLst>
              <a:ext uri="{FF2B5EF4-FFF2-40B4-BE49-F238E27FC236}">
                <a16:creationId xmlns:a16="http://schemas.microsoft.com/office/drawing/2014/main" xmlns="" id="{BA9A9E04-9AC1-B2EA-811C-A2EBF8AC04EE}"/>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335597385"/>
      </p:ext>
    </p:extLst>
  </p:cSld>
  <p:clrMapOvr>
    <a:overrideClrMapping bg1="dk1" tx1="lt1" bg2="dk2" tx2="lt2" accent1="accent1" accent2="accent2" accent3="accent3" accent4="accent4" accent5="accent5" accent6="accent6" hlink="hlink" folHlink="folHlink"/>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Data, ful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A19A38-4850-E5CA-EB9F-F82D965F923D}"/>
              </a:ext>
            </a:extLst>
          </p:cNvPr>
          <p:cNvSpPr>
            <a:spLocks noGrp="1"/>
          </p:cNvSpPr>
          <p:nvPr>
            <p:ph type="title"/>
          </p:nvPr>
        </p:nvSpPr>
        <p:spPr/>
        <p:txBody>
          <a:bodyPr/>
          <a:lstStyle/>
          <a:p>
            <a:r>
              <a:rPr lang="en-US"/>
              <a:t>Click to edit Master title style</a:t>
            </a:r>
          </a:p>
        </p:txBody>
      </p:sp>
      <p:sp>
        <p:nvSpPr>
          <p:cNvPr id="5" name="Content Placeholder 2">
            <a:extLst>
              <a:ext uri="{FF2B5EF4-FFF2-40B4-BE49-F238E27FC236}">
                <a16:creationId xmlns:a16="http://schemas.microsoft.com/office/drawing/2014/main" xmlns="" id="{0C5DB361-3B1E-9FE8-36F0-4FD95E6B270D}"/>
              </a:ext>
            </a:extLst>
          </p:cNvPr>
          <p:cNvSpPr>
            <a:spLocks noGrp="1"/>
          </p:cNvSpPr>
          <p:nvPr>
            <p:ph idx="1"/>
          </p:nvPr>
        </p:nvSpPr>
        <p:spPr>
          <a:xfrm>
            <a:off x="565149" y="1617663"/>
            <a:ext cx="11066462"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6">
            <a:extLst>
              <a:ext uri="{FF2B5EF4-FFF2-40B4-BE49-F238E27FC236}">
                <a16:creationId xmlns:a16="http://schemas.microsoft.com/office/drawing/2014/main" xmlns="" id="{CAED40FF-941F-42AC-B9C9-FBF2A861FE5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2425428598"/>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Data, full (Carbo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A19A38-4850-E5CA-EB9F-F82D965F923D}"/>
              </a:ext>
            </a:extLst>
          </p:cNvPr>
          <p:cNvSpPr>
            <a:spLocks noGrp="1"/>
          </p:cNvSpPr>
          <p:nvPr>
            <p:ph type="title"/>
          </p:nvPr>
        </p:nvSpPr>
        <p:spPr/>
        <p:txBody>
          <a:bodyPr/>
          <a:lstStyle/>
          <a:p>
            <a:r>
              <a:rPr lang="en-US"/>
              <a:t>Click to edit Master title style</a:t>
            </a:r>
          </a:p>
        </p:txBody>
      </p:sp>
      <p:sp>
        <p:nvSpPr>
          <p:cNvPr id="5" name="Content Placeholder 2">
            <a:extLst>
              <a:ext uri="{FF2B5EF4-FFF2-40B4-BE49-F238E27FC236}">
                <a16:creationId xmlns:a16="http://schemas.microsoft.com/office/drawing/2014/main" xmlns="" id="{0C5DB361-3B1E-9FE8-36F0-4FD95E6B270D}"/>
              </a:ext>
            </a:extLst>
          </p:cNvPr>
          <p:cNvSpPr>
            <a:spLocks noGrp="1"/>
          </p:cNvSpPr>
          <p:nvPr>
            <p:ph idx="1"/>
          </p:nvPr>
        </p:nvSpPr>
        <p:spPr>
          <a:xfrm>
            <a:off x="565149" y="1617663"/>
            <a:ext cx="11066462"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6">
            <a:extLst>
              <a:ext uri="{FF2B5EF4-FFF2-40B4-BE49-F238E27FC236}">
                <a16:creationId xmlns:a16="http://schemas.microsoft.com/office/drawing/2014/main" xmlns="" id="{CAED40FF-941F-42AC-B9C9-FBF2A861FE5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191196068"/>
      </p:ext>
    </p:extLst>
  </p:cSld>
  <p:clrMapOvr>
    <a:overrideClrMapping bg1="dk1" tx1="lt1" bg2="dk2" tx2="lt2" accent1="accent1" accent2="accent2" accent3="accent3" accent4="accent4" accent5="accent5" accent6="accent6" hlink="hlink" folHlink="folHlink"/>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27045877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306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433400" y="1305349"/>
            <a:ext cx="11325216" cy="4247317"/>
          </a:xfrm>
          <a:prstGeom prst="rect">
            <a:avLst/>
          </a:prstGeom>
          <a:noFill/>
        </p:spPr>
        <p:txBody>
          <a:bodyPr wrap="none" lIns="0" tIns="0" rIns="0" bIns="0" rtlCol="0" anchor="ctr">
            <a:spAutoFit/>
          </a:bodyPr>
          <a:lstStyle/>
          <a:p>
            <a:pPr algn="ctr"/>
            <a:r>
              <a:rPr lang="en-US" sz="13800">
                <a:solidFill>
                  <a:srgbClr val="000000"/>
                </a:solidFill>
              </a:rPr>
              <a:t>Section divider</a:t>
            </a:r>
          </a:p>
          <a:p>
            <a:pPr algn="ctr"/>
            <a:r>
              <a:rPr lang="en-US" sz="13800">
                <a:solidFill>
                  <a:srgbClr val="000000"/>
                </a:solidFill>
              </a:rPr>
              <a:t>layouts</a:t>
            </a:r>
          </a:p>
        </p:txBody>
      </p:sp>
    </p:spTree>
    <p:extLst>
      <p:ext uri="{BB962C8B-B14F-4D97-AF65-F5344CB8AC3E}">
        <p14:creationId xmlns:p14="http://schemas.microsoft.com/office/powerpoint/2010/main" val="317858611"/>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Divider 1 (Tan)">
    <p:bg>
      <p:bgRef idx="1001">
        <a:schemeClr val="bg2"/>
      </p:bgRef>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193764051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408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27050"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3030584707"/>
      </p:ext>
    </p:extLst>
  </p:cSld>
  <p:clrMapOvr>
    <a:overrideClrMapping bg1="lt1" tx1="dk1" bg2="lt2" tx2="dk2" accent1="accent1" accent2="accent2" accent3="accent3" accent4="accent4" accent5="accent5" accent6="accent6" hlink="hlink" folHlink="folHlink"/>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Divider 2 (Tan)">
    <p:bg>
      <p:bgRef idx="1001">
        <a:schemeClr val="bg2"/>
      </p:bgRef>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345867624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511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tx1"/>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684780283"/>
      </p:ext>
    </p:extLst>
  </p:cSld>
  <p:clrMapOvr>
    <a:overrideClrMapping bg1="lt1" tx1="dk1" bg2="lt2" tx2="dk2" accent1="accent1" accent2="accent2" accent3="accent3" accent4="accent4" accent5="accent5" accent6="accent6" hlink="hlink" folHlink="folHlink"/>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Divider 1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25449044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613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rgbClr val="BEB4AA"/>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3445421116"/>
      </p:ext>
    </p:extLst>
  </p:cSld>
  <p:clrMapOvr>
    <a:overrideClrMapping bg1="dk1" tx1="lt1" bg2="dk2" tx2="lt2" accent1="accent1" accent2="accent2" accent3="accent3" accent4="accent4" accent5="accent5" accent6="accent6" hlink="hlink" folHlink="folHlink"/>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Divider 2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97233700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716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chemeClr val="bg2"/>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1966480769"/>
      </p:ext>
    </p:extLst>
  </p:cSld>
  <p:clrMapOvr>
    <a:overrideClrMapping bg1="dk1" tx1="lt1" bg2="dk2" tx2="lt2" accent1="accent1" accent2="accent2" accent3="accent3" accent4="accent4" accent5="accent5" accent6="accent6" hlink="hlink" folHlink="folHlink"/>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Divider 3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139942180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818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bg2"/>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113068390"/>
      </p:ext>
    </p:extLst>
  </p:cSld>
  <p:clrMapOvr>
    <a:overrideClrMapping bg1="dk1" tx1="lt1" bg2="dk2" tx2="lt2" accent1="accent1" accent2="accent2" accent3="accent3" accent4="accent4" accent5="accent5" accent6="accent6" hlink="hlink" folHlink="folHlink"/>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Divider 1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345402771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920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rgbClr val="BEB4AA"/>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3473199204"/>
      </p:ext>
    </p:extLst>
  </p:cSld>
  <p:clrMapOvr>
    <a:overrideClrMapping bg1="dk1" tx1="lt1" bg2="dk2" tx2="lt2" accent1="accent1" accent2="accent2" accent3="accent3" accent4="accent4" accent5="accent5" accent6="accent6" hlink="hlink" folHlink="folHlink"/>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Divider 2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160608033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023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chemeClr val="bg2"/>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1573496620"/>
      </p:ext>
    </p:extLst>
  </p:cSld>
  <p:clrMapOvr>
    <a:overrideClrMapping bg1="dk1" tx1="lt1" bg2="dk2" tx2="lt2" accent1="accent1" accent2="accent2" accent3="accent3" accent4="accent4" accent5="accent5" accent6="accent6" hlink="hlink" folHlink="folHlink"/>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Divider 3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42849229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125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bg2"/>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025901173"/>
      </p:ext>
    </p:extLst>
  </p:cSld>
  <p:clrMapOvr>
    <a:overrideClrMapping bg1="dk1" tx1="lt1" bg2="dk2" tx2="lt2" accent1="accent1" accent2="accent2" accent3="accent3" accent4="accent4" accent5="accent5" accent6="accent6" hlink="hlink" folHlink="folHlink"/>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4168798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228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2232864" y="1305349"/>
            <a:ext cx="7726282" cy="4247317"/>
          </a:xfrm>
          <a:prstGeom prst="rect">
            <a:avLst/>
          </a:prstGeom>
          <a:noFill/>
        </p:spPr>
        <p:txBody>
          <a:bodyPr wrap="none" lIns="0" tIns="0" rIns="0" bIns="0" rtlCol="0" anchor="ctr">
            <a:spAutoFit/>
          </a:bodyPr>
          <a:lstStyle/>
          <a:p>
            <a:pPr algn="ctr"/>
            <a:r>
              <a:rPr lang="en-US" sz="13800">
                <a:solidFill>
                  <a:srgbClr val="000000"/>
                </a:solidFill>
              </a:rPr>
              <a:t>Large text </a:t>
            </a:r>
          </a:p>
          <a:p>
            <a:pPr algn="ctr"/>
            <a:r>
              <a:rPr lang="en-US" sz="13800">
                <a:solidFill>
                  <a:srgbClr val="000000"/>
                </a:solidFill>
              </a:rPr>
              <a:t>layouts</a:t>
            </a:r>
          </a:p>
        </p:txBody>
      </p:sp>
    </p:spTree>
    <p:extLst>
      <p:ext uri="{BB962C8B-B14F-4D97-AF65-F5344CB8AC3E}">
        <p14:creationId xmlns:p14="http://schemas.microsoft.com/office/powerpoint/2010/main" val="990869071"/>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Large Text">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358332353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330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2101737479"/>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Large Text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4098608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432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1939919774"/>
      </p:ext>
    </p:extLst>
  </p:cSld>
  <p:clrMapOvr>
    <a:overrideClrMapping bg1="lt1" tx1="dk1" bg2="lt2" tx2="dk2" accent1="accent1" accent2="accent2" accent3="accent3" accent4="accent4" accent5="accent5" accent6="accent6" hlink="hlink" folHlink="folHlink"/>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Large Text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61986468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535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1516569473"/>
      </p:ext>
    </p:extLst>
  </p:cSld>
  <p:clrMapOvr>
    <a:overrideClrMapping bg1="dk1" tx1="lt1" bg2="dk2" tx2="lt2" accent1="accent1" accent2="accent2" accent3="accent3" accent4="accent4" accent5="accent5" accent6="accent6" hlink="hlink" folHlink="folHlink"/>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Large Text, patter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5113001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637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8" name="Graphic 7">
            <a:extLst>
              <a:ext uri="{FF2B5EF4-FFF2-40B4-BE49-F238E27FC236}">
                <a16:creationId xmlns:a16="http://schemas.microsoft.com/office/drawing/2014/main" xmlns="" id="{703D0EC0-800C-017B-115C-E6C2A79F739E}"/>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
        <p:nvSpPr>
          <p:cNvPr id="9" name="Page# static">
            <a:extLst>
              <a:ext uri="{FF2B5EF4-FFF2-40B4-BE49-F238E27FC236}">
                <a16:creationId xmlns:a16="http://schemas.microsoft.com/office/drawing/2014/main" xmlns="" id="{961FCCAC-9A14-EABD-E6FC-0250DF9CC614}"/>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3" name="TextBox 2">
            <a:extLst>
              <a:ext uri="{FF2B5EF4-FFF2-40B4-BE49-F238E27FC236}">
                <a16:creationId xmlns:a16="http://schemas.microsoft.com/office/drawing/2014/main" xmlns="" id="{C5A28A1E-C0C1-68F9-2CC0-E47E8E939C27}"/>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000000"/>
                </a:solidFill>
              </a:rPr>
              <a:t>Tenarai</a:t>
            </a:r>
          </a:p>
        </p:txBody>
      </p:sp>
    </p:spTree>
    <p:extLst>
      <p:ext uri="{BB962C8B-B14F-4D97-AF65-F5344CB8AC3E}">
        <p14:creationId xmlns:p14="http://schemas.microsoft.com/office/powerpoint/2010/main" val="722347694"/>
      </p:ext>
    </p:extLst>
  </p:cSld>
  <p:clrMapOvr>
    <a:overrideClrMapping bg1="lt1" tx1="dk1" bg2="lt2" tx2="dk2" accent1="accent1" accent2="accent2" accent3="accent3" accent4="accent4" accent5="accent5" accent6="accent6" hlink="hlink" folHlink="folHlink"/>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Large Text, pattern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407726262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740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4" name="Graphic 3">
            <a:extLst>
              <a:ext uri="{FF2B5EF4-FFF2-40B4-BE49-F238E27FC236}">
                <a16:creationId xmlns:a16="http://schemas.microsoft.com/office/drawing/2014/main" xmlns="" id="{0EAE06A4-0CF9-D5F6-2C1C-A4EA49DA4107}"/>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
        <p:nvSpPr>
          <p:cNvPr id="12" name="Page# static">
            <a:extLst>
              <a:ext uri="{FF2B5EF4-FFF2-40B4-BE49-F238E27FC236}">
                <a16:creationId xmlns:a16="http://schemas.microsoft.com/office/drawing/2014/main" xmlns="" id="{CFD9CA61-A5D4-A8B1-D137-7AE49157FD8B}"/>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FFFFFF"/>
                </a:solidFill>
              </a:rPr>
              <a:pPr algn="r"/>
              <a:t>‹#›</a:t>
            </a:fld>
            <a:endParaRPr lang="en-US" sz="1000">
              <a:solidFill>
                <a:srgbClr val="FFFFFF"/>
              </a:solidFill>
            </a:endParaRPr>
          </a:p>
        </p:txBody>
      </p:sp>
      <p:sp>
        <p:nvSpPr>
          <p:cNvPr id="3" name="TextBox 2">
            <a:extLst>
              <a:ext uri="{FF2B5EF4-FFF2-40B4-BE49-F238E27FC236}">
                <a16:creationId xmlns:a16="http://schemas.microsoft.com/office/drawing/2014/main" xmlns="" id="{D2A8C3E6-DD95-5B46-D797-E225A8A1F31E}"/>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solidFill>
              </a:rPr>
              <a:t>Tenarai</a:t>
            </a:r>
          </a:p>
        </p:txBody>
      </p:sp>
    </p:spTree>
    <p:extLst>
      <p:ext uri="{BB962C8B-B14F-4D97-AF65-F5344CB8AC3E}">
        <p14:creationId xmlns:p14="http://schemas.microsoft.com/office/powerpoint/2010/main" val="408292974"/>
      </p:ext>
    </p:extLst>
  </p:cSld>
  <p:clrMapOvr>
    <a:overrideClrMapping bg1="dk1" tx1="lt1" bg2="dk2" tx2="lt2" accent1="accent1" accent2="accent2" accent3="accent3" accent4="accent4" accent5="accent5" accent6="accent6" hlink="hlink" folHlink="folHlink"/>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Quote Large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0173603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842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a16="http://schemas.microsoft.com/office/drawing/2014/main" xmlns="" id="{9BBEBE0E-152D-A16F-3630-C71A21EECEDC}"/>
              </a:ext>
            </a:extLst>
          </p:cNvPr>
          <p:cNvSpPr>
            <a:spLocks noGrp="1" noRot="1" noMove="1" noResize="1" noEditPoints="1" noAdjustHandles="1" noChangeArrowheads="1" noChangeShapeType="1"/>
          </p:cNvSpPr>
          <p:nvPr/>
        </p:nvSpPr>
        <p:spPr>
          <a:xfrm>
            <a:off x="8491622"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chemeClr val="tx2"/>
          </a:solidFill>
          <a:ln w="9525" cap="flat">
            <a:noFill/>
            <a:prstDash val="solid"/>
            <a:miter/>
          </a:ln>
        </p:spPr>
        <p:txBody>
          <a:bodyPr/>
          <a:lstStyle/>
          <a:p>
            <a:endParaRPr lang="en-US">
              <a:solidFill>
                <a:srgbClr val="000000"/>
              </a:solidFill>
            </a:endParaRPr>
          </a:p>
        </p:txBody>
      </p:sp>
      <p:sp>
        <p:nvSpPr>
          <p:cNvPr id="13" name="Graphic 6">
            <a:extLst>
              <a:ext uri="{FF2B5EF4-FFF2-40B4-BE49-F238E27FC236}">
                <a16:creationId xmlns:a16="http://schemas.microsoft.com/office/drawing/2014/main" xmlns="" id="{5704A31B-9B6E-C2A6-8DE0-7AD2C158968C}"/>
              </a:ext>
            </a:extLst>
          </p:cNvPr>
          <p:cNvSpPr>
            <a:spLocks noGrp="1" noRot="1" noMove="1" noResize="1" noEditPoints="1" noAdjustHandles="1" noChangeArrowheads="1" noChangeShapeType="1"/>
          </p:cNvSpPr>
          <p:nvPr userDrawn="1"/>
        </p:nvSpPr>
        <p:spPr>
          <a:xfrm>
            <a:off x="4512935"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chemeClr val="tx2"/>
          </a:solidFill>
          <a:ln w="9525" cap="flat">
            <a:noFill/>
            <a:prstDash val="solid"/>
            <a:miter/>
          </a:ln>
        </p:spPr>
        <p:txBody>
          <a:bodyPr/>
          <a:lstStyle/>
          <a:p>
            <a:endParaRPr lang="en-US">
              <a:solidFill>
                <a:srgbClr val="000000"/>
              </a:solidFill>
            </a:endParaRPr>
          </a:p>
        </p:txBody>
      </p:sp>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617663"/>
            <a:ext cx="9158288" cy="3773488"/>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2812478625"/>
      </p:ext>
    </p:extLst>
  </p:cSld>
  <p:clrMapOvr>
    <a:overrideClrMapping bg1="lt1" tx1="dk1" bg2="lt2" tx2="dk2" accent1="accent1" accent2="accent2" accent3="accent3" accent4="accent4" accent5="accent5" accent6="accent6" hlink="hlink" folHlink="folHlink"/>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Quote Large (Carbon)">
    <p:bg>
      <p:bgRef idx="1001">
        <a:schemeClr val="bg1"/>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361920857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944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a16="http://schemas.microsoft.com/office/drawing/2014/main" xmlns="" id="{9BBEBE0E-152D-A16F-3630-C71A21EECEDC}"/>
              </a:ext>
            </a:extLst>
          </p:cNvPr>
          <p:cNvSpPr>
            <a:spLocks noGrp="1" noRot="1" noMove="1" noResize="1" noEditPoints="1" noAdjustHandles="1" noChangeArrowheads="1" noChangeShapeType="1"/>
          </p:cNvSpPr>
          <p:nvPr/>
        </p:nvSpPr>
        <p:spPr>
          <a:xfrm>
            <a:off x="8491622"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rgbClr val="1E321E"/>
          </a:solidFill>
          <a:ln w="9525" cap="flat">
            <a:noFill/>
            <a:prstDash val="solid"/>
            <a:miter/>
          </a:ln>
        </p:spPr>
        <p:txBody>
          <a:bodyPr/>
          <a:lstStyle/>
          <a:p>
            <a:endParaRPr lang="en-US">
              <a:solidFill>
                <a:srgbClr val="FFFFFF"/>
              </a:solidFill>
            </a:endParaRPr>
          </a:p>
        </p:txBody>
      </p:sp>
      <p:sp>
        <p:nvSpPr>
          <p:cNvPr id="13" name="Graphic 6">
            <a:extLst>
              <a:ext uri="{FF2B5EF4-FFF2-40B4-BE49-F238E27FC236}">
                <a16:creationId xmlns:a16="http://schemas.microsoft.com/office/drawing/2014/main" xmlns="" id="{5704A31B-9B6E-C2A6-8DE0-7AD2C158968C}"/>
              </a:ext>
            </a:extLst>
          </p:cNvPr>
          <p:cNvSpPr>
            <a:spLocks noGrp="1" noRot="1" noMove="1" noResize="1" noEditPoints="1" noAdjustHandles="1" noChangeArrowheads="1" noChangeShapeType="1"/>
          </p:cNvSpPr>
          <p:nvPr userDrawn="1"/>
        </p:nvSpPr>
        <p:spPr>
          <a:xfrm>
            <a:off x="4512935"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rgbClr val="1E321E"/>
          </a:solidFill>
          <a:ln w="9525" cap="flat">
            <a:noFill/>
            <a:prstDash val="solid"/>
            <a:miter/>
          </a:ln>
        </p:spPr>
        <p:txBody>
          <a:bodyPr/>
          <a:lstStyle/>
          <a:p>
            <a:endParaRPr lang="en-US">
              <a:solidFill>
                <a:srgbClr val="FFFFFF"/>
              </a:solidFill>
            </a:endParaRPr>
          </a:p>
        </p:txBody>
      </p:sp>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617663"/>
            <a:ext cx="9158288" cy="3773488"/>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1868610825"/>
      </p:ext>
    </p:extLst>
  </p:cSld>
  <p:clrMapOvr>
    <a:overrideClrMapping bg1="dk1" tx1="lt1" bg2="dk2" tx2="lt2" accent1="accent1" accent2="accent2" accent3="accent3" accent4="accent4" accent5="accent5" accent6="accent6" hlink="hlink" folHlink="folHlink"/>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Quote Small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64404976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047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a16="http://schemas.microsoft.com/office/drawing/2014/main" xmlns="" id="{9BBEBE0E-152D-A16F-3630-C71A21EECEDC}"/>
              </a:ext>
            </a:extLst>
          </p:cNvPr>
          <p:cNvSpPr>
            <a:spLocks noGrp="1" noRot="1" noChangeAspect="1" noMove="1" noResize="1" noEditPoints="1" noAdjustHandles="1" noChangeArrowheads="1" noChangeShapeType="1"/>
          </p:cNvSpPr>
          <p:nvPr/>
        </p:nvSpPr>
        <p:spPr>
          <a:xfrm>
            <a:off x="10145268"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bg2"/>
            </a:solidFill>
            <a:prstDash val="solid"/>
            <a:miter/>
          </a:ln>
        </p:spPr>
        <p:txBody>
          <a:bodyPr/>
          <a:lstStyle/>
          <a:p>
            <a:endParaRPr lang="en-US">
              <a:solidFill>
                <a:srgbClr val="FFFFFF"/>
              </a:solidFill>
            </a:endParaRPr>
          </a:p>
        </p:txBody>
      </p:sp>
      <p:sp>
        <p:nvSpPr>
          <p:cNvPr id="5" name="Graphic 6">
            <a:extLst>
              <a:ext uri="{FF2B5EF4-FFF2-40B4-BE49-F238E27FC236}">
                <a16:creationId xmlns:a16="http://schemas.microsoft.com/office/drawing/2014/main" xmlns="" id="{8A7C7FDA-9484-79E1-3FBC-E8E366DADB95}"/>
              </a:ext>
            </a:extLst>
          </p:cNvPr>
          <p:cNvSpPr>
            <a:spLocks noGrp="1" noRot="1" noChangeAspect="1" noMove="1" noResize="1" noEditPoints="1" noAdjustHandles="1" noChangeArrowheads="1" noChangeShapeType="1"/>
          </p:cNvSpPr>
          <p:nvPr userDrawn="1"/>
        </p:nvSpPr>
        <p:spPr>
          <a:xfrm>
            <a:off x="8239686"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bg2"/>
            </a:solidFill>
            <a:prstDash val="solid"/>
            <a:miter/>
          </a:ln>
        </p:spPr>
        <p:txBody>
          <a:bodyPr/>
          <a:lstStyle/>
          <a:p>
            <a:endParaRPr lang="en-US">
              <a:solidFill>
                <a:srgbClr val="FFFFFF"/>
              </a:solidFill>
            </a:endParaRPr>
          </a:p>
        </p:txBody>
      </p:sp>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466851"/>
            <a:ext cx="9158288" cy="3924300"/>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2278801549"/>
      </p:ext>
    </p:extLst>
  </p:cSld>
  <p:clrMapOvr>
    <a:overrideClrMapping bg1="dk1" tx1="lt1" bg2="dk2" tx2="lt2" accent1="accent1" accent2="accent2" accent3="accent3" accent4="accent4" accent5="accent5" accent6="accent6" hlink="hlink" folHlink="folHlink"/>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Quote Small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30960572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149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a16="http://schemas.microsoft.com/office/drawing/2014/main" xmlns="" id="{9BBEBE0E-152D-A16F-3630-C71A21EECEDC}"/>
              </a:ext>
            </a:extLst>
          </p:cNvPr>
          <p:cNvSpPr>
            <a:spLocks noGrp="1" noRot="1" noChangeAspect="1" noMove="1" noResize="1" noEditPoints="1" noAdjustHandles="1" noChangeArrowheads="1" noChangeShapeType="1"/>
          </p:cNvSpPr>
          <p:nvPr/>
        </p:nvSpPr>
        <p:spPr>
          <a:xfrm>
            <a:off x="10145268"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tx2"/>
            </a:solidFill>
            <a:prstDash val="solid"/>
            <a:miter/>
          </a:ln>
        </p:spPr>
        <p:txBody>
          <a:bodyPr/>
          <a:lstStyle/>
          <a:p>
            <a:endParaRPr lang="en-US">
              <a:solidFill>
                <a:srgbClr val="000000"/>
              </a:solidFill>
            </a:endParaRPr>
          </a:p>
        </p:txBody>
      </p:sp>
      <p:sp>
        <p:nvSpPr>
          <p:cNvPr id="5" name="Graphic 6">
            <a:extLst>
              <a:ext uri="{FF2B5EF4-FFF2-40B4-BE49-F238E27FC236}">
                <a16:creationId xmlns:a16="http://schemas.microsoft.com/office/drawing/2014/main" xmlns="" id="{8A7C7FDA-9484-79E1-3FBC-E8E366DADB95}"/>
              </a:ext>
            </a:extLst>
          </p:cNvPr>
          <p:cNvSpPr>
            <a:spLocks noGrp="1" noRot="1" noChangeAspect="1" noMove="1" noResize="1" noEditPoints="1" noAdjustHandles="1" noChangeArrowheads="1" noChangeShapeType="1"/>
          </p:cNvSpPr>
          <p:nvPr userDrawn="1"/>
        </p:nvSpPr>
        <p:spPr>
          <a:xfrm>
            <a:off x="8239686"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tx2"/>
            </a:solidFill>
            <a:prstDash val="solid"/>
            <a:miter/>
          </a:ln>
        </p:spPr>
        <p:txBody>
          <a:bodyPr/>
          <a:lstStyle/>
          <a:p>
            <a:endParaRPr lang="en-US">
              <a:solidFill>
                <a:srgbClr val="000000"/>
              </a:solidFill>
            </a:endParaRPr>
          </a:p>
        </p:txBody>
      </p:sp>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466851"/>
            <a:ext cx="9158288" cy="3924300"/>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4055401298"/>
      </p:ext>
    </p:extLst>
  </p:cSld>
  <p:clrMapOvr>
    <a:overrideClrMapping bg1="lt1" tx1="dk1" bg2="lt2" tx2="dk2" accent1="accent1" accent2="accent2" accent3="accent3" accent4="accent4" accent5="accent5" accent6="accent6" hlink="hlink" folHlink="folHlink"/>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82106486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252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1437038" y="1305349"/>
            <a:ext cx="9317936" cy="4247317"/>
          </a:xfrm>
          <a:prstGeom prst="rect">
            <a:avLst/>
          </a:prstGeom>
          <a:noFill/>
        </p:spPr>
        <p:txBody>
          <a:bodyPr wrap="none" lIns="0" tIns="0" rIns="0" bIns="0" rtlCol="0" anchor="ctr">
            <a:spAutoFit/>
          </a:bodyPr>
          <a:lstStyle/>
          <a:p>
            <a:pPr algn="ctr"/>
            <a:r>
              <a:rPr lang="en-US" sz="13800">
                <a:solidFill>
                  <a:srgbClr val="000000"/>
                </a:solidFill>
              </a:rPr>
              <a:t>Text + Image</a:t>
            </a:r>
          </a:p>
          <a:p>
            <a:pPr algn="ctr"/>
            <a:r>
              <a:rPr lang="en-US" sz="13800">
                <a:solidFill>
                  <a:srgbClr val="000000"/>
                </a:solidFill>
              </a:rPr>
              <a:t>layouts</a:t>
            </a:r>
          </a:p>
        </p:txBody>
      </p:sp>
    </p:spTree>
    <p:extLst>
      <p:ext uri="{BB962C8B-B14F-4D97-AF65-F5344CB8AC3E}">
        <p14:creationId xmlns:p14="http://schemas.microsoft.com/office/powerpoint/2010/main" val="1289946805"/>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showMasterSp="0" preserve="1" userDrawn="1">
  <p:cSld name="Title Only + Image (white logo)">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204069778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354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a16="http://schemas.microsoft.com/office/drawing/2014/main" xmlns="" id="{D4560061-E12B-343E-74A9-8D141BE850FC}"/>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50000"/>
              <a:lumOff val="50000"/>
            </a:schemeClr>
          </a:solidFill>
        </p:spPr>
        <p:txBody>
          <a:bodyPr wrap="square">
            <a:noAutofit/>
          </a:bodyPr>
          <a:lstStyle/>
          <a:p>
            <a:r>
              <a:rPr lang="en-US"/>
              <a:t>Click icon to add picture</a:t>
            </a:r>
          </a:p>
        </p:txBody>
      </p:sp>
      <p:sp>
        <p:nvSpPr>
          <p:cNvPr id="5" name="Title 4">
            <a:extLst>
              <a:ext uri="{FF2B5EF4-FFF2-40B4-BE49-F238E27FC236}">
                <a16:creationId xmlns:a16="http://schemas.microsoft.com/office/drawing/2014/main" xmlns="" id="{1E261A2D-5A29-90C5-B92E-37A00CDF7A06}"/>
              </a:ext>
            </a:extLst>
          </p:cNvPr>
          <p:cNvSpPr>
            <a:spLocks noGrp="1"/>
          </p:cNvSpPr>
          <p:nvPr>
            <p:ph type="title"/>
          </p:nvPr>
        </p:nvSpPr>
        <p:spPr/>
        <p:txBody>
          <a:bodyPr vert="horz"/>
          <a:lstStyle>
            <a:lvl1pPr>
              <a:defRPr>
                <a:solidFill>
                  <a:schemeClr val="bg1"/>
                </a:solidFill>
              </a:defRPr>
            </a:lvl1pPr>
          </a:lstStyle>
          <a:p>
            <a:r>
              <a:rPr lang="en-US"/>
              <a:t>Click to edit Master title style</a:t>
            </a:r>
            <a:endParaRPr lang="en-US" dirty="0"/>
          </a:p>
        </p:txBody>
      </p:sp>
      <p:sp>
        <p:nvSpPr>
          <p:cNvPr id="6" name="Slide Number Placeholder 5">
            <a:extLst>
              <a:ext uri="{FF2B5EF4-FFF2-40B4-BE49-F238E27FC236}">
                <a16:creationId xmlns:a16="http://schemas.microsoft.com/office/drawing/2014/main" xmlns="" id="{9EA11B80-ED54-BA49-69A0-DA418072FEF3}"/>
              </a:ext>
            </a:extLst>
          </p:cNvPr>
          <p:cNvSpPr>
            <a:spLocks noGrp="1"/>
          </p:cNvSpPr>
          <p:nvPr>
            <p:ph type="sldNum" sz="quarter" idx="15"/>
          </p:nvPr>
        </p:nvSpPr>
        <p:spPr/>
        <p:txBody>
          <a:bodyPr/>
          <a:lstStyle>
            <a:lvl1pPr>
              <a:defRPr>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1423848775"/>
      </p:ext>
    </p:extLst>
  </p:cSld>
  <p:clrMapOvr>
    <a:overrideClrMapping bg1="lt1" tx1="dk1" bg2="lt2" tx2="dk2" accent1="accent1" accent2="accent2" accent3="accent3" accent4="accent4" accent5="accent5" accent6="accent6" hlink="hlink" folHlink="folHlink"/>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showMasterSp="0" preserve="1" userDrawn="1">
  <p:cSld name="Title Only + Image (dark logo)">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383320149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456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a16="http://schemas.microsoft.com/office/drawing/2014/main" xmlns="" id="{27A1CDB2-CCE0-BB20-550A-00A6A2BF7F12}"/>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95000"/>
            </a:schemeClr>
          </a:solidFill>
        </p:spPr>
        <p:txBody>
          <a:bodyPr wrap="square">
            <a:noAutofit/>
          </a:bodyPr>
          <a:lstStyle/>
          <a:p>
            <a:r>
              <a:rPr lang="en-US"/>
              <a:t>Click icon to add picture</a:t>
            </a:r>
          </a:p>
        </p:txBody>
      </p:sp>
      <p:sp>
        <p:nvSpPr>
          <p:cNvPr id="5" name="Title 4">
            <a:extLst>
              <a:ext uri="{FF2B5EF4-FFF2-40B4-BE49-F238E27FC236}">
                <a16:creationId xmlns:a16="http://schemas.microsoft.com/office/drawing/2014/main" xmlns="" id="{1E261A2D-5A29-90C5-B92E-37A00CDF7A06}"/>
              </a:ext>
            </a:extLst>
          </p:cNvPr>
          <p:cNvSpPr>
            <a:spLocks noGrp="1"/>
          </p:cNvSpPr>
          <p:nvPr>
            <p:ph type="title"/>
          </p:nvPr>
        </p:nvSpPr>
        <p:spPr/>
        <p:txBody>
          <a:bodyPr vert="horz"/>
          <a:lstStyle>
            <a:lvl1pPr>
              <a:defRPr>
                <a:solidFill>
                  <a:schemeClr val="bg1"/>
                </a:solidFill>
              </a:defRPr>
            </a:lvl1pPr>
          </a:lstStyle>
          <a:p>
            <a:r>
              <a:rPr lang="en-US"/>
              <a:t>Click to edit Master title style</a:t>
            </a:r>
            <a:endParaRPr lang="en-US" dirty="0"/>
          </a:p>
        </p:txBody>
      </p:sp>
      <p:sp>
        <p:nvSpPr>
          <p:cNvPr id="6" name="Slide Number Placeholder 5">
            <a:extLst>
              <a:ext uri="{FF2B5EF4-FFF2-40B4-BE49-F238E27FC236}">
                <a16:creationId xmlns:a16="http://schemas.microsoft.com/office/drawing/2014/main" xmlns="" id="{773BFFBA-BDD4-3A19-5F77-2115BCF77AE5}"/>
              </a:ext>
            </a:extLst>
          </p:cNvPr>
          <p:cNvSpPr>
            <a:spLocks noGrp="1"/>
          </p:cNvSpPr>
          <p:nvPr>
            <p:ph type="sldNum" sz="quarter" idx="15"/>
          </p:nvPr>
        </p:nvSpPr>
        <p:spPr>
          <a:noFill/>
        </p:spPr>
        <p:txBody>
          <a:bodyPr/>
          <a:lstStyle>
            <a:lvl1pPr>
              <a:defRPr>
                <a:solidFill>
                  <a:schemeClr val="bg1"/>
                </a:solidFill>
              </a:defRPr>
            </a:lvl1pPr>
          </a:lstStyle>
          <a:p>
            <a:fld id="{48F63A3B-78C7-47BE-AE5E-E10140E04643}" type="slidenum">
              <a:rPr lang="en-US" smtClean="0">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3037260919"/>
      </p:ext>
    </p:extLst>
  </p:cSld>
  <p:clrMapOvr>
    <a:overrideClrMapping bg1="dk1" tx1="lt1" bg2="dk2" tx2="lt2" accent1="accent1" accent2="accent2" accent3="accent3" accent4="accent4" accent5="accent5" accent6="accent6" hlink="hlink" folHlink="folHlink"/>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Text + Image, overlay white">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231249982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559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a16="http://schemas.microsoft.com/office/drawing/2014/main" xmlns="" id="{203AE294-C7C7-AF77-7408-9188832D4394}"/>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95000"/>
            </a:schemeClr>
          </a:solidFill>
        </p:spPr>
        <p:txBody>
          <a:bodyPr wrap="square">
            <a:noAutofit/>
          </a:bodyPr>
          <a:lstStyle/>
          <a:p>
            <a:r>
              <a:rPr lang="en-US"/>
              <a:t>Click icon to add picture</a:t>
            </a:r>
          </a:p>
        </p:txBody>
      </p:sp>
      <p:sp>
        <p:nvSpPr>
          <p:cNvPr id="2" name="Title 1">
            <a:extLst>
              <a:ext uri="{FF2B5EF4-FFF2-40B4-BE49-F238E27FC236}">
                <a16:creationId xmlns:a16="http://schemas.microsoft.com/office/drawing/2014/main" xmlns="" id="{2A8160C1-257C-7AAE-C491-296AF113DC78}"/>
              </a:ext>
            </a:extLst>
          </p:cNvPr>
          <p:cNvSpPr>
            <a:spLocks noGrp="1"/>
          </p:cNvSpPr>
          <p:nvPr>
            <p:ph type="title"/>
          </p:nvPr>
        </p:nvSpPr>
        <p:spPr>
          <a:xfrm>
            <a:off x="565150" y="460374"/>
            <a:ext cx="3479800" cy="2212975"/>
          </a:xfrm>
        </p:spPr>
        <p:txBody>
          <a:bodyPr vert="horz"/>
          <a:lstStyle>
            <a:lvl1pPr>
              <a:defRPr>
                <a:solidFill>
                  <a:schemeClr val="bg1"/>
                </a:solidFill>
              </a:defRPr>
            </a:lvl1pPr>
          </a:lstStyle>
          <a:p>
            <a:r>
              <a:rPr lang="en-US"/>
              <a:t>Click to edit Master title style</a:t>
            </a:r>
          </a:p>
        </p:txBody>
      </p:sp>
      <p:sp>
        <p:nvSpPr>
          <p:cNvPr id="13" name="Text Placeholder 12">
            <a:extLst>
              <a:ext uri="{FF2B5EF4-FFF2-40B4-BE49-F238E27FC236}">
                <a16:creationId xmlns:a16="http://schemas.microsoft.com/office/drawing/2014/main" xmlns="" id="{70DF3DD5-61B4-B393-5871-2AF2ADD0C804}"/>
              </a:ext>
            </a:extLst>
          </p:cNvPr>
          <p:cNvSpPr>
            <a:spLocks noGrp="1"/>
          </p:cNvSpPr>
          <p:nvPr>
            <p:ph type="body" sz="quarter" idx="14"/>
          </p:nvPr>
        </p:nvSpPr>
        <p:spPr>
          <a:xfrm>
            <a:off x="5334000" y="0"/>
            <a:ext cx="6858000" cy="6858000"/>
          </a:xfrm>
          <a:custGeom>
            <a:avLst/>
            <a:gdLst>
              <a:gd name="csX0" fmla="*/ 0 w 6858000"/>
              <a:gd name="csY0" fmla="*/ 0 h 6858000"/>
              <a:gd name="csX1" fmla="*/ 6858000 w 6858000"/>
              <a:gd name="csY1" fmla="*/ 0 h 6858000"/>
              <a:gd name="csX2" fmla="*/ 6858000 w 6858000"/>
              <a:gd name="csY2" fmla="*/ 6858000 h 6858000"/>
              <a:gd name="csX3" fmla="*/ 3429007 w 6858000"/>
              <a:gd name="csY3" fmla="*/ 6858000 h 6858000"/>
              <a:gd name="csX4" fmla="*/ 3429007 w 6858000"/>
              <a:gd name="csY4" fmla="*/ 3428993 h 6858000"/>
              <a:gd name="csX5" fmla="*/ 0 w 6858000"/>
              <a:gd name="csY5" fmla="*/ 3428993 h 6858000"/>
            </a:gdLst>
            <a:ahLst/>
            <a:cxnLst>
              <a:cxn ang="0">
                <a:pos x="csX0" y="csY0"/>
              </a:cxn>
              <a:cxn ang="0">
                <a:pos x="csX1" y="csY1"/>
              </a:cxn>
              <a:cxn ang="0">
                <a:pos x="csX2" y="csY2"/>
              </a:cxn>
              <a:cxn ang="0">
                <a:pos x="csX3" y="csY3"/>
              </a:cxn>
              <a:cxn ang="0">
                <a:pos x="csX4" y="csY4"/>
              </a:cxn>
              <a:cxn ang="0">
                <a:pos x="csX5" y="csY5"/>
              </a:cxn>
            </a:cxnLst>
            <a:rect l="l" t="t" r="r" b="b"/>
            <a:pathLst>
              <a:path w="6858000" h="6858000">
                <a:moveTo>
                  <a:pt x="0" y="0"/>
                </a:moveTo>
                <a:lnTo>
                  <a:pt x="6858000" y="0"/>
                </a:lnTo>
                <a:lnTo>
                  <a:pt x="6858000" y="6858000"/>
                </a:lnTo>
                <a:lnTo>
                  <a:pt x="3429007" y="6858000"/>
                </a:lnTo>
                <a:lnTo>
                  <a:pt x="3429007" y="3428993"/>
                </a:lnTo>
                <a:lnTo>
                  <a:pt x="0" y="3428993"/>
                </a:lnTo>
                <a:close/>
              </a:path>
            </a:pathLst>
          </a:custGeom>
          <a:solidFill>
            <a:schemeClr val="tx1">
              <a:alpha val="65000"/>
            </a:schemeClr>
          </a:solidFill>
        </p:spPr>
        <p:txBody>
          <a:bodyPr wrap="square" lIns="914400" tIns="402336" rIns="1371600">
            <a:noAutofit/>
          </a:bodyPr>
          <a:lstStyle>
            <a:lvl1pPr>
              <a:defRPr sz="1800">
                <a:solidFill>
                  <a:schemeClr val="bg1"/>
                </a:solidFill>
              </a:defRPr>
            </a:lvl1pPr>
            <a:lvl2pPr>
              <a:defRPr sz="1600"/>
            </a:lvl2pPr>
            <a:lvl3pPr>
              <a:defRPr sz="1600"/>
            </a:lvl3pPr>
            <a:lvl4pPr>
              <a:defRPr sz="1600"/>
            </a:lvl4pPr>
            <a:lvl5pPr>
              <a:defRPr sz="1600"/>
            </a:lvl5pPr>
          </a:lstStyle>
          <a:p>
            <a:pPr lvl="0"/>
            <a:r>
              <a:rPr lang="en-US"/>
              <a:t>Click to edit Master text styles</a:t>
            </a:r>
          </a:p>
        </p:txBody>
      </p:sp>
      <p:sp>
        <p:nvSpPr>
          <p:cNvPr id="6" name="Slide Number Placeholder 5">
            <a:extLst>
              <a:ext uri="{FF2B5EF4-FFF2-40B4-BE49-F238E27FC236}">
                <a16:creationId xmlns:a16="http://schemas.microsoft.com/office/drawing/2014/main" xmlns="" id="{CA7C3122-E6F9-FD8C-5516-A3734BC187BE}"/>
              </a:ext>
            </a:extLst>
          </p:cNvPr>
          <p:cNvSpPr>
            <a:spLocks noGrp="1"/>
          </p:cNvSpPr>
          <p:nvPr>
            <p:ph type="sldNum" sz="quarter" idx="16"/>
          </p:nvPr>
        </p:nvSpPr>
        <p:spPr/>
        <p:txBody>
          <a:bodyPr/>
          <a:lstStyle>
            <a:lvl1pPr>
              <a:defRPr>
                <a:solidFill>
                  <a:schemeClr val="tx1"/>
                </a:solidFill>
              </a:defRPr>
            </a:lvl1pPr>
          </a:lstStyle>
          <a:p>
            <a:fld id="{48F63A3B-78C7-47BE-AE5E-E10140E04643}" type="slidenum">
              <a:rPr lang="en-US" smtClean="0">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2206523961"/>
      </p:ext>
    </p:extLst>
  </p:cSld>
  <p:clrMapOvr>
    <a:overrideClrMapping bg1="dk1" tx1="lt1" bg2="dk2" tx2="lt2" accent1="accent1" accent2="accent2" accent3="accent3" accent4="accent4" accent5="accent5" accent6="accent6" hlink="hlink" folHlink="folHlink"/>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Text + Image, overlay dark">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192631802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661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a16="http://schemas.microsoft.com/office/drawing/2014/main" xmlns="" id="{185C2D0C-55B8-E2AC-5B89-356BBDF1C98D}"/>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bg1">
              <a:lumMod val="50000"/>
              <a:lumOff val="50000"/>
            </a:schemeClr>
          </a:solidFill>
        </p:spPr>
        <p:txBody>
          <a:bodyPr wrap="square">
            <a:noAutofit/>
          </a:bodyPr>
          <a:lstStyle/>
          <a:p>
            <a:r>
              <a:rPr lang="en-US"/>
              <a:t>Click icon to add picture</a:t>
            </a:r>
          </a:p>
        </p:txBody>
      </p:sp>
      <p:sp>
        <p:nvSpPr>
          <p:cNvPr id="2" name="Title 1">
            <a:extLst>
              <a:ext uri="{FF2B5EF4-FFF2-40B4-BE49-F238E27FC236}">
                <a16:creationId xmlns:a16="http://schemas.microsoft.com/office/drawing/2014/main" xmlns="" id="{2A8160C1-257C-7AAE-C491-296AF113DC78}"/>
              </a:ext>
            </a:extLst>
          </p:cNvPr>
          <p:cNvSpPr>
            <a:spLocks noGrp="1"/>
          </p:cNvSpPr>
          <p:nvPr>
            <p:ph type="title"/>
          </p:nvPr>
        </p:nvSpPr>
        <p:spPr>
          <a:xfrm>
            <a:off x="565150" y="460374"/>
            <a:ext cx="3479800" cy="2212975"/>
          </a:xfrm>
        </p:spPr>
        <p:txBody>
          <a:bodyPr vert="horz"/>
          <a:lstStyle/>
          <a:p>
            <a:r>
              <a:rPr lang="en-US"/>
              <a:t>Click to edit Master title style</a:t>
            </a:r>
          </a:p>
        </p:txBody>
      </p:sp>
      <p:sp>
        <p:nvSpPr>
          <p:cNvPr id="13" name="Text Placeholder 12">
            <a:extLst>
              <a:ext uri="{FF2B5EF4-FFF2-40B4-BE49-F238E27FC236}">
                <a16:creationId xmlns:a16="http://schemas.microsoft.com/office/drawing/2014/main" xmlns="" id="{70DF3DD5-61B4-B393-5871-2AF2ADD0C804}"/>
              </a:ext>
            </a:extLst>
          </p:cNvPr>
          <p:cNvSpPr>
            <a:spLocks noGrp="1"/>
          </p:cNvSpPr>
          <p:nvPr>
            <p:ph type="body" sz="quarter" idx="14"/>
          </p:nvPr>
        </p:nvSpPr>
        <p:spPr>
          <a:xfrm>
            <a:off x="5334000" y="0"/>
            <a:ext cx="6858000" cy="6858000"/>
          </a:xfrm>
          <a:custGeom>
            <a:avLst/>
            <a:gdLst>
              <a:gd name="csX0" fmla="*/ 0 w 6858000"/>
              <a:gd name="csY0" fmla="*/ 0 h 6858000"/>
              <a:gd name="csX1" fmla="*/ 6858000 w 6858000"/>
              <a:gd name="csY1" fmla="*/ 0 h 6858000"/>
              <a:gd name="csX2" fmla="*/ 6858000 w 6858000"/>
              <a:gd name="csY2" fmla="*/ 6858000 h 6858000"/>
              <a:gd name="csX3" fmla="*/ 3429007 w 6858000"/>
              <a:gd name="csY3" fmla="*/ 6858000 h 6858000"/>
              <a:gd name="csX4" fmla="*/ 3429007 w 6858000"/>
              <a:gd name="csY4" fmla="*/ 3428993 h 6858000"/>
              <a:gd name="csX5" fmla="*/ 0 w 6858000"/>
              <a:gd name="csY5" fmla="*/ 3428993 h 6858000"/>
            </a:gdLst>
            <a:ahLst/>
            <a:cxnLst>
              <a:cxn ang="0">
                <a:pos x="csX0" y="csY0"/>
              </a:cxn>
              <a:cxn ang="0">
                <a:pos x="csX1" y="csY1"/>
              </a:cxn>
              <a:cxn ang="0">
                <a:pos x="csX2" y="csY2"/>
              </a:cxn>
              <a:cxn ang="0">
                <a:pos x="csX3" y="csY3"/>
              </a:cxn>
              <a:cxn ang="0">
                <a:pos x="csX4" y="csY4"/>
              </a:cxn>
              <a:cxn ang="0">
                <a:pos x="csX5" y="csY5"/>
              </a:cxn>
            </a:cxnLst>
            <a:rect l="l" t="t" r="r" b="b"/>
            <a:pathLst>
              <a:path w="6858000" h="6858000">
                <a:moveTo>
                  <a:pt x="0" y="0"/>
                </a:moveTo>
                <a:lnTo>
                  <a:pt x="6858000" y="0"/>
                </a:lnTo>
                <a:lnTo>
                  <a:pt x="6858000" y="6858000"/>
                </a:lnTo>
                <a:lnTo>
                  <a:pt x="3429007" y="6858000"/>
                </a:lnTo>
                <a:lnTo>
                  <a:pt x="3429007" y="3428993"/>
                </a:lnTo>
                <a:lnTo>
                  <a:pt x="0" y="3428993"/>
                </a:lnTo>
                <a:close/>
              </a:path>
            </a:pathLst>
          </a:custGeom>
          <a:solidFill>
            <a:schemeClr val="bg1">
              <a:alpha val="30000"/>
            </a:schemeClr>
          </a:solidFill>
        </p:spPr>
        <p:txBody>
          <a:bodyPr wrap="square" lIns="914400" tIns="402336" rIns="1371600">
            <a:noAutofit/>
          </a:bodyPr>
          <a:lstStyle>
            <a:lvl1pPr>
              <a:defRPr sz="1800"/>
            </a:lvl1pPr>
            <a:lvl2pPr>
              <a:defRPr sz="1600"/>
            </a:lvl2pPr>
            <a:lvl3pPr>
              <a:defRPr sz="1600"/>
            </a:lvl3pPr>
            <a:lvl4pPr>
              <a:defRPr sz="1600"/>
            </a:lvl4pPr>
            <a:lvl5pPr>
              <a:defRPr sz="1600"/>
            </a:lvl5pPr>
          </a:lstStyle>
          <a:p>
            <a:pPr lvl="0"/>
            <a:r>
              <a:rPr lang="en-US"/>
              <a:t>Click to edit Master text styles</a:t>
            </a:r>
          </a:p>
        </p:txBody>
      </p:sp>
      <p:sp>
        <p:nvSpPr>
          <p:cNvPr id="6" name="Slide Number Placeholder 5">
            <a:extLst>
              <a:ext uri="{FF2B5EF4-FFF2-40B4-BE49-F238E27FC236}">
                <a16:creationId xmlns:a16="http://schemas.microsoft.com/office/drawing/2014/main" xmlns="" id="{34A4401C-3313-2C03-438B-0B7C7043CEB2}"/>
              </a:ext>
            </a:extLst>
          </p:cNvPr>
          <p:cNvSpPr>
            <a:spLocks noGrp="1"/>
          </p:cNvSpPr>
          <p:nvPr>
            <p:ph type="sldNum" sz="quarter" idx="16"/>
          </p:nvPr>
        </p:nvSpPr>
        <p:spPr/>
        <p:txBody>
          <a:bodyPr/>
          <a:lstStyle>
            <a:lvl1pPr>
              <a:defRPr>
                <a:solidFill>
                  <a:schemeClr val="tx1"/>
                </a:solidFill>
              </a:defRPr>
            </a:lvl1pPr>
          </a:lstStyle>
          <a:p>
            <a:fld id="{48F63A3B-78C7-47BE-AE5E-E10140E04643}" type="slidenum">
              <a:rPr lang="en-US" smtClean="0">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1521226675"/>
      </p:ext>
    </p:extLst>
  </p:cSld>
  <p:clrMapOvr>
    <a:overrideClrMapping bg1="dk1" tx1="lt1" bg2="dk2" tx2="lt2" accent1="accent1" accent2="accent2" accent3="accent3" accent4="accent4" accent5="accent5" accent6="accent6" hlink="hlink" folHlink="folHlink"/>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Text + Image, 33% lef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113069747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764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4346575" y="0"/>
            <a:ext cx="7845425" cy="6858000"/>
          </a:xfrm>
          <a:solidFill>
            <a:schemeClr val="bg1">
              <a:lumMod val="95000"/>
            </a:schemeClr>
          </a:solidFill>
        </p:spPr>
        <p:txBody>
          <a:bodyPr/>
          <a:lstStyle/>
          <a:p>
            <a:r>
              <a:rPr lang="en-US"/>
              <a:t>Click icon to add picture</a:t>
            </a:r>
          </a:p>
        </p:txBody>
      </p:sp>
      <p:sp>
        <p:nvSpPr>
          <p:cNvPr id="2" name="Title 1">
            <a:extLst>
              <a:ext uri="{FF2B5EF4-FFF2-40B4-BE49-F238E27FC236}">
                <a16:creationId xmlns:a16="http://schemas.microsoft.com/office/drawing/2014/main" xmlns=""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10" name="Text Placeholder 9">
            <a:extLst>
              <a:ext uri="{FF2B5EF4-FFF2-40B4-BE49-F238E27FC236}">
                <a16:creationId xmlns:a16="http://schemas.microsoft.com/office/drawing/2014/main" xmlns="" id="{88403ECA-F93D-BE4E-2FD5-BD8E047A9F00}"/>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7" name="Slide Number Placeholder 6">
            <a:extLst>
              <a:ext uri="{FF2B5EF4-FFF2-40B4-BE49-F238E27FC236}">
                <a16:creationId xmlns:a16="http://schemas.microsoft.com/office/drawing/2014/main" xmlns="" id="{1B7C2440-A050-99BC-6EE3-70279BE5C5F5}"/>
              </a:ext>
            </a:extLst>
          </p:cNvPr>
          <p:cNvSpPr>
            <a:spLocks noGrp="1"/>
          </p:cNvSpPr>
          <p:nvPr>
            <p:ph type="sldNum" sz="quarter" idx="15"/>
          </p:nvPr>
        </p:nvSpPr>
        <p:spPr/>
        <p:txBody>
          <a:bodyPr/>
          <a:lstStyle>
            <a:lvl1pPr>
              <a:defRPr>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4123124671"/>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Text + Image, 33% Left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403986272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866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4346575" y="0"/>
            <a:ext cx="7845425" cy="6858000"/>
          </a:xfrm>
          <a:solidFill>
            <a:schemeClr val="bg1">
              <a:lumMod val="50000"/>
              <a:lumOff val="50000"/>
            </a:schemeClr>
          </a:solidFill>
        </p:spPr>
        <p:txBody>
          <a:bodyPr/>
          <a:lstStyle/>
          <a:p>
            <a:r>
              <a:rPr lang="en-US"/>
              <a:t>Click icon to add picture</a:t>
            </a:r>
          </a:p>
        </p:txBody>
      </p:sp>
      <p:sp>
        <p:nvSpPr>
          <p:cNvPr id="2" name="Title 1">
            <a:extLst>
              <a:ext uri="{FF2B5EF4-FFF2-40B4-BE49-F238E27FC236}">
                <a16:creationId xmlns:a16="http://schemas.microsoft.com/office/drawing/2014/main" xmlns=""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a16="http://schemas.microsoft.com/office/drawing/2014/main" xmlns="" id="{388A1134-0987-22DD-8DD0-0A995B637E47}"/>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9" name="Slide Number Placeholder 8">
            <a:extLst>
              <a:ext uri="{FF2B5EF4-FFF2-40B4-BE49-F238E27FC236}">
                <a16:creationId xmlns:a16="http://schemas.microsoft.com/office/drawing/2014/main" xmlns="" id="{1E8D5F67-F09B-F6C0-93DE-F3E9F433FD94}"/>
              </a:ext>
            </a:extLst>
          </p:cNvPr>
          <p:cNvSpPr>
            <a:spLocks noGrp="1"/>
          </p:cNvSpPr>
          <p:nvPr>
            <p:ph type="sldNum" sz="quarter" idx="15"/>
          </p:nvPr>
        </p:nvSpPr>
        <p:spPr/>
        <p:txBody>
          <a:bodyPr/>
          <a:lstStyle>
            <a:lvl1pPr>
              <a:defRPr>
                <a:solidFill>
                  <a:schemeClr val="tx1"/>
                </a:solidFill>
              </a:defRPr>
            </a:lvl1pPr>
          </a:lstStyle>
          <a:p>
            <a:fld id="{48F63A3B-78C7-47BE-AE5E-E10140E04643}" type="slidenum">
              <a:rPr lang="en-US" smtClean="0">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2799683860"/>
      </p:ext>
    </p:extLst>
  </p:cSld>
  <p:clrMapOvr>
    <a:overrideClrMapping bg1="dk1" tx1="lt1" bg2="dk2" tx2="lt2" accent1="accent1" accent2="accent2" accent3="accent3" accent4="accent4" accent5="accent5" accent6="accent6" hlink="hlink" folHlink="folHlink"/>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Text + Image, inse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74969102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968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4346575" y="260350"/>
            <a:ext cx="7516368" cy="6035675"/>
          </a:xfrm>
          <a:solidFill>
            <a:schemeClr val="bg1">
              <a:lumMod val="95000"/>
            </a:schemeClr>
          </a:solidFill>
        </p:spPr>
        <p:txBody>
          <a:bodyPr/>
          <a:lstStyle/>
          <a:p>
            <a:r>
              <a:rPr lang="en-US"/>
              <a:t>Click icon to add picture</a:t>
            </a:r>
          </a:p>
        </p:txBody>
      </p:sp>
      <p:sp>
        <p:nvSpPr>
          <p:cNvPr id="2" name="Title 1">
            <a:extLst>
              <a:ext uri="{FF2B5EF4-FFF2-40B4-BE49-F238E27FC236}">
                <a16:creationId xmlns:a16="http://schemas.microsoft.com/office/drawing/2014/main" xmlns=""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a16="http://schemas.microsoft.com/office/drawing/2014/main" xmlns="" id="{E900B526-266F-B612-5C34-062E50CF80F6}"/>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737250338"/>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Text + Image, inset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62456504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071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4346575" y="260350"/>
            <a:ext cx="7516368" cy="6035675"/>
          </a:xfrm>
          <a:solidFill>
            <a:schemeClr val="bg1">
              <a:lumMod val="50000"/>
              <a:lumOff val="50000"/>
            </a:schemeClr>
          </a:solidFill>
        </p:spPr>
        <p:txBody>
          <a:bodyPr/>
          <a:lstStyle/>
          <a:p>
            <a:r>
              <a:rPr lang="en-US"/>
              <a:t>Click icon to add picture</a:t>
            </a:r>
          </a:p>
        </p:txBody>
      </p:sp>
      <p:sp>
        <p:nvSpPr>
          <p:cNvPr id="2" name="Title 1">
            <a:extLst>
              <a:ext uri="{FF2B5EF4-FFF2-40B4-BE49-F238E27FC236}">
                <a16:creationId xmlns:a16="http://schemas.microsoft.com/office/drawing/2014/main" xmlns=""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a16="http://schemas.microsoft.com/office/drawing/2014/main" xmlns="" id="{C8533EED-4FDE-C8A5-79CA-8C8A0202D107}"/>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796937857"/>
      </p:ext>
    </p:extLst>
  </p:cSld>
  <p:clrMapOvr>
    <a:overrideClrMapping bg1="dk1" tx1="lt1" bg2="dk2" tx2="lt2" accent1="accent1" accent2="accent2" accent3="accent3" accent4="accent4" accent5="accent5" accent6="accent6" hlink="hlink" folHlink="folHlink"/>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Text + Image, 2">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01996392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173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565150" y="1481052"/>
            <a:ext cx="5394960"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a16="http://schemas.microsoft.com/office/drawing/2014/main" xmlns="" id="{E900B526-266F-B612-5C34-062E50CF80F6}"/>
              </a:ext>
            </a:extLst>
          </p:cNvPr>
          <p:cNvSpPr>
            <a:spLocks noGrp="1"/>
          </p:cNvSpPr>
          <p:nvPr>
            <p:ph type="body" sz="quarter" idx="13"/>
          </p:nvPr>
        </p:nvSpPr>
        <p:spPr>
          <a:xfrm>
            <a:off x="565149" y="4191001"/>
            <a:ext cx="539496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70CD32A-0F00-F059-B64C-771616DEB459}"/>
              </a:ext>
            </a:extLst>
          </p:cNvPr>
          <p:cNvSpPr>
            <a:spLocks noGrp="1"/>
          </p:cNvSpPr>
          <p:nvPr>
            <p:ph type="title"/>
          </p:nvPr>
        </p:nvSpPr>
        <p:spPr/>
        <p:txBody>
          <a:bodyPr vert="horz"/>
          <a:lstStyle/>
          <a:p>
            <a:r>
              <a:rPr lang="en-US"/>
              <a:t>Click to edit Master title style</a:t>
            </a:r>
          </a:p>
        </p:txBody>
      </p:sp>
      <p:sp>
        <p:nvSpPr>
          <p:cNvPr id="12" name="Picture Placeholder 7">
            <a:extLst>
              <a:ext uri="{FF2B5EF4-FFF2-40B4-BE49-F238E27FC236}">
                <a16:creationId xmlns:a16="http://schemas.microsoft.com/office/drawing/2014/main" xmlns="" id="{F3162975-62F4-436D-4FC6-1EF79CDD4AC2}"/>
              </a:ext>
            </a:extLst>
          </p:cNvPr>
          <p:cNvSpPr>
            <a:spLocks noGrp="1"/>
          </p:cNvSpPr>
          <p:nvPr>
            <p:ph type="pic" sz="quarter" idx="14"/>
          </p:nvPr>
        </p:nvSpPr>
        <p:spPr>
          <a:xfrm>
            <a:off x="6248400" y="1481052"/>
            <a:ext cx="5394960" cy="2416683"/>
          </a:xfrm>
          <a:solidFill>
            <a:schemeClr val="bg1">
              <a:lumMod val="95000"/>
            </a:schemeClr>
          </a:solidFill>
        </p:spPr>
        <p:txBody>
          <a:bodyPr/>
          <a:lstStyle/>
          <a:p>
            <a:r>
              <a:rPr lang="en-US"/>
              <a:t>Click icon to add picture</a:t>
            </a:r>
          </a:p>
        </p:txBody>
      </p:sp>
      <p:sp>
        <p:nvSpPr>
          <p:cNvPr id="13" name="Text Placeholder 9">
            <a:extLst>
              <a:ext uri="{FF2B5EF4-FFF2-40B4-BE49-F238E27FC236}">
                <a16:creationId xmlns:a16="http://schemas.microsoft.com/office/drawing/2014/main" xmlns="" id="{2C720AD6-ACB0-70C4-C4D3-72062B4A44CD}"/>
              </a:ext>
            </a:extLst>
          </p:cNvPr>
          <p:cNvSpPr>
            <a:spLocks noGrp="1"/>
          </p:cNvSpPr>
          <p:nvPr>
            <p:ph type="body" sz="quarter" idx="15"/>
          </p:nvPr>
        </p:nvSpPr>
        <p:spPr>
          <a:xfrm>
            <a:off x="6248399" y="4191001"/>
            <a:ext cx="539496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856911038"/>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userDrawn="1">
  <p:cSld name="Text + Image, 2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5467931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276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565150" y="1481052"/>
            <a:ext cx="5394960"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a16="http://schemas.microsoft.com/office/drawing/2014/main" xmlns="" id="{E900B526-266F-B612-5C34-062E50CF80F6}"/>
              </a:ext>
            </a:extLst>
          </p:cNvPr>
          <p:cNvSpPr>
            <a:spLocks noGrp="1"/>
          </p:cNvSpPr>
          <p:nvPr>
            <p:ph type="body" sz="quarter" idx="13"/>
          </p:nvPr>
        </p:nvSpPr>
        <p:spPr>
          <a:xfrm>
            <a:off x="565149" y="4191001"/>
            <a:ext cx="539496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70CD32A-0F00-F059-B64C-771616DEB459}"/>
              </a:ext>
            </a:extLst>
          </p:cNvPr>
          <p:cNvSpPr>
            <a:spLocks noGrp="1"/>
          </p:cNvSpPr>
          <p:nvPr>
            <p:ph type="title"/>
          </p:nvPr>
        </p:nvSpPr>
        <p:spPr/>
        <p:txBody>
          <a:bodyPr vert="horz"/>
          <a:lstStyle/>
          <a:p>
            <a:r>
              <a:rPr lang="en-US"/>
              <a:t>Click to edit Master title style</a:t>
            </a:r>
          </a:p>
        </p:txBody>
      </p:sp>
      <p:sp>
        <p:nvSpPr>
          <p:cNvPr id="12" name="Picture Placeholder 7">
            <a:extLst>
              <a:ext uri="{FF2B5EF4-FFF2-40B4-BE49-F238E27FC236}">
                <a16:creationId xmlns:a16="http://schemas.microsoft.com/office/drawing/2014/main" xmlns="" id="{F3162975-62F4-436D-4FC6-1EF79CDD4AC2}"/>
              </a:ext>
            </a:extLst>
          </p:cNvPr>
          <p:cNvSpPr>
            <a:spLocks noGrp="1"/>
          </p:cNvSpPr>
          <p:nvPr>
            <p:ph type="pic" sz="quarter" idx="14"/>
          </p:nvPr>
        </p:nvSpPr>
        <p:spPr>
          <a:xfrm>
            <a:off x="6248400" y="1481052"/>
            <a:ext cx="5394960" cy="2416683"/>
          </a:xfrm>
          <a:solidFill>
            <a:schemeClr val="bg1">
              <a:lumMod val="50000"/>
              <a:lumOff val="50000"/>
            </a:schemeClr>
          </a:solidFill>
        </p:spPr>
        <p:txBody>
          <a:bodyPr/>
          <a:lstStyle/>
          <a:p>
            <a:r>
              <a:rPr lang="en-US"/>
              <a:t>Click icon to add picture</a:t>
            </a:r>
          </a:p>
        </p:txBody>
      </p:sp>
      <p:sp>
        <p:nvSpPr>
          <p:cNvPr id="13" name="Text Placeholder 9">
            <a:extLst>
              <a:ext uri="{FF2B5EF4-FFF2-40B4-BE49-F238E27FC236}">
                <a16:creationId xmlns:a16="http://schemas.microsoft.com/office/drawing/2014/main" xmlns="" id="{2C720AD6-ACB0-70C4-C4D3-72062B4A44CD}"/>
              </a:ext>
            </a:extLst>
          </p:cNvPr>
          <p:cNvSpPr>
            <a:spLocks noGrp="1"/>
          </p:cNvSpPr>
          <p:nvPr>
            <p:ph type="body" sz="quarter" idx="15"/>
          </p:nvPr>
        </p:nvSpPr>
        <p:spPr>
          <a:xfrm>
            <a:off x="6248399" y="4191001"/>
            <a:ext cx="539496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133383088"/>
      </p:ext>
    </p:extLst>
  </p:cSld>
  <p:clrMapOvr>
    <a:overrideClrMapping bg1="dk1" tx1="lt1" bg2="dk2" tx2="lt2" accent1="accent1" accent2="accent2" accent3="accent3" accent4="accent4" accent5="accent5" accent6="accent6" hlink="hlink" folHlink="folHlink"/>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userDrawn="1">
  <p:cSld name="Text + Image, 3">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57728713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378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565150" y="1481052"/>
            <a:ext cx="3479800"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a16="http://schemas.microsoft.com/office/drawing/2014/main" xmlns="" id="{E900B526-266F-B612-5C34-062E50CF80F6}"/>
              </a:ext>
            </a:extLst>
          </p:cNvPr>
          <p:cNvSpPr>
            <a:spLocks noGrp="1"/>
          </p:cNvSpPr>
          <p:nvPr>
            <p:ph type="body" sz="quarter" idx="13"/>
          </p:nvPr>
        </p:nvSpPr>
        <p:spPr>
          <a:xfrm>
            <a:off x="565149"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70CD32A-0F00-F059-B64C-771616DEB459}"/>
              </a:ext>
            </a:extLst>
          </p:cNvPr>
          <p:cNvSpPr>
            <a:spLocks noGrp="1"/>
          </p:cNvSpPr>
          <p:nvPr>
            <p:ph type="title"/>
          </p:nvPr>
        </p:nvSpPr>
        <p:spPr/>
        <p:txBody>
          <a:bodyPr vert="horz"/>
          <a:lstStyle/>
          <a:p>
            <a:r>
              <a:rPr lang="en-US"/>
              <a:t>Click to edit Master title style</a:t>
            </a:r>
          </a:p>
        </p:txBody>
      </p:sp>
      <p:sp>
        <p:nvSpPr>
          <p:cNvPr id="2" name="Picture Placeholder 7">
            <a:extLst>
              <a:ext uri="{FF2B5EF4-FFF2-40B4-BE49-F238E27FC236}">
                <a16:creationId xmlns:a16="http://schemas.microsoft.com/office/drawing/2014/main" xmlns="" id="{C426DFC7-77AC-5D09-1D2D-DF1BDDB507BC}"/>
              </a:ext>
            </a:extLst>
          </p:cNvPr>
          <p:cNvSpPr>
            <a:spLocks noGrp="1"/>
          </p:cNvSpPr>
          <p:nvPr>
            <p:ph type="pic" sz="quarter" idx="14"/>
          </p:nvPr>
        </p:nvSpPr>
        <p:spPr>
          <a:xfrm>
            <a:off x="4355373" y="1481052"/>
            <a:ext cx="3479800" cy="2416683"/>
          </a:xfrm>
          <a:solidFill>
            <a:schemeClr val="bg1">
              <a:lumMod val="95000"/>
            </a:schemeClr>
          </a:solidFill>
        </p:spPr>
        <p:txBody>
          <a:bodyPr/>
          <a:lstStyle/>
          <a:p>
            <a:r>
              <a:rPr lang="en-US"/>
              <a:t>Click icon to add picture</a:t>
            </a:r>
          </a:p>
        </p:txBody>
      </p:sp>
      <p:sp>
        <p:nvSpPr>
          <p:cNvPr id="9" name="Text Placeholder 9">
            <a:extLst>
              <a:ext uri="{FF2B5EF4-FFF2-40B4-BE49-F238E27FC236}">
                <a16:creationId xmlns:a16="http://schemas.microsoft.com/office/drawing/2014/main" xmlns="" id="{E61938BC-BFC8-5C34-14B6-ABA4979B2378}"/>
              </a:ext>
            </a:extLst>
          </p:cNvPr>
          <p:cNvSpPr>
            <a:spLocks noGrp="1"/>
          </p:cNvSpPr>
          <p:nvPr>
            <p:ph type="body" sz="quarter" idx="15"/>
          </p:nvPr>
        </p:nvSpPr>
        <p:spPr>
          <a:xfrm>
            <a:off x="4355372"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a16="http://schemas.microsoft.com/office/drawing/2014/main" xmlns="" id="{F0E6370C-4B6C-16C6-400E-ADA71B718584}"/>
              </a:ext>
            </a:extLst>
          </p:cNvPr>
          <p:cNvSpPr>
            <a:spLocks noGrp="1"/>
          </p:cNvSpPr>
          <p:nvPr>
            <p:ph type="pic" sz="quarter" idx="16"/>
          </p:nvPr>
        </p:nvSpPr>
        <p:spPr>
          <a:xfrm>
            <a:off x="8145596" y="1481052"/>
            <a:ext cx="3479800" cy="2416683"/>
          </a:xfrm>
          <a:solidFill>
            <a:schemeClr val="bg1">
              <a:lumMod val="95000"/>
            </a:schemeClr>
          </a:solidFill>
        </p:spPr>
        <p:txBody>
          <a:bodyPr/>
          <a:lstStyle/>
          <a:p>
            <a:r>
              <a:rPr lang="en-US"/>
              <a:t>Click icon to add picture</a:t>
            </a:r>
          </a:p>
        </p:txBody>
      </p:sp>
      <p:sp>
        <p:nvSpPr>
          <p:cNvPr id="11" name="Text Placeholder 9">
            <a:extLst>
              <a:ext uri="{FF2B5EF4-FFF2-40B4-BE49-F238E27FC236}">
                <a16:creationId xmlns:a16="http://schemas.microsoft.com/office/drawing/2014/main" xmlns="" id="{BDDDA5D0-45B3-08F4-D76C-47407E4CD0CF}"/>
              </a:ext>
            </a:extLst>
          </p:cNvPr>
          <p:cNvSpPr>
            <a:spLocks noGrp="1"/>
          </p:cNvSpPr>
          <p:nvPr>
            <p:ph type="body" sz="quarter" idx="17"/>
          </p:nvPr>
        </p:nvSpPr>
        <p:spPr>
          <a:xfrm>
            <a:off x="8145595"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899920229"/>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userDrawn="1">
  <p:cSld name="Text + Image, 3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198710448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480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565150" y="1481052"/>
            <a:ext cx="3479800"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a16="http://schemas.microsoft.com/office/drawing/2014/main" xmlns="" id="{E900B526-266F-B612-5C34-062E50CF80F6}"/>
              </a:ext>
            </a:extLst>
          </p:cNvPr>
          <p:cNvSpPr>
            <a:spLocks noGrp="1"/>
          </p:cNvSpPr>
          <p:nvPr>
            <p:ph type="body" sz="quarter" idx="13"/>
          </p:nvPr>
        </p:nvSpPr>
        <p:spPr>
          <a:xfrm>
            <a:off x="565149"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70CD32A-0F00-F059-B64C-771616DEB459}"/>
              </a:ext>
            </a:extLst>
          </p:cNvPr>
          <p:cNvSpPr>
            <a:spLocks noGrp="1"/>
          </p:cNvSpPr>
          <p:nvPr>
            <p:ph type="title"/>
          </p:nvPr>
        </p:nvSpPr>
        <p:spPr/>
        <p:txBody>
          <a:bodyPr vert="horz"/>
          <a:lstStyle/>
          <a:p>
            <a:r>
              <a:rPr lang="en-US"/>
              <a:t>Click to edit Master title style</a:t>
            </a:r>
          </a:p>
        </p:txBody>
      </p:sp>
      <p:sp>
        <p:nvSpPr>
          <p:cNvPr id="2" name="Picture Placeholder 7">
            <a:extLst>
              <a:ext uri="{FF2B5EF4-FFF2-40B4-BE49-F238E27FC236}">
                <a16:creationId xmlns:a16="http://schemas.microsoft.com/office/drawing/2014/main" xmlns="" id="{C426DFC7-77AC-5D09-1D2D-DF1BDDB507BC}"/>
              </a:ext>
            </a:extLst>
          </p:cNvPr>
          <p:cNvSpPr>
            <a:spLocks noGrp="1"/>
          </p:cNvSpPr>
          <p:nvPr>
            <p:ph type="pic" sz="quarter" idx="14"/>
          </p:nvPr>
        </p:nvSpPr>
        <p:spPr>
          <a:xfrm>
            <a:off x="4355373" y="1481052"/>
            <a:ext cx="3479800" cy="2416683"/>
          </a:xfrm>
          <a:solidFill>
            <a:schemeClr val="bg1">
              <a:lumMod val="50000"/>
              <a:lumOff val="50000"/>
            </a:schemeClr>
          </a:solidFill>
        </p:spPr>
        <p:txBody>
          <a:bodyPr/>
          <a:lstStyle/>
          <a:p>
            <a:r>
              <a:rPr lang="en-US"/>
              <a:t>Click icon to add picture</a:t>
            </a:r>
          </a:p>
        </p:txBody>
      </p:sp>
      <p:sp>
        <p:nvSpPr>
          <p:cNvPr id="9" name="Text Placeholder 9">
            <a:extLst>
              <a:ext uri="{FF2B5EF4-FFF2-40B4-BE49-F238E27FC236}">
                <a16:creationId xmlns:a16="http://schemas.microsoft.com/office/drawing/2014/main" xmlns="" id="{E61938BC-BFC8-5C34-14B6-ABA4979B2378}"/>
              </a:ext>
            </a:extLst>
          </p:cNvPr>
          <p:cNvSpPr>
            <a:spLocks noGrp="1"/>
          </p:cNvSpPr>
          <p:nvPr>
            <p:ph type="body" sz="quarter" idx="15"/>
          </p:nvPr>
        </p:nvSpPr>
        <p:spPr>
          <a:xfrm>
            <a:off x="4355372"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a16="http://schemas.microsoft.com/office/drawing/2014/main" xmlns="" id="{F0E6370C-4B6C-16C6-400E-ADA71B718584}"/>
              </a:ext>
            </a:extLst>
          </p:cNvPr>
          <p:cNvSpPr>
            <a:spLocks noGrp="1"/>
          </p:cNvSpPr>
          <p:nvPr>
            <p:ph type="pic" sz="quarter" idx="16"/>
          </p:nvPr>
        </p:nvSpPr>
        <p:spPr>
          <a:xfrm>
            <a:off x="8145596" y="1481052"/>
            <a:ext cx="3479800" cy="2416683"/>
          </a:xfrm>
          <a:solidFill>
            <a:schemeClr val="bg1">
              <a:lumMod val="50000"/>
              <a:lumOff val="50000"/>
            </a:schemeClr>
          </a:solidFill>
        </p:spPr>
        <p:txBody>
          <a:bodyPr/>
          <a:lstStyle/>
          <a:p>
            <a:r>
              <a:rPr lang="en-US"/>
              <a:t>Click icon to add picture</a:t>
            </a:r>
          </a:p>
        </p:txBody>
      </p:sp>
      <p:sp>
        <p:nvSpPr>
          <p:cNvPr id="11" name="Text Placeholder 9">
            <a:extLst>
              <a:ext uri="{FF2B5EF4-FFF2-40B4-BE49-F238E27FC236}">
                <a16:creationId xmlns:a16="http://schemas.microsoft.com/office/drawing/2014/main" xmlns="" id="{BDDDA5D0-45B3-08F4-D76C-47407E4CD0CF}"/>
              </a:ext>
            </a:extLst>
          </p:cNvPr>
          <p:cNvSpPr>
            <a:spLocks noGrp="1"/>
          </p:cNvSpPr>
          <p:nvPr>
            <p:ph type="body" sz="quarter" idx="17"/>
          </p:nvPr>
        </p:nvSpPr>
        <p:spPr>
          <a:xfrm>
            <a:off x="8145595"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930336317"/>
      </p:ext>
    </p:extLst>
  </p:cSld>
  <p:clrMapOvr>
    <a:overrideClrMapping bg1="dk1" tx1="lt1" bg2="dk2" tx2="lt2" accent1="accent1" accent2="accent2" accent3="accent3" accent4="accent4" accent5="accent5" accent6="accent6" hlink="hlink" folHlink="folHlink"/>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userDrawn="1">
  <p:cSld name="Text + Image, 4">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0335989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583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565150" y="1481052"/>
            <a:ext cx="2542032"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a16="http://schemas.microsoft.com/office/drawing/2014/main" xmlns="" id="{E900B526-266F-B612-5C34-062E50CF80F6}"/>
              </a:ext>
            </a:extLst>
          </p:cNvPr>
          <p:cNvSpPr>
            <a:spLocks noGrp="1"/>
          </p:cNvSpPr>
          <p:nvPr>
            <p:ph type="body" sz="quarter" idx="13"/>
          </p:nvPr>
        </p:nvSpPr>
        <p:spPr>
          <a:xfrm>
            <a:off x="565149" y="4191001"/>
            <a:ext cx="2542032"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70CD32A-0F00-F059-B64C-771616DEB459}"/>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2" name="Picture Placeholder 7">
            <a:extLst>
              <a:ext uri="{FF2B5EF4-FFF2-40B4-BE49-F238E27FC236}">
                <a16:creationId xmlns:a16="http://schemas.microsoft.com/office/drawing/2014/main" xmlns="" id="{C426DFC7-77AC-5D09-1D2D-DF1BDDB507BC}"/>
              </a:ext>
            </a:extLst>
          </p:cNvPr>
          <p:cNvSpPr>
            <a:spLocks noGrp="1"/>
          </p:cNvSpPr>
          <p:nvPr>
            <p:ph type="pic" sz="quarter" idx="14"/>
          </p:nvPr>
        </p:nvSpPr>
        <p:spPr>
          <a:xfrm>
            <a:off x="3406627" y="1481052"/>
            <a:ext cx="2542032" cy="2416683"/>
          </a:xfrm>
          <a:solidFill>
            <a:schemeClr val="bg1">
              <a:lumMod val="95000"/>
            </a:schemeClr>
          </a:solidFill>
        </p:spPr>
        <p:txBody>
          <a:bodyPr/>
          <a:lstStyle/>
          <a:p>
            <a:r>
              <a:rPr lang="en-US"/>
              <a:t>Click icon to add picture</a:t>
            </a:r>
          </a:p>
        </p:txBody>
      </p:sp>
      <p:sp>
        <p:nvSpPr>
          <p:cNvPr id="9" name="Text Placeholder 9">
            <a:extLst>
              <a:ext uri="{FF2B5EF4-FFF2-40B4-BE49-F238E27FC236}">
                <a16:creationId xmlns:a16="http://schemas.microsoft.com/office/drawing/2014/main" xmlns="" id="{E61938BC-BFC8-5C34-14B6-ABA4979B2378}"/>
              </a:ext>
            </a:extLst>
          </p:cNvPr>
          <p:cNvSpPr>
            <a:spLocks noGrp="1"/>
          </p:cNvSpPr>
          <p:nvPr>
            <p:ph type="body" sz="quarter" idx="15"/>
          </p:nvPr>
        </p:nvSpPr>
        <p:spPr>
          <a:xfrm>
            <a:off x="3408658"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a16="http://schemas.microsoft.com/office/drawing/2014/main" xmlns="" id="{F0E6370C-4B6C-16C6-400E-ADA71B718584}"/>
              </a:ext>
            </a:extLst>
          </p:cNvPr>
          <p:cNvSpPr>
            <a:spLocks noGrp="1"/>
          </p:cNvSpPr>
          <p:nvPr>
            <p:ph type="pic" sz="quarter" idx="16"/>
          </p:nvPr>
        </p:nvSpPr>
        <p:spPr>
          <a:xfrm>
            <a:off x="6248104" y="1481052"/>
            <a:ext cx="2542032" cy="2416683"/>
          </a:xfrm>
          <a:solidFill>
            <a:schemeClr val="bg1">
              <a:lumMod val="95000"/>
            </a:schemeClr>
          </a:solidFill>
        </p:spPr>
        <p:txBody>
          <a:bodyPr/>
          <a:lstStyle/>
          <a:p>
            <a:r>
              <a:rPr lang="en-US"/>
              <a:t>Click icon to add picture</a:t>
            </a:r>
          </a:p>
        </p:txBody>
      </p:sp>
      <p:sp>
        <p:nvSpPr>
          <p:cNvPr id="11" name="Text Placeholder 9">
            <a:extLst>
              <a:ext uri="{FF2B5EF4-FFF2-40B4-BE49-F238E27FC236}">
                <a16:creationId xmlns:a16="http://schemas.microsoft.com/office/drawing/2014/main" xmlns="" id="{BDDDA5D0-45B3-08F4-D76C-47407E4CD0CF}"/>
              </a:ext>
            </a:extLst>
          </p:cNvPr>
          <p:cNvSpPr>
            <a:spLocks noGrp="1"/>
          </p:cNvSpPr>
          <p:nvPr>
            <p:ph type="body" sz="quarter" idx="17"/>
          </p:nvPr>
        </p:nvSpPr>
        <p:spPr>
          <a:xfrm>
            <a:off x="6250135"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2" name="Picture Placeholder 7">
            <a:extLst>
              <a:ext uri="{FF2B5EF4-FFF2-40B4-BE49-F238E27FC236}">
                <a16:creationId xmlns:a16="http://schemas.microsoft.com/office/drawing/2014/main" xmlns="" id="{F46AC7D4-BC15-6A84-4467-242C1C4BAFE1}"/>
              </a:ext>
            </a:extLst>
          </p:cNvPr>
          <p:cNvSpPr>
            <a:spLocks noGrp="1"/>
          </p:cNvSpPr>
          <p:nvPr>
            <p:ph type="pic" sz="quarter" idx="18"/>
          </p:nvPr>
        </p:nvSpPr>
        <p:spPr>
          <a:xfrm>
            <a:off x="9089580" y="1481052"/>
            <a:ext cx="2542032" cy="2416683"/>
          </a:xfrm>
          <a:solidFill>
            <a:schemeClr val="bg1">
              <a:lumMod val="95000"/>
            </a:schemeClr>
          </a:solidFill>
        </p:spPr>
        <p:txBody>
          <a:bodyPr/>
          <a:lstStyle/>
          <a:p>
            <a:r>
              <a:rPr lang="en-US"/>
              <a:t>Click icon to add picture</a:t>
            </a:r>
          </a:p>
        </p:txBody>
      </p:sp>
      <p:sp>
        <p:nvSpPr>
          <p:cNvPr id="13" name="Text Placeholder 9">
            <a:extLst>
              <a:ext uri="{FF2B5EF4-FFF2-40B4-BE49-F238E27FC236}">
                <a16:creationId xmlns:a16="http://schemas.microsoft.com/office/drawing/2014/main" xmlns="" id="{9903FE93-7DD1-D9EC-1426-97509BCD2DCB}"/>
              </a:ext>
            </a:extLst>
          </p:cNvPr>
          <p:cNvSpPr>
            <a:spLocks noGrp="1"/>
          </p:cNvSpPr>
          <p:nvPr>
            <p:ph type="body" sz="quarter" idx="19"/>
          </p:nvPr>
        </p:nvSpPr>
        <p:spPr>
          <a:xfrm>
            <a:off x="9091612"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855891793"/>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userDrawn="1">
  <p:cSld name="Text + Image, 4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5074786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685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565150" y="1481052"/>
            <a:ext cx="2542032"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a16="http://schemas.microsoft.com/office/drawing/2014/main" xmlns="" id="{E900B526-266F-B612-5C34-062E50CF80F6}"/>
              </a:ext>
            </a:extLst>
          </p:cNvPr>
          <p:cNvSpPr>
            <a:spLocks noGrp="1"/>
          </p:cNvSpPr>
          <p:nvPr>
            <p:ph type="body" sz="quarter" idx="13"/>
          </p:nvPr>
        </p:nvSpPr>
        <p:spPr>
          <a:xfrm>
            <a:off x="565149" y="4191001"/>
            <a:ext cx="2542032"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70CD32A-0F00-F059-B64C-771616DEB459}"/>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2" name="Picture Placeholder 7">
            <a:extLst>
              <a:ext uri="{FF2B5EF4-FFF2-40B4-BE49-F238E27FC236}">
                <a16:creationId xmlns:a16="http://schemas.microsoft.com/office/drawing/2014/main" xmlns="" id="{C426DFC7-77AC-5D09-1D2D-DF1BDDB507BC}"/>
              </a:ext>
            </a:extLst>
          </p:cNvPr>
          <p:cNvSpPr>
            <a:spLocks noGrp="1"/>
          </p:cNvSpPr>
          <p:nvPr>
            <p:ph type="pic" sz="quarter" idx="14"/>
          </p:nvPr>
        </p:nvSpPr>
        <p:spPr>
          <a:xfrm>
            <a:off x="3406627" y="1481052"/>
            <a:ext cx="2542032" cy="2416683"/>
          </a:xfrm>
          <a:solidFill>
            <a:schemeClr val="bg1">
              <a:lumMod val="50000"/>
              <a:lumOff val="50000"/>
            </a:schemeClr>
          </a:solidFill>
        </p:spPr>
        <p:txBody>
          <a:bodyPr/>
          <a:lstStyle/>
          <a:p>
            <a:r>
              <a:rPr lang="en-US"/>
              <a:t>Click icon to add picture</a:t>
            </a:r>
          </a:p>
        </p:txBody>
      </p:sp>
      <p:sp>
        <p:nvSpPr>
          <p:cNvPr id="9" name="Text Placeholder 9">
            <a:extLst>
              <a:ext uri="{FF2B5EF4-FFF2-40B4-BE49-F238E27FC236}">
                <a16:creationId xmlns:a16="http://schemas.microsoft.com/office/drawing/2014/main" xmlns="" id="{E61938BC-BFC8-5C34-14B6-ABA4979B2378}"/>
              </a:ext>
            </a:extLst>
          </p:cNvPr>
          <p:cNvSpPr>
            <a:spLocks noGrp="1"/>
          </p:cNvSpPr>
          <p:nvPr>
            <p:ph type="body" sz="quarter" idx="15"/>
          </p:nvPr>
        </p:nvSpPr>
        <p:spPr>
          <a:xfrm>
            <a:off x="3408658"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a16="http://schemas.microsoft.com/office/drawing/2014/main" xmlns="" id="{F0E6370C-4B6C-16C6-400E-ADA71B718584}"/>
              </a:ext>
            </a:extLst>
          </p:cNvPr>
          <p:cNvSpPr>
            <a:spLocks noGrp="1"/>
          </p:cNvSpPr>
          <p:nvPr>
            <p:ph type="pic" sz="quarter" idx="16"/>
          </p:nvPr>
        </p:nvSpPr>
        <p:spPr>
          <a:xfrm>
            <a:off x="6248104" y="1481052"/>
            <a:ext cx="2542032" cy="2416683"/>
          </a:xfrm>
          <a:solidFill>
            <a:schemeClr val="bg1">
              <a:lumMod val="50000"/>
              <a:lumOff val="50000"/>
            </a:schemeClr>
          </a:solidFill>
        </p:spPr>
        <p:txBody>
          <a:bodyPr/>
          <a:lstStyle/>
          <a:p>
            <a:r>
              <a:rPr lang="en-US"/>
              <a:t>Click icon to add picture</a:t>
            </a:r>
          </a:p>
        </p:txBody>
      </p:sp>
      <p:sp>
        <p:nvSpPr>
          <p:cNvPr id="11" name="Text Placeholder 9">
            <a:extLst>
              <a:ext uri="{FF2B5EF4-FFF2-40B4-BE49-F238E27FC236}">
                <a16:creationId xmlns:a16="http://schemas.microsoft.com/office/drawing/2014/main" xmlns="" id="{BDDDA5D0-45B3-08F4-D76C-47407E4CD0CF}"/>
              </a:ext>
            </a:extLst>
          </p:cNvPr>
          <p:cNvSpPr>
            <a:spLocks noGrp="1"/>
          </p:cNvSpPr>
          <p:nvPr>
            <p:ph type="body" sz="quarter" idx="17"/>
          </p:nvPr>
        </p:nvSpPr>
        <p:spPr>
          <a:xfrm>
            <a:off x="6250135"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2" name="Picture Placeholder 7">
            <a:extLst>
              <a:ext uri="{FF2B5EF4-FFF2-40B4-BE49-F238E27FC236}">
                <a16:creationId xmlns:a16="http://schemas.microsoft.com/office/drawing/2014/main" xmlns="" id="{F46AC7D4-BC15-6A84-4467-242C1C4BAFE1}"/>
              </a:ext>
            </a:extLst>
          </p:cNvPr>
          <p:cNvSpPr>
            <a:spLocks noGrp="1"/>
          </p:cNvSpPr>
          <p:nvPr>
            <p:ph type="pic" sz="quarter" idx="18"/>
          </p:nvPr>
        </p:nvSpPr>
        <p:spPr>
          <a:xfrm>
            <a:off x="9089580" y="1481052"/>
            <a:ext cx="2542032" cy="2416683"/>
          </a:xfrm>
          <a:solidFill>
            <a:schemeClr val="bg1">
              <a:lumMod val="50000"/>
              <a:lumOff val="50000"/>
            </a:schemeClr>
          </a:solidFill>
        </p:spPr>
        <p:txBody>
          <a:bodyPr/>
          <a:lstStyle/>
          <a:p>
            <a:r>
              <a:rPr lang="en-US"/>
              <a:t>Click icon to add picture</a:t>
            </a:r>
          </a:p>
        </p:txBody>
      </p:sp>
      <p:sp>
        <p:nvSpPr>
          <p:cNvPr id="13" name="Text Placeholder 9">
            <a:extLst>
              <a:ext uri="{FF2B5EF4-FFF2-40B4-BE49-F238E27FC236}">
                <a16:creationId xmlns:a16="http://schemas.microsoft.com/office/drawing/2014/main" xmlns="" id="{9903FE93-7DD1-D9EC-1426-97509BCD2DCB}"/>
              </a:ext>
            </a:extLst>
          </p:cNvPr>
          <p:cNvSpPr>
            <a:spLocks noGrp="1"/>
          </p:cNvSpPr>
          <p:nvPr>
            <p:ph type="body" sz="quarter" idx="19"/>
          </p:nvPr>
        </p:nvSpPr>
        <p:spPr>
          <a:xfrm>
            <a:off x="9091612"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88871333"/>
      </p:ext>
    </p:extLst>
  </p:cSld>
  <p:clrMapOvr>
    <a:overrideClrMapping bg1="dk1" tx1="lt1" bg2="dk2" tx2="lt2" accent1="accent1" accent2="accent2" accent3="accent3" accent4="accent4" accent5="accent5" accent6="accent6" hlink="hlink" folHlink="folHlink"/>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237508618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788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3310147" y="1305349"/>
            <a:ext cx="5571717" cy="4247317"/>
          </a:xfrm>
          <a:prstGeom prst="rect">
            <a:avLst/>
          </a:prstGeom>
          <a:noFill/>
        </p:spPr>
        <p:txBody>
          <a:bodyPr wrap="none" lIns="0" tIns="0" rIns="0" bIns="0" rtlCol="0" anchor="ctr">
            <a:spAutoFit/>
          </a:bodyPr>
          <a:lstStyle/>
          <a:p>
            <a:pPr algn="ctr"/>
            <a:r>
              <a:rPr lang="en-US" sz="13800">
                <a:solidFill>
                  <a:srgbClr val="000000"/>
                </a:solidFill>
              </a:rPr>
              <a:t>Case</a:t>
            </a:r>
          </a:p>
          <a:p>
            <a:pPr algn="ctr"/>
            <a:r>
              <a:rPr lang="en-US" sz="13800">
                <a:solidFill>
                  <a:srgbClr val="000000"/>
                </a:solidFill>
              </a:rPr>
              <a:t>layouts</a:t>
            </a:r>
          </a:p>
        </p:txBody>
      </p:sp>
    </p:spTree>
    <p:extLst>
      <p:ext uri="{BB962C8B-B14F-4D97-AF65-F5344CB8AC3E}">
        <p14:creationId xmlns:p14="http://schemas.microsoft.com/office/powerpoint/2010/main" val="465531071"/>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showMasterSp="0" preserve="1" userDrawn="1">
  <p:cSld name="6_Case">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xmlns="" id="{D59692DF-901F-96E4-737C-0C9F729D125A}"/>
              </a:ext>
            </a:extLst>
          </p:cNvPr>
          <p:cNvSpPr/>
          <p:nvPr/>
        </p:nvSpPr>
        <p:spPr>
          <a:xfrm>
            <a:off x="4985640" y="1"/>
            <a:ext cx="7246467" cy="6857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46" name="Rectangle 45">
            <a:extLst>
              <a:ext uri="{FF2B5EF4-FFF2-40B4-BE49-F238E27FC236}">
                <a16:creationId xmlns:a16="http://schemas.microsoft.com/office/drawing/2014/main" xmlns="" id="{EDF65D57-7405-B1F1-189F-3EA07B19BDD8}"/>
              </a:ext>
            </a:extLst>
          </p:cNvPr>
          <p:cNvSpPr/>
          <p:nvPr userDrawn="1"/>
        </p:nvSpPr>
        <p:spPr>
          <a:xfrm>
            <a:off x="5525393" y="5300630"/>
            <a:ext cx="6316085" cy="1124607"/>
          </a:xfrm>
          <a:prstGeom prst="rect">
            <a:avLst/>
          </a:prstGeom>
          <a:solidFill>
            <a:srgbClr val="F5F0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rgbClr val="000000"/>
              </a:solidFill>
            </a:endParaRPr>
          </a:p>
        </p:txBody>
      </p:sp>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353997667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8910"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49" y="460375"/>
            <a:ext cx="4109385" cy="1124586"/>
          </a:xfrm>
        </p:spPr>
        <p:txBody>
          <a:bodyPr vert="horz"/>
          <a:lstStyle/>
          <a:p>
            <a:r>
              <a:rPr lang="en-US" dirty="0"/>
              <a:t>Click to add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a16="http://schemas.microsoft.com/office/drawing/2014/main" xmlns=""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a16="http://schemas.microsoft.com/office/drawing/2014/main" xmlns=""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6" name="TextBox 5">
            <a:extLst>
              <a:ext uri="{FF2B5EF4-FFF2-40B4-BE49-F238E27FC236}">
                <a16:creationId xmlns:a16="http://schemas.microsoft.com/office/drawing/2014/main" xmlns="" id="{7DB752B6-A013-4EB6-8E20-8EA33B1FE962}"/>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000000"/>
                </a:solidFill>
              </a:rPr>
              <a:t>Copyright 2026, Strictly Confidential, All rights reserved</a:t>
            </a:r>
          </a:p>
        </p:txBody>
      </p:sp>
      <p:sp>
        <p:nvSpPr>
          <p:cNvPr id="15" name="Text Placeholder 13">
            <a:extLst>
              <a:ext uri="{FF2B5EF4-FFF2-40B4-BE49-F238E27FC236}">
                <a16:creationId xmlns:a16="http://schemas.microsoft.com/office/drawing/2014/main" xmlns=""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a16="http://schemas.microsoft.com/office/drawing/2014/main" xmlns=""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200" baseline="0">
                <a:solidFill>
                  <a:schemeClr val="tx1">
                    <a:lumMod val="65000"/>
                    <a:lumOff val="3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a16="http://schemas.microsoft.com/office/drawing/2014/main" xmlns=""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407613272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8911" name="think-cell Slide" r:id="rId7" imgW="7772400" imgH="10058400" progId="TCLayout.ActiveDocument.1">
                  <p:embed/>
                </p:oleObj>
              </mc:Choice>
              <mc:Fallback>
                <p:oleObj name="think-cell Slide" r:id="rId7"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a16="http://schemas.microsoft.com/office/drawing/2014/main" xmlns=""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26" name="Text Placeholder 11">
            <a:extLst>
              <a:ext uri="{FF2B5EF4-FFF2-40B4-BE49-F238E27FC236}">
                <a16:creationId xmlns:a16="http://schemas.microsoft.com/office/drawing/2014/main" xmlns=""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a16="http://schemas.microsoft.com/office/drawing/2014/main" xmlns="" id="{D738CE7C-9AC6-FCC5-F504-B9842892C1D3}"/>
              </a:ext>
            </a:extLst>
          </p:cNvPr>
          <p:cNvSpPr>
            <a:spLocks noGrp="1"/>
          </p:cNvSpPr>
          <p:nvPr>
            <p:ph type="body" sz="quarter" idx="22" hasCustomPrompt="1"/>
          </p:nvPr>
        </p:nvSpPr>
        <p:spPr>
          <a:xfrm>
            <a:off x="5525393" y="897678"/>
            <a:ext cx="1992072"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CHALLENGE</a:t>
            </a:r>
            <a:endParaRPr lang="en-US" dirty="0"/>
          </a:p>
        </p:txBody>
      </p:sp>
      <p:cxnSp>
        <p:nvCxnSpPr>
          <p:cNvPr id="32" name="Straight Connector 31">
            <a:extLst>
              <a:ext uri="{FF2B5EF4-FFF2-40B4-BE49-F238E27FC236}">
                <a16:creationId xmlns:a16="http://schemas.microsoft.com/office/drawing/2014/main" xmlns=""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a16="http://schemas.microsoft.com/office/drawing/2014/main" xmlns=""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200" baseline="0">
                <a:solidFill>
                  <a:schemeClr val="tx1">
                    <a:lumMod val="65000"/>
                    <a:lumOff val="3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a16="http://schemas.microsoft.com/office/drawing/2014/main" xmlns="" id="{87E1CC24-D75A-C013-9495-53F0C22A2596}"/>
              </a:ext>
            </a:extLst>
          </p:cNvPr>
          <p:cNvSpPr>
            <a:spLocks noGrp="1"/>
          </p:cNvSpPr>
          <p:nvPr>
            <p:ph type="body" sz="quarter" idx="24" hasCustomPrompt="1"/>
          </p:nvPr>
        </p:nvSpPr>
        <p:spPr>
          <a:xfrm>
            <a:off x="5525393" y="2646243"/>
            <a:ext cx="1952367"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a16="http://schemas.microsoft.com/office/drawing/2014/main" xmlns=""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a16="http://schemas.microsoft.com/office/drawing/2014/main" xmlns=""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a:t>
            </a:r>
            <a:endParaRPr lang="en-US" dirty="0"/>
          </a:p>
        </p:txBody>
      </p:sp>
      <p:cxnSp>
        <p:nvCxnSpPr>
          <p:cNvPr id="40" name="Straight Connector 39">
            <a:extLst>
              <a:ext uri="{FF2B5EF4-FFF2-40B4-BE49-F238E27FC236}">
                <a16:creationId xmlns:a16="http://schemas.microsoft.com/office/drawing/2014/main" xmlns="" id="{CD84A50B-F2B1-C6BE-E6EE-6BEF58E99BCB}"/>
              </a:ext>
            </a:extLst>
          </p:cNvPr>
          <p:cNvCxnSpPr>
            <a:cxnSpLocks/>
          </p:cNvCxnSpPr>
          <p:nvPr userDrawn="1"/>
        </p:nvCxnSpPr>
        <p:spPr>
          <a:xfrm>
            <a:off x="5525393" y="5300630"/>
            <a:ext cx="0" cy="1124607"/>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xmlns="" id="{E7B7D991-8F48-A2FE-48B9-5DE04A8FC96C}"/>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000000"/>
                </a:solidFill>
              </a:rPr>
              <a:t>Tenarai</a:t>
            </a:r>
          </a:p>
        </p:txBody>
      </p:sp>
    </p:spTree>
    <p:extLst>
      <p:ext uri="{BB962C8B-B14F-4D97-AF65-F5344CB8AC3E}">
        <p14:creationId xmlns:p14="http://schemas.microsoft.com/office/powerpoint/2010/main" val="930839048"/>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showMasterSp="0" preserve="1" userDrawn="1">
  <p:cSld name="7_Cas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xmlns="" id="{D59692DF-901F-96E4-737C-0C9F729D125A}"/>
              </a:ext>
            </a:extLst>
          </p:cNvPr>
          <p:cNvSpPr/>
          <p:nvPr/>
        </p:nvSpPr>
        <p:spPr>
          <a:xfrm>
            <a:off x="4985640" y="1"/>
            <a:ext cx="7246467"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xmlns="" id="{ACF7983F-BA5F-CFFA-A0A8-08DDC8806E6C}"/>
              </a:ext>
            </a:extLst>
          </p:cNvPr>
          <p:cNvSpPr/>
          <p:nvPr userDrawn="1"/>
        </p:nvSpPr>
        <p:spPr>
          <a:xfrm>
            <a:off x="5525393" y="5300630"/>
            <a:ext cx="6316085" cy="1124607"/>
          </a:xfrm>
          <a:prstGeom prst="rect">
            <a:avLst/>
          </a:prstGeom>
          <a:solidFill>
            <a:srgbClr val="DAD2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rgbClr val="000000"/>
              </a:solidFill>
            </a:endParaRPr>
          </a:p>
        </p:txBody>
      </p:sp>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33150028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9934"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49" y="460375"/>
            <a:ext cx="4109385" cy="1124586"/>
          </a:xfrm>
        </p:spPr>
        <p:txBody>
          <a:bodyPr vert="horz"/>
          <a:lstStyle/>
          <a:p>
            <a:r>
              <a:rPr lang="en-US" dirty="0"/>
              <a:t>Click to add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a16="http://schemas.microsoft.com/office/drawing/2014/main" xmlns=""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a16="http://schemas.microsoft.com/office/drawing/2014/main" xmlns=""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6" name="TextBox 5">
            <a:extLst>
              <a:ext uri="{FF2B5EF4-FFF2-40B4-BE49-F238E27FC236}">
                <a16:creationId xmlns:a16="http://schemas.microsoft.com/office/drawing/2014/main" xmlns=""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solidFill>
                  <a:srgbClr val="000000"/>
                </a:solidFill>
              </a:rPr>
              <a:t>Copyright 2026, Strictly Confidential, All rights reserved</a:t>
            </a:r>
          </a:p>
        </p:txBody>
      </p:sp>
      <p:sp>
        <p:nvSpPr>
          <p:cNvPr id="15" name="Text Placeholder 13">
            <a:extLst>
              <a:ext uri="{FF2B5EF4-FFF2-40B4-BE49-F238E27FC236}">
                <a16:creationId xmlns:a16="http://schemas.microsoft.com/office/drawing/2014/main" xmlns=""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a16="http://schemas.microsoft.com/office/drawing/2014/main" xmlns=""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200" baseline="0">
                <a:solidFill>
                  <a:srgbClr val="5E575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a16="http://schemas.microsoft.com/office/drawing/2014/main" xmlns=""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6820632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9935" name="think-cell Slide" r:id="rId7" imgW="7772400" imgH="10058400" progId="TCLayout.ActiveDocument.1">
                  <p:embed/>
                </p:oleObj>
              </mc:Choice>
              <mc:Fallback>
                <p:oleObj name="think-cell Slide" r:id="rId7"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a16="http://schemas.microsoft.com/office/drawing/2014/main" xmlns=""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26" name="Text Placeholder 11">
            <a:extLst>
              <a:ext uri="{FF2B5EF4-FFF2-40B4-BE49-F238E27FC236}">
                <a16:creationId xmlns:a16="http://schemas.microsoft.com/office/drawing/2014/main" xmlns=""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baseline="0">
                <a:solidFill>
                  <a:srgbClr val="8E867E"/>
                </a:solidFill>
              </a:defRPr>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a16="http://schemas.microsoft.com/office/drawing/2014/main" xmlns="" id="{D738CE7C-9AC6-FCC5-F504-B9842892C1D3}"/>
              </a:ext>
            </a:extLst>
          </p:cNvPr>
          <p:cNvSpPr>
            <a:spLocks noGrp="1"/>
          </p:cNvSpPr>
          <p:nvPr>
            <p:ph type="body" sz="quarter" idx="22" hasCustomPrompt="1"/>
          </p:nvPr>
        </p:nvSpPr>
        <p:spPr>
          <a:xfrm>
            <a:off x="5525393" y="897678"/>
            <a:ext cx="1881247" cy="168321"/>
          </a:xfrm>
        </p:spPr>
        <p:txBody>
          <a:bodyPr/>
          <a:lstStyle>
            <a:lvl1pPr marL="182880" indent="-182880">
              <a:lnSpc>
                <a:spcPct val="100000"/>
              </a:lnSpc>
              <a:spcBef>
                <a:spcPts val="0"/>
              </a:spcBef>
              <a:buFont typeface="Arial" panose="020B0604020202020204" pitchFamily="34" charset="0"/>
              <a:buNone/>
              <a:defRPr sz="1100" b="1" kern="1200" cap="all" spc="200" baseline="0">
                <a:solidFill>
                  <a:srgbClr val="8E867E"/>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IN" dirty="0"/>
              <a:t>THE CHALLENGE</a:t>
            </a:r>
            <a:endParaRPr lang="en-US" dirty="0"/>
          </a:p>
        </p:txBody>
      </p:sp>
      <p:cxnSp>
        <p:nvCxnSpPr>
          <p:cNvPr id="32" name="Straight Connector 31">
            <a:extLst>
              <a:ext uri="{FF2B5EF4-FFF2-40B4-BE49-F238E27FC236}">
                <a16:creationId xmlns:a16="http://schemas.microsoft.com/office/drawing/2014/main" xmlns=""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a16="http://schemas.microsoft.com/office/drawing/2014/main" xmlns=""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200" baseline="0">
                <a:solidFill>
                  <a:srgbClr val="5E575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a16="http://schemas.microsoft.com/office/drawing/2014/main" xmlns="" id="{87E1CC24-D75A-C013-9495-53F0C22A2596}"/>
              </a:ext>
            </a:extLst>
          </p:cNvPr>
          <p:cNvSpPr>
            <a:spLocks noGrp="1"/>
          </p:cNvSpPr>
          <p:nvPr>
            <p:ph type="body" sz="quarter" idx="24" hasCustomPrompt="1"/>
          </p:nvPr>
        </p:nvSpPr>
        <p:spPr>
          <a:xfrm>
            <a:off x="5525393" y="2646243"/>
            <a:ext cx="1527769"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a16="http://schemas.microsoft.com/office/drawing/2014/main" xmlns=""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a16="http://schemas.microsoft.com/office/drawing/2014/main" xmlns=""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 </a:t>
            </a:r>
            <a:endParaRPr lang="en-US" dirty="0"/>
          </a:p>
        </p:txBody>
      </p:sp>
      <p:cxnSp>
        <p:nvCxnSpPr>
          <p:cNvPr id="40" name="Straight Connector 39">
            <a:extLst>
              <a:ext uri="{FF2B5EF4-FFF2-40B4-BE49-F238E27FC236}">
                <a16:creationId xmlns:a16="http://schemas.microsoft.com/office/drawing/2014/main" xmlns="" id="{CD84A50B-F2B1-C6BE-E6EE-6BEF58E99BCB}"/>
              </a:ext>
            </a:extLst>
          </p:cNvPr>
          <p:cNvCxnSpPr>
            <a:cxnSpLocks/>
          </p:cNvCxnSpPr>
          <p:nvPr userDrawn="1"/>
        </p:nvCxnSpPr>
        <p:spPr>
          <a:xfrm>
            <a:off x="5525393" y="5300630"/>
            <a:ext cx="0" cy="1124607"/>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xmlns="" id="{132D2CBB-6B5E-C0DC-5A56-451205979AAE}"/>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000000"/>
                </a:solidFill>
              </a:rPr>
              <a:t>Tenarai</a:t>
            </a:r>
          </a:p>
        </p:txBody>
      </p:sp>
    </p:spTree>
    <p:extLst>
      <p:ext uri="{BB962C8B-B14F-4D97-AF65-F5344CB8AC3E}">
        <p14:creationId xmlns:p14="http://schemas.microsoft.com/office/powerpoint/2010/main" val="2072111206"/>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8_Case">
    <p:bg>
      <p:bgPr>
        <a:solidFill>
          <a:schemeClr val="tx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xmlns="" id="{D59692DF-901F-96E4-737C-0C9F729D125A}"/>
              </a:ext>
            </a:extLst>
          </p:cNvPr>
          <p:cNvSpPr/>
          <p:nvPr/>
        </p:nvSpPr>
        <p:spPr>
          <a:xfrm>
            <a:off x="4985640" y="1"/>
            <a:ext cx="7246467" cy="6857999"/>
          </a:xfrm>
          <a:prstGeom prst="rect">
            <a:avLst/>
          </a:prstGeom>
          <a:solidFill>
            <a:srgbClr val="1E1E1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9" name="Rectangle 18">
            <a:extLst>
              <a:ext uri="{FF2B5EF4-FFF2-40B4-BE49-F238E27FC236}">
                <a16:creationId xmlns:a16="http://schemas.microsoft.com/office/drawing/2014/main" xmlns="" id="{EBFAB308-4AAB-3B8F-BC70-3145A0D359C1}"/>
              </a:ext>
            </a:extLst>
          </p:cNvPr>
          <p:cNvSpPr/>
          <p:nvPr userDrawn="1"/>
        </p:nvSpPr>
        <p:spPr>
          <a:xfrm>
            <a:off x="5525393" y="5300630"/>
            <a:ext cx="6316085" cy="1124607"/>
          </a:xfrm>
          <a:prstGeom prst="rect">
            <a:avLst/>
          </a:prstGeom>
          <a:solidFill>
            <a:srgbClr val="161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rgbClr val="000000"/>
              </a:solidFill>
            </a:endParaRPr>
          </a:p>
        </p:txBody>
      </p:sp>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22429785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0958"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49" y="460375"/>
            <a:ext cx="4109385" cy="1124586"/>
          </a:xfrm>
        </p:spPr>
        <p:txBody>
          <a:bodyPr vert="horz"/>
          <a:lstStyle>
            <a:lvl1pPr>
              <a:defRPr b="0">
                <a:solidFill>
                  <a:schemeClr val="bg1"/>
                </a:solidFill>
              </a:defRPr>
            </a:lvl1pPr>
          </a:lstStyle>
          <a:p>
            <a:r>
              <a:rPr lang="en-US" dirty="0"/>
              <a:t>Click to add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solidFill>
                  <a:schemeClr val="bg1"/>
                </a:solidFill>
              </a:defRPr>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a16="http://schemas.microsoft.com/office/drawing/2014/main" xmlns=""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lumMod val="50000"/>
                  </a:schemeClr>
                </a:solidFill>
              </a:defRPr>
            </a:lvl1pPr>
          </a:lstStyle>
          <a:p>
            <a:fld id="{48F63A3B-78C7-47BE-AE5E-E10140E04643}" type="slidenum">
              <a:rPr lang="en-US" smtClean="0">
                <a:solidFill>
                  <a:srgbClr val="FFFFFF">
                    <a:lumMod val="50000"/>
                  </a:srgbClr>
                </a:solidFill>
              </a:rPr>
              <a:pPr/>
              <a:t>‹#›</a:t>
            </a:fld>
            <a:endParaRPr lang="en-US">
              <a:solidFill>
                <a:srgbClr val="FFFFFF">
                  <a:lumMod val="50000"/>
                </a:srgbClr>
              </a:solidFill>
            </a:endParaRPr>
          </a:p>
        </p:txBody>
      </p:sp>
      <p:sp>
        <p:nvSpPr>
          <p:cNvPr id="5" name="Page# static">
            <a:extLst>
              <a:ext uri="{FF2B5EF4-FFF2-40B4-BE49-F238E27FC236}">
                <a16:creationId xmlns:a16="http://schemas.microsoft.com/office/drawing/2014/main" xmlns="" id="{07C6CA1E-06E0-1FDA-6640-6A806400C7EC}"/>
              </a:ext>
            </a:extLst>
          </p:cNvPr>
          <p:cNvSpPr txBox="1"/>
          <p:nvPr/>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lumMod val="50000"/>
                  </a:srgbClr>
                </a:solidFill>
              </a:rPr>
              <a:pPr algn="r"/>
              <a:t>‹#›</a:t>
            </a:fld>
            <a:endParaRPr lang="en-US" sz="1000">
              <a:solidFill>
                <a:srgbClr val="FFFFFF">
                  <a:lumMod val="50000"/>
                </a:srgbClr>
              </a:solidFill>
            </a:endParaRPr>
          </a:p>
        </p:txBody>
      </p:sp>
      <p:sp>
        <p:nvSpPr>
          <p:cNvPr id="6" name="TextBox 5">
            <a:extLst>
              <a:ext uri="{FF2B5EF4-FFF2-40B4-BE49-F238E27FC236}">
                <a16:creationId xmlns:a16="http://schemas.microsoft.com/office/drawing/2014/main" xmlns=""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solidFill>
                  <a:srgbClr val="FFFFFF">
                    <a:lumMod val="50000"/>
                  </a:srgbClr>
                </a:solidFill>
              </a:rPr>
              <a:t>Copyright 2026, Strictly Confidential, All rights reserved</a:t>
            </a:r>
          </a:p>
        </p:txBody>
      </p:sp>
      <p:sp>
        <p:nvSpPr>
          <p:cNvPr id="15" name="Text Placeholder 13">
            <a:extLst>
              <a:ext uri="{FF2B5EF4-FFF2-40B4-BE49-F238E27FC236}">
                <a16:creationId xmlns:a16="http://schemas.microsoft.com/office/drawing/2014/main" xmlns=""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chemeClr val="tx2"/>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a16="http://schemas.microsoft.com/office/drawing/2014/main" xmlns=""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050">
                <a:solidFill>
                  <a:schemeClr val="bg1">
                    <a:lumMod val="6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a16="http://schemas.microsoft.com/office/drawing/2014/main" xmlns=""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91778956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0959" name="think-cell Slide" r:id="rId7" imgW="7772400" imgH="10058400" progId="TCLayout.ActiveDocument.1">
                  <p:embed/>
                </p:oleObj>
              </mc:Choice>
              <mc:Fallback>
                <p:oleObj name="think-cell Slide" r:id="rId7"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a16="http://schemas.microsoft.com/office/drawing/2014/main" xmlns="" id="{A98E8C05-9004-BA75-1DF7-359D93DA85A9}"/>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lumMod val="50000"/>
                  </a:srgbClr>
                </a:solidFill>
              </a:rPr>
              <a:pPr algn="r"/>
              <a:t>‹#›</a:t>
            </a:fld>
            <a:endParaRPr lang="en-US" sz="1000">
              <a:solidFill>
                <a:srgbClr val="FFFFFF">
                  <a:lumMod val="50000"/>
                </a:srgbClr>
              </a:solidFill>
            </a:endParaRPr>
          </a:p>
        </p:txBody>
      </p:sp>
      <p:sp>
        <p:nvSpPr>
          <p:cNvPr id="14" name="TextBox 13">
            <a:extLst>
              <a:ext uri="{FF2B5EF4-FFF2-40B4-BE49-F238E27FC236}">
                <a16:creationId xmlns:a16="http://schemas.microsoft.com/office/drawing/2014/main" xmlns="" id="{FC8B8D77-6DA4-6ED0-5E89-D7CC77BD7E80}"/>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FFFFFF">
                    <a:lumMod val="50000"/>
                  </a:srgbClr>
                </a:solidFill>
              </a:rPr>
              <a:t>Copyright 2026, Strictly Confidential, All rights reserved</a:t>
            </a:r>
          </a:p>
        </p:txBody>
      </p:sp>
      <p:sp>
        <p:nvSpPr>
          <p:cNvPr id="26" name="Text Placeholder 11">
            <a:extLst>
              <a:ext uri="{FF2B5EF4-FFF2-40B4-BE49-F238E27FC236}">
                <a16:creationId xmlns:a16="http://schemas.microsoft.com/office/drawing/2014/main" xmlns=""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a:solidFill>
                  <a:schemeClr val="bg1">
                    <a:lumMod val="75000"/>
                  </a:schemeClr>
                </a:solidFill>
              </a:defRPr>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a16="http://schemas.microsoft.com/office/drawing/2014/main" xmlns="" id="{D738CE7C-9AC6-FCC5-F504-B9842892C1D3}"/>
              </a:ext>
            </a:extLst>
          </p:cNvPr>
          <p:cNvSpPr>
            <a:spLocks noGrp="1"/>
          </p:cNvSpPr>
          <p:nvPr>
            <p:ph type="body" sz="quarter" idx="22" hasCustomPrompt="1"/>
          </p:nvPr>
        </p:nvSpPr>
        <p:spPr>
          <a:xfrm>
            <a:off x="5525393" y="897678"/>
            <a:ext cx="1992072" cy="215019"/>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chemeClr val="tx1">
                    <a:lumMod val="50000"/>
                    <a:lumOff val="50000"/>
                  </a:schemeClr>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CHALLENGE</a:t>
            </a:r>
            <a:endParaRPr lang="en-US" dirty="0"/>
          </a:p>
        </p:txBody>
      </p:sp>
      <p:cxnSp>
        <p:nvCxnSpPr>
          <p:cNvPr id="32" name="Straight Connector 31">
            <a:extLst>
              <a:ext uri="{FF2B5EF4-FFF2-40B4-BE49-F238E27FC236}">
                <a16:creationId xmlns:a16="http://schemas.microsoft.com/office/drawing/2014/main" xmlns=""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a16="http://schemas.microsoft.com/office/drawing/2014/main" xmlns=""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050">
                <a:solidFill>
                  <a:schemeClr val="bg1">
                    <a:lumMod val="6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a16="http://schemas.microsoft.com/office/drawing/2014/main" xmlns="" id="{87E1CC24-D75A-C013-9495-53F0C22A2596}"/>
              </a:ext>
            </a:extLst>
          </p:cNvPr>
          <p:cNvSpPr>
            <a:spLocks noGrp="1"/>
          </p:cNvSpPr>
          <p:nvPr>
            <p:ph type="body" sz="quarter" idx="24" hasCustomPrompt="1"/>
          </p:nvPr>
        </p:nvSpPr>
        <p:spPr>
          <a:xfrm>
            <a:off x="5525393" y="2646243"/>
            <a:ext cx="2241927"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chemeClr val="tx1">
                    <a:lumMod val="50000"/>
                    <a:lumOff val="50000"/>
                  </a:schemeClr>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a16="http://schemas.microsoft.com/office/drawing/2014/main" xmlns=""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a16="http://schemas.microsoft.com/office/drawing/2014/main" xmlns=""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050">
                <a:solidFill>
                  <a:schemeClr val="bg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a:t>
            </a:r>
            <a:endParaRPr lang="en-US" dirty="0"/>
          </a:p>
        </p:txBody>
      </p:sp>
      <p:cxnSp>
        <p:nvCxnSpPr>
          <p:cNvPr id="40" name="Straight Connector 39">
            <a:extLst>
              <a:ext uri="{FF2B5EF4-FFF2-40B4-BE49-F238E27FC236}">
                <a16:creationId xmlns:a16="http://schemas.microsoft.com/office/drawing/2014/main" xmlns="" id="{CD84A50B-F2B1-C6BE-E6EE-6BEF58E99BCB}"/>
              </a:ext>
            </a:extLst>
          </p:cNvPr>
          <p:cNvCxnSpPr>
            <a:cxnSpLocks/>
          </p:cNvCxnSpPr>
          <p:nvPr userDrawn="1"/>
        </p:nvCxnSpPr>
        <p:spPr>
          <a:xfrm>
            <a:off x="5525393" y="5300630"/>
            <a:ext cx="0" cy="1124607"/>
          </a:xfrm>
          <a:prstGeom prst="line">
            <a:avLst/>
          </a:prstGeom>
          <a:ln w="28575">
            <a:solidFill>
              <a:schemeClr val="tx2"/>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xmlns="" id="{09D0CC24-D7A4-EBC9-ED92-E511AB8246E9}"/>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lumMod val="50000"/>
                  </a:srgbClr>
                </a:solidFill>
              </a:rPr>
              <a:t>Tenarai</a:t>
            </a:r>
          </a:p>
        </p:txBody>
      </p:sp>
    </p:spTree>
    <p:extLst>
      <p:ext uri="{BB962C8B-B14F-4D97-AF65-F5344CB8AC3E}">
        <p14:creationId xmlns:p14="http://schemas.microsoft.com/office/powerpoint/2010/main" val="1149561108"/>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p:cSld name="1_Cas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xmlns="" id="{D59692DF-901F-96E4-737C-0C9F729D125A}"/>
              </a:ext>
            </a:extLst>
          </p:cNvPr>
          <p:cNvSpPr/>
          <p:nvPr/>
        </p:nvSpPr>
        <p:spPr>
          <a:xfrm>
            <a:off x="4304260" y="1"/>
            <a:ext cx="7927848"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96728310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1982"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358668" cy="2329125"/>
          </a:xfrm>
        </p:spPr>
        <p:txBody>
          <a:bodyPr vert="horz"/>
          <a:lstStyle/>
          <a:p>
            <a:r>
              <a:rPr lang="en-US" dirty="0"/>
              <a:t>Click to add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49" y="3067291"/>
            <a:ext cx="3358668" cy="3228733"/>
          </a:xfrm>
        </p:spPr>
        <p:txBody>
          <a:bodyPr/>
          <a:lstStyle>
            <a:lvl1pPr>
              <a:spcBef>
                <a:spcPts val="1200"/>
              </a:spcBef>
              <a:defRPr sz="1600" b="1"/>
            </a:lvl1pPr>
            <a:lvl2pPr marL="0" indent="0">
              <a:spcBef>
                <a:spcPts val="1200"/>
              </a:spcBef>
              <a:buNone/>
              <a:defRPr>
                <a:solidFill>
                  <a:srgbClr val="5E5751"/>
                </a:solidFill>
              </a:defRPr>
            </a:lvl2pPr>
          </a:lstStyle>
          <a:p>
            <a:pPr lvl="0"/>
            <a:r>
              <a:rPr lang="en-US" dirty="0"/>
              <a:t>Click to edit Master text styles</a:t>
            </a:r>
          </a:p>
          <a:p>
            <a:pPr lvl="1"/>
            <a:r>
              <a:rPr lang="en-US" dirty="0"/>
              <a:t>Second level</a:t>
            </a:r>
          </a:p>
        </p:txBody>
      </p:sp>
      <p:sp>
        <p:nvSpPr>
          <p:cNvPr id="4" name="Slide Number Placeholder 5">
            <a:extLst>
              <a:ext uri="{FF2B5EF4-FFF2-40B4-BE49-F238E27FC236}">
                <a16:creationId xmlns:a16="http://schemas.microsoft.com/office/drawing/2014/main" xmlns=""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a16="http://schemas.microsoft.com/office/drawing/2014/main" xmlns=""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6" name="TextBox 5">
            <a:extLst>
              <a:ext uri="{FF2B5EF4-FFF2-40B4-BE49-F238E27FC236}">
                <a16:creationId xmlns:a16="http://schemas.microsoft.com/office/drawing/2014/main" xmlns=""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solidFill>
                  <a:srgbClr val="000000"/>
                </a:solidFill>
              </a:rPr>
              <a:t>Copyright 2026, Strictly Confidential, All rights reserved</a:t>
            </a:r>
          </a:p>
        </p:txBody>
      </p:sp>
      <p:cxnSp>
        <p:nvCxnSpPr>
          <p:cNvPr id="11" name="Straight Connector 10">
            <a:extLst>
              <a:ext uri="{FF2B5EF4-FFF2-40B4-BE49-F238E27FC236}">
                <a16:creationId xmlns:a16="http://schemas.microsoft.com/office/drawing/2014/main" xmlns="" id="{0E9F2B9A-52E4-5369-DE70-8BFDBBCC0D18}"/>
              </a:ext>
            </a:extLst>
          </p:cNvPr>
          <p:cNvCxnSpPr>
            <a:cxnSpLocks/>
          </p:cNvCxnSpPr>
          <p:nvPr/>
        </p:nvCxnSpPr>
        <p:spPr>
          <a:xfrm>
            <a:off x="4985641" y="558800"/>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13" name="Picture 12">
            <a:extLst>
              <a:ext uri="{FF2B5EF4-FFF2-40B4-BE49-F238E27FC236}">
                <a16:creationId xmlns:a16="http://schemas.microsoft.com/office/drawing/2014/main" xmlns="" id="{C0E0F2B1-911D-23F5-0F11-045F8FF1FA0E}"/>
              </a:ext>
            </a:extLst>
          </p:cNvPr>
          <p:cNvPicPr>
            <a:picLocks noChangeAspect="1"/>
          </p:cNvPicPr>
          <p:nvPr/>
        </p:nvPicPr>
        <p:blipFill>
          <a:blip r:embed="rId7">
            <a:duotone>
              <a:schemeClr val="accent1">
                <a:shade val="45000"/>
                <a:satMod val="135000"/>
              </a:schemeClr>
              <a:prstClr val="white"/>
            </a:duotone>
          </a:blip>
          <a:stretch>
            <a:fillRect/>
          </a:stretch>
        </p:blipFill>
        <p:spPr>
          <a:xfrm>
            <a:off x="4507657" y="623103"/>
            <a:ext cx="304706" cy="304706"/>
          </a:xfrm>
          <a:prstGeom prst="rect">
            <a:avLst/>
          </a:prstGeom>
        </p:spPr>
      </p:pic>
      <p:cxnSp>
        <p:nvCxnSpPr>
          <p:cNvPr id="23" name="Straight Connector 22">
            <a:extLst>
              <a:ext uri="{FF2B5EF4-FFF2-40B4-BE49-F238E27FC236}">
                <a16:creationId xmlns:a16="http://schemas.microsoft.com/office/drawing/2014/main" xmlns="" id="{E1DC7703-A219-49E7-FEA0-BEFC89E1F97D}"/>
              </a:ext>
            </a:extLst>
          </p:cNvPr>
          <p:cNvCxnSpPr>
            <a:cxnSpLocks/>
          </p:cNvCxnSpPr>
          <p:nvPr/>
        </p:nvCxnSpPr>
        <p:spPr>
          <a:xfrm>
            <a:off x="4985641" y="2393142"/>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xmlns="" id="{00FD386C-28AE-B74F-02DC-04E3555D6840}"/>
              </a:ext>
            </a:extLst>
          </p:cNvPr>
          <p:cNvCxnSpPr>
            <a:cxnSpLocks/>
          </p:cNvCxnSpPr>
          <p:nvPr/>
        </p:nvCxnSpPr>
        <p:spPr>
          <a:xfrm>
            <a:off x="4985641" y="4610063"/>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36" name="Picture 35">
            <a:extLst>
              <a:ext uri="{FF2B5EF4-FFF2-40B4-BE49-F238E27FC236}">
                <a16:creationId xmlns:a16="http://schemas.microsoft.com/office/drawing/2014/main" xmlns="" id="{326B9CEE-3F61-9895-D003-98F8E1D78142}"/>
              </a:ext>
            </a:extLst>
          </p:cNvPr>
          <p:cNvPicPr>
            <a:picLocks noChangeAspect="1"/>
          </p:cNvPicPr>
          <p:nvPr/>
        </p:nvPicPr>
        <p:blipFill>
          <a:blip r:embed="rId8">
            <a:duotone>
              <a:schemeClr val="accent1">
                <a:shade val="45000"/>
                <a:satMod val="135000"/>
              </a:schemeClr>
              <a:prstClr val="white"/>
            </a:duotone>
          </a:blip>
          <a:stretch>
            <a:fillRect/>
          </a:stretch>
        </p:blipFill>
        <p:spPr>
          <a:xfrm>
            <a:off x="4507657" y="4674366"/>
            <a:ext cx="304706" cy="304706"/>
          </a:xfrm>
          <a:prstGeom prst="rect">
            <a:avLst/>
          </a:prstGeom>
        </p:spPr>
      </p:pic>
      <p:pic>
        <p:nvPicPr>
          <p:cNvPr id="65" name="Picture 64">
            <a:extLst>
              <a:ext uri="{FF2B5EF4-FFF2-40B4-BE49-F238E27FC236}">
                <a16:creationId xmlns:a16="http://schemas.microsoft.com/office/drawing/2014/main" xmlns="" id="{9BA95AFC-6701-9FCC-EF2C-3DFAAF6DE781}"/>
              </a:ext>
            </a:extLst>
          </p:cNvPr>
          <p:cNvPicPr>
            <a:picLocks noChangeAspect="1"/>
          </p:cNvPicPr>
          <p:nvPr/>
        </p:nvPicPr>
        <p:blipFill>
          <a:blip r:embed="rId9">
            <a:duotone>
              <a:schemeClr val="accent1">
                <a:shade val="45000"/>
                <a:satMod val="135000"/>
              </a:schemeClr>
              <a:prstClr val="white"/>
            </a:duotone>
          </a:blip>
          <a:stretch>
            <a:fillRect/>
          </a:stretch>
        </p:blipFill>
        <p:spPr>
          <a:xfrm>
            <a:off x="4507657" y="2457445"/>
            <a:ext cx="304706" cy="304706"/>
          </a:xfrm>
          <a:prstGeom prst="rect">
            <a:avLst/>
          </a:prstGeom>
        </p:spPr>
      </p:pic>
      <p:sp>
        <p:nvSpPr>
          <p:cNvPr id="15" name="Text Placeholder 13">
            <a:extLst>
              <a:ext uri="{FF2B5EF4-FFF2-40B4-BE49-F238E27FC236}">
                <a16:creationId xmlns:a16="http://schemas.microsoft.com/office/drawing/2014/main" xmlns="" id="{391FDC00-B1D7-9C33-205E-89C2DDA560F1}"/>
              </a:ext>
            </a:extLst>
          </p:cNvPr>
          <p:cNvSpPr>
            <a:spLocks noGrp="1"/>
          </p:cNvSpPr>
          <p:nvPr>
            <p:ph type="body" sz="quarter" idx="15"/>
          </p:nvPr>
        </p:nvSpPr>
        <p:spPr>
          <a:xfrm>
            <a:off x="5050831" y="647287"/>
            <a:ext cx="6465523"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buNone/>
              <a:defRPr kumimoji="0" lang="en-US" b="1" spc="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en-US" dirty="0"/>
              <a:t>Click to edit Master text styles</a:t>
            </a:r>
          </a:p>
        </p:txBody>
      </p:sp>
      <p:sp>
        <p:nvSpPr>
          <p:cNvPr id="16" name="Text Placeholder 13">
            <a:extLst>
              <a:ext uri="{FF2B5EF4-FFF2-40B4-BE49-F238E27FC236}">
                <a16:creationId xmlns:a16="http://schemas.microsoft.com/office/drawing/2014/main" xmlns="" id="{CA3606B1-576E-7889-44A2-AC25BD122E54}"/>
              </a:ext>
            </a:extLst>
          </p:cNvPr>
          <p:cNvSpPr>
            <a:spLocks noGrp="1"/>
          </p:cNvSpPr>
          <p:nvPr>
            <p:ph type="body" sz="quarter" idx="16"/>
          </p:nvPr>
        </p:nvSpPr>
        <p:spPr>
          <a:xfrm>
            <a:off x="5050831" y="2481629"/>
            <a:ext cx="6465523"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buNone/>
              <a:defRPr kumimoji="0" lang="en-US" b="1" spc="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en-US" dirty="0"/>
              <a:t>Click to edit Master text styles</a:t>
            </a:r>
          </a:p>
        </p:txBody>
      </p:sp>
      <p:sp>
        <p:nvSpPr>
          <p:cNvPr id="22" name="Text Placeholder 13">
            <a:extLst>
              <a:ext uri="{FF2B5EF4-FFF2-40B4-BE49-F238E27FC236}">
                <a16:creationId xmlns:a16="http://schemas.microsoft.com/office/drawing/2014/main" xmlns="" id="{DEDA8E94-A7BA-2A7C-EA6E-8F98BCFEB728}"/>
              </a:ext>
            </a:extLst>
          </p:cNvPr>
          <p:cNvSpPr>
            <a:spLocks noGrp="1"/>
          </p:cNvSpPr>
          <p:nvPr>
            <p:ph type="body" sz="quarter" idx="18" hasCustomPrompt="1"/>
          </p:nvPr>
        </p:nvSpPr>
        <p:spPr>
          <a:xfrm>
            <a:off x="5050831" y="4698550"/>
            <a:ext cx="1235667"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lgn="l">
              <a:buNone/>
              <a:defRPr kumimoji="0" lang="en-US" b="1" spc="0" normalizeH="0" baseline="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algn="l">
              <a:defRPr/>
            </a:pPr>
            <a:r>
              <a:rPr lang="en-US" sz="1400" dirty="0">
                <a:solidFill>
                  <a:srgbClr val="47413D"/>
                </a:solidFill>
                <a:latin typeface="+mn-lt"/>
              </a:rPr>
              <a:t>Impact</a:t>
            </a:r>
            <a:endParaRPr lang="en-IN" sz="1400" dirty="0">
              <a:solidFill>
                <a:srgbClr val="47413D"/>
              </a:solidFill>
              <a:latin typeface="+mn-lt"/>
            </a:endParaRPr>
          </a:p>
        </p:txBody>
      </p:sp>
      <p:sp>
        <p:nvSpPr>
          <p:cNvPr id="25" name="Text Placeholder 24">
            <a:extLst>
              <a:ext uri="{FF2B5EF4-FFF2-40B4-BE49-F238E27FC236}">
                <a16:creationId xmlns:a16="http://schemas.microsoft.com/office/drawing/2014/main" xmlns="" id="{3069DD77-514E-A4EF-9422-DD760605E2A7}"/>
              </a:ext>
            </a:extLst>
          </p:cNvPr>
          <p:cNvSpPr>
            <a:spLocks noGrp="1"/>
          </p:cNvSpPr>
          <p:nvPr>
            <p:ph type="body" sz="quarter" idx="19"/>
          </p:nvPr>
        </p:nvSpPr>
        <p:spPr>
          <a:xfrm>
            <a:off x="5050831" y="1036357"/>
            <a:ext cx="6576019" cy="1015880"/>
          </a:xfrm>
        </p:spPr>
        <p:txBody>
          <a:bodyPr/>
          <a:lstStyle>
            <a:lvl1pPr marL="182880" indent="-182880">
              <a:lnSpc>
                <a:spcPct val="100000"/>
              </a:lnSpc>
              <a:spcBef>
                <a:spcPts val="0"/>
              </a:spcBef>
              <a:buFont typeface="Arial" panose="020B0604020202020204" pitchFamily="34" charset="0"/>
              <a:buChar char="•"/>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Click to edit Master text styles</a:t>
            </a:r>
          </a:p>
        </p:txBody>
      </p:sp>
      <p:sp>
        <p:nvSpPr>
          <p:cNvPr id="27" name="Text Placeholder 24">
            <a:extLst>
              <a:ext uri="{FF2B5EF4-FFF2-40B4-BE49-F238E27FC236}">
                <a16:creationId xmlns:a16="http://schemas.microsoft.com/office/drawing/2014/main" xmlns="" id="{B19AFB08-B154-3AE2-9763-B7A80F0CD723}"/>
              </a:ext>
            </a:extLst>
          </p:cNvPr>
          <p:cNvSpPr>
            <a:spLocks noGrp="1"/>
          </p:cNvSpPr>
          <p:nvPr>
            <p:ph type="body" sz="quarter" idx="20"/>
          </p:nvPr>
        </p:nvSpPr>
        <p:spPr>
          <a:xfrm>
            <a:off x="5050831" y="2870699"/>
            <a:ext cx="6576019" cy="1015880"/>
          </a:xfrm>
        </p:spPr>
        <p:txBody>
          <a:bodyPr/>
          <a:lstStyle>
            <a:lvl1pPr marL="182880" indent="-182880">
              <a:lnSpc>
                <a:spcPct val="100000"/>
              </a:lnSpc>
              <a:spcBef>
                <a:spcPts val="0"/>
              </a:spcBef>
              <a:buFont typeface="Arial" panose="020B0604020202020204" pitchFamily="34" charset="0"/>
              <a:buChar char="•"/>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Click to edit Master text styles</a:t>
            </a:r>
          </a:p>
        </p:txBody>
      </p:sp>
      <p:sp>
        <p:nvSpPr>
          <p:cNvPr id="8" name="Rectangle 7">
            <a:extLst>
              <a:ext uri="{FF2B5EF4-FFF2-40B4-BE49-F238E27FC236}">
                <a16:creationId xmlns:a16="http://schemas.microsoft.com/office/drawing/2014/main" xmlns="" id="{1580CECB-9733-8E17-F7D6-AEBC84C01F54}"/>
              </a:ext>
            </a:extLst>
          </p:cNvPr>
          <p:cNvSpPr/>
          <p:nvPr userDrawn="1"/>
        </p:nvSpPr>
        <p:spPr>
          <a:xfrm>
            <a:off x="4304260" y="1"/>
            <a:ext cx="7927848"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graphicFrame>
        <p:nvGraphicFramePr>
          <p:cNvPr id="9" name="think-cell data - do not delete" hidden="1">
            <a:extLst>
              <a:ext uri="{FF2B5EF4-FFF2-40B4-BE49-F238E27FC236}">
                <a16:creationId xmlns:a16="http://schemas.microsoft.com/office/drawing/2014/main" xmlns=""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210738198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1983" name="think-cell Slide" r:id="rId10" imgW="7772400" imgH="10058400" progId="TCLayout.ActiveDocument.1">
                  <p:embed/>
                </p:oleObj>
              </mc:Choice>
              <mc:Fallback>
                <p:oleObj name="think-cell Slide" r:id="rId10"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a16="http://schemas.microsoft.com/office/drawing/2014/main" xmlns=""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14" name="TextBox 13">
            <a:extLst>
              <a:ext uri="{FF2B5EF4-FFF2-40B4-BE49-F238E27FC236}">
                <a16:creationId xmlns:a16="http://schemas.microsoft.com/office/drawing/2014/main" xmlns="" id="{FC8B8D77-6DA4-6ED0-5E89-D7CC77BD7E80}"/>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000000"/>
                </a:solidFill>
              </a:rPr>
              <a:t>Copyright 2026, Strictly Confidential, All rights reserved</a:t>
            </a:r>
          </a:p>
        </p:txBody>
      </p:sp>
      <p:cxnSp>
        <p:nvCxnSpPr>
          <p:cNvPr id="17" name="Straight Connector 16">
            <a:extLst>
              <a:ext uri="{FF2B5EF4-FFF2-40B4-BE49-F238E27FC236}">
                <a16:creationId xmlns:a16="http://schemas.microsoft.com/office/drawing/2014/main" xmlns="" id="{7DED35B3-FE32-22B2-FE4B-F71536D0475E}"/>
              </a:ext>
            </a:extLst>
          </p:cNvPr>
          <p:cNvCxnSpPr>
            <a:cxnSpLocks/>
          </p:cNvCxnSpPr>
          <p:nvPr userDrawn="1"/>
        </p:nvCxnSpPr>
        <p:spPr>
          <a:xfrm>
            <a:off x="4985641" y="558800"/>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18" name="Picture 17">
            <a:extLst>
              <a:ext uri="{FF2B5EF4-FFF2-40B4-BE49-F238E27FC236}">
                <a16:creationId xmlns:a16="http://schemas.microsoft.com/office/drawing/2014/main" xmlns="" id="{BF19F648-E713-19E4-8E80-E336B132E799}"/>
              </a:ext>
            </a:extLst>
          </p:cNvPr>
          <p:cNvPicPr>
            <a:picLocks noChangeAspect="1"/>
          </p:cNvPicPr>
          <p:nvPr userDrawn="1"/>
        </p:nvPicPr>
        <p:blipFill>
          <a:blip r:embed="rId7">
            <a:duotone>
              <a:schemeClr val="accent1">
                <a:shade val="45000"/>
                <a:satMod val="135000"/>
              </a:schemeClr>
              <a:prstClr val="white"/>
            </a:duotone>
          </a:blip>
          <a:stretch>
            <a:fillRect/>
          </a:stretch>
        </p:blipFill>
        <p:spPr>
          <a:xfrm>
            <a:off x="4507657" y="623103"/>
            <a:ext cx="304706" cy="304706"/>
          </a:xfrm>
          <a:prstGeom prst="rect">
            <a:avLst/>
          </a:prstGeom>
        </p:spPr>
      </p:pic>
      <p:cxnSp>
        <p:nvCxnSpPr>
          <p:cNvPr id="19" name="Straight Connector 18">
            <a:extLst>
              <a:ext uri="{FF2B5EF4-FFF2-40B4-BE49-F238E27FC236}">
                <a16:creationId xmlns:a16="http://schemas.microsoft.com/office/drawing/2014/main" xmlns="" id="{AE27C355-0CBF-1E79-F265-A00BA34BBCBF}"/>
              </a:ext>
            </a:extLst>
          </p:cNvPr>
          <p:cNvCxnSpPr>
            <a:cxnSpLocks/>
          </p:cNvCxnSpPr>
          <p:nvPr userDrawn="1"/>
        </p:nvCxnSpPr>
        <p:spPr>
          <a:xfrm>
            <a:off x="4985641" y="2393142"/>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xmlns="" id="{56B8D5F7-A361-8AD4-52B8-082036B1721F}"/>
              </a:ext>
            </a:extLst>
          </p:cNvPr>
          <p:cNvCxnSpPr>
            <a:cxnSpLocks/>
          </p:cNvCxnSpPr>
          <p:nvPr userDrawn="1"/>
        </p:nvCxnSpPr>
        <p:spPr>
          <a:xfrm>
            <a:off x="4985641" y="4610063"/>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21" name="Picture 20">
            <a:extLst>
              <a:ext uri="{FF2B5EF4-FFF2-40B4-BE49-F238E27FC236}">
                <a16:creationId xmlns:a16="http://schemas.microsoft.com/office/drawing/2014/main" xmlns="" id="{D9214AAD-F1D4-D149-48E4-A4CA0897E294}"/>
              </a:ext>
            </a:extLst>
          </p:cNvPr>
          <p:cNvPicPr>
            <a:picLocks noChangeAspect="1"/>
          </p:cNvPicPr>
          <p:nvPr userDrawn="1"/>
        </p:nvPicPr>
        <p:blipFill>
          <a:blip r:embed="rId8">
            <a:duotone>
              <a:schemeClr val="accent1">
                <a:shade val="45000"/>
                <a:satMod val="135000"/>
              </a:schemeClr>
              <a:prstClr val="white"/>
            </a:duotone>
          </a:blip>
          <a:stretch>
            <a:fillRect/>
          </a:stretch>
        </p:blipFill>
        <p:spPr>
          <a:xfrm>
            <a:off x="4507657" y="4674366"/>
            <a:ext cx="304706" cy="304706"/>
          </a:xfrm>
          <a:prstGeom prst="rect">
            <a:avLst/>
          </a:prstGeom>
        </p:spPr>
      </p:pic>
      <p:pic>
        <p:nvPicPr>
          <p:cNvPr id="24" name="Picture 23">
            <a:extLst>
              <a:ext uri="{FF2B5EF4-FFF2-40B4-BE49-F238E27FC236}">
                <a16:creationId xmlns:a16="http://schemas.microsoft.com/office/drawing/2014/main" xmlns="" id="{97757A16-D1D2-AF1B-D2D6-6B02D3A65248}"/>
              </a:ext>
            </a:extLst>
          </p:cNvPr>
          <p:cNvPicPr>
            <a:picLocks noChangeAspect="1"/>
          </p:cNvPicPr>
          <p:nvPr userDrawn="1"/>
        </p:nvPicPr>
        <p:blipFill>
          <a:blip r:embed="rId9">
            <a:duotone>
              <a:schemeClr val="accent1">
                <a:shade val="45000"/>
                <a:satMod val="135000"/>
              </a:schemeClr>
              <a:prstClr val="white"/>
            </a:duotone>
          </a:blip>
          <a:stretch>
            <a:fillRect/>
          </a:stretch>
        </p:blipFill>
        <p:spPr>
          <a:xfrm>
            <a:off x="4507657" y="2457445"/>
            <a:ext cx="304706" cy="304706"/>
          </a:xfrm>
          <a:prstGeom prst="rect">
            <a:avLst/>
          </a:prstGeom>
        </p:spPr>
      </p:pic>
    </p:spTree>
    <p:extLst>
      <p:ext uri="{BB962C8B-B14F-4D97-AF65-F5344CB8AC3E}">
        <p14:creationId xmlns:p14="http://schemas.microsoft.com/office/powerpoint/2010/main" val="4223079547"/>
      </p:ext>
    </p:extLst>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p:cSld name="2_Case">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25457857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300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474616600"/>
      </p:ext>
    </p:extLst>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Case">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407402527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402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0" name="Picture Placeholder 9">
            <a:extLst>
              <a:ext uri="{FF2B5EF4-FFF2-40B4-BE49-F238E27FC236}">
                <a16:creationId xmlns:a16="http://schemas.microsoft.com/office/drawing/2014/main" xmlns="" id="{4D7F28B9-3CD7-58BB-E8E5-1B72C75CB7B0}"/>
              </a:ext>
            </a:extLst>
          </p:cNvPr>
          <p:cNvSpPr>
            <a:spLocks noGrp="1"/>
          </p:cNvSpPr>
          <p:nvPr>
            <p:ph type="pic" sz="quarter" idx="12"/>
          </p:nvPr>
        </p:nvSpPr>
        <p:spPr>
          <a:xfrm>
            <a:off x="4267200" y="-1"/>
            <a:ext cx="7927848" cy="6857999"/>
          </a:xfrm>
          <a:solidFill>
            <a:srgbClr val="DAD2CB"/>
          </a:solidFill>
        </p:spPr>
        <p:txBody>
          <a:bodyPr/>
          <a:lstStyle/>
          <a:p>
            <a:r>
              <a:rPr lang="en-US"/>
              <a:t>Click icon to add picture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591070875"/>
      </p:ext>
    </p:extLst>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Case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307996809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504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3" name="Picture Placeholder 9">
            <a:extLst>
              <a:ext uri="{FF2B5EF4-FFF2-40B4-BE49-F238E27FC236}">
                <a16:creationId xmlns:a16="http://schemas.microsoft.com/office/drawing/2014/main" xmlns="" id="{5C6055F8-9989-D9E2-3C90-326C85A7A212}"/>
              </a:ext>
            </a:extLst>
          </p:cNvPr>
          <p:cNvSpPr>
            <a:spLocks noGrp="1"/>
          </p:cNvSpPr>
          <p:nvPr>
            <p:ph type="pic" sz="quarter" idx="12"/>
          </p:nvPr>
        </p:nvSpPr>
        <p:spPr>
          <a:xfrm>
            <a:off x="4267200" y="-1"/>
            <a:ext cx="7927848" cy="6857999"/>
          </a:xfrm>
          <a:solidFill>
            <a:srgbClr val="2F2C29"/>
          </a:solidFill>
        </p:spPr>
        <p:txBody>
          <a:bodyPr/>
          <a:lstStyle/>
          <a:p>
            <a:r>
              <a:rPr lang="en-US"/>
              <a:t>Click icon to add picture</a:t>
            </a:r>
          </a:p>
        </p:txBody>
      </p:sp>
    </p:spTree>
    <p:extLst>
      <p:ext uri="{BB962C8B-B14F-4D97-AF65-F5344CB8AC3E}">
        <p14:creationId xmlns:p14="http://schemas.microsoft.com/office/powerpoint/2010/main" val="808329495"/>
      </p:ext>
    </p:extLst>
  </p:cSld>
  <p:clrMapOvr>
    <a:overrideClrMapping bg1="dk1" tx1="lt1" bg2="dk2" tx2="lt2" accent1="accent1" accent2="accent2" accent3="accent3" accent4="accent4" accent5="accent5" accent6="accent6" hlink="hlink" folHlink="folHlink"/>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Case, mobile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2113273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607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34" name="Picture 33">
            <a:extLst>
              <a:ext uri="{FF2B5EF4-FFF2-40B4-BE49-F238E27FC236}">
                <a16:creationId xmlns:a16="http://schemas.microsoft.com/office/drawing/2014/main" xmlns="" id="{669AC99F-9E1F-AA4F-D805-0DA4D123B8E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4486657" y="967796"/>
            <a:ext cx="2316555" cy="4935841"/>
          </a:xfrm>
          <a:prstGeom prst="rect">
            <a:avLst/>
          </a:prstGeom>
        </p:spPr>
      </p:pic>
      <p:pic>
        <p:nvPicPr>
          <p:cNvPr id="35" name="Picture 34">
            <a:extLst>
              <a:ext uri="{FF2B5EF4-FFF2-40B4-BE49-F238E27FC236}">
                <a16:creationId xmlns:a16="http://schemas.microsoft.com/office/drawing/2014/main" xmlns="" id="{69C7691F-1149-9C9C-9465-09104B41577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7061335" y="967796"/>
            <a:ext cx="2316555" cy="4935841"/>
          </a:xfrm>
          <a:prstGeom prst="rect">
            <a:avLst/>
          </a:prstGeom>
        </p:spPr>
      </p:pic>
      <p:pic>
        <p:nvPicPr>
          <p:cNvPr id="36" name="Picture 35">
            <a:extLst>
              <a:ext uri="{FF2B5EF4-FFF2-40B4-BE49-F238E27FC236}">
                <a16:creationId xmlns:a16="http://schemas.microsoft.com/office/drawing/2014/main" xmlns="" id="{1970DA38-8844-7E04-11C7-1715CD52AED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9631865" y="967796"/>
            <a:ext cx="2316555" cy="4935841"/>
          </a:xfrm>
          <a:prstGeom prst="rect">
            <a:avLst/>
          </a:prstGeom>
        </p:spPr>
      </p:pic>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a16="http://schemas.microsoft.com/office/drawing/2014/main" xmlns="" id="{1B2A1423-4B70-2BC1-DC51-7E074E13C985}"/>
              </a:ext>
            </a:extLst>
          </p:cNvPr>
          <p:cNvSpPr>
            <a:spLocks noGrp="1"/>
          </p:cNvSpPr>
          <p:nvPr>
            <p:ph type="pic" sz="quarter" idx="14"/>
          </p:nvPr>
        </p:nvSpPr>
        <p:spPr>
          <a:xfrm>
            <a:off x="4584700"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8" name="Picture Placeholder 8">
            <a:extLst>
              <a:ext uri="{FF2B5EF4-FFF2-40B4-BE49-F238E27FC236}">
                <a16:creationId xmlns:a16="http://schemas.microsoft.com/office/drawing/2014/main" xmlns="" id="{BBC75C68-F35A-EB20-E1B4-6BB6CC31F183}"/>
              </a:ext>
            </a:extLst>
          </p:cNvPr>
          <p:cNvSpPr>
            <a:spLocks noGrp="1"/>
          </p:cNvSpPr>
          <p:nvPr>
            <p:ph type="pic" sz="quarter" idx="15"/>
          </p:nvPr>
        </p:nvSpPr>
        <p:spPr>
          <a:xfrm>
            <a:off x="716771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9" name="Picture Placeholder 8">
            <a:extLst>
              <a:ext uri="{FF2B5EF4-FFF2-40B4-BE49-F238E27FC236}">
                <a16:creationId xmlns:a16="http://schemas.microsoft.com/office/drawing/2014/main" xmlns="" id="{D0DE5F3A-508C-BF15-E5FE-9DC32F0E4F86}"/>
              </a:ext>
            </a:extLst>
          </p:cNvPr>
          <p:cNvSpPr>
            <a:spLocks noGrp="1"/>
          </p:cNvSpPr>
          <p:nvPr>
            <p:ph type="pic" sz="quarter" idx="16"/>
          </p:nvPr>
        </p:nvSpPr>
        <p:spPr>
          <a:xfrm>
            <a:off x="973070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1784746153"/>
      </p:ext>
    </p:extLst>
  </p:cSld>
  <p:clrMapOvr>
    <a:overrideClrMapping bg1="lt1" tx1="dk1" bg2="lt2" tx2="dk2" accent1="accent1" accent2="accent2" accent3="accent3" accent4="accent4" accent5="accent5" accent6="accent6" hlink="hlink" folHlink="folHlink"/>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Case, mobile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30903947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709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34" name="Picture 33">
            <a:extLst>
              <a:ext uri="{FF2B5EF4-FFF2-40B4-BE49-F238E27FC236}">
                <a16:creationId xmlns:a16="http://schemas.microsoft.com/office/drawing/2014/main" xmlns="" id="{669AC99F-9E1F-AA4F-D805-0DA4D123B8E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4486657" y="967796"/>
            <a:ext cx="2316555" cy="4935841"/>
          </a:xfrm>
          <a:prstGeom prst="rect">
            <a:avLst/>
          </a:prstGeom>
        </p:spPr>
      </p:pic>
      <p:pic>
        <p:nvPicPr>
          <p:cNvPr id="35" name="Picture 34">
            <a:extLst>
              <a:ext uri="{FF2B5EF4-FFF2-40B4-BE49-F238E27FC236}">
                <a16:creationId xmlns:a16="http://schemas.microsoft.com/office/drawing/2014/main" xmlns="" id="{69C7691F-1149-9C9C-9465-09104B41577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7061335" y="967796"/>
            <a:ext cx="2316555" cy="4935841"/>
          </a:xfrm>
          <a:prstGeom prst="rect">
            <a:avLst/>
          </a:prstGeom>
        </p:spPr>
      </p:pic>
      <p:pic>
        <p:nvPicPr>
          <p:cNvPr id="36" name="Picture 35">
            <a:extLst>
              <a:ext uri="{FF2B5EF4-FFF2-40B4-BE49-F238E27FC236}">
                <a16:creationId xmlns:a16="http://schemas.microsoft.com/office/drawing/2014/main" xmlns="" id="{1970DA38-8844-7E04-11C7-1715CD52AED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9631865" y="967796"/>
            <a:ext cx="2316555" cy="4935841"/>
          </a:xfrm>
          <a:prstGeom prst="rect">
            <a:avLst/>
          </a:prstGeom>
        </p:spPr>
      </p:pic>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a16="http://schemas.microsoft.com/office/drawing/2014/main" xmlns="" id="{1B2A1423-4B70-2BC1-DC51-7E074E13C985}"/>
              </a:ext>
            </a:extLst>
          </p:cNvPr>
          <p:cNvSpPr>
            <a:spLocks noGrp="1"/>
          </p:cNvSpPr>
          <p:nvPr>
            <p:ph type="pic" sz="quarter" idx="14"/>
          </p:nvPr>
        </p:nvSpPr>
        <p:spPr>
          <a:xfrm>
            <a:off x="4584700"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8" name="Picture Placeholder 8">
            <a:extLst>
              <a:ext uri="{FF2B5EF4-FFF2-40B4-BE49-F238E27FC236}">
                <a16:creationId xmlns:a16="http://schemas.microsoft.com/office/drawing/2014/main" xmlns="" id="{BBC75C68-F35A-EB20-E1B4-6BB6CC31F183}"/>
              </a:ext>
            </a:extLst>
          </p:cNvPr>
          <p:cNvSpPr>
            <a:spLocks noGrp="1"/>
          </p:cNvSpPr>
          <p:nvPr>
            <p:ph type="pic" sz="quarter" idx="15"/>
          </p:nvPr>
        </p:nvSpPr>
        <p:spPr>
          <a:xfrm>
            <a:off x="716771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9" name="Picture Placeholder 8">
            <a:extLst>
              <a:ext uri="{FF2B5EF4-FFF2-40B4-BE49-F238E27FC236}">
                <a16:creationId xmlns:a16="http://schemas.microsoft.com/office/drawing/2014/main" xmlns="" id="{D0DE5F3A-508C-BF15-E5FE-9DC32F0E4F86}"/>
              </a:ext>
            </a:extLst>
          </p:cNvPr>
          <p:cNvSpPr>
            <a:spLocks noGrp="1"/>
          </p:cNvSpPr>
          <p:nvPr>
            <p:ph type="pic" sz="quarter" idx="16"/>
          </p:nvPr>
        </p:nvSpPr>
        <p:spPr>
          <a:xfrm>
            <a:off x="973070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2493304497"/>
      </p:ext>
    </p:extLst>
  </p:cSld>
  <p:clrMapOvr>
    <a:overrideClrMapping bg1="dk1" tx1="lt1" bg2="dk2" tx2="lt2" accent1="accent1" accent2="accent2" accent3="accent3" accent4="accent4" accent5="accent5" accent6="accent6" hlink="hlink" folHlink="folHlink"/>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Case, laptop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62292197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812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11" name="Picture 10">
            <a:extLst>
              <a:ext uri="{FF2B5EF4-FFF2-40B4-BE49-F238E27FC236}">
                <a16:creationId xmlns:a16="http://schemas.microsoft.com/office/drawing/2014/main" xmlns="" id="{718121F4-F386-EB6F-41E4-6D1400E6145B}"/>
              </a:ext>
            </a:extLst>
          </p:cNvPr>
          <p:cNvPicPr>
            <a:picLocks noChangeAspect="1"/>
          </p:cNvPicPr>
          <p:nvPr userDrawn="1"/>
        </p:nvPicPr>
        <p:blipFill>
          <a:blip r:embed="rId6" cstate="print">
            <a:extLst>
              <a:ext uri="{28A0092B-C50C-407E-A947-70E740481C1C}">
                <a14:useLocalDpi xmlns:a14="http://schemas.microsoft.com/office/drawing/2010/main"/>
              </a:ext>
            </a:extLst>
          </a:blip>
          <a:srcRect/>
          <a:stretch>
            <a:fillRect/>
          </a:stretch>
        </p:blipFill>
        <p:spPr>
          <a:xfrm>
            <a:off x="4419600" y="963611"/>
            <a:ext cx="7772400" cy="4333788"/>
          </a:xfrm>
          <a:custGeom>
            <a:avLst/>
            <a:gdLst>
              <a:gd name="csX0" fmla="*/ 967795 w 7772400"/>
              <a:gd name="csY0" fmla="*/ 137674 h 4333788"/>
              <a:gd name="csX1" fmla="*/ 866565 w 7772400"/>
              <a:gd name="csY1" fmla="*/ 238904 h 4333788"/>
              <a:gd name="csX2" fmla="*/ 866565 w 7772400"/>
              <a:gd name="csY2" fmla="*/ 4068926 h 4333788"/>
              <a:gd name="csX3" fmla="*/ 6906944 w 7772400"/>
              <a:gd name="csY3" fmla="*/ 4068926 h 4333788"/>
              <a:gd name="csX4" fmla="*/ 6906944 w 7772400"/>
              <a:gd name="csY4" fmla="*/ 238904 h 4333788"/>
              <a:gd name="csX5" fmla="*/ 6805714 w 7772400"/>
              <a:gd name="csY5" fmla="*/ 137674 h 4333788"/>
              <a:gd name="csX6" fmla="*/ 0 w 7772400"/>
              <a:gd name="csY6" fmla="*/ 0 h 4333788"/>
              <a:gd name="csX7" fmla="*/ 7772400 w 7772400"/>
              <a:gd name="csY7" fmla="*/ 0 h 4333788"/>
              <a:gd name="csX8" fmla="*/ 7772400 w 7772400"/>
              <a:gd name="csY8" fmla="*/ 4333788 h 4333788"/>
              <a:gd name="csX9" fmla="*/ 0 w 7772400"/>
              <a:gd name="csY9" fmla="*/ 4333788 h 43337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772400" h="4333788">
                <a:moveTo>
                  <a:pt x="967795" y="137674"/>
                </a:moveTo>
                <a:cubicBezTo>
                  <a:pt x="911887" y="137674"/>
                  <a:pt x="866565" y="182996"/>
                  <a:pt x="866565" y="238904"/>
                </a:cubicBezTo>
                <a:lnTo>
                  <a:pt x="866565" y="4068926"/>
                </a:lnTo>
                <a:lnTo>
                  <a:pt x="6906944" y="4068926"/>
                </a:lnTo>
                <a:lnTo>
                  <a:pt x="6906944" y="238904"/>
                </a:lnTo>
                <a:cubicBezTo>
                  <a:pt x="6906944" y="182996"/>
                  <a:pt x="6861622" y="137674"/>
                  <a:pt x="6805714" y="137674"/>
                </a:cubicBezTo>
                <a:close/>
                <a:moveTo>
                  <a:pt x="0" y="0"/>
                </a:moveTo>
                <a:lnTo>
                  <a:pt x="7772400" y="0"/>
                </a:lnTo>
                <a:lnTo>
                  <a:pt x="7772400" y="4333788"/>
                </a:lnTo>
                <a:lnTo>
                  <a:pt x="0" y="4333788"/>
                </a:lnTo>
                <a:close/>
              </a:path>
            </a:pathLst>
          </a:custGeom>
        </p:spPr>
      </p:pic>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a16="http://schemas.microsoft.com/office/drawing/2014/main" xmlns="" id="{1B2A1423-4B70-2BC1-DC51-7E074E13C985}"/>
              </a:ext>
            </a:extLst>
          </p:cNvPr>
          <p:cNvSpPr>
            <a:spLocks noGrp="1"/>
          </p:cNvSpPr>
          <p:nvPr>
            <p:ph type="pic" sz="quarter" idx="14"/>
          </p:nvPr>
        </p:nvSpPr>
        <p:spPr>
          <a:xfrm>
            <a:off x="5286166" y="1101285"/>
            <a:ext cx="6040380" cy="3931252"/>
          </a:xfrm>
          <a:prstGeom prst="round2SameRect">
            <a:avLst>
              <a:gd name="adj1" fmla="val 3015"/>
              <a:gd name="adj2" fmla="val 0"/>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2842190896"/>
      </p:ext>
    </p:extLst>
  </p:cSld>
  <p:clrMapOvr>
    <a:overrideClrMapping bg1="lt1" tx1="dk1" bg2="lt2" tx2="dk2" accent1="accent1" accent2="accent2" accent3="accent3" accent4="accent4" accent5="accent5" accent6="accent6" hlink="hlink" folHlink="folHlink"/>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Case, laptop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7405784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914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11" name="Picture 10">
            <a:extLst>
              <a:ext uri="{FF2B5EF4-FFF2-40B4-BE49-F238E27FC236}">
                <a16:creationId xmlns:a16="http://schemas.microsoft.com/office/drawing/2014/main" xmlns="" id="{718121F4-F386-EB6F-41E4-6D1400E6145B}"/>
              </a:ext>
            </a:extLst>
          </p:cNvPr>
          <p:cNvPicPr>
            <a:picLocks noChangeAspect="1"/>
          </p:cNvPicPr>
          <p:nvPr userDrawn="1"/>
        </p:nvPicPr>
        <p:blipFill>
          <a:blip r:embed="rId6" cstate="print">
            <a:extLst>
              <a:ext uri="{28A0092B-C50C-407E-A947-70E740481C1C}">
                <a14:useLocalDpi xmlns:a14="http://schemas.microsoft.com/office/drawing/2010/main"/>
              </a:ext>
            </a:extLst>
          </a:blip>
          <a:srcRect/>
          <a:stretch>
            <a:fillRect/>
          </a:stretch>
        </p:blipFill>
        <p:spPr>
          <a:xfrm>
            <a:off x="4419600" y="963611"/>
            <a:ext cx="7772400" cy="4333788"/>
          </a:xfrm>
          <a:custGeom>
            <a:avLst/>
            <a:gdLst>
              <a:gd name="csX0" fmla="*/ 967795 w 7772400"/>
              <a:gd name="csY0" fmla="*/ 137674 h 4333788"/>
              <a:gd name="csX1" fmla="*/ 866565 w 7772400"/>
              <a:gd name="csY1" fmla="*/ 238904 h 4333788"/>
              <a:gd name="csX2" fmla="*/ 866565 w 7772400"/>
              <a:gd name="csY2" fmla="*/ 4068926 h 4333788"/>
              <a:gd name="csX3" fmla="*/ 6906944 w 7772400"/>
              <a:gd name="csY3" fmla="*/ 4068926 h 4333788"/>
              <a:gd name="csX4" fmla="*/ 6906944 w 7772400"/>
              <a:gd name="csY4" fmla="*/ 238904 h 4333788"/>
              <a:gd name="csX5" fmla="*/ 6805714 w 7772400"/>
              <a:gd name="csY5" fmla="*/ 137674 h 4333788"/>
              <a:gd name="csX6" fmla="*/ 0 w 7772400"/>
              <a:gd name="csY6" fmla="*/ 0 h 4333788"/>
              <a:gd name="csX7" fmla="*/ 7772400 w 7772400"/>
              <a:gd name="csY7" fmla="*/ 0 h 4333788"/>
              <a:gd name="csX8" fmla="*/ 7772400 w 7772400"/>
              <a:gd name="csY8" fmla="*/ 4333788 h 4333788"/>
              <a:gd name="csX9" fmla="*/ 0 w 7772400"/>
              <a:gd name="csY9" fmla="*/ 4333788 h 43337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772400" h="4333788">
                <a:moveTo>
                  <a:pt x="967795" y="137674"/>
                </a:moveTo>
                <a:cubicBezTo>
                  <a:pt x="911887" y="137674"/>
                  <a:pt x="866565" y="182996"/>
                  <a:pt x="866565" y="238904"/>
                </a:cubicBezTo>
                <a:lnTo>
                  <a:pt x="866565" y="4068926"/>
                </a:lnTo>
                <a:lnTo>
                  <a:pt x="6906944" y="4068926"/>
                </a:lnTo>
                <a:lnTo>
                  <a:pt x="6906944" y="238904"/>
                </a:lnTo>
                <a:cubicBezTo>
                  <a:pt x="6906944" y="182996"/>
                  <a:pt x="6861622" y="137674"/>
                  <a:pt x="6805714" y="137674"/>
                </a:cubicBezTo>
                <a:close/>
                <a:moveTo>
                  <a:pt x="0" y="0"/>
                </a:moveTo>
                <a:lnTo>
                  <a:pt x="7772400" y="0"/>
                </a:lnTo>
                <a:lnTo>
                  <a:pt x="7772400" y="4333788"/>
                </a:lnTo>
                <a:lnTo>
                  <a:pt x="0" y="4333788"/>
                </a:lnTo>
                <a:close/>
              </a:path>
            </a:pathLst>
          </a:custGeom>
        </p:spPr>
      </p:pic>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a16="http://schemas.microsoft.com/office/drawing/2014/main" xmlns="" id="{1B2A1423-4B70-2BC1-DC51-7E074E13C985}"/>
              </a:ext>
            </a:extLst>
          </p:cNvPr>
          <p:cNvSpPr>
            <a:spLocks noGrp="1"/>
          </p:cNvSpPr>
          <p:nvPr>
            <p:ph type="pic" sz="quarter" idx="14"/>
          </p:nvPr>
        </p:nvSpPr>
        <p:spPr>
          <a:xfrm>
            <a:off x="5286166" y="1101285"/>
            <a:ext cx="6040380" cy="3931252"/>
          </a:xfrm>
          <a:prstGeom prst="round2SameRect">
            <a:avLst>
              <a:gd name="adj1" fmla="val 3015"/>
              <a:gd name="adj2" fmla="val 0"/>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28778206"/>
      </p:ext>
    </p:extLst>
  </p:cSld>
  <p:clrMapOvr>
    <a:overrideClrMapping bg1="dk1" tx1="lt1" bg2="dk2" tx2="lt2" accent1="accent1" accent2="accent2" accent3="accent3" accent4="accent4" accent5="accent5" accent6="accent6" hlink="hlink" folHlink="folHlink"/>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Case, Social Media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43345244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016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6250327" y="460374"/>
            <a:ext cx="3473111" cy="1006475"/>
          </a:xfrm>
        </p:spPr>
        <p:txBody>
          <a:bodyPr/>
          <a:lstStyle>
            <a:lvl1pPr>
              <a:defRPr b="1"/>
            </a:lvl1pPr>
            <a:lvl2pPr marL="0" indent="0">
              <a:spcBef>
                <a:spcPts val="0"/>
              </a:spcBef>
              <a:buNone/>
              <a:defRPr>
                <a:solidFill>
                  <a:srgbClr val="8E867E"/>
                </a:solidFill>
              </a:defRPr>
            </a:lvl2pPr>
          </a:lstStyle>
          <a:p>
            <a:pPr lvl="0"/>
            <a:r>
              <a:rPr lang="en-US"/>
              <a:t>Click to edit Master text styles</a:t>
            </a:r>
          </a:p>
          <a:p>
            <a:pPr lvl="1"/>
            <a:r>
              <a:rPr lang="en-US"/>
              <a:t>Second level</a:t>
            </a:r>
          </a:p>
        </p:txBody>
      </p:sp>
      <p:pic>
        <p:nvPicPr>
          <p:cNvPr id="6" name="Graphic 5">
            <a:extLst>
              <a:ext uri="{FF2B5EF4-FFF2-40B4-BE49-F238E27FC236}">
                <a16:creationId xmlns:a16="http://schemas.microsoft.com/office/drawing/2014/main" xmlns="" id="{25E49CCA-F737-5786-8174-B0564AEC1647}"/>
              </a:ext>
            </a:extLst>
          </p:cNvPr>
          <p:cNvPicPr>
            <a:picLocks noChangeAspect="1"/>
          </p:cNvPicPr>
          <p:nvPr userDrawn="1"/>
        </p:nvPicPr>
        <p:blipFill>
          <a:blip>
            <a:extLst>
              <a:ext uri="{96DAC541-7B7A-43D3-8B79-37D633B846F1}">
                <asvg:svgBlip xmlns:asvg="http://schemas.microsoft.com/office/drawing/2016/SVG/main" xmlns="" r:embed="rId6"/>
              </a:ext>
            </a:extLst>
          </a:blip>
          <a:srcRect/>
          <a:stretch/>
        </p:blipFill>
        <p:spPr>
          <a:xfrm>
            <a:off x="2989882" y="1768475"/>
            <a:ext cx="2956893" cy="3721606"/>
          </a:xfrm>
          <a:prstGeom prst="rect">
            <a:avLst/>
          </a:prstGeom>
        </p:spPr>
      </p:pic>
      <p:pic>
        <p:nvPicPr>
          <p:cNvPr id="8" name="Graphic 7">
            <a:extLst>
              <a:ext uri="{FF2B5EF4-FFF2-40B4-BE49-F238E27FC236}">
                <a16:creationId xmlns:a16="http://schemas.microsoft.com/office/drawing/2014/main" xmlns="" id="{226AC344-E1CE-70B2-B97E-30637E49AB07}"/>
              </a:ext>
            </a:extLst>
          </p:cNvPr>
          <p:cNvPicPr>
            <a:picLocks noChangeAspect="1"/>
          </p:cNvPicPr>
          <p:nvPr userDrawn="1"/>
        </p:nvPicPr>
        <p:blipFill>
          <a:blip>
            <a:extLst>
              <a:ext uri="{96DAC541-7B7A-43D3-8B79-37D633B846F1}">
                <asvg:svgBlip xmlns:asvg="http://schemas.microsoft.com/office/drawing/2016/SVG/main" xmlns="" r:embed="rId6"/>
              </a:ext>
            </a:extLst>
          </a:blip>
          <a:srcRect/>
          <a:stretch/>
        </p:blipFill>
        <p:spPr>
          <a:xfrm>
            <a:off x="6249613" y="1768475"/>
            <a:ext cx="2956893" cy="3721606"/>
          </a:xfrm>
          <a:prstGeom prst="rect">
            <a:avLst/>
          </a:prstGeom>
        </p:spPr>
      </p:pic>
      <p:pic>
        <p:nvPicPr>
          <p:cNvPr id="9" name="Graphic 8">
            <a:extLst>
              <a:ext uri="{FF2B5EF4-FFF2-40B4-BE49-F238E27FC236}">
                <a16:creationId xmlns:a16="http://schemas.microsoft.com/office/drawing/2014/main" xmlns="" id="{FCEB8D3E-A5C6-310F-74E2-78E550DF1E71}"/>
              </a:ext>
            </a:extLst>
          </p:cNvPr>
          <p:cNvPicPr>
            <a:picLocks noChangeAspect="1"/>
          </p:cNvPicPr>
          <p:nvPr userDrawn="1"/>
        </p:nvPicPr>
        <p:blipFill>
          <a:blip>
            <a:extLst>
              <a:ext uri="{96DAC541-7B7A-43D3-8B79-37D633B846F1}">
                <asvg:svgBlip xmlns:asvg="http://schemas.microsoft.com/office/drawing/2016/SVG/main" xmlns="" r:embed="rId6"/>
              </a:ext>
            </a:extLst>
          </a:blip>
          <a:srcRect/>
          <a:stretch/>
        </p:blipFill>
        <p:spPr>
          <a:xfrm>
            <a:off x="-269850" y="1768475"/>
            <a:ext cx="2956893" cy="3721606"/>
          </a:xfrm>
          <a:prstGeom prst="rect">
            <a:avLst/>
          </a:prstGeom>
        </p:spPr>
      </p:pic>
      <p:pic>
        <p:nvPicPr>
          <p:cNvPr id="10" name="Graphic 9">
            <a:extLst>
              <a:ext uri="{FF2B5EF4-FFF2-40B4-BE49-F238E27FC236}">
                <a16:creationId xmlns:a16="http://schemas.microsoft.com/office/drawing/2014/main" xmlns="" id="{47F66854-B8B3-FA25-DFD9-036CBFA383D7}"/>
              </a:ext>
            </a:extLst>
          </p:cNvPr>
          <p:cNvPicPr>
            <a:picLocks noChangeAspect="1"/>
          </p:cNvPicPr>
          <p:nvPr userDrawn="1"/>
        </p:nvPicPr>
        <p:blipFill>
          <a:blip>
            <a:extLst>
              <a:ext uri="{96DAC541-7B7A-43D3-8B79-37D633B846F1}">
                <asvg:svgBlip xmlns:asvg="http://schemas.microsoft.com/office/drawing/2016/SVG/main" xmlns="" r:embed="rId6"/>
              </a:ext>
            </a:extLst>
          </a:blip>
          <a:srcRect/>
          <a:stretch/>
        </p:blipFill>
        <p:spPr>
          <a:xfrm>
            <a:off x="9509344" y="1768475"/>
            <a:ext cx="2956893" cy="3721606"/>
          </a:xfrm>
          <a:prstGeom prst="rect">
            <a:avLst/>
          </a:prstGeom>
        </p:spPr>
      </p:pic>
      <p:sp>
        <p:nvSpPr>
          <p:cNvPr id="13" name="Picture Placeholder 12">
            <a:extLst>
              <a:ext uri="{FF2B5EF4-FFF2-40B4-BE49-F238E27FC236}">
                <a16:creationId xmlns:a16="http://schemas.microsoft.com/office/drawing/2014/main" xmlns="" id="{52B67BAC-F68E-DD3A-DCA7-6CDA13093294}"/>
              </a:ext>
            </a:extLst>
          </p:cNvPr>
          <p:cNvSpPr>
            <a:spLocks noGrp="1"/>
          </p:cNvSpPr>
          <p:nvPr>
            <p:ph type="pic" sz="quarter" idx="14"/>
          </p:nvPr>
        </p:nvSpPr>
        <p:spPr>
          <a:xfrm>
            <a:off x="-266469" y="2149886"/>
            <a:ext cx="2953512" cy="2959585"/>
          </a:xfrm>
          <a:solidFill>
            <a:schemeClr val="bg1">
              <a:lumMod val="50000"/>
              <a:lumOff val="50000"/>
            </a:schemeClr>
          </a:solidFill>
        </p:spPr>
        <p:txBody>
          <a:bodyPr/>
          <a:lstStyle/>
          <a:p>
            <a:r>
              <a:rPr lang="en-US"/>
              <a:t>Click icon to add picture</a:t>
            </a:r>
          </a:p>
        </p:txBody>
      </p:sp>
      <p:sp>
        <p:nvSpPr>
          <p:cNvPr id="14" name="Picture Placeholder 12">
            <a:extLst>
              <a:ext uri="{FF2B5EF4-FFF2-40B4-BE49-F238E27FC236}">
                <a16:creationId xmlns:a16="http://schemas.microsoft.com/office/drawing/2014/main" xmlns="" id="{92A6E3AA-4010-F3C8-DB6D-5D6BAC94EDD3}"/>
              </a:ext>
            </a:extLst>
          </p:cNvPr>
          <p:cNvSpPr>
            <a:spLocks noGrp="1"/>
          </p:cNvSpPr>
          <p:nvPr>
            <p:ph type="pic" sz="quarter" idx="15"/>
          </p:nvPr>
        </p:nvSpPr>
        <p:spPr>
          <a:xfrm>
            <a:off x="2993263" y="2149886"/>
            <a:ext cx="2953512" cy="2959585"/>
          </a:xfrm>
          <a:solidFill>
            <a:schemeClr val="bg1">
              <a:lumMod val="50000"/>
              <a:lumOff val="50000"/>
            </a:schemeClr>
          </a:solidFill>
        </p:spPr>
        <p:txBody>
          <a:bodyPr/>
          <a:lstStyle/>
          <a:p>
            <a:r>
              <a:rPr lang="en-US"/>
              <a:t>Click icon to add picture</a:t>
            </a:r>
          </a:p>
        </p:txBody>
      </p:sp>
      <p:sp>
        <p:nvSpPr>
          <p:cNvPr id="15" name="Picture Placeholder 12">
            <a:extLst>
              <a:ext uri="{FF2B5EF4-FFF2-40B4-BE49-F238E27FC236}">
                <a16:creationId xmlns:a16="http://schemas.microsoft.com/office/drawing/2014/main" xmlns="" id="{A5F86528-100B-394F-245D-BB6C50C4BA2C}"/>
              </a:ext>
            </a:extLst>
          </p:cNvPr>
          <p:cNvSpPr>
            <a:spLocks noGrp="1"/>
          </p:cNvSpPr>
          <p:nvPr>
            <p:ph type="pic" sz="quarter" idx="16"/>
          </p:nvPr>
        </p:nvSpPr>
        <p:spPr>
          <a:xfrm>
            <a:off x="6252994" y="2149886"/>
            <a:ext cx="2953512" cy="2959585"/>
          </a:xfrm>
          <a:solidFill>
            <a:schemeClr val="bg1">
              <a:lumMod val="50000"/>
              <a:lumOff val="50000"/>
            </a:schemeClr>
          </a:solidFill>
        </p:spPr>
        <p:txBody>
          <a:bodyPr/>
          <a:lstStyle/>
          <a:p>
            <a:r>
              <a:rPr lang="en-US"/>
              <a:t>Click icon to add picture</a:t>
            </a:r>
          </a:p>
        </p:txBody>
      </p:sp>
      <p:sp>
        <p:nvSpPr>
          <p:cNvPr id="16" name="Picture Placeholder 12">
            <a:extLst>
              <a:ext uri="{FF2B5EF4-FFF2-40B4-BE49-F238E27FC236}">
                <a16:creationId xmlns:a16="http://schemas.microsoft.com/office/drawing/2014/main" xmlns="" id="{F4212F00-26F9-885F-580A-F8C386D648DD}"/>
              </a:ext>
            </a:extLst>
          </p:cNvPr>
          <p:cNvSpPr>
            <a:spLocks noGrp="1"/>
          </p:cNvSpPr>
          <p:nvPr>
            <p:ph type="pic" sz="quarter" idx="17"/>
          </p:nvPr>
        </p:nvSpPr>
        <p:spPr>
          <a:xfrm>
            <a:off x="9512725" y="2149886"/>
            <a:ext cx="2953512" cy="2959585"/>
          </a:xfr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1029430402"/>
      </p:ext>
    </p:extLst>
  </p:cSld>
  <p:clrMapOvr>
    <a:overrideClrMapping bg1="lt1" tx1="dk1" bg2="lt2" tx2="dk2" accent1="accent1" accent2="accent2" accent3="accent3" accent4="accent4" accent5="accent5" accent6="accent6" hlink="hlink" folHlink="folHlink"/>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Case, Social Media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5083130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119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6250327" y="460374"/>
            <a:ext cx="3473111" cy="1006475"/>
          </a:xfrm>
        </p:spPr>
        <p:txBody>
          <a:bodyPr/>
          <a:lstStyle>
            <a:lvl1pPr>
              <a:defRPr b="1"/>
            </a:lvl1pPr>
            <a:lvl2pPr marL="0" indent="0">
              <a:spcBef>
                <a:spcPts val="0"/>
              </a:spcBef>
              <a:buNone/>
              <a:defRPr>
                <a:solidFill>
                  <a:srgbClr val="8E867E"/>
                </a:solidFill>
              </a:defRPr>
            </a:lvl2pPr>
          </a:lstStyle>
          <a:p>
            <a:pPr lvl="0"/>
            <a:r>
              <a:rPr lang="en-US"/>
              <a:t>Click to edit Master text styles</a:t>
            </a:r>
          </a:p>
          <a:p>
            <a:pPr lvl="1"/>
            <a:r>
              <a:rPr lang="en-US"/>
              <a:t>Second level</a:t>
            </a:r>
          </a:p>
        </p:txBody>
      </p:sp>
      <p:pic>
        <p:nvPicPr>
          <p:cNvPr id="6" name="Graphic 5">
            <a:extLst>
              <a:ext uri="{FF2B5EF4-FFF2-40B4-BE49-F238E27FC236}">
                <a16:creationId xmlns:a16="http://schemas.microsoft.com/office/drawing/2014/main" xmlns="" id="{25E49CCA-F737-5786-8174-B0564AEC1647}"/>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2989882" y="1768474"/>
            <a:ext cx="2956893" cy="3721608"/>
          </a:xfrm>
          <a:prstGeom prst="rect">
            <a:avLst/>
          </a:prstGeom>
        </p:spPr>
      </p:pic>
      <p:pic>
        <p:nvPicPr>
          <p:cNvPr id="8" name="Graphic 7">
            <a:extLst>
              <a:ext uri="{FF2B5EF4-FFF2-40B4-BE49-F238E27FC236}">
                <a16:creationId xmlns:a16="http://schemas.microsoft.com/office/drawing/2014/main" xmlns="" id="{226AC344-E1CE-70B2-B97E-30637E49AB07}"/>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6249613" y="1768474"/>
            <a:ext cx="2956893" cy="3721608"/>
          </a:xfrm>
          <a:prstGeom prst="rect">
            <a:avLst/>
          </a:prstGeom>
        </p:spPr>
      </p:pic>
      <p:pic>
        <p:nvPicPr>
          <p:cNvPr id="9" name="Graphic 8">
            <a:extLst>
              <a:ext uri="{FF2B5EF4-FFF2-40B4-BE49-F238E27FC236}">
                <a16:creationId xmlns:a16="http://schemas.microsoft.com/office/drawing/2014/main" xmlns="" id="{FCEB8D3E-A5C6-310F-74E2-78E550DF1E71}"/>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269850" y="1768474"/>
            <a:ext cx="2956893" cy="3721608"/>
          </a:xfrm>
          <a:prstGeom prst="rect">
            <a:avLst/>
          </a:prstGeom>
        </p:spPr>
      </p:pic>
      <p:pic>
        <p:nvPicPr>
          <p:cNvPr id="10" name="Graphic 9">
            <a:extLst>
              <a:ext uri="{FF2B5EF4-FFF2-40B4-BE49-F238E27FC236}">
                <a16:creationId xmlns:a16="http://schemas.microsoft.com/office/drawing/2014/main" xmlns="" id="{47F66854-B8B3-FA25-DFD9-036CBFA383D7}"/>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9509344" y="1768474"/>
            <a:ext cx="2956893" cy="3721608"/>
          </a:xfrm>
          <a:prstGeom prst="rect">
            <a:avLst/>
          </a:prstGeom>
        </p:spPr>
      </p:pic>
      <p:sp>
        <p:nvSpPr>
          <p:cNvPr id="13" name="Picture Placeholder 12">
            <a:extLst>
              <a:ext uri="{FF2B5EF4-FFF2-40B4-BE49-F238E27FC236}">
                <a16:creationId xmlns:a16="http://schemas.microsoft.com/office/drawing/2014/main" xmlns="" id="{52B67BAC-F68E-DD3A-DCA7-6CDA13093294}"/>
              </a:ext>
            </a:extLst>
          </p:cNvPr>
          <p:cNvSpPr>
            <a:spLocks noGrp="1"/>
          </p:cNvSpPr>
          <p:nvPr>
            <p:ph type="pic" sz="quarter" idx="14"/>
          </p:nvPr>
        </p:nvSpPr>
        <p:spPr>
          <a:xfrm>
            <a:off x="-266469" y="2149886"/>
            <a:ext cx="2953512" cy="2959585"/>
          </a:xfrm>
          <a:solidFill>
            <a:schemeClr val="bg1">
              <a:lumMod val="50000"/>
              <a:lumOff val="50000"/>
            </a:schemeClr>
          </a:solidFill>
        </p:spPr>
        <p:txBody>
          <a:bodyPr/>
          <a:lstStyle/>
          <a:p>
            <a:r>
              <a:rPr lang="en-US"/>
              <a:t>Click icon to add picture</a:t>
            </a:r>
          </a:p>
        </p:txBody>
      </p:sp>
      <p:sp>
        <p:nvSpPr>
          <p:cNvPr id="14" name="Picture Placeholder 12">
            <a:extLst>
              <a:ext uri="{FF2B5EF4-FFF2-40B4-BE49-F238E27FC236}">
                <a16:creationId xmlns:a16="http://schemas.microsoft.com/office/drawing/2014/main" xmlns="" id="{92A6E3AA-4010-F3C8-DB6D-5D6BAC94EDD3}"/>
              </a:ext>
            </a:extLst>
          </p:cNvPr>
          <p:cNvSpPr>
            <a:spLocks noGrp="1"/>
          </p:cNvSpPr>
          <p:nvPr>
            <p:ph type="pic" sz="quarter" idx="15"/>
          </p:nvPr>
        </p:nvSpPr>
        <p:spPr>
          <a:xfrm>
            <a:off x="2993263" y="2149886"/>
            <a:ext cx="2953512" cy="2959585"/>
          </a:xfrm>
          <a:solidFill>
            <a:schemeClr val="bg1">
              <a:lumMod val="50000"/>
              <a:lumOff val="50000"/>
            </a:schemeClr>
          </a:solidFill>
        </p:spPr>
        <p:txBody>
          <a:bodyPr/>
          <a:lstStyle/>
          <a:p>
            <a:r>
              <a:rPr lang="en-US"/>
              <a:t>Click icon to add picture</a:t>
            </a:r>
          </a:p>
        </p:txBody>
      </p:sp>
      <p:sp>
        <p:nvSpPr>
          <p:cNvPr id="15" name="Picture Placeholder 12">
            <a:extLst>
              <a:ext uri="{FF2B5EF4-FFF2-40B4-BE49-F238E27FC236}">
                <a16:creationId xmlns:a16="http://schemas.microsoft.com/office/drawing/2014/main" xmlns="" id="{A5F86528-100B-394F-245D-BB6C50C4BA2C}"/>
              </a:ext>
            </a:extLst>
          </p:cNvPr>
          <p:cNvSpPr>
            <a:spLocks noGrp="1"/>
          </p:cNvSpPr>
          <p:nvPr>
            <p:ph type="pic" sz="quarter" idx="16"/>
          </p:nvPr>
        </p:nvSpPr>
        <p:spPr>
          <a:xfrm>
            <a:off x="6252994" y="2149886"/>
            <a:ext cx="2953512" cy="2959585"/>
          </a:xfrm>
          <a:solidFill>
            <a:schemeClr val="bg1">
              <a:lumMod val="50000"/>
              <a:lumOff val="50000"/>
            </a:schemeClr>
          </a:solidFill>
        </p:spPr>
        <p:txBody>
          <a:bodyPr/>
          <a:lstStyle/>
          <a:p>
            <a:r>
              <a:rPr lang="en-US"/>
              <a:t>Click icon to add picture</a:t>
            </a:r>
          </a:p>
        </p:txBody>
      </p:sp>
      <p:sp>
        <p:nvSpPr>
          <p:cNvPr id="16" name="Picture Placeholder 12">
            <a:extLst>
              <a:ext uri="{FF2B5EF4-FFF2-40B4-BE49-F238E27FC236}">
                <a16:creationId xmlns:a16="http://schemas.microsoft.com/office/drawing/2014/main" xmlns="" id="{F4212F00-26F9-885F-580A-F8C386D648DD}"/>
              </a:ext>
            </a:extLst>
          </p:cNvPr>
          <p:cNvSpPr>
            <a:spLocks noGrp="1"/>
          </p:cNvSpPr>
          <p:nvPr>
            <p:ph type="pic" sz="quarter" idx="17"/>
          </p:nvPr>
        </p:nvSpPr>
        <p:spPr>
          <a:xfrm>
            <a:off x="9512725" y="2149886"/>
            <a:ext cx="2953512" cy="2959585"/>
          </a:xfr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445686510"/>
      </p:ext>
    </p:extLst>
  </p:cSld>
  <p:clrMapOvr>
    <a:overrideClrMapping bg1="dk1" tx1="lt1" bg2="dk2" tx2="lt2" accent1="accent1" accent2="accent2" accent3="accent3" accent4="accent4" accent5="accent5" accent6="accent6" hlink="hlink" folHlink="folHlink"/>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255089615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221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3213838" y="1305349"/>
            <a:ext cx="5764335" cy="4247317"/>
          </a:xfrm>
          <a:prstGeom prst="rect">
            <a:avLst/>
          </a:prstGeom>
          <a:noFill/>
        </p:spPr>
        <p:txBody>
          <a:bodyPr wrap="none" lIns="0" tIns="0" rIns="0" bIns="0" rtlCol="0" anchor="ctr">
            <a:spAutoFit/>
          </a:bodyPr>
          <a:lstStyle/>
          <a:p>
            <a:pPr algn="ctr"/>
            <a:r>
              <a:rPr lang="en-US" sz="13800">
                <a:solidFill>
                  <a:srgbClr val="000000"/>
                </a:solidFill>
              </a:rPr>
              <a:t>Agenda</a:t>
            </a:r>
          </a:p>
          <a:p>
            <a:pPr algn="ctr"/>
            <a:r>
              <a:rPr lang="en-US" sz="13800">
                <a:solidFill>
                  <a:srgbClr val="000000"/>
                </a:solidFill>
              </a:rPr>
              <a:t>layouts</a:t>
            </a:r>
          </a:p>
        </p:txBody>
      </p:sp>
    </p:spTree>
    <p:extLst>
      <p:ext uri="{BB962C8B-B14F-4D97-AF65-F5344CB8AC3E}">
        <p14:creationId xmlns:p14="http://schemas.microsoft.com/office/powerpoint/2010/main" val="591938669"/>
      </p:ext>
    </p:extLst>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43017E1-5C50-A1AB-8360-416C697FA071}"/>
              </a:ext>
            </a:extLst>
          </p:cNvPr>
          <p:cNvGraphicFramePr>
            <a:graphicFrameLocks noChangeAspect="1"/>
          </p:cNvGraphicFramePr>
          <p:nvPr userDrawn="1">
            <p:custDataLst>
              <p:tags r:id="rId2"/>
            </p:custDataLst>
            <p:extLst>
              <p:ext uri="{D42A27DB-BD31-4B8C-83A1-F6EECF244321}">
                <p14:modId xmlns:p14="http://schemas.microsoft.com/office/powerpoint/2010/main" val="218903251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324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Rectangle 15">
            <a:extLst>
              <a:ext uri="{FF2B5EF4-FFF2-40B4-BE49-F238E27FC236}">
                <a16:creationId xmlns:a16="http://schemas.microsoft.com/office/drawing/2014/main" xmlns="" id="{33889F7A-DE98-F358-02C5-D65EB1DD488E}"/>
              </a:ext>
            </a:extLst>
          </p:cNvPr>
          <p:cNvSpPr>
            <a:spLocks noGrp="1" noRot="1" noMove="1" noResize="1" noEditPoints="1" noAdjustHandles="1" noChangeArrowheads="1" noChangeShapeType="1"/>
          </p:cNvSpPr>
          <p:nvPr userDrawn="1"/>
        </p:nvSpPr>
        <p:spPr>
          <a:xfrm>
            <a:off x="5946775" y="409575"/>
            <a:ext cx="5838381" cy="5991733"/>
          </a:xfrm>
          <a:prstGeom prst="rect">
            <a:avLst/>
          </a:prstGeom>
          <a:solidFill>
            <a:srgbClr val="F5F0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xmlns="" id="{EC5F68A8-0C58-24DF-315E-5F7C105CEFD9}"/>
              </a:ext>
            </a:extLst>
          </p:cNvPr>
          <p:cNvSpPr>
            <a:spLocks noGrp="1"/>
          </p:cNvSpPr>
          <p:nvPr>
            <p:ph type="title" hasCustomPrompt="1"/>
          </p:nvPr>
        </p:nvSpPr>
        <p:spPr>
          <a:xfrm>
            <a:off x="565149" y="460375"/>
            <a:ext cx="3479801" cy="2514600"/>
          </a:xfrm>
        </p:spPr>
        <p:txBody>
          <a:bodyPr vert="horz"/>
          <a:lstStyle>
            <a:lvl1pPr>
              <a:defRPr sz="4800"/>
            </a:lvl1pPr>
          </a:lstStyle>
          <a:p>
            <a:r>
              <a:rPr lang="en-US"/>
              <a:t>Agenda title</a:t>
            </a:r>
          </a:p>
        </p:txBody>
      </p:sp>
      <p:sp>
        <p:nvSpPr>
          <p:cNvPr id="17" name="Text Placeholder 11">
            <a:extLst>
              <a:ext uri="{FF2B5EF4-FFF2-40B4-BE49-F238E27FC236}">
                <a16:creationId xmlns:a16="http://schemas.microsoft.com/office/drawing/2014/main" xmlns="" id="{E734E431-CF7E-DBDA-44CF-DF97B6F2F634}"/>
              </a:ext>
            </a:extLst>
          </p:cNvPr>
          <p:cNvSpPr>
            <a:spLocks noGrp="1"/>
          </p:cNvSpPr>
          <p:nvPr>
            <p:ph type="body" sz="quarter" idx="12" hasCustomPrompt="1"/>
          </p:nvPr>
        </p:nvSpPr>
        <p:spPr>
          <a:xfrm>
            <a:off x="6248400" y="558800"/>
            <a:ext cx="5383213" cy="5142992"/>
          </a:xfrm>
        </p:spPr>
        <p:txBody>
          <a:bodyPr/>
          <a:lstStyle>
            <a:lvl1pPr marL="0" indent="0">
              <a:spcBef>
                <a:spcPts val="0"/>
              </a:spcBef>
              <a:spcAft>
                <a:spcPts val="600"/>
              </a:spcAft>
              <a:tabLst>
                <a:tab pos="1879600" algn="l"/>
                <a:tab pos="2508250" algn="l"/>
              </a:tabLst>
              <a:defRPr sz="1600">
                <a:solidFill>
                  <a:schemeClr val="tx1"/>
                </a:solidFill>
                <a:latin typeface="+mn-lt"/>
              </a:defRPr>
            </a:lvl1pPr>
            <a:lvl2pPr marL="2514600" indent="-628650">
              <a:spcBef>
                <a:spcPts val="0"/>
              </a:spcBef>
              <a:spcAft>
                <a:spcPts val="600"/>
              </a:spcAft>
              <a:buNone/>
              <a:tabLst/>
              <a:defRPr sz="1600">
                <a:solidFill>
                  <a:schemeClr val="tx1"/>
                </a:solidFill>
                <a:latin typeface="+mn-lt"/>
              </a:defRPr>
            </a:lvl2pPr>
            <a:lvl3pPr marL="4763" indent="0">
              <a:spcBef>
                <a:spcPts val="0"/>
              </a:spcBef>
              <a:spcAft>
                <a:spcPts val="600"/>
              </a:spcAft>
              <a:buNone/>
              <a:tabLst>
                <a:tab pos="1879600" algn="l"/>
                <a:tab pos="2508250" algn="l"/>
              </a:tabLst>
              <a:defRPr sz="1600">
                <a:solidFill>
                  <a:srgbClr val="5E5751"/>
                </a:solidFill>
                <a:latin typeface="+mn-lt"/>
              </a:defRPr>
            </a:lvl3pPr>
            <a:lvl4pPr marL="2514600" indent="-628650">
              <a:spcBef>
                <a:spcPts val="0"/>
              </a:spcBef>
              <a:spcAft>
                <a:spcPts val="600"/>
              </a:spcAft>
              <a:buNone/>
              <a:tabLst/>
              <a:defRPr sz="1600">
                <a:solidFill>
                  <a:srgbClr val="5E5751"/>
                </a:solidFill>
                <a:latin typeface="+mn-lt"/>
              </a:defRPr>
            </a:lvl4pPr>
            <a:lvl5pPr>
              <a:defRPr sz="1600"/>
            </a:lvl5pPr>
          </a:lstStyle>
          <a:p>
            <a:pPr lvl="0"/>
            <a:r>
              <a:rPr lang="en-US" dirty="0"/>
              <a:t>Phase ##	01	Use tabs to format </a:t>
            </a:r>
          </a:p>
          <a:p>
            <a:pPr lvl="1"/>
            <a:r>
              <a:rPr lang="en-US" dirty="0"/>
              <a:t>Second level</a:t>
            </a:r>
          </a:p>
          <a:p>
            <a:pPr lvl="2"/>
            <a:r>
              <a:rPr lang="en-US" dirty="0"/>
              <a:t>Phase ##	02	Use tabs to format</a:t>
            </a:r>
          </a:p>
          <a:p>
            <a:pPr lvl="3"/>
            <a:r>
              <a:rPr lang="en-US" dirty="0"/>
              <a:t>Fourth level</a:t>
            </a:r>
          </a:p>
        </p:txBody>
      </p:sp>
    </p:spTree>
    <p:extLst>
      <p:ext uri="{BB962C8B-B14F-4D97-AF65-F5344CB8AC3E}">
        <p14:creationId xmlns:p14="http://schemas.microsoft.com/office/powerpoint/2010/main" val="4266721279"/>
      </p:ext>
    </p:extLst>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Agenda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43017E1-5C50-A1AB-8360-416C697FA071}"/>
              </a:ext>
            </a:extLst>
          </p:cNvPr>
          <p:cNvGraphicFramePr>
            <a:graphicFrameLocks noChangeAspect="1"/>
          </p:cNvGraphicFramePr>
          <p:nvPr userDrawn="1">
            <p:custDataLst>
              <p:tags r:id="rId2"/>
            </p:custDataLst>
            <p:extLst>
              <p:ext uri="{D42A27DB-BD31-4B8C-83A1-F6EECF244321}">
                <p14:modId xmlns:p14="http://schemas.microsoft.com/office/powerpoint/2010/main" val="30273486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426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Rectangle 15">
            <a:extLst>
              <a:ext uri="{FF2B5EF4-FFF2-40B4-BE49-F238E27FC236}">
                <a16:creationId xmlns:a16="http://schemas.microsoft.com/office/drawing/2014/main" xmlns="" id="{33889F7A-DE98-F358-02C5-D65EB1DD488E}"/>
              </a:ext>
            </a:extLst>
          </p:cNvPr>
          <p:cNvSpPr>
            <a:spLocks noGrp="1" noRot="1" noMove="1" noResize="1" noEditPoints="1" noAdjustHandles="1" noChangeArrowheads="1" noChangeShapeType="1"/>
          </p:cNvSpPr>
          <p:nvPr userDrawn="1"/>
        </p:nvSpPr>
        <p:spPr>
          <a:xfrm>
            <a:off x="5946775" y="409575"/>
            <a:ext cx="5838381" cy="5991733"/>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xmlns="" id="{EC5F68A8-0C58-24DF-315E-5F7C105CEFD9}"/>
              </a:ext>
            </a:extLst>
          </p:cNvPr>
          <p:cNvSpPr>
            <a:spLocks noGrp="1"/>
          </p:cNvSpPr>
          <p:nvPr>
            <p:ph type="title" hasCustomPrompt="1"/>
          </p:nvPr>
        </p:nvSpPr>
        <p:spPr>
          <a:xfrm>
            <a:off x="565149" y="460375"/>
            <a:ext cx="3479801" cy="2514600"/>
          </a:xfrm>
        </p:spPr>
        <p:txBody>
          <a:bodyPr vert="horz"/>
          <a:lstStyle>
            <a:lvl1pPr>
              <a:defRPr sz="4800"/>
            </a:lvl1pPr>
          </a:lstStyle>
          <a:p>
            <a:r>
              <a:rPr lang="en-US"/>
              <a:t>Agenda title</a:t>
            </a:r>
          </a:p>
        </p:txBody>
      </p:sp>
      <p:sp>
        <p:nvSpPr>
          <p:cNvPr id="17" name="Text Placeholder 11">
            <a:extLst>
              <a:ext uri="{FF2B5EF4-FFF2-40B4-BE49-F238E27FC236}">
                <a16:creationId xmlns:a16="http://schemas.microsoft.com/office/drawing/2014/main" xmlns="" id="{E734E431-CF7E-DBDA-44CF-DF97B6F2F634}"/>
              </a:ext>
            </a:extLst>
          </p:cNvPr>
          <p:cNvSpPr>
            <a:spLocks noGrp="1"/>
          </p:cNvSpPr>
          <p:nvPr>
            <p:ph type="body" sz="quarter" idx="12" hasCustomPrompt="1"/>
          </p:nvPr>
        </p:nvSpPr>
        <p:spPr>
          <a:xfrm>
            <a:off x="6248400" y="558800"/>
            <a:ext cx="5383213" cy="5142992"/>
          </a:xfrm>
        </p:spPr>
        <p:txBody>
          <a:bodyPr/>
          <a:lstStyle>
            <a:lvl1pPr marL="0" indent="0">
              <a:spcBef>
                <a:spcPts val="0"/>
              </a:spcBef>
              <a:spcAft>
                <a:spcPts val="600"/>
              </a:spcAft>
              <a:tabLst>
                <a:tab pos="1879600" algn="l"/>
                <a:tab pos="2508250" algn="l"/>
              </a:tabLst>
              <a:defRPr sz="1600">
                <a:solidFill>
                  <a:schemeClr val="tx1"/>
                </a:solidFill>
                <a:latin typeface="+mn-lt"/>
              </a:defRPr>
            </a:lvl1pPr>
            <a:lvl2pPr marL="2514600" indent="-628650">
              <a:spcBef>
                <a:spcPts val="0"/>
              </a:spcBef>
              <a:spcAft>
                <a:spcPts val="600"/>
              </a:spcAft>
              <a:buNone/>
              <a:tabLst/>
              <a:defRPr sz="1600">
                <a:solidFill>
                  <a:schemeClr val="tx1"/>
                </a:solidFill>
                <a:latin typeface="+mn-lt"/>
              </a:defRPr>
            </a:lvl2pPr>
            <a:lvl3pPr marL="4763" indent="0">
              <a:spcBef>
                <a:spcPts val="0"/>
              </a:spcBef>
              <a:spcAft>
                <a:spcPts val="600"/>
              </a:spcAft>
              <a:buNone/>
              <a:tabLst>
                <a:tab pos="1879600" algn="l"/>
                <a:tab pos="2508250" algn="l"/>
              </a:tabLst>
              <a:defRPr sz="1600">
                <a:solidFill>
                  <a:srgbClr val="BEB4AA"/>
                </a:solidFill>
                <a:latin typeface="+mn-lt"/>
              </a:defRPr>
            </a:lvl3pPr>
            <a:lvl4pPr marL="2514600" indent="-628650">
              <a:spcBef>
                <a:spcPts val="0"/>
              </a:spcBef>
              <a:spcAft>
                <a:spcPts val="600"/>
              </a:spcAft>
              <a:buNone/>
              <a:tabLst/>
              <a:defRPr sz="1600">
                <a:solidFill>
                  <a:srgbClr val="BEB4AA"/>
                </a:solidFill>
                <a:latin typeface="+mn-lt"/>
              </a:defRPr>
            </a:lvl4pPr>
            <a:lvl5pPr>
              <a:defRPr sz="1600"/>
            </a:lvl5pPr>
          </a:lstStyle>
          <a:p>
            <a:pPr lvl="0"/>
            <a:r>
              <a:rPr lang="en-US" dirty="0"/>
              <a:t>Phase ##	01	Use tabs to format </a:t>
            </a:r>
          </a:p>
          <a:p>
            <a:pPr lvl="1"/>
            <a:r>
              <a:rPr lang="en-US" dirty="0"/>
              <a:t>Second level</a:t>
            </a:r>
          </a:p>
          <a:p>
            <a:pPr lvl="2"/>
            <a:r>
              <a:rPr lang="en-US" dirty="0"/>
              <a:t>Phase ##	02	Use tabs to format</a:t>
            </a:r>
          </a:p>
          <a:p>
            <a:pPr lvl="3"/>
            <a:r>
              <a:rPr lang="en-US" dirty="0"/>
              <a:t>Fourth level</a:t>
            </a:r>
          </a:p>
        </p:txBody>
      </p:sp>
    </p:spTree>
    <p:extLst>
      <p:ext uri="{BB962C8B-B14F-4D97-AF65-F5344CB8AC3E}">
        <p14:creationId xmlns:p14="http://schemas.microsoft.com/office/powerpoint/2010/main" val="590701100"/>
      </p:ext>
    </p:extLst>
  </p:cSld>
  <p:clrMapOvr>
    <a:overrideClrMapping bg1="dk1" tx1="lt1" bg2="dk2" tx2="lt2" accent1="accent1" accent2="accent2" accent3="accent3" accent4="accent4" accent5="accent5" accent6="accent6" hlink="hlink" folHlink="folHlink"/>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Agenda, tabl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6FD185B2-CA96-F547-FFF0-7838243B1A2A}"/>
              </a:ext>
            </a:extLst>
          </p:cNvPr>
          <p:cNvGraphicFramePr>
            <a:graphicFrameLocks noChangeAspect="1"/>
          </p:cNvGraphicFramePr>
          <p:nvPr userDrawn="1">
            <p:custDataLst>
              <p:tags r:id="rId2"/>
            </p:custDataLst>
            <p:extLst>
              <p:ext uri="{D42A27DB-BD31-4B8C-83A1-F6EECF244321}">
                <p14:modId xmlns:p14="http://schemas.microsoft.com/office/powerpoint/2010/main" val="81937865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528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D11BFDB8-62FD-B783-90CD-5011EC3F9DB0}"/>
              </a:ext>
            </a:extLst>
          </p:cNvPr>
          <p:cNvSpPr>
            <a:spLocks noGrp="1"/>
          </p:cNvSpPr>
          <p:nvPr>
            <p:ph type="title" hasCustomPrompt="1"/>
          </p:nvPr>
        </p:nvSpPr>
        <p:spPr/>
        <p:txBody>
          <a:bodyPr vert="horz"/>
          <a:lstStyle>
            <a:lvl1pPr>
              <a:defRPr sz="4800"/>
            </a:lvl1pPr>
          </a:lstStyle>
          <a:p>
            <a:r>
              <a:rPr lang="en-US"/>
              <a:t>Agenda title</a:t>
            </a:r>
          </a:p>
        </p:txBody>
      </p:sp>
      <p:sp>
        <p:nvSpPr>
          <p:cNvPr id="12" name="Table Placeholder 11">
            <a:extLst>
              <a:ext uri="{FF2B5EF4-FFF2-40B4-BE49-F238E27FC236}">
                <a16:creationId xmlns:a16="http://schemas.microsoft.com/office/drawing/2014/main" xmlns="" id="{8C62C179-ADF8-3E0D-22F0-94F67DB4CB1E}"/>
              </a:ext>
            </a:extLst>
          </p:cNvPr>
          <p:cNvSpPr>
            <a:spLocks noGrp="1"/>
          </p:cNvSpPr>
          <p:nvPr>
            <p:ph type="tbl" sz="quarter" idx="12"/>
          </p:nvPr>
        </p:nvSpPr>
        <p:spPr>
          <a:xfrm>
            <a:off x="565150" y="1466850"/>
            <a:ext cx="11066463" cy="4981575"/>
          </a:xfrm>
        </p:spPr>
        <p:txBody>
          <a:bodyPr/>
          <a:lstStyle/>
          <a:p>
            <a:r>
              <a:rPr lang="en-US"/>
              <a:t>Click icon to add table</a:t>
            </a:r>
          </a:p>
        </p:txBody>
      </p:sp>
    </p:spTree>
    <p:extLst>
      <p:ext uri="{BB962C8B-B14F-4D97-AF65-F5344CB8AC3E}">
        <p14:creationId xmlns:p14="http://schemas.microsoft.com/office/powerpoint/2010/main" val="1343137585"/>
      </p:ext>
    </p:extLst>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userDrawn="1">
  <p:cSld name="Agenda, table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6FD185B2-CA96-F547-FFF0-7838243B1A2A}"/>
              </a:ext>
            </a:extLst>
          </p:cNvPr>
          <p:cNvGraphicFramePr>
            <a:graphicFrameLocks noChangeAspect="1"/>
          </p:cNvGraphicFramePr>
          <p:nvPr userDrawn="1">
            <p:custDataLst>
              <p:tags r:id="rId2"/>
            </p:custDataLst>
            <p:extLst>
              <p:ext uri="{D42A27DB-BD31-4B8C-83A1-F6EECF244321}">
                <p14:modId xmlns:p14="http://schemas.microsoft.com/office/powerpoint/2010/main" val="382144336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631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D11BFDB8-62FD-B783-90CD-5011EC3F9DB0}"/>
              </a:ext>
            </a:extLst>
          </p:cNvPr>
          <p:cNvSpPr>
            <a:spLocks noGrp="1"/>
          </p:cNvSpPr>
          <p:nvPr>
            <p:ph type="title" hasCustomPrompt="1"/>
          </p:nvPr>
        </p:nvSpPr>
        <p:spPr/>
        <p:txBody>
          <a:bodyPr vert="horz"/>
          <a:lstStyle>
            <a:lvl1pPr>
              <a:defRPr sz="4800"/>
            </a:lvl1pPr>
          </a:lstStyle>
          <a:p>
            <a:r>
              <a:rPr lang="en-US"/>
              <a:t>Agenda title</a:t>
            </a:r>
          </a:p>
        </p:txBody>
      </p:sp>
      <p:sp>
        <p:nvSpPr>
          <p:cNvPr id="12" name="Table Placeholder 11">
            <a:extLst>
              <a:ext uri="{FF2B5EF4-FFF2-40B4-BE49-F238E27FC236}">
                <a16:creationId xmlns:a16="http://schemas.microsoft.com/office/drawing/2014/main" xmlns="" id="{8C62C179-ADF8-3E0D-22F0-94F67DB4CB1E}"/>
              </a:ext>
            </a:extLst>
          </p:cNvPr>
          <p:cNvSpPr>
            <a:spLocks noGrp="1"/>
          </p:cNvSpPr>
          <p:nvPr>
            <p:ph type="tbl" sz="quarter" idx="12"/>
          </p:nvPr>
        </p:nvSpPr>
        <p:spPr>
          <a:xfrm>
            <a:off x="565150" y="1466850"/>
            <a:ext cx="11066463" cy="4981575"/>
          </a:xfrm>
        </p:spPr>
        <p:txBody>
          <a:bodyPr/>
          <a:lstStyle/>
          <a:p>
            <a:r>
              <a:rPr lang="en-US"/>
              <a:t>Click icon to add table</a:t>
            </a:r>
          </a:p>
        </p:txBody>
      </p:sp>
    </p:spTree>
    <p:extLst>
      <p:ext uri="{BB962C8B-B14F-4D97-AF65-F5344CB8AC3E}">
        <p14:creationId xmlns:p14="http://schemas.microsoft.com/office/powerpoint/2010/main" val="715954589"/>
      </p:ext>
    </p:extLst>
  </p:cSld>
  <p:clrMapOvr>
    <a:overrideClrMapping bg1="dk1" tx1="lt1" bg2="dk2" tx2="lt2" accent1="accent1" accent2="accent2" accent3="accent3" accent4="accent4" accent5="accent5" accent6="accent6" hlink="hlink" folHlink="folHlink"/>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30296208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733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2569560" y="1305349"/>
            <a:ext cx="7052893" cy="4247317"/>
          </a:xfrm>
          <a:prstGeom prst="rect">
            <a:avLst/>
          </a:prstGeom>
          <a:noFill/>
        </p:spPr>
        <p:txBody>
          <a:bodyPr wrap="none" lIns="0" tIns="0" rIns="0" bIns="0" rtlCol="0" anchor="ctr">
            <a:spAutoFit/>
          </a:bodyPr>
          <a:lstStyle/>
          <a:p>
            <a:pPr algn="ctr"/>
            <a:r>
              <a:rPr lang="en-US" sz="13800">
                <a:solidFill>
                  <a:srgbClr val="000000"/>
                </a:solidFill>
              </a:rPr>
              <a:t>Speakers</a:t>
            </a:r>
          </a:p>
          <a:p>
            <a:pPr algn="ctr"/>
            <a:r>
              <a:rPr lang="en-US" sz="13800">
                <a:solidFill>
                  <a:srgbClr val="000000"/>
                </a:solidFill>
              </a:rPr>
              <a:t>layouts</a:t>
            </a:r>
          </a:p>
        </p:txBody>
      </p:sp>
    </p:spTree>
    <p:extLst>
      <p:ext uri="{BB962C8B-B14F-4D97-AF65-F5344CB8AC3E}">
        <p14:creationId xmlns:p14="http://schemas.microsoft.com/office/powerpoint/2010/main" val="2765443025"/>
      </p:ext>
    </p:extLst>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preserve="1" userDrawn="1">
  <p:cSld name="Speaker, 1">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303728889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836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a16="http://schemas.microsoft.com/office/drawing/2014/main" xmlns="" id="{78DA0B82-0A52-1781-14DF-468963F89BEE}"/>
              </a:ext>
            </a:extLst>
          </p:cNvPr>
          <p:cNvSpPr>
            <a:spLocks noGrp="1" noChangeAspect="1"/>
          </p:cNvSpPr>
          <p:nvPr>
            <p:ph type="pic" sz="quarter" idx="11"/>
          </p:nvPr>
        </p:nvSpPr>
        <p:spPr>
          <a:xfrm>
            <a:off x="576254" y="1637435"/>
            <a:ext cx="2527309" cy="2553565"/>
          </a:xfrm>
          <a:solidFill>
            <a:srgbClr val="F5F0EB"/>
          </a:solidFill>
        </p:spPr>
        <p:txBody>
          <a:bodyPr/>
          <a:lstStyle/>
          <a:p>
            <a:r>
              <a:rPr lang="en-US"/>
              <a:t>Click icon to add picture</a:t>
            </a:r>
          </a:p>
        </p:txBody>
      </p:sp>
      <p:sp>
        <p:nvSpPr>
          <p:cNvPr id="11" name="Text Placeholder 11">
            <a:extLst>
              <a:ext uri="{FF2B5EF4-FFF2-40B4-BE49-F238E27FC236}">
                <a16:creationId xmlns:a16="http://schemas.microsoft.com/office/drawing/2014/main" xmlns="" id="{5776214A-FA55-3F63-DFBB-0DC850AEAD86}"/>
              </a:ext>
            </a:extLst>
          </p:cNvPr>
          <p:cNvSpPr>
            <a:spLocks noGrp="1"/>
          </p:cNvSpPr>
          <p:nvPr>
            <p:ph type="body" sz="quarter" idx="13" hasCustomPrompt="1"/>
          </p:nvPr>
        </p:nvSpPr>
        <p:spPr>
          <a:xfrm>
            <a:off x="3405188" y="1637434"/>
            <a:ext cx="2554626" cy="2553566"/>
          </a:xfrm>
        </p:spPr>
        <p:txBody>
          <a:bodyPr/>
          <a:lstStyle>
            <a:lvl1pPr>
              <a:spcBef>
                <a:spcPts val="0"/>
              </a:spcBef>
              <a:defRPr sz="2400" b="0"/>
            </a:lvl1pPr>
            <a:lvl2pPr marL="0" indent="0">
              <a:spcBef>
                <a:spcPts val="1200"/>
              </a:spcBef>
              <a:buNone/>
              <a:defRPr sz="2400">
                <a:solidFill>
                  <a:srgbClr val="5E5751"/>
                </a:solidFill>
              </a:defRPr>
            </a:lvl2pPr>
          </a:lstStyle>
          <a:p>
            <a:pPr lvl="0"/>
            <a:r>
              <a:rPr lang="en-US" err="1"/>
              <a:t>Firstname</a:t>
            </a:r>
            <a:r>
              <a:rPr lang="en-US"/>
              <a:t> Lastname</a:t>
            </a:r>
          </a:p>
          <a:p>
            <a:pPr lvl="1"/>
            <a:r>
              <a:rPr lang="en-US"/>
              <a:t>Job title</a:t>
            </a:r>
          </a:p>
        </p:txBody>
      </p:sp>
      <p:sp>
        <p:nvSpPr>
          <p:cNvPr id="13" name="Text Placeholder 9">
            <a:extLst>
              <a:ext uri="{FF2B5EF4-FFF2-40B4-BE49-F238E27FC236}">
                <a16:creationId xmlns:a16="http://schemas.microsoft.com/office/drawing/2014/main" xmlns="" id="{00076557-BFE9-5F8B-B4A1-ED0C0029638E}"/>
              </a:ext>
            </a:extLst>
          </p:cNvPr>
          <p:cNvSpPr>
            <a:spLocks noGrp="1"/>
          </p:cNvSpPr>
          <p:nvPr>
            <p:ph type="body" sz="quarter" idx="12" hasCustomPrompt="1"/>
          </p:nvPr>
        </p:nvSpPr>
        <p:spPr>
          <a:xfrm>
            <a:off x="6248400" y="1637435"/>
            <a:ext cx="3776663" cy="2553565"/>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Tree>
    <p:extLst>
      <p:ext uri="{BB962C8B-B14F-4D97-AF65-F5344CB8AC3E}">
        <p14:creationId xmlns:p14="http://schemas.microsoft.com/office/powerpoint/2010/main" val="2459879857"/>
      </p:ext>
    </p:extLst>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preserve="1" userDrawn="1">
  <p:cSld name="Speaker, 2">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43676579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938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a16="http://schemas.microsoft.com/office/drawing/2014/main" xmlns="" id="{78DA0B82-0A52-1781-14DF-468963F89BEE}"/>
              </a:ext>
            </a:extLst>
          </p:cNvPr>
          <p:cNvSpPr>
            <a:spLocks noGrp="1" noChangeAspect="1"/>
          </p:cNvSpPr>
          <p:nvPr>
            <p:ph type="pic" sz="quarter" idx="11"/>
          </p:nvPr>
        </p:nvSpPr>
        <p:spPr>
          <a:xfrm>
            <a:off x="564817" y="1637435"/>
            <a:ext cx="1564021" cy="1564021"/>
          </a:xfrm>
          <a:solidFill>
            <a:srgbClr val="F5F0EB"/>
          </a:solidFill>
        </p:spPr>
        <p:txBody>
          <a:bodyPr/>
          <a:lstStyle/>
          <a:p>
            <a:r>
              <a:rPr lang="en-US"/>
              <a:t>Click icon to add picture</a:t>
            </a:r>
          </a:p>
        </p:txBody>
      </p:sp>
      <p:sp>
        <p:nvSpPr>
          <p:cNvPr id="11" name="Text Placeholder 11">
            <a:extLst>
              <a:ext uri="{FF2B5EF4-FFF2-40B4-BE49-F238E27FC236}">
                <a16:creationId xmlns:a16="http://schemas.microsoft.com/office/drawing/2014/main" xmlns="" id="{5776214A-FA55-3F63-DFBB-0DC850AEAD86}"/>
              </a:ext>
            </a:extLst>
          </p:cNvPr>
          <p:cNvSpPr>
            <a:spLocks noGrp="1"/>
          </p:cNvSpPr>
          <p:nvPr>
            <p:ph type="body" sz="quarter" idx="13" hasCustomPrompt="1"/>
          </p:nvPr>
        </p:nvSpPr>
        <p:spPr>
          <a:xfrm>
            <a:off x="2428504" y="1637434"/>
            <a:ext cx="3517940" cy="1035916"/>
          </a:xfrm>
        </p:spPr>
        <p:txBody>
          <a:bodyPr/>
          <a:lstStyle>
            <a:lvl1pPr>
              <a:spcBef>
                <a:spcPts val="0"/>
              </a:spcBef>
              <a:defRPr sz="2400" b="0"/>
            </a:lvl1pPr>
            <a:lvl2pPr marL="0" indent="0">
              <a:spcBef>
                <a:spcPts val="0"/>
              </a:spcBef>
              <a:buNone/>
              <a:defRPr sz="24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a16="http://schemas.microsoft.com/office/drawing/2014/main" xmlns="" id="{5C63439D-4D82-6FC2-C60B-B16FE6C01A3A}"/>
              </a:ext>
            </a:extLst>
          </p:cNvPr>
          <p:cNvSpPr>
            <a:spLocks noGrp="1" noChangeAspect="1"/>
          </p:cNvSpPr>
          <p:nvPr>
            <p:ph type="pic" sz="quarter" idx="14"/>
          </p:nvPr>
        </p:nvSpPr>
        <p:spPr>
          <a:xfrm>
            <a:off x="6263986" y="1637435"/>
            <a:ext cx="1563976" cy="1563976"/>
          </a:xfrm>
          <a:solidFill>
            <a:srgbClr val="F5F0EB"/>
          </a:solidFill>
        </p:spPr>
        <p:txBody>
          <a:bodyPr/>
          <a:lstStyle/>
          <a:p>
            <a:r>
              <a:rPr lang="en-US"/>
              <a:t>Click icon to add picture</a:t>
            </a:r>
          </a:p>
        </p:txBody>
      </p:sp>
      <p:sp>
        <p:nvSpPr>
          <p:cNvPr id="5" name="Text Placeholder 11">
            <a:extLst>
              <a:ext uri="{FF2B5EF4-FFF2-40B4-BE49-F238E27FC236}">
                <a16:creationId xmlns:a16="http://schemas.microsoft.com/office/drawing/2014/main" xmlns="" id="{6AD321CB-1F7A-D001-14D9-8179640E93B5}"/>
              </a:ext>
            </a:extLst>
          </p:cNvPr>
          <p:cNvSpPr>
            <a:spLocks noGrp="1"/>
          </p:cNvSpPr>
          <p:nvPr>
            <p:ph type="body" sz="quarter" idx="15" hasCustomPrompt="1"/>
          </p:nvPr>
        </p:nvSpPr>
        <p:spPr>
          <a:xfrm>
            <a:off x="8129589" y="1637434"/>
            <a:ext cx="3516024" cy="1035916"/>
          </a:xfrm>
        </p:spPr>
        <p:txBody>
          <a:bodyPr/>
          <a:lstStyle>
            <a:lvl1pPr>
              <a:spcBef>
                <a:spcPts val="0"/>
              </a:spcBef>
              <a:defRPr sz="2400" b="0"/>
            </a:lvl1pPr>
            <a:lvl2pPr marL="0" indent="0">
              <a:spcBef>
                <a:spcPts val="0"/>
              </a:spcBef>
              <a:buNone/>
              <a:defRPr sz="2400">
                <a:solidFill>
                  <a:srgbClr val="5E5751"/>
                </a:solidFill>
              </a:defRPr>
            </a:lvl2pPr>
          </a:lstStyle>
          <a:p>
            <a:pPr lvl="0"/>
            <a:r>
              <a:rPr lang="en-US" err="1"/>
              <a:t>Firstname</a:t>
            </a:r>
            <a:r>
              <a:rPr lang="en-US"/>
              <a:t> Lastname</a:t>
            </a:r>
          </a:p>
          <a:p>
            <a:pPr lvl="1"/>
            <a:r>
              <a:rPr lang="en-US"/>
              <a:t>Job title</a:t>
            </a:r>
          </a:p>
        </p:txBody>
      </p:sp>
      <p:sp>
        <p:nvSpPr>
          <p:cNvPr id="9" name="Text Placeholder 9">
            <a:extLst>
              <a:ext uri="{FF2B5EF4-FFF2-40B4-BE49-F238E27FC236}">
                <a16:creationId xmlns:a16="http://schemas.microsoft.com/office/drawing/2014/main" xmlns="" id="{43A263B2-272B-44F1-9D39-AEA893A1C856}"/>
              </a:ext>
            </a:extLst>
          </p:cNvPr>
          <p:cNvSpPr>
            <a:spLocks noGrp="1"/>
          </p:cNvSpPr>
          <p:nvPr>
            <p:ph type="body" sz="quarter" idx="12" hasCustomPrompt="1"/>
          </p:nvPr>
        </p:nvSpPr>
        <p:spPr>
          <a:xfrm>
            <a:off x="2428504" y="2974975"/>
            <a:ext cx="3517940" cy="2670047"/>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
        <p:nvSpPr>
          <p:cNvPr id="12" name="Text Placeholder 9">
            <a:extLst>
              <a:ext uri="{FF2B5EF4-FFF2-40B4-BE49-F238E27FC236}">
                <a16:creationId xmlns:a16="http://schemas.microsoft.com/office/drawing/2014/main" xmlns="" id="{061D7D79-B6DD-C3D3-D30D-2056D760FFAA}"/>
              </a:ext>
            </a:extLst>
          </p:cNvPr>
          <p:cNvSpPr>
            <a:spLocks noGrp="1"/>
          </p:cNvSpPr>
          <p:nvPr>
            <p:ph type="body" sz="quarter" idx="16" hasCustomPrompt="1"/>
          </p:nvPr>
        </p:nvSpPr>
        <p:spPr>
          <a:xfrm>
            <a:off x="8122427" y="2974975"/>
            <a:ext cx="3517939" cy="2670047"/>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Tree>
    <p:extLst>
      <p:ext uri="{BB962C8B-B14F-4D97-AF65-F5344CB8AC3E}">
        <p14:creationId xmlns:p14="http://schemas.microsoft.com/office/powerpoint/2010/main" val="2524254148"/>
      </p:ext>
    </p:extLst>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preserve="1" userDrawn="1">
  <p:cSld name="Speaker, 3">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33552956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040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a16="http://schemas.microsoft.com/office/drawing/2014/main" xmlns="" id="{78DA0B82-0A52-1781-14DF-468963F89BEE}"/>
              </a:ext>
            </a:extLst>
          </p:cNvPr>
          <p:cNvSpPr>
            <a:spLocks noGrp="1" noChangeAspect="1"/>
          </p:cNvSpPr>
          <p:nvPr>
            <p:ph type="pic" sz="quarter" idx="11"/>
          </p:nvPr>
        </p:nvSpPr>
        <p:spPr>
          <a:xfrm>
            <a:off x="565149" y="1637435"/>
            <a:ext cx="2514600" cy="2514600"/>
          </a:xfrm>
          <a:solidFill>
            <a:srgbClr val="F5F0EB"/>
          </a:solidFill>
        </p:spPr>
        <p:txBody>
          <a:bodyPr/>
          <a:lstStyle/>
          <a:p>
            <a:r>
              <a:rPr lang="en-US"/>
              <a:t>Click icon to add picture</a:t>
            </a:r>
          </a:p>
        </p:txBody>
      </p:sp>
      <p:sp>
        <p:nvSpPr>
          <p:cNvPr id="11" name="Text Placeholder 11">
            <a:extLst>
              <a:ext uri="{FF2B5EF4-FFF2-40B4-BE49-F238E27FC236}">
                <a16:creationId xmlns:a16="http://schemas.microsoft.com/office/drawing/2014/main" xmlns="" id="{5776214A-FA55-3F63-DFBB-0DC850AEAD86}"/>
              </a:ext>
            </a:extLst>
          </p:cNvPr>
          <p:cNvSpPr>
            <a:spLocks noGrp="1"/>
          </p:cNvSpPr>
          <p:nvPr>
            <p:ph type="body" sz="quarter" idx="13" hasCustomPrompt="1"/>
          </p:nvPr>
        </p:nvSpPr>
        <p:spPr>
          <a:xfrm>
            <a:off x="56514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a16="http://schemas.microsoft.com/office/drawing/2014/main" xmlns="" id="{5C63439D-4D82-6FC2-C60B-B16FE6C01A3A}"/>
              </a:ext>
            </a:extLst>
          </p:cNvPr>
          <p:cNvSpPr>
            <a:spLocks noGrp="1" noChangeAspect="1"/>
          </p:cNvSpPr>
          <p:nvPr>
            <p:ph type="pic" sz="quarter" idx="14"/>
          </p:nvPr>
        </p:nvSpPr>
        <p:spPr>
          <a:xfrm>
            <a:off x="4349799" y="1637435"/>
            <a:ext cx="2511552" cy="2511552"/>
          </a:xfrm>
          <a:solidFill>
            <a:srgbClr val="F5F0EB"/>
          </a:solidFill>
        </p:spPr>
        <p:txBody>
          <a:bodyPr/>
          <a:lstStyle/>
          <a:p>
            <a:r>
              <a:rPr lang="en-US"/>
              <a:t>Click icon to add picture</a:t>
            </a:r>
          </a:p>
        </p:txBody>
      </p:sp>
      <p:sp>
        <p:nvSpPr>
          <p:cNvPr id="5" name="Text Placeholder 11">
            <a:extLst>
              <a:ext uri="{FF2B5EF4-FFF2-40B4-BE49-F238E27FC236}">
                <a16:creationId xmlns:a16="http://schemas.microsoft.com/office/drawing/2014/main" xmlns="" id="{6AD321CB-1F7A-D001-14D9-8179640E93B5}"/>
              </a:ext>
            </a:extLst>
          </p:cNvPr>
          <p:cNvSpPr>
            <a:spLocks noGrp="1"/>
          </p:cNvSpPr>
          <p:nvPr>
            <p:ph type="body" sz="quarter" idx="15" hasCustomPrompt="1"/>
          </p:nvPr>
        </p:nvSpPr>
        <p:spPr>
          <a:xfrm>
            <a:off x="434979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a16="http://schemas.microsoft.com/office/drawing/2014/main" xmlns="" id="{7EBD53F4-AA15-026E-C06F-BFCDCD680F32}"/>
              </a:ext>
            </a:extLst>
          </p:cNvPr>
          <p:cNvSpPr>
            <a:spLocks noGrp="1" noChangeAspect="1"/>
          </p:cNvSpPr>
          <p:nvPr>
            <p:ph type="pic" sz="quarter" idx="16"/>
          </p:nvPr>
        </p:nvSpPr>
        <p:spPr>
          <a:xfrm>
            <a:off x="8143458" y="1637434"/>
            <a:ext cx="2511551" cy="2511551"/>
          </a:xfrm>
          <a:solidFill>
            <a:srgbClr val="F5F0EB"/>
          </a:solidFill>
        </p:spPr>
        <p:txBody>
          <a:bodyPr/>
          <a:lstStyle/>
          <a:p>
            <a:r>
              <a:rPr lang="en-US"/>
              <a:t>Click icon to add picture</a:t>
            </a:r>
          </a:p>
        </p:txBody>
      </p:sp>
      <p:sp>
        <p:nvSpPr>
          <p:cNvPr id="20" name="Text Placeholder 11">
            <a:extLst>
              <a:ext uri="{FF2B5EF4-FFF2-40B4-BE49-F238E27FC236}">
                <a16:creationId xmlns:a16="http://schemas.microsoft.com/office/drawing/2014/main" xmlns="" id="{B6945004-3FBB-EB03-5646-97F9F63ABEAD}"/>
              </a:ext>
            </a:extLst>
          </p:cNvPr>
          <p:cNvSpPr>
            <a:spLocks noGrp="1"/>
          </p:cNvSpPr>
          <p:nvPr>
            <p:ph type="body" sz="quarter" idx="17" hasCustomPrompt="1"/>
          </p:nvPr>
        </p:nvSpPr>
        <p:spPr>
          <a:xfrm>
            <a:off x="814345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145786142"/>
      </p:ext>
    </p:extLst>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userDrawn="1">
  <p:cSld name="Speaker, 4">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363033265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143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a16="http://schemas.microsoft.com/office/drawing/2014/main" xmlns="" id="{78DA0B82-0A52-1781-14DF-468963F89BEE}"/>
              </a:ext>
            </a:extLst>
          </p:cNvPr>
          <p:cNvSpPr>
            <a:spLocks noGrp="1" noChangeAspect="1"/>
          </p:cNvSpPr>
          <p:nvPr>
            <p:ph type="pic" sz="quarter" idx="11"/>
          </p:nvPr>
        </p:nvSpPr>
        <p:spPr>
          <a:xfrm>
            <a:off x="565149" y="1637435"/>
            <a:ext cx="2514600" cy="2514600"/>
          </a:xfrm>
          <a:solidFill>
            <a:srgbClr val="F5F0EB"/>
          </a:solidFill>
        </p:spPr>
        <p:txBody>
          <a:bodyPr/>
          <a:lstStyle/>
          <a:p>
            <a:r>
              <a:rPr lang="en-US"/>
              <a:t>Click icon to add picture</a:t>
            </a:r>
          </a:p>
        </p:txBody>
      </p:sp>
      <p:sp>
        <p:nvSpPr>
          <p:cNvPr id="11" name="Text Placeholder 11">
            <a:extLst>
              <a:ext uri="{FF2B5EF4-FFF2-40B4-BE49-F238E27FC236}">
                <a16:creationId xmlns:a16="http://schemas.microsoft.com/office/drawing/2014/main" xmlns="" id="{5776214A-FA55-3F63-DFBB-0DC850AEAD86}"/>
              </a:ext>
            </a:extLst>
          </p:cNvPr>
          <p:cNvSpPr>
            <a:spLocks noGrp="1"/>
          </p:cNvSpPr>
          <p:nvPr>
            <p:ph type="body" sz="quarter" idx="13" hasCustomPrompt="1"/>
          </p:nvPr>
        </p:nvSpPr>
        <p:spPr>
          <a:xfrm>
            <a:off x="565149"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a16="http://schemas.microsoft.com/office/drawing/2014/main" xmlns="" id="{5C63439D-4D82-6FC2-C60B-B16FE6C01A3A}"/>
              </a:ext>
            </a:extLst>
          </p:cNvPr>
          <p:cNvSpPr>
            <a:spLocks noGrp="1" noChangeAspect="1"/>
          </p:cNvSpPr>
          <p:nvPr>
            <p:ph type="pic" sz="quarter" idx="14"/>
          </p:nvPr>
        </p:nvSpPr>
        <p:spPr>
          <a:xfrm>
            <a:off x="3412998" y="1637435"/>
            <a:ext cx="2514600" cy="2514600"/>
          </a:xfrm>
          <a:solidFill>
            <a:srgbClr val="F5F0EB"/>
          </a:solidFill>
        </p:spPr>
        <p:txBody>
          <a:bodyPr/>
          <a:lstStyle/>
          <a:p>
            <a:r>
              <a:rPr lang="en-US"/>
              <a:t>Click icon to add picture</a:t>
            </a:r>
          </a:p>
        </p:txBody>
      </p:sp>
      <p:sp>
        <p:nvSpPr>
          <p:cNvPr id="5" name="Text Placeholder 11">
            <a:extLst>
              <a:ext uri="{FF2B5EF4-FFF2-40B4-BE49-F238E27FC236}">
                <a16:creationId xmlns:a16="http://schemas.microsoft.com/office/drawing/2014/main" xmlns="" id="{6AD321CB-1F7A-D001-14D9-8179640E93B5}"/>
              </a:ext>
            </a:extLst>
          </p:cNvPr>
          <p:cNvSpPr>
            <a:spLocks noGrp="1"/>
          </p:cNvSpPr>
          <p:nvPr>
            <p:ph type="body" sz="quarter" idx="15" hasCustomPrompt="1"/>
          </p:nvPr>
        </p:nvSpPr>
        <p:spPr>
          <a:xfrm>
            <a:off x="3412998"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a16="http://schemas.microsoft.com/office/drawing/2014/main" xmlns="" id="{7EBD53F4-AA15-026E-C06F-BFCDCD680F32}"/>
              </a:ext>
            </a:extLst>
          </p:cNvPr>
          <p:cNvSpPr>
            <a:spLocks noGrp="1" noChangeAspect="1"/>
          </p:cNvSpPr>
          <p:nvPr>
            <p:ph type="pic" sz="quarter" idx="16"/>
          </p:nvPr>
        </p:nvSpPr>
        <p:spPr>
          <a:xfrm>
            <a:off x="6256365" y="1637435"/>
            <a:ext cx="2514600" cy="2514600"/>
          </a:xfrm>
          <a:solidFill>
            <a:srgbClr val="F5F0EB"/>
          </a:solidFill>
        </p:spPr>
        <p:txBody>
          <a:bodyPr/>
          <a:lstStyle/>
          <a:p>
            <a:r>
              <a:rPr lang="en-US"/>
              <a:t>Click icon to add picture</a:t>
            </a:r>
          </a:p>
        </p:txBody>
      </p:sp>
      <p:sp>
        <p:nvSpPr>
          <p:cNvPr id="20" name="Text Placeholder 11">
            <a:extLst>
              <a:ext uri="{FF2B5EF4-FFF2-40B4-BE49-F238E27FC236}">
                <a16:creationId xmlns:a16="http://schemas.microsoft.com/office/drawing/2014/main" xmlns="" id="{B6945004-3FBB-EB03-5646-97F9F63ABEAD}"/>
              </a:ext>
            </a:extLst>
          </p:cNvPr>
          <p:cNvSpPr>
            <a:spLocks noGrp="1"/>
          </p:cNvSpPr>
          <p:nvPr>
            <p:ph type="body" sz="quarter" idx="17" hasCustomPrompt="1"/>
          </p:nvPr>
        </p:nvSpPr>
        <p:spPr>
          <a:xfrm>
            <a:off x="6256364"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7" name="Picture Placeholder 7">
            <a:extLst>
              <a:ext uri="{FF2B5EF4-FFF2-40B4-BE49-F238E27FC236}">
                <a16:creationId xmlns:a16="http://schemas.microsoft.com/office/drawing/2014/main" xmlns="" id="{D16ABBBF-2339-2E06-7C84-AF01ECF613A3}"/>
              </a:ext>
            </a:extLst>
          </p:cNvPr>
          <p:cNvSpPr>
            <a:spLocks noGrp="1" noChangeAspect="1"/>
          </p:cNvSpPr>
          <p:nvPr>
            <p:ph type="pic" sz="quarter" idx="18"/>
          </p:nvPr>
        </p:nvSpPr>
        <p:spPr>
          <a:xfrm>
            <a:off x="9087852" y="1637435"/>
            <a:ext cx="2514600" cy="2514600"/>
          </a:xfrm>
          <a:solidFill>
            <a:srgbClr val="F5F0EB"/>
          </a:solidFill>
        </p:spPr>
        <p:txBody>
          <a:bodyPr/>
          <a:lstStyle/>
          <a:p>
            <a:r>
              <a:rPr lang="en-US"/>
              <a:t>Click icon to add picture</a:t>
            </a:r>
          </a:p>
        </p:txBody>
      </p:sp>
      <p:sp>
        <p:nvSpPr>
          <p:cNvPr id="9" name="Text Placeholder 11">
            <a:extLst>
              <a:ext uri="{FF2B5EF4-FFF2-40B4-BE49-F238E27FC236}">
                <a16:creationId xmlns:a16="http://schemas.microsoft.com/office/drawing/2014/main" xmlns="" id="{0799ED43-EE89-E750-7B23-AFCCA755762E}"/>
              </a:ext>
            </a:extLst>
          </p:cNvPr>
          <p:cNvSpPr>
            <a:spLocks noGrp="1"/>
          </p:cNvSpPr>
          <p:nvPr>
            <p:ph type="body" sz="quarter" idx="19" hasCustomPrompt="1"/>
          </p:nvPr>
        </p:nvSpPr>
        <p:spPr>
          <a:xfrm>
            <a:off x="9087851"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2786960867"/>
      </p:ext>
    </p:extLst>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userDrawn="1">
  <p:cSld name="Speaker, 6">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10031900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245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a16="http://schemas.microsoft.com/office/drawing/2014/main" xmlns="" id="{78DA0B82-0A52-1781-14DF-468963F89BEE}"/>
              </a:ext>
            </a:extLst>
          </p:cNvPr>
          <p:cNvSpPr>
            <a:spLocks noGrp="1" noChangeAspect="1"/>
          </p:cNvSpPr>
          <p:nvPr>
            <p:ph type="pic" sz="quarter" idx="11"/>
          </p:nvPr>
        </p:nvSpPr>
        <p:spPr>
          <a:xfrm>
            <a:off x="576463" y="1775000"/>
            <a:ext cx="1552375" cy="1552375"/>
          </a:xfrm>
          <a:solidFill>
            <a:srgbClr val="F5F0EB"/>
          </a:solidFill>
        </p:spPr>
        <p:txBody>
          <a:bodyPr/>
          <a:lstStyle/>
          <a:p>
            <a:r>
              <a:rPr lang="en-US"/>
              <a:t>Click icon to add picture</a:t>
            </a:r>
          </a:p>
        </p:txBody>
      </p:sp>
      <p:sp>
        <p:nvSpPr>
          <p:cNvPr id="11" name="Text Placeholder 11">
            <a:extLst>
              <a:ext uri="{FF2B5EF4-FFF2-40B4-BE49-F238E27FC236}">
                <a16:creationId xmlns:a16="http://schemas.microsoft.com/office/drawing/2014/main" xmlns="" id="{5776214A-FA55-3F63-DFBB-0DC850AEAD86}"/>
              </a:ext>
            </a:extLst>
          </p:cNvPr>
          <p:cNvSpPr>
            <a:spLocks noGrp="1"/>
          </p:cNvSpPr>
          <p:nvPr>
            <p:ph type="body" sz="quarter" idx="13" hasCustomPrompt="1"/>
          </p:nvPr>
        </p:nvSpPr>
        <p:spPr>
          <a:xfrm>
            <a:off x="576463"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5" name="Text Placeholder 11">
            <a:extLst>
              <a:ext uri="{FF2B5EF4-FFF2-40B4-BE49-F238E27FC236}">
                <a16:creationId xmlns:a16="http://schemas.microsoft.com/office/drawing/2014/main" xmlns="" id="{F71FED85-DAF8-E75C-B88D-72336814AFD6}"/>
              </a:ext>
            </a:extLst>
          </p:cNvPr>
          <p:cNvSpPr>
            <a:spLocks noGrp="1"/>
          </p:cNvSpPr>
          <p:nvPr>
            <p:ph type="body" sz="quarter" idx="19" hasCustomPrompt="1"/>
          </p:nvPr>
        </p:nvSpPr>
        <p:spPr>
          <a:xfrm>
            <a:off x="576463" y="1254086"/>
            <a:ext cx="5521125" cy="279827"/>
          </a:xfrm>
        </p:spPr>
        <p:txBody>
          <a:bodyPr/>
          <a:lstStyle>
            <a:lvl1pPr>
              <a:spcBef>
                <a:spcPts val="0"/>
              </a:spcBef>
              <a:defRPr sz="1600" b="1">
                <a:solidFill>
                  <a:schemeClr val="tx1"/>
                </a:solidFill>
              </a:defRPr>
            </a:lvl1pPr>
            <a:lvl2pPr marL="0" indent="0">
              <a:spcBef>
                <a:spcPts val="0"/>
              </a:spcBef>
              <a:buNone/>
              <a:defRPr sz="1200">
                <a:solidFill>
                  <a:srgbClr val="5E5751"/>
                </a:solidFill>
              </a:defRPr>
            </a:lvl2pPr>
          </a:lstStyle>
          <a:p>
            <a:pPr lvl="0"/>
            <a:r>
              <a:rPr lang="en-US" dirty="0"/>
              <a:t>Header (optional)</a:t>
            </a:r>
          </a:p>
        </p:txBody>
      </p:sp>
      <p:sp>
        <p:nvSpPr>
          <p:cNvPr id="26" name="Text Placeholder 11">
            <a:extLst>
              <a:ext uri="{FF2B5EF4-FFF2-40B4-BE49-F238E27FC236}">
                <a16:creationId xmlns:a16="http://schemas.microsoft.com/office/drawing/2014/main" xmlns="" id="{80D331FB-07CC-CBB0-1C97-15E6031B1502}"/>
              </a:ext>
            </a:extLst>
          </p:cNvPr>
          <p:cNvSpPr>
            <a:spLocks noGrp="1"/>
          </p:cNvSpPr>
          <p:nvPr>
            <p:ph type="body" sz="quarter" idx="20" hasCustomPrompt="1"/>
          </p:nvPr>
        </p:nvSpPr>
        <p:spPr>
          <a:xfrm>
            <a:off x="576463" y="4501783"/>
            <a:ext cx="5521125" cy="279827"/>
          </a:xfrm>
        </p:spPr>
        <p:txBody>
          <a:bodyPr/>
          <a:lstStyle>
            <a:lvl1pPr>
              <a:spcBef>
                <a:spcPts val="0"/>
              </a:spcBef>
              <a:defRPr sz="1600" b="1">
                <a:solidFill>
                  <a:schemeClr val="tx1"/>
                </a:solidFill>
              </a:defRPr>
            </a:lvl1pPr>
            <a:lvl2pPr marL="0" indent="0">
              <a:spcBef>
                <a:spcPts val="0"/>
              </a:spcBef>
              <a:buNone/>
              <a:defRPr sz="1200">
                <a:solidFill>
                  <a:srgbClr val="5E5751"/>
                </a:solidFill>
              </a:defRPr>
            </a:lvl2pPr>
          </a:lstStyle>
          <a:p>
            <a:pPr lvl="0"/>
            <a:r>
              <a:rPr lang="en-US" dirty="0"/>
              <a:t>Header over logos (optional)</a:t>
            </a:r>
          </a:p>
        </p:txBody>
      </p:sp>
      <p:sp>
        <p:nvSpPr>
          <p:cNvPr id="31" name="Picture Placeholder 7">
            <a:extLst>
              <a:ext uri="{FF2B5EF4-FFF2-40B4-BE49-F238E27FC236}">
                <a16:creationId xmlns:a16="http://schemas.microsoft.com/office/drawing/2014/main" xmlns="" id="{3B6500AD-6C0E-2707-679D-0A899C4EA95D}"/>
              </a:ext>
            </a:extLst>
          </p:cNvPr>
          <p:cNvSpPr>
            <a:spLocks noGrp="1" noChangeAspect="1"/>
          </p:cNvSpPr>
          <p:nvPr>
            <p:ph type="pic" sz="quarter" idx="21"/>
          </p:nvPr>
        </p:nvSpPr>
        <p:spPr>
          <a:xfrm>
            <a:off x="2467064" y="1775000"/>
            <a:ext cx="1552375" cy="1552375"/>
          </a:xfrm>
          <a:solidFill>
            <a:srgbClr val="F5F0EB"/>
          </a:solidFill>
        </p:spPr>
        <p:txBody>
          <a:bodyPr/>
          <a:lstStyle/>
          <a:p>
            <a:r>
              <a:rPr lang="en-US"/>
              <a:t>Click icon to add picture</a:t>
            </a:r>
          </a:p>
        </p:txBody>
      </p:sp>
      <p:sp>
        <p:nvSpPr>
          <p:cNvPr id="32" name="Text Placeholder 11">
            <a:extLst>
              <a:ext uri="{FF2B5EF4-FFF2-40B4-BE49-F238E27FC236}">
                <a16:creationId xmlns:a16="http://schemas.microsoft.com/office/drawing/2014/main" xmlns="" id="{F4A0A85C-8282-CFF2-07DC-5B20BB9E9834}"/>
              </a:ext>
            </a:extLst>
          </p:cNvPr>
          <p:cNvSpPr>
            <a:spLocks noGrp="1"/>
          </p:cNvSpPr>
          <p:nvPr>
            <p:ph type="body" sz="quarter" idx="22" hasCustomPrompt="1"/>
          </p:nvPr>
        </p:nvSpPr>
        <p:spPr>
          <a:xfrm>
            <a:off x="2467064"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3" name="Picture Placeholder 7">
            <a:extLst>
              <a:ext uri="{FF2B5EF4-FFF2-40B4-BE49-F238E27FC236}">
                <a16:creationId xmlns:a16="http://schemas.microsoft.com/office/drawing/2014/main" xmlns="" id="{D078D3FA-853F-C115-1493-DF9FB1C6F215}"/>
              </a:ext>
            </a:extLst>
          </p:cNvPr>
          <p:cNvSpPr>
            <a:spLocks noGrp="1" noChangeAspect="1"/>
          </p:cNvSpPr>
          <p:nvPr>
            <p:ph type="pic" sz="quarter" idx="23"/>
          </p:nvPr>
        </p:nvSpPr>
        <p:spPr>
          <a:xfrm>
            <a:off x="4357665" y="1775000"/>
            <a:ext cx="1552375" cy="1552375"/>
          </a:xfrm>
          <a:solidFill>
            <a:srgbClr val="F5F0EB"/>
          </a:solidFill>
        </p:spPr>
        <p:txBody>
          <a:bodyPr/>
          <a:lstStyle/>
          <a:p>
            <a:r>
              <a:rPr lang="en-US"/>
              <a:t>Click icon to add picture</a:t>
            </a:r>
          </a:p>
        </p:txBody>
      </p:sp>
      <p:sp>
        <p:nvSpPr>
          <p:cNvPr id="34" name="Text Placeholder 11">
            <a:extLst>
              <a:ext uri="{FF2B5EF4-FFF2-40B4-BE49-F238E27FC236}">
                <a16:creationId xmlns:a16="http://schemas.microsoft.com/office/drawing/2014/main" xmlns="" id="{05A7CFBA-E0A6-8DD1-C303-4DD735628AC8}"/>
              </a:ext>
            </a:extLst>
          </p:cNvPr>
          <p:cNvSpPr>
            <a:spLocks noGrp="1"/>
          </p:cNvSpPr>
          <p:nvPr>
            <p:ph type="body" sz="quarter" idx="24" hasCustomPrompt="1"/>
          </p:nvPr>
        </p:nvSpPr>
        <p:spPr>
          <a:xfrm>
            <a:off x="4357665"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5" name="Picture Placeholder 7">
            <a:extLst>
              <a:ext uri="{FF2B5EF4-FFF2-40B4-BE49-F238E27FC236}">
                <a16:creationId xmlns:a16="http://schemas.microsoft.com/office/drawing/2014/main" xmlns="" id="{B6102AE7-F278-B5A9-F2C5-1FBF4197ECDB}"/>
              </a:ext>
            </a:extLst>
          </p:cNvPr>
          <p:cNvSpPr>
            <a:spLocks noGrp="1" noChangeAspect="1"/>
          </p:cNvSpPr>
          <p:nvPr>
            <p:ph type="pic" sz="quarter" idx="25"/>
          </p:nvPr>
        </p:nvSpPr>
        <p:spPr>
          <a:xfrm>
            <a:off x="6248266" y="1775000"/>
            <a:ext cx="1552375" cy="1552375"/>
          </a:xfrm>
          <a:solidFill>
            <a:srgbClr val="F5F0EB"/>
          </a:solidFill>
        </p:spPr>
        <p:txBody>
          <a:bodyPr/>
          <a:lstStyle/>
          <a:p>
            <a:r>
              <a:rPr lang="en-US"/>
              <a:t>Click icon to add picture</a:t>
            </a:r>
          </a:p>
        </p:txBody>
      </p:sp>
      <p:sp>
        <p:nvSpPr>
          <p:cNvPr id="36" name="Text Placeholder 11">
            <a:extLst>
              <a:ext uri="{FF2B5EF4-FFF2-40B4-BE49-F238E27FC236}">
                <a16:creationId xmlns:a16="http://schemas.microsoft.com/office/drawing/2014/main" xmlns="" id="{C2A82CB5-B9E0-2A6D-25BE-D13CD2814ADE}"/>
              </a:ext>
            </a:extLst>
          </p:cNvPr>
          <p:cNvSpPr>
            <a:spLocks noGrp="1"/>
          </p:cNvSpPr>
          <p:nvPr>
            <p:ph type="body" sz="quarter" idx="26" hasCustomPrompt="1"/>
          </p:nvPr>
        </p:nvSpPr>
        <p:spPr>
          <a:xfrm>
            <a:off x="6248266"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7" name="Picture Placeholder 7">
            <a:extLst>
              <a:ext uri="{FF2B5EF4-FFF2-40B4-BE49-F238E27FC236}">
                <a16:creationId xmlns:a16="http://schemas.microsoft.com/office/drawing/2014/main" xmlns="" id="{70B59503-4A68-E260-B103-EA49A509D2C1}"/>
              </a:ext>
            </a:extLst>
          </p:cNvPr>
          <p:cNvSpPr>
            <a:spLocks noGrp="1" noChangeAspect="1"/>
          </p:cNvSpPr>
          <p:nvPr>
            <p:ph type="pic" sz="quarter" idx="27"/>
          </p:nvPr>
        </p:nvSpPr>
        <p:spPr>
          <a:xfrm>
            <a:off x="8138867" y="1775000"/>
            <a:ext cx="1552375" cy="1552375"/>
          </a:xfrm>
          <a:solidFill>
            <a:srgbClr val="F5F0EB"/>
          </a:solidFill>
        </p:spPr>
        <p:txBody>
          <a:bodyPr/>
          <a:lstStyle/>
          <a:p>
            <a:r>
              <a:rPr lang="en-US"/>
              <a:t>Click icon to add picture</a:t>
            </a:r>
          </a:p>
        </p:txBody>
      </p:sp>
      <p:sp>
        <p:nvSpPr>
          <p:cNvPr id="38" name="Text Placeholder 11">
            <a:extLst>
              <a:ext uri="{FF2B5EF4-FFF2-40B4-BE49-F238E27FC236}">
                <a16:creationId xmlns:a16="http://schemas.microsoft.com/office/drawing/2014/main" xmlns="" id="{A0995BA9-2C1D-3A52-7C7F-BC37A2466C4A}"/>
              </a:ext>
            </a:extLst>
          </p:cNvPr>
          <p:cNvSpPr>
            <a:spLocks noGrp="1"/>
          </p:cNvSpPr>
          <p:nvPr>
            <p:ph type="body" sz="quarter" idx="28" hasCustomPrompt="1"/>
          </p:nvPr>
        </p:nvSpPr>
        <p:spPr>
          <a:xfrm>
            <a:off x="8138867"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9" name="Picture Placeholder 7">
            <a:extLst>
              <a:ext uri="{FF2B5EF4-FFF2-40B4-BE49-F238E27FC236}">
                <a16:creationId xmlns:a16="http://schemas.microsoft.com/office/drawing/2014/main" xmlns="" id="{FE049F1E-C38A-F65C-3614-91F97F14616A}"/>
              </a:ext>
            </a:extLst>
          </p:cNvPr>
          <p:cNvSpPr>
            <a:spLocks noGrp="1" noChangeAspect="1"/>
          </p:cNvSpPr>
          <p:nvPr>
            <p:ph type="pic" sz="quarter" idx="29"/>
          </p:nvPr>
        </p:nvSpPr>
        <p:spPr>
          <a:xfrm>
            <a:off x="10029466" y="1775000"/>
            <a:ext cx="1552375" cy="1552375"/>
          </a:xfrm>
          <a:solidFill>
            <a:srgbClr val="F5F0EB"/>
          </a:solidFill>
        </p:spPr>
        <p:txBody>
          <a:bodyPr/>
          <a:lstStyle/>
          <a:p>
            <a:r>
              <a:rPr lang="en-US"/>
              <a:t>Click icon to add picture</a:t>
            </a:r>
          </a:p>
        </p:txBody>
      </p:sp>
      <p:sp>
        <p:nvSpPr>
          <p:cNvPr id="40" name="Text Placeholder 11">
            <a:extLst>
              <a:ext uri="{FF2B5EF4-FFF2-40B4-BE49-F238E27FC236}">
                <a16:creationId xmlns:a16="http://schemas.microsoft.com/office/drawing/2014/main" xmlns="" id="{06C2ADEC-2DA0-0CA9-F153-77DFAA70DA1B}"/>
              </a:ext>
            </a:extLst>
          </p:cNvPr>
          <p:cNvSpPr>
            <a:spLocks noGrp="1"/>
          </p:cNvSpPr>
          <p:nvPr>
            <p:ph type="body" sz="quarter" idx="30" hasCustomPrompt="1"/>
          </p:nvPr>
        </p:nvSpPr>
        <p:spPr>
          <a:xfrm>
            <a:off x="10029466"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2078235520"/>
      </p:ext>
    </p:extLst>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userDrawn="1">
  <p:cSld name="Speaker, 12">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39020097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348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a16="http://schemas.microsoft.com/office/drawing/2014/main" xmlns="" id="{78DA0B82-0A52-1781-14DF-468963F89BEE}"/>
              </a:ext>
            </a:extLst>
          </p:cNvPr>
          <p:cNvSpPr>
            <a:spLocks noGrp="1" noChangeAspect="1"/>
          </p:cNvSpPr>
          <p:nvPr>
            <p:ph type="pic" sz="quarter" idx="11"/>
          </p:nvPr>
        </p:nvSpPr>
        <p:spPr>
          <a:xfrm>
            <a:off x="565150" y="1637435"/>
            <a:ext cx="987552" cy="987552"/>
          </a:xfrm>
          <a:solidFill>
            <a:srgbClr val="F5F0EB"/>
          </a:solidFill>
        </p:spPr>
        <p:txBody>
          <a:bodyPr/>
          <a:lstStyle/>
          <a:p>
            <a:r>
              <a:rPr lang="en-US"/>
              <a:t>Click icon to add picture</a:t>
            </a:r>
          </a:p>
        </p:txBody>
      </p:sp>
      <p:sp>
        <p:nvSpPr>
          <p:cNvPr id="11" name="Text Placeholder 11">
            <a:extLst>
              <a:ext uri="{FF2B5EF4-FFF2-40B4-BE49-F238E27FC236}">
                <a16:creationId xmlns:a16="http://schemas.microsoft.com/office/drawing/2014/main" xmlns="" id="{5776214A-FA55-3F63-DFBB-0DC850AEAD86}"/>
              </a:ext>
            </a:extLst>
          </p:cNvPr>
          <p:cNvSpPr>
            <a:spLocks noGrp="1"/>
          </p:cNvSpPr>
          <p:nvPr>
            <p:ph type="body" sz="quarter" idx="13" hasCustomPrompt="1"/>
          </p:nvPr>
        </p:nvSpPr>
        <p:spPr>
          <a:xfrm>
            <a:off x="1703515"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a16="http://schemas.microsoft.com/office/drawing/2014/main" xmlns="" id="{5C63439D-4D82-6FC2-C60B-B16FE6C01A3A}"/>
              </a:ext>
            </a:extLst>
          </p:cNvPr>
          <p:cNvSpPr>
            <a:spLocks noGrp="1" noChangeAspect="1"/>
          </p:cNvSpPr>
          <p:nvPr>
            <p:ph type="pic" sz="quarter" idx="14"/>
          </p:nvPr>
        </p:nvSpPr>
        <p:spPr>
          <a:xfrm>
            <a:off x="4358849" y="1637435"/>
            <a:ext cx="987552" cy="987552"/>
          </a:xfrm>
          <a:solidFill>
            <a:srgbClr val="F5F0EB"/>
          </a:solidFill>
        </p:spPr>
        <p:txBody>
          <a:bodyPr/>
          <a:lstStyle/>
          <a:p>
            <a:r>
              <a:rPr lang="en-US"/>
              <a:t>Click icon to add picture</a:t>
            </a:r>
          </a:p>
        </p:txBody>
      </p:sp>
      <p:sp>
        <p:nvSpPr>
          <p:cNvPr id="5" name="Text Placeholder 11">
            <a:extLst>
              <a:ext uri="{FF2B5EF4-FFF2-40B4-BE49-F238E27FC236}">
                <a16:creationId xmlns:a16="http://schemas.microsoft.com/office/drawing/2014/main" xmlns="" id="{6AD321CB-1F7A-D001-14D9-8179640E93B5}"/>
              </a:ext>
            </a:extLst>
          </p:cNvPr>
          <p:cNvSpPr>
            <a:spLocks noGrp="1"/>
          </p:cNvSpPr>
          <p:nvPr>
            <p:ph type="body" sz="quarter" idx="15" hasCustomPrompt="1"/>
          </p:nvPr>
        </p:nvSpPr>
        <p:spPr>
          <a:xfrm>
            <a:off x="5495540"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9" name="Picture Placeholder 7">
            <a:extLst>
              <a:ext uri="{FF2B5EF4-FFF2-40B4-BE49-F238E27FC236}">
                <a16:creationId xmlns:a16="http://schemas.microsoft.com/office/drawing/2014/main" xmlns="" id="{E07B74AC-EE9A-25D5-4583-5F253A748507}"/>
              </a:ext>
            </a:extLst>
          </p:cNvPr>
          <p:cNvSpPr>
            <a:spLocks noGrp="1" noChangeAspect="1"/>
          </p:cNvSpPr>
          <p:nvPr>
            <p:ph type="pic" sz="quarter" idx="16"/>
          </p:nvPr>
        </p:nvSpPr>
        <p:spPr>
          <a:xfrm>
            <a:off x="565150" y="2888166"/>
            <a:ext cx="987552" cy="987552"/>
          </a:xfrm>
          <a:solidFill>
            <a:srgbClr val="F5F0EB"/>
          </a:solidFill>
        </p:spPr>
        <p:txBody>
          <a:bodyPr/>
          <a:lstStyle/>
          <a:p>
            <a:r>
              <a:rPr lang="en-US"/>
              <a:t>Click icon to add picture</a:t>
            </a:r>
          </a:p>
        </p:txBody>
      </p:sp>
      <p:sp>
        <p:nvSpPr>
          <p:cNvPr id="12" name="Text Placeholder 11">
            <a:extLst>
              <a:ext uri="{FF2B5EF4-FFF2-40B4-BE49-F238E27FC236}">
                <a16:creationId xmlns:a16="http://schemas.microsoft.com/office/drawing/2014/main" xmlns="" id="{35B64ED0-1747-14E8-8C38-312801E015E8}"/>
              </a:ext>
            </a:extLst>
          </p:cNvPr>
          <p:cNvSpPr>
            <a:spLocks noGrp="1"/>
          </p:cNvSpPr>
          <p:nvPr>
            <p:ph type="body" sz="quarter" idx="17" hasCustomPrompt="1"/>
          </p:nvPr>
        </p:nvSpPr>
        <p:spPr>
          <a:xfrm>
            <a:off x="1703515"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3" name="Picture Placeholder 7">
            <a:extLst>
              <a:ext uri="{FF2B5EF4-FFF2-40B4-BE49-F238E27FC236}">
                <a16:creationId xmlns:a16="http://schemas.microsoft.com/office/drawing/2014/main" xmlns="" id="{17D60C2A-77D9-52CA-F221-CE501A39CABC}"/>
              </a:ext>
            </a:extLst>
          </p:cNvPr>
          <p:cNvSpPr>
            <a:spLocks noGrp="1" noChangeAspect="1"/>
          </p:cNvSpPr>
          <p:nvPr>
            <p:ph type="pic" sz="quarter" idx="18"/>
          </p:nvPr>
        </p:nvSpPr>
        <p:spPr>
          <a:xfrm>
            <a:off x="4358849" y="2888166"/>
            <a:ext cx="987552" cy="987552"/>
          </a:xfrm>
          <a:solidFill>
            <a:srgbClr val="F5F0EB"/>
          </a:solidFill>
        </p:spPr>
        <p:txBody>
          <a:bodyPr/>
          <a:lstStyle/>
          <a:p>
            <a:r>
              <a:rPr lang="en-US"/>
              <a:t>Click icon to add picture</a:t>
            </a:r>
          </a:p>
        </p:txBody>
      </p:sp>
      <p:sp>
        <p:nvSpPr>
          <p:cNvPr id="14" name="Text Placeholder 11">
            <a:extLst>
              <a:ext uri="{FF2B5EF4-FFF2-40B4-BE49-F238E27FC236}">
                <a16:creationId xmlns:a16="http://schemas.microsoft.com/office/drawing/2014/main" xmlns="" id="{CB165B28-35C1-D225-4A64-E2A61301A4DD}"/>
              </a:ext>
            </a:extLst>
          </p:cNvPr>
          <p:cNvSpPr>
            <a:spLocks noGrp="1"/>
          </p:cNvSpPr>
          <p:nvPr>
            <p:ph type="body" sz="quarter" idx="19" hasCustomPrompt="1"/>
          </p:nvPr>
        </p:nvSpPr>
        <p:spPr>
          <a:xfrm>
            <a:off x="5495540"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5" name="Picture Placeholder 7">
            <a:extLst>
              <a:ext uri="{FF2B5EF4-FFF2-40B4-BE49-F238E27FC236}">
                <a16:creationId xmlns:a16="http://schemas.microsoft.com/office/drawing/2014/main" xmlns="" id="{E73A1BFE-276C-0927-9FF7-66318C2DBD7D}"/>
              </a:ext>
            </a:extLst>
          </p:cNvPr>
          <p:cNvSpPr>
            <a:spLocks noGrp="1" noChangeAspect="1"/>
          </p:cNvSpPr>
          <p:nvPr>
            <p:ph type="pic" sz="quarter" idx="20"/>
          </p:nvPr>
        </p:nvSpPr>
        <p:spPr>
          <a:xfrm>
            <a:off x="565150" y="4138897"/>
            <a:ext cx="987552" cy="987552"/>
          </a:xfrm>
          <a:solidFill>
            <a:srgbClr val="F5F0EB"/>
          </a:solidFill>
        </p:spPr>
        <p:txBody>
          <a:bodyPr/>
          <a:lstStyle/>
          <a:p>
            <a:r>
              <a:rPr lang="en-US"/>
              <a:t>Click icon to add picture</a:t>
            </a:r>
          </a:p>
        </p:txBody>
      </p:sp>
      <p:sp>
        <p:nvSpPr>
          <p:cNvPr id="16" name="Text Placeholder 11">
            <a:extLst>
              <a:ext uri="{FF2B5EF4-FFF2-40B4-BE49-F238E27FC236}">
                <a16:creationId xmlns:a16="http://schemas.microsoft.com/office/drawing/2014/main" xmlns="" id="{2529DBB2-3720-4AB8-3C81-7BBD12B176C4}"/>
              </a:ext>
            </a:extLst>
          </p:cNvPr>
          <p:cNvSpPr>
            <a:spLocks noGrp="1"/>
          </p:cNvSpPr>
          <p:nvPr>
            <p:ph type="body" sz="quarter" idx="21" hasCustomPrompt="1"/>
          </p:nvPr>
        </p:nvSpPr>
        <p:spPr>
          <a:xfrm>
            <a:off x="1703515"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7" name="Picture Placeholder 7">
            <a:extLst>
              <a:ext uri="{FF2B5EF4-FFF2-40B4-BE49-F238E27FC236}">
                <a16:creationId xmlns:a16="http://schemas.microsoft.com/office/drawing/2014/main" xmlns="" id="{D518239F-8303-6062-88F3-9C2B67E4E1A4}"/>
              </a:ext>
            </a:extLst>
          </p:cNvPr>
          <p:cNvSpPr>
            <a:spLocks noGrp="1" noChangeAspect="1"/>
          </p:cNvSpPr>
          <p:nvPr>
            <p:ph type="pic" sz="quarter" idx="22"/>
          </p:nvPr>
        </p:nvSpPr>
        <p:spPr>
          <a:xfrm>
            <a:off x="4358849" y="4138897"/>
            <a:ext cx="987552" cy="987552"/>
          </a:xfrm>
          <a:solidFill>
            <a:srgbClr val="F5F0EB"/>
          </a:solidFill>
        </p:spPr>
        <p:txBody>
          <a:bodyPr/>
          <a:lstStyle/>
          <a:p>
            <a:r>
              <a:rPr lang="en-US"/>
              <a:t>Click icon to add picture</a:t>
            </a:r>
          </a:p>
        </p:txBody>
      </p:sp>
      <p:sp>
        <p:nvSpPr>
          <p:cNvPr id="18" name="Text Placeholder 11">
            <a:extLst>
              <a:ext uri="{FF2B5EF4-FFF2-40B4-BE49-F238E27FC236}">
                <a16:creationId xmlns:a16="http://schemas.microsoft.com/office/drawing/2014/main" xmlns="" id="{4FA7EC9E-AD87-A0B5-8F3E-FED229E183FF}"/>
              </a:ext>
            </a:extLst>
          </p:cNvPr>
          <p:cNvSpPr>
            <a:spLocks noGrp="1"/>
          </p:cNvSpPr>
          <p:nvPr>
            <p:ph type="body" sz="quarter" idx="23" hasCustomPrompt="1"/>
          </p:nvPr>
        </p:nvSpPr>
        <p:spPr>
          <a:xfrm>
            <a:off x="5495540"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a16="http://schemas.microsoft.com/office/drawing/2014/main" xmlns="" id="{4E9CDB91-D9C5-B930-B1D8-D183D7EC2AEF}"/>
              </a:ext>
            </a:extLst>
          </p:cNvPr>
          <p:cNvSpPr>
            <a:spLocks noGrp="1" noChangeAspect="1"/>
          </p:cNvSpPr>
          <p:nvPr>
            <p:ph type="pic" sz="quarter" idx="24"/>
          </p:nvPr>
        </p:nvSpPr>
        <p:spPr>
          <a:xfrm>
            <a:off x="8142573" y="1637435"/>
            <a:ext cx="987552" cy="987552"/>
          </a:xfrm>
          <a:solidFill>
            <a:srgbClr val="F5F0EB"/>
          </a:solidFill>
        </p:spPr>
        <p:txBody>
          <a:bodyPr/>
          <a:lstStyle/>
          <a:p>
            <a:r>
              <a:rPr lang="en-US"/>
              <a:t>Click icon to add picture</a:t>
            </a:r>
          </a:p>
        </p:txBody>
      </p:sp>
      <p:sp>
        <p:nvSpPr>
          <p:cNvPr id="7" name="Text Placeholder 11">
            <a:extLst>
              <a:ext uri="{FF2B5EF4-FFF2-40B4-BE49-F238E27FC236}">
                <a16:creationId xmlns:a16="http://schemas.microsoft.com/office/drawing/2014/main" xmlns="" id="{311B5EAD-8B7F-6A93-83A3-23F72B428F6D}"/>
              </a:ext>
            </a:extLst>
          </p:cNvPr>
          <p:cNvSpPr>
            <a:spLocks noGrp="1"/>
          </p:cNvSpPr>
          <p:nvPr>
            <p:ph type="body" sz="quarter" idx="25" hasCustomPrompt="1"/>
          </p:nvPr>
        </p:nvSpPr>
        <p:spPr>
          <a:xfrm>
            <a:off x="9279264"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9" name="Picture Placeholder 7">
            <a:extLst>
              <a:ext uri="{FF2B5EF4-FFF2-40B4-BE49-F238E27FC236}">
                <a16:creationId xmlns:a16="http://schemas.microsoft.com/office/drawing/2014/main" xmlns="" id="{3C128D69-5F12-E113-1C1D-87FD3076CE28}"/>
              </a:ext>
            </a:extLst>
          </p:cNvPr>
          <p:cNvSpPr>
            <a:spLocks noGrp="1" noChangeAspect="1"/>
          </p:cNvSpPr>
          <p:nvPr>
            <p:ph type="pic" sz="quarter" idx="26"/>
          </p:nvPr>
        </p:nvSpPr>
        <p:spPr>
          <a:xfrm>
            <a:off x="8142573" y="2888166"/>
            <a:ext cx="987552" cy="987552"/>
          </a:xfrm>
          <a:solidFill>
            <a:srgbClr val="F5F0EB"/>
          </a:solidFill>
        </p:spPr>
        <p:txBody>
          <a:bodyPr/>
          <a:lstStyle/>
          <a:p>
            <a:r>
              <a:rPr lang="en-US"/>
              <a:t>Click icon to add picture</a:t>
            </a:r>
          </a:p>
        </p:txBody>
      </p:sp>
      <p:sp>
        <p:nvSpPr>
          <p:cNvPr id="20" name="Text Placeholder 11">
            <a:extLst>
              <a:ext uri="{FF2B5EF4-FFF2-40B4-BE49-F238E27FC236}">
                <a16:creationId xmlns:a16="http://schemas.microsoft.com/office/drawing/2014/main" xmlns="" id="{7F066EF6-1311-24CB-7809-237CF39D9372}"/>
              </a:ext>
            </a:extLst>
          </p:cNvPr>
          <p:cNvSpPr>
            <a:spLocks noGrp="1"/>
          </p:cNvSpPr>
          <p:nvPr>
            <p:ph type="body" sz="quarter" idx="27" hasCustomPrompt="1"/>
          </p:nvPr>
        </p:nvSpPr>
        <p:spPr>
          <a:xfrm>
            <a:off x="9279264"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1" name="Picture Placeholder 7">
            <a:extLst>
              <a:ext uri="{FF2B5EF4-FFF2-40B4-BE49-F238E27FC236}">
                <a16:creationId xmlns:a16="http://schemas.microsoft.com/office/drawing/2014/main" xmlns="" id="{125D1315-97FF-9A57-853E-248B543B2AF8}"/>
              </a:ext>
            </a:extLst>
          </p:cNvPr>
          <p:cNvSpPr>
            <a:spLocks noGrp="1" noChangeAspect="1"/>
          </p:cNvSpPr>
          <p:nvPr>
            <p:ph type="pic" sz="quarter" idx="28"/>
          </p:nvPr>
        </p:nvSpPr>
        <p:spPr>
          <a:xfrm>
            <a:off x="8142573" y="4138897"/>
            <a:ext cx="987552" cy="987552"/>
          </a:xfrm>
          <a:solidFill>
            <a:srgbClr val="F5F0EB"/>
          </a:solidFill>
        </p:spPr>
        <p:txBody>
          <a:bodyPr/>
          <a:lstStyle/>
          <a:p>
            <a:r>
              <a:rPr lang="en-US"/>
              <a:t>Click icon to add picture</a:t>
            </a:r>
          </a:p>
        </p:txBody>
      </p:sp>
      <p:sp>
        <p:nvSpPr>
          <p:cNvPr id="22" name="Text Placeholder 11">
            <a:extLst>
              <a:ext uri="{FF2B5EF4-FFF2-40B4-BE49-F238E27FC236}">
                <a16:creationId xmlns:a16="http://schemas.microsoft.com/office/drawing/2014/main" xmlns="" id="{68CC0581-D126-BDB7-1E9C-98F2C66DDE7E}"/>
              </a:ext>
            </a:extLst>
          </p:cNvPr>
          <p:cNvSpPr>
            <a:spLocks noGrp="1"/>
          </p:cNvSpPr>
          <p:nvPr>
            <p:ph type="body" sz="quarter" idx="29" hasCustomPrompt="1"/>
          </p:nvPr>
        </p:nvSpPr>
        <p:spPr>
          <a:xfrm>
            <a:off x="9279264"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3" name="Picture Placeholder 7">
            <a:extLst>
              <a:ext uri="{FF2B5EF4-FFF2-40B4-BE49-F238E27FC236}">
                <a16:creationId xmlns:a16="http://schemas.microsoft.com/office/drawing/2014/main" xmlns="" id="{7C60BF74-5B69-8111-2CFB-81EABD313A45}"/>
              </a:ext>
            </a:extLst>
          </p:cNvPr>
          <p:cNvSpPr>
            <a:spLocks noGrp="1" noChangeAspect="1"/>
          </p:cNvSpPr>
          <p:nvPr>
            <p:ph type="pic" sz="quarter" idx="30"/>
          </p:nvPr>
        </p:nvSpPr>
        <p:spPr>
          <a:xfrm>
            <a:off x="565150" y="5389629"/>
            <a:ext cx="987552" cy="987552"/>
          </a:xfrm>
          <a:solidFill>
            <a:srgbClr val="F5F0EB"/>
          </a:solidFill>
        </p:spPr>
        <p:txBody>
          <a:bodyPr/>
          <a:lstStyle/>
          <a:p>
            <a:r>
              <a:rPr lang="en-US"/>
              <a:t>Click icon to add picture</a:t>
            </a:r>
          </a:p>
        </p:txBody>
      </p:sp>
      <p:sp>
        <p:nvSpPr>
          <p:cNvPr id="24" name="Text Placeholder 11">
            <a:extLst>
              <a:ext uri="{FF2B5EF4-FFF2-40B4-BE49-F238E27FC236}">
                <a16:creationId xmlns:a16="http://schemas.microsoft.com/office/drawing/2014/main" xmlns="" id="{FB93A903-C399-3411-D3A5-7D8EA27E4781}"/>
              </a:ext>
            </a:extLst>
          </p:cNvPr>
          <p:cNvSpPr>
            <a:spLocks noGrp="1"/>
          </p:cNvSpPr>
          <p:nvPr>
            <p:ph type="body" sz="quarter" idx="31" hasCustomPrompt="1"/>
          </p:nvPr>
        </p:nvSpPr>
        <p:spPr>
          <a:xfrm>
            <a:off x="1703515"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5" name="Picture Placeholder 7">
            <a:extLst>
              <a:ext uri="{FF2B5EF4-FFF2-40B4-BE49-F238E27FC236}">
                <a16:creationId xmlns:a16="http://schemas.microsoft.com/office/drawing/2014/main" xmlns="" id="{2736E186-6C9A-1B23-F922-E7C60426EB6D}"/>
              </a:ext>
            </a:extLst>
          </p:cNvPr>
          <p:cNvSpPr>
            <a:spLocks noGrp="1" noChangeAspect="1"/>
          </p:cNvSpPr>
          <p:nvPr>
            <p:ph type="pic" sz="quarter" idx="32"/>
          </p:nvPr>
        </p:nvSpPr>
        <p:spPr>
          <a:xfrm>
            <a:off x="4358849" y="5389629"/>
            <a:ext cx="987552" cy="987552"/>
          </a:xfrm>
          <a:solidFill>
            <a:srgbClr val="F5F0EB"/>
          </a:solidFill>
        </p:spPr>
        <p:txBody>
          <a:bodyPr/>
          <a:lstStyle/>
          <a:p>
            <a:r>
              <a:rPr lang="en-US"/>
              <a:t>Click icon to add picture</a:t>
            </a:r>
          </a:p>
        </p:txBody>
      </p:sp>
      <p:sp>
        <p:nvSpPr>
          <p:cNvPr id="26" name="Text Placeholder 11">
            <a:extLst>
              <a:ext uri="{FF2B5EF4-FFF2-40B4-BE49-F238E27FC236}">
                <a16:creationId xmlns:a16="http://schemas.microsoft.com/office/drawing/2014/main" xmlns="" id="{D67FFBB4-8EBA-A591-9025-E103B80DA52D}"/>
              </a:ext>
            </a:extLst>
          </p:cNvPr>
          <p:cNvSpPr>
            <a:spLocks noGrp="1"/>
          </p:cNvSpPr>
          <p:nvPr>
            <p:ph type="body" sz="quarter" idx="33" hasCustomPrompt="1"/>
          </p:nvPr>
        </p:nvSpPr>
        <p:spPr>
          <a:xfrm>
            <a:off x="5495540"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7" name="Picture Placeholder 7">
            <a:extLst>
              <a:ext uri="{FF2B5EF4-FFF2-40B4-BE49-F238E27FC236}">
                <a16:creationId xmlns:a16="http://schemas.microsoft.com/office/drawing/2014/main" xmlns="" id="{315113AF-65B1-6860-94D3-6847ED73E65E}"/>
              </a:ext>
            </a:extLst>
          </p:cNvPr>
          <p:cNvSpPr>
            <a:spLocks noGrp="1" noChangeAspect="1"/>
          </p:cNvSpPr>
          <p:nvPr>
            <p:ph type="pic" sz="quarter" idx="34"/>
          </p:nvPr>
        </p:nvSpPr>
        <p:spPr>
          <a:xfrm>
            <a:off x="8142573" y="5389629"/>
            <a:ext cx="987552" cy="987552"/>
          </a:xfrm>
          <a:solidFill>
            <a:srgbClr val="F5F0EB"/>
          </a:solidFill>
        </p:spPr>
        <p:txBody>
          <a:bodyPr/>
          <a:lstStyle/>
          <a:p>
            <a:r>
              <a:rPr lang="en-US"/>
              <a:t>Click icon to add picture</a:t>
            </a:r>
          </a:p>
        </p:txBody>
      </p:sp>
      <p:sp>
        <p:nvSpPr>
          <p:cNvPr id="28" name="Text Placeholder 11">
            <a:extLst>
              <a:ext uri="{FF2B5EF4-FFF2-40B4-BE49-F238E27FC236}">
                <a16:creationId xmlns:a16="http://schemas.microsoft.com/office/drawing/2014/main" xmlns="" id="{D8D2915E-D44F-7A27-1EFE-AA964A273E35}"/>
              </a:ext>
            </a:extLst>
          </p:cNvPr>
          <p:cNvSpPr>
            <a:spLocks noGrp="1"/>
          </p:cNvSpPr>
          <p:nvPr>
            <p:ph type="body" sz="quarter" idx="35" hasCustomPrompt="1"/>
          </p:nvPr>
        </p:nvSpPr>
        <p:spPr>
          <a:xfrm>
            <a:off x="9279264"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4181779623"/>
      </p:ext>
    </p:extLst>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14253529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450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3213838" y="1305349"/>
            <a:ext cx="5764335" cy="4247317"/>
          </a:xfrm>
          <a:prstGeom prst="rect">
            <a:avLst/>
          </a:prstGeom>
          <a:noFill/>
        </p:spPr>
        <p:txBody>
          <a:bodyPr wrap="none" lIns="0" tIns="0" rIns="0" bIns="0" rtlCol="0" anchor="ctr">
            <a:spAutoFit/>
          </a:bodyPr>
          <a:lstStyle/>
          <a:p>
            <a:pPr algn="ctr"/>
            <a:r>
              <a:rPr lang="en-US" sz="13800">
                <a:solidFill>
                  <a:srgbClr val="000000"/>
                </a:solidFill>
              </a:rPr>
              <a:t>Closing</a:t>
            </a:r>
          </a:p>
          <a:p>
            <a:pPr algn="ctr"/>
            <a:r>
              <a:rPr lang="en-US" sz="13800">
                <a:solidFill>
                  <a:srgbClr val="000000"/>
                </a:solidFill>
              </a:rPr>
              <a:t>layouts</a:t>
            </a:r>
          </a:p>
        </p:txBody>
      </p:sp>
    </p:spTree>
    <p:extLst>
      <p:ext uri="{BB962C8B-B14F-4D97-AF65-F5344CB8AC3E}">
        <p14:creationId xmlns:p14="http://schemas.microsoft.com/office/powerpoint/2010/main" val="1933230681"/>
      </p:ext>
    </p:extLst>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showMasterSp="0" preserve="1" userDrawn="1">
  <p:cSld name="6_End Slide (Carbon)">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xmlns="" id="{F0E82741-EECD-7D5E-DA50-894B61C9F926}"/>
              </a:ext>
            </a:extLst>
          </p:cNvPr>
          <p:cNvPicPr>
            <a:picLocks noChangeAspect="1"/>
          </p:cNvPicPr>
          <p:nvPr userDrawn="1"/>
        </p:nvPicPr>
        <p:blipFill>
          <a:blip>
            <a:extLst>
              <a:ext uri="{96DAC541-7B7A-43D3-8B79-37D633B846F1}">
                <asvg:svgBlip xmlns:asvg="http://schemas.microsoft.com/office/drawing/2016/SVG/main" xmlns=""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a16="http://schemas.microsoft.com/office/drawing/2014/main" xmlns=""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342190216"/>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235528"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a16="http://schemas.microsoft.com/office/drawing/2014/main" xmlns="" id="{B6B4F07B-D6B3-E5C8-D832-E51E0E864BB7}"/>
              </a:ext>
            </a:extLst>
          </p:cNvPr>
          <p:cNvPicPr>
            <a:picLocks noChangeAspect="1"/>
          </p:cNvPicPr>
          <p:nvPr userDrawn="1"/>
        </p:nvPicPr>
        <p:blipFill>
          <a:blip>
            <a:extLst>
              <a:ext uri="{96DAC541-7B7A-43D3-8B79-37D633B846F1}">
                <asvg:svgBlip xmlns:asvg="http://schemas.microsoft.com/office/drawing/2016/SVG/main" xmlns=""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a16="http://schemas.microsoft.com/office/drawing/2014/main" xmlns=""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defTabSz="914172">
              <a:defRPr/>
            </a:pPr>
            <a:r>
              <a:rPr lang="en-US" sz="600">
                <a:solidFill>
                  <a:srgbClr val="000000">
                    <a:lumMod val="65000"/>
                    <a:lumOff val="35000"/>
                  </a:srgbClr>
                </a:solidFill>
                <a:latin typeface="Arial" panose="020B0604020202020204" pitchFamily="34" charset="0"/>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a16="http://schemas.microsoft.com/office/drawing/2014/main" xmlns=""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rgbClr val="000000">
                    <a:lumMod val="65000"/>
                    <a:lumOff val="35000"/>
                  </a:srgbClr>
                </a:solidFill>
              </a:rPr>
              <a:t>Copyright 2026, Strictly Confidential, All rights reserved</a:t>
            </a:r>
          </a:p>
        </p:txBody>
      </p:sp>
      <p:sp>
        <p:nvSpPr>
          <p:cNvPr id="2" name="TextBox 1">
            <a:extLst>
              <a:ext uri="{FF2B5EF4-FFF2-40B4-BE49-F238E27FC236}">
                <a16:creationId xmlns:a16="http://schemas.microsoft.com/office/drawing/2014/main" xmlns="" id="{10E9B97E-B871-FBDE-4718-2615A1C20F6E}"/>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rgbClr val="FFFFFF"/>
                </a:solidFill>
              </a:rPr>
              <a:t>Copyright 2026, Strictly Confidential, All rights reserved</a:t>
            </a:r>
          </a:p>
        </p:txBody>
      </p:sp>
      <p:sp>
        <p:nvSpPr>
          <p:cNvPr id="3" name="TextBox 2">
            <a:extLst>
              <a:ext uri="{FF2B5EF4-FFF2-40B4-BE49-F238E27FC236}">
                <a16:creationId xmlns:a16="http://schemas.microsoft.com/office/drawing/2014/main" xmlns=""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err="1">
                <a:solidFill>
                  <a:srgbClr val="FFFFFF"/>
                </a:solidFill>
              </a:rPr>
              <a:t>Tenarai</a:t>
            </a:r>
            <a:endParaRPr lang="en-US" sz="1000" b="1">
              <a:solidFill>
                <a:srgbClr val="FFFFFF"/>
              </a:solidFill>
            </a:endParaRPr>
          </a:p>
        </p:txBody>
      </p:sp>
      <p:sp>
        <p:nvSpPr>
          <p:cNvPr id="7" name="Text Placeholder 5">
            <a:extLst>
              <a:ext uri="{FF2B5EF4-FFF2-40B4-BE49-F238E27FC236}">
                <a16:creationId xmlns:a16="http://schemas.microsoft.com/office/drawing/2014/main" xmlns="" id="{999A7ADE-D49A-50BF-E2D0-38B4984B8E96}"/>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rgbClr val="8E867E"/>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132776825"/>
      </p:ext>
    </p:extLst>
  </p:cSld>
  <p:clrMapOvr>
    <a:overrideClrMapping bg1="dk1" tx1="lt1" bg2="dk2" tx2="lt2" accent1="accent1" accent2="accent2" accent3="accent3" accent4="accent4" accent5="accent5" accent6="accent6" hlink="hlink" folHlink="folHlink"/>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showMasterSp="0" preserve="1" userDrawn="1">
  <p:cSld name="7_End Slide (Carbon)">
    <p:bg>
      <p:bgPr>
        <a:solidFill>
          <a:schemeClr val="tx2"/>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xmlns="" id="{792E8758-AC20-EA9F-2FD3-F5B9E92540F5}"/>
              </a:ext>
            </a:extLst>
          </p:cNvPr>
          <p:cNvPicPr>
            <a:picLocks noChangeAspect="1"/>
          </p:cNvPicPr>
          <p:nvPr userDrawn="1"/>
        </p:nvPicPr>
        <p:blipFill>
          <a:blip>
            <a:extLst>
              <a:ext uri="{96DAC541-7B7A-43D3-8B79-37D633B846F1}">
                <asvg:svgBlip xmlns:asvg="http://schemas.microsoft.com/office/drawing/2016/SVG/main" xmlns=""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a16="http://schemas.microsoft.com/office/drawing/2014/main" xmlns=""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1855751468"/>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236552"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a16="http://schemas.microsoft.com/office/drawing/2014/main" xmlns="" id="{B6B4F07B-D6B3-E5C8-D832-E51E0E864BB7}"/>
              </a:ext>
            </a:extLst>
          </p:cNvPr>
          <p:cNvPicPr>
            <a:picLocks noChangeAspect="1"/>
          </p:cNvPicPr>
          <p:nvPr userDrawn="1"/>
        </p:nvPicPr>
        <p:blipFill>
          <a:blip>
            <a:extLst>
              <a:ext uri="{96DAC541-7B7A-43D3-8B79-37D633B846F1}">
                <asvg:svgBlip xmlns:asvg="http://schemas.microsoft.com/office/drawing/2016/SVG/main" xmlns=""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a16="http://schemas.microsoft.com/office/drawing/2014/main" xmlns=""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defTabSz="914172">
              <a:defRPr/>
            </a:pPr>
            <a:r>
              <a:rPr lang="en-US" sz="600">
                <a:solidFill>
                  <a:srgbClr val="BEB4AA"/>
                </a:solidFill>
                <a:latin typeface="Arial" panose="020B0604020202020204" pitchFamily="34" charset="0"/>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a16="http://schemas.microsoft.com/office/drawing/2014/main" xmlns=""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rgbClr val="000000">
                    <a:lumMod val="65000"/>
                    <a:lumOff val="35000"/>
                  </a:srgbClr>
                </a:solidFill>
              </a:rPr>
              <a:t>Copyright 2026, Strictly Confidential, All rights reserved</a:t>
            </a:r>
          </a:p>
        </p:txBody>
      </p:sp>
      <p:sp>
        <p:nvSpPr>
          <p:cNvPr id="3" name="TextBox 2">
            <a:extLst>
              <a:ext uri="{FF2B5EF4-FFF2-40B4-BE49-F238E27FC236}">
                <a16:creationId xmlns:a16="http://schemas.microsoft.com/office/drawing/2014/main" xmlns=""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err="1">
                <a:solidFill>
                  <a:srgbClr val="000000"/>
                </a:solidFill>
              </a:rPr>
              <a:t>Tenarai</a:t>
            </a:r>
            <a:endParaRPr lang="en-US" sz="1000" b="1">
              <a:solidFill>
                <a:srgbClr val="000000"/>
              </a:solidFill>
            </a:endParaRPr>
          </a:p>
        </p:txBody>
      </p:sp>
      <p:sp>
        <p:nvSpPr>
          <p:cNvPr id="6" name="Text Placeholder 5">
            <a:extLst>
              <a:ext uri="{FF2B5EF4-FFF2-40B4-BE49-F238E27FC236}">
                <a16:creationId xmlns:a16="http://schemas.microsoft.com/office/drawing/2014/main" xmlns="" id="{2FA9B9D4-E9FA-5F10-B93E-7C4E0E33E6CB}"/>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rgbClr val="47413D"/>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2810136954"/>
      </p:ext>
    </p:extLst>
  </p:cSld>
  <p:clrMapOvr>
    <a:overrideClrMapping bg1="dk1" tx1="lt1" bg2="dk2" tx2="lt2" accent1="accent1" accent2="accent2" accent3="accent3" accent4="accent4" accent5="accent5" accent6="accent6" hlink="hlink" folHlink="folHlink"/>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showMasterSp="0" preserve="1" userDrawn="1">
  <p:cSld name="8_End Slide (Carbon)">
    <p:bg>
      <p:bgPr>
        <a:solidFill>
          <a:schemeClr val="tx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xmlns="" id="{792E8758-AC20-EA9F-2FD3-F5B9E92540F5}"/>
              </a:ext>
            </a:extLst>
          </p:cNvPr>
          <p:cNvPicPr>
            <a:picLocks noChangeAspect="1"/>
          </p:cNvPicPr>
          <p:nvPr userDrawn="1"/>
        </p:nvPicPr>
        <p:blipFill>
          <a:blip>
            <a:extLst>
              <a:ext uri="{96DAC541-7B7A-43D3-8B79-37D633B846F1}">
                <asvg:svgBlip xmlns:asvg="http://schemas.microsoft.com/office/drawing/2016/SVG/main" xmlns=""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a16="http://schemas.microsoft.com/office/drawing/2014/main" xmlns=""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366624365"/>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237576"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a16="http://schemas.microsoft.com/office/drawing/2014/main" xmlns="" id="{B6B4F07B-D6B3-E5C8-D832-E51E0E864BB7}"/>
              </a:ext>
            </a:extLst>
          </p:cNvPr>
          <p:cNvPicPr>
            <a:picLocks noChangeAspect="1"/>
          </p:cNvPicPr>
          <p:nvPr userDrawn="1"/>
        </p:nvPicPr>
        <p:blipFill>
          <a:blip>
            <a:extLst>
              <a:ext uri="{96DAC541-7B7A-43D3-8B79-37D633B846F1}">
                <asvg:svgBlip xmlns:asvg="http://schemas.microsoft.com/office/drawing/2016/SVG/main" xmlns=""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a16="http://schemas.microsoft.com/office/drawing/2014/main" xmlns=""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defTabSz="914172">
              <a:defRPr/>
            </a:pPr>
            <a:r>
              <a:rPr lang="en-US" sz="600">
                <a:solidFill>
                  <a:srgbClr val="BEB4AA"/>
                </a:solidFill>
                <a:latin typeface="Arial" panose="020B0604020202020204" pitchFamily="34" charset="0"/>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a16="http://schemas.microsoft.com/office/drawing/2014/main" xmlns=""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rgbClr val="000000">
                    <a:lumMod val="65000"/>
                    <a:lumOff val="35000"/>
                  </a:srgbClr>
                </a:solidFill>
              </a:rPr>
              <a:t>Copyright 2026, Strictly Confidential, All rights reserved</a:t>
            </a:r>
          </a:p>
        </p:txBody>
      </p:sp>
      <p:sp>
        <p:nvSpPr>
          <p:cNvPr id="3" name="TextBox 2">
            <a:extLst>
              <a:ext uri="{FF2B5EF4-FFF2-40B4-BE49-F238E27FC236}">
                <a16:creationId xmlns:a16="http://schemas.microsoft.com/office/drawing/2014/main" xmlns=""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err="1">
                <a:solidFill>
                  <a:srgbClr val="000000"/>
                </a:solidFill>
              </a:rPr>
              <a:t>Tenarai</a:t>
            </a:r>
            <a:endParaRPr lang="en-US" sz="1000" b="1">
              <a:solidFill>
                <a:srgbClr val="000000"/>
              </a:solidFill>
            </a:endParaRPr>
          </a:p>
        </p:txBody>
      </p:sp>
      <p:sp>
        <p:nvSpPr>
          <p:cNvPr id="6" name="Text Placeholder 5">
            <a:extLst>
              <a:ext uri="{FF2B5EF4-FFF2-40B4-BE49-F238E27FC236}">
                <a16:creationId xmlns:a16="http://schemas.microsoft.com/office/drawing/2014/main" xmlns="" id="{2FA9B9D4-E9FA-5F10-B93E-7C4E0E33E6CB}"/>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chemeClr val="bg1"/>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2126235597"/>
      </p:ext>
    </p:extLst>
  </p:cSld>
  <p:clrMapOvr>
    <a:overrideClrMapping bg1="dk1" tx1="lt1" bg2="dk2" tx2="lt2" accent1="accent1" accent2="accent2" accent3="accent3" accent4="accent4" accent5="accent5" accent6="accent6" hlink="hlink" folHlink="folHlink"/>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showMasterSp="0" preserve="1" userDrawn="1">
  <p:cSld name="End Slide (Tan)">
    <p:bg>
      <p:bgRef idx="1001">
        <a:schemeClr val="bg2"/>
      </p:bgRef>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14921417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860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7" name="Graphic 6">
            <a:extLst>
              <a:ext uri="{FF2B5EF4-FFF2-40B4-BE49-F238E27FC236}">
                <a16:creationId xmlns:a16="http://schemas.microsoft.com/office/drawing/2014/main" xmlns="" id="{CEBDEADF-0953-6CAE-7213-DECA8F5A09E3}"/>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7769515" y="5910834"/>
            <a:ext cx="4012910" cy="585216"/>
          </a:xfrm>
          <a:prstGeom prst="rect">
            <a:avLst/>
          </a:prstGeom>
        </p:spPr>
      </p:pic>
      <p:sp>
        <p:nvSpPr>
          <p:cNvPr id="2" name="Text Placeholder 11">
            <a:extLst>
              <a:ext uri="{FF2B5EF4-FFF2-40B4-BE49-F238E27FC236}">
                <a16:creationId xmlns:a16="http://schemas.microsoft.com/office/drawing/2014/main" xmlns="" id="{1449CD1B-818D-994A-063B-D4E7C53D002E}"/>
              </a:ext>
            </a:extLst>
          </p:cNvPr>
          <p:cNvSpPr>
            <a:spLocks noGrp="1"/>
          </p:cNvSpPr>
          <p:nvPr>
            <p:ph type="body" sz="quarter" idx="13" hasCustomPrompt="1"/>
          </p:nvPr>
        </p:nvSpPr>
        <p:spPr>
          <a:xfrm>
            <a:off x="565150" y="558800"/>
            <a:ext cx="3479800" cy="4530725"/>
          </a:xfrm>
        </p:spPr>
        <p:txBody>
          <a:bodyPr/>
          <a:lstStyle>
            <a:lvl1pPr>
              <a:spcBef>
                <a:spcPts val="0"/>
              </a:spcBef>
              <a:defRPr sz="1600" b="1">
                <a:solidFill>
                  <a:schemeClr val="tx1"/>
                </a:solidFill>
              </a:defRPr>
            </a:lvl1pPr>
            <a:lvl2pPr marL="0" indent="0">
              <a:spcBef>
                <a:spcPts val="0"/>
              </a:spcBef>
              <a:buNone/>
              <a:defRPr sz="1400">
                <a:solidFill>
                  <a:schemeClr val="tx1"/>
                </a:solidFill>
              </a:defRPr>
            </a:lvl2pPr>
          </a:lstStyle>
          <a:p>
            <a:pPr lvl="0"/>
            <a:r>
              <a:rPr lang="en-US" dirty="0"/>
              <a:t>Contact (optional)</a:t>
            </a:r>
          </a:p>
          <a:p>
            <a:pPr lvl="1"/>
            <a:r>
              <a:rPr lang="en-US" dirty="0"/>
              <a:t>Job title</a:t>
            </a:r>
            <a:br>
              <a:rPr lang="en-US" dirty="0"/>
            </a:br>
            <a:r>
              <a:rPr lang="en-US" dirty="0"/>
              <a:t>Email</a:t>
            </a:r>
          </a:p>
        </p:txBody>
      </p:sp>
    </p:spTree>
    <p:extLst>
      <p:ext uri="{BB962C8B-B14F-4D97-AF65-F5344CB8AC3E}">
        <p14:creationId xmlns:p14="http://schemas.microsoft.com/office/powerpoint/2010/main" val="1943036629"/>
      </p:ext>
    </p:extLst>
  </p:cSld>
  <p:clrMapOvr>
    <a:overrideClrMapping bg1="lt1" tx1="dk1" bg2="lt2" tx2="dk2" accent1="accent1" accent2="accent2" accent3="accent3" accent4="accent4" accent5="accent5" accent6="accent6" hlink="hlink" folHlink="folHlink"/>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showMasterSp="0" preserve="1" userDrawn="1">
  <p:cSld name="End Slide (Carbon)">
    <p:bg>
      <p:bgPr>
        <a:solidFill>
          <a:schemeClr val="bg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29306569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962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7" name="Graphic 6">
            <a:extLst>
              <a:ext uri="{FF2B5EF4-FFF2-40B4-BE49-F238E27FC236}">
                <a16:creationId xmlns:a16="http://schemas.microsoft.com/office/drawing/2014/main" xmlns="" id="{CEBDEADF-0953-6CAE-7213-DECA8F5A09E3}"/>
              </a:ext>
            </a:extLst>
          </p:cNvPr>
          <p:cNvPicPr>
            <a:picLocks noChangeAspect="1"/>
          </p:cNvPicPr>
          <p:nvPr userDrawn="1"/>
        </p:nvPicPr>
        <p:blipFill>
          <a:blip>
            <a:extLst>
              <a:ext uri="{96DAC541-7B7A-43D3-8B79-37D633B846F1}">
                <asvg:svgBlip xmlns:asvg="http://schemas.microsoft.com/office/drawing/2016/SVG/main" xmlns="" r:embed="rId6"/>
              </a:ext>
            </a:extLst>
          </a:blip>
          <a:srcRect/>
          <a:stretch/>
        </p:blipFill>
        <p:spPr>
          <a:xfrm>
            <a:off x="7769515" y="5910834"/>
            <a:ext cx="4012909" cy="585216"/>
          </a:xfrm>
          <a:prstGeom prst="rect">
            <a:avLst/>
          </a:prstGeom>
        </p:spPr>
      </p:pic>
      <p:sp>
        <p:nvSpPr>
          <p:cNvPr id="2" name="Text Placeholder 11">
            <a:extLst>
              <a:ext uri="{FF2B5EF4-FFF2-40B4-BE49-F238E27FC236}">
                <a16:creationId xmlns:a16="http://schemas.microsoft.com/office/drawing/2014/main" xmlns="" id="{24200F27-F0C5-8CBC-B4DA-2772790B2C82}"/>
              </a:ext>
            </a:extLst>
          </p:cNvPr>
          <p:cNvSpPr>
            <a:spLocks noGrp="1"/>
          </p:cNvSpPr>
          <p:nvPr>
            <p:ph type="body" sz="quarter" idx="13" hasCustomPrompt="1"/>
          </p:nvPr>
        </p:nvSpPr>
        <p:spPr>
          <a:xfrm>
            <a:off x="565150" y="558800"/>
            <a:ext cx="3479800" cy="4530725"/>
          </a:xfrm>
        </p:spPr>
        <p:txBody>
          <a:bodyPr/>
          <a:lstStyle>
            <a:lvl1pPr>
              <a:spcBef>
                <a:spcPts val="0"/>
              </a:spcBef>
              <a:defRPr sz="1600" b="1">
                <a:solidFill>
                  <a:schemeClr val="tx1"/>
                </a:solidFill>
              </a:defRPr>
            </a:lvl1pPr>
            <a:lvl2pPr marL="0" indent="0">
              <a:spcBef>
                <a:spcPts val="0"/>
              </a:spcBef>
              <a:buNone/>
              <a:defRPr sz="1400">
                <a:solidFill>
                  <a:schemeClr val="tx1"/>
                </a:solidFill>
              </a:defRPr>
            </a:lvl2pPr>
          </a:lstStyle>
          <a:p>
            <a:pPr lvl="0"/>
            <a:r>
              <a:rPr lang="en-US" dirty="0"/>
              <a:t>Contact (optional)</a:t>
            </a:r>
          </a:p>
          <a:p>
            <a:pPr lvl="1"/>
            <a:r>
              <a:rPr lang="en-US" dirty="0"/>
              <a:t>Job title</a:t>
            </a:r>
            <a:br>
              <a:rPr lang="en-US" dirty="0"/>
            </a:br>
            <a:r>
              <a:rPr lang="en-US" dirty="0"/>
              <a:t>Email</a:t>
            </a:r>
          </a:p>
        </p:txBody>
      </p:sp>
    </p:spTree>
    <p:extLst>
      <p:ext uri="{BB962C8B-B14F-4D97-AF65-F5344CB8AC3E}">
        <p14:creationId xmlns:p14="http://schemas.microsoft.com/office/powerpoint/2010/main" val="627362940"/>
      </p:ext>
    </p:extLst>
  </p:cSld>
  <p:clrMapOvr>
    <a:overrideClrMapping bg1="dk1" tx1="lt1" bg2="dk2" tx2="lt2" accent1="accent1" accent2="accent2" accent3="accent3" accent4="accent4" accent5="accent5" accent6="accent6" hlink="hlink" folHlink="folHlink"/>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2414319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4064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565150" y="851377"/>
            <a:ext cx="11066462" cy="5155257"/>
          </a:xfrm>
          <a:prstGeom prst="rect">
            <a:avLst/>
          </a:prstGeom>
          <a:noFill/>
        </p:spPr>
        <p:txBody>
          <a:bodyPr wrap="square" lIns="0" tIns="0" rIns="0" bIns="0" rtlCol="0" anchor="ctr">
            <a:noAutofit/>
          </a:bodyPr>
          <a:lstStyle/>
          <a:p>
            <a:pPr algn="ctr"/>
            <a:r>
              <a:rPr lang="en-US" sz="3600">
                <a:solidFill>
                  <a:srgbClr val="000000"/>
                </a:solidFill>
              </a:rPr>
              <a:t>If you see any </a:t>
            </a:r>
            <a:r>
              <a:rPr lang="en-US" sz="3600" b="1" i="1">
                <a:solidFill>
                  <a:srgbClr val="000000"/>
                </a:solidFill>
              </a:rPr>
              <a:t>layouts after this one</a:t>
            </a:r>
            <a:r>
              <a:rPr lang="en-US" sz="3600" i="1">
                <a:solidFill>
                  <a:srgbClr val="000000"/>
                </a:solidFill>
              </a:rPr>
              <a:t>,</a:t>
            </a:r>
            <a:r>
              <a:rPr lang="en-US" sz="3600">
                <a:solidFill>
                  <a:srgbClr val="000000"/>
                </a:solidFill>
              </a:rPr>
              <a:t> do not use them. These layouts </a:t>
            </a:r>
            <a:r>
              <a:rPr lang="en-US" sz="3600" b="1" i="1">
                <a:solidFill>
                  <a:srgbClr val="000000"/>
                </a:solidFill>
              </a:rPr>
              <a:t>are not </a:t>
            </a:r>
            <a:r>
              <a:rPr lang="en-US" sz="3600">
                <a:solidFill>
                  <a:srgbClr val="000000"/>
                </a:solidFill>
              </a:rPr>
              <a:t>part of our template.</a:t>
            </a:r>
          </a:p>
          <a:p>
            <a:pPr algn="ctr"/>
            <a:r>
              <a:rPr lang="en-US" sz="13800" b="1">
                <a:solidFill>
                  <a:srgbClr val="000000"/>
                </a:solidFill>
              </a:rPr>
              <a:t>Do not use</a:t>
            </a:r>
            <a:endParaRPr lang="en-US" sz="2000">
              <a:solidFill>
                <a:srgbClr val="000000"/>
              </a:solidFill>
            </a:endParaRPr>
          </a:p>
          <a:p>
            <a:pPr algn="ctr"/>
            <a:r>
              <a:rPr lang="en-US" sz="2000">
                <a:solidFill>
                  <a:srgbClr val="000000"/>
                </a:solidFill>
              </a:rPr>
              <a:t>Due to PowerPoint’s standard Copy/Paste functionality extra undesirable layouts can appear.</a:t>
            </a:r>
          </a:p>
          <a:p>
            <a:pPr algn="ctr">
              <a:spcBef>
                <a:spcPts val="600"/>
              </a:spcBef>
              <a:buClr>
                <a:srgbClr val="003755"/>
              </a:buClr>
            </a:pPr>
            <a:r>
              <a:rPr lang="en-US" sz="2000">
                <a:solidFill>
                  <a:srgbClr val="000000"/>
                </a:solidFill>
              </a:rPr>
              <a:t>Also notice: Layouts after this might contain potential confidential information.</a:t>
            </a:r>
          </a:p>
        </p:txBody>
      </p:sp>
      <p:sp>
        <p:nvSpPr>
          <p:cNvPr id="2" name="Chevron 1">
            <a:extLst>
              <a:ext uri="{FF2B5EF4-FFF2-40B4-BE49-F238E27FC236}">
                <a16:creationId xmlns:a16="http://schemas.microsoft.com/office/drawing/2014/main" xmlns="" id="{10DC4FBB-A3AA-0EB1-1C90-CC7161DB18D5}"/>
              </a:ext>
            </a:extLst>
          </p:cNvPr>
          <p:cNvSpPr/>
          <p:nvPr userDrawn="1"/>
        </p:nvSpPr>
        <p:spPr>
          <a:xfrm rot="5400000">
            <a:off x="5785638" y="5593195"/>
            <a:ext cx="620724" cy="1014517"/>
          </a:xfrm>
          <a:prstGeom prst="chevron">
            <a:avLst>
              <a:gd name="adj" fmla="val 77451"/>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rgbClr val="000000"/>
              </a:solidFill>
            </a:endParaRPr>
          </a:p>
        </p:txBody>
      </p:sp>
    </p:spTree>
    <p:extLst>
      <p:ext uri="{BB962C8B-B14F-4D97-AF65-F5344CB8AC3E}">
        <p14:creationId xmlns:p14="http://schemas.microsoft.com/office/powerpoint/2010/main" val="328098989"/>
      </p:ext>
    </p:extLst>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userDrawn="1">
  <p:cSld name="Title and content v2">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xmlns=""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17" name="Text Placeholder 16"/>
          <p:cNvSpPr>
            <a:spLocks noGrp="1"/>
          </p:cNvSpPr>
          <p:nvPr>
            <p:ph type="body" sz="quarter" idx="11" hasCustomPrompt="1"/>
          </p:nvPr>
        </p:nvSpPr>
        <p:spPr>
          <a:xfrm>
            <a:off x="334937" y="245863"/>
            <a:ext cx="10152484" cy="548640"/>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
        <p:nvSpPr>
          <p:cNvPr id="4" name="Text Placeholder 3"/>
          <p:cNvSpPr>
            <a:spLocks noGrp="1"/>
          </p:cNvSpPr>
          <p:nvPr>
            <p:ph type="body" sz="quarter" idx="13"/>
          </p:nvPr>
        </p:nvSpPr>
        <p:spPr>
          <a:xfrm>
            <a:off x="334938" y="1173677"/>
            <a:ext cx="11450409" cy="1482457"/>
          </a:xfrm>
        </p:spPr>
        <p:txBody>
          <a:bodyPr>
            <a:spAutoFit/>
          </a:bodyPr>
          <a:lstStyle>
            <a:lvl1pPr marL="342900" indent="-342900">
              <a:spcBef>
                <a:spcPts val="1600"/>
              </a:spcBef>
              <a:buClr>
                <a:schemeClr val="bg2"/>
              </a:buClr>
              <a:buSzPct val="105000"/>
              <a:buFontTx/>
              <a:buChar char="◌"/>
              <a:defRPr sz="1800"/>
            </a:lvl1pPr>
            <a:lvl2pPr marL="742950" indent="-285750">
              <a:spcBef>
                <a:spcPts val="800"/>
              </a:spcBef>
              <a:buClr>
                <a:schemeClr val="bg2"/>
              </a:buClr>
              <a:buSzPct val="110000"/>
              <a:buFontTx/>
              <a:buChar char="◌"/>
              <a:defRPr sz="1600"/>
            </a:lvl2pPr>
            <a:lvl3pPr marL="1143000" indent="-228600">
              <a:spcBef>
                <a:spcPts val="600"/>
              </a:spcBef>
              <a:buClr>
                <a:schemeClr val="bg2"/>
              </a:buClr>
              <a:buSzPct val="110000"/>
              <a:buFontTx/>
              <a:buChar char="◌"/>
              <a:defRPr sz="1400"/>
            </a:lvl3pPr>
            <a:lvl4pPr marL="1600200" indent="-228600">
              <a:spcBef>
                <a:spcPts val="400"/>
              </a:spcBef>
              <a:buClr>
                <a:schemeClr val="bg2"/>
              </a:buClr>
              <a:buSzPct val="110000"/>
              <a:buFontTx/>
              <a:buChar char="◌"/>
              <a:defRPr sz="1200"/>
            </a:lvl4pPr>
            <a:lvl5pPr marL="2057400" indent="-228600">
              <a:spcBef>
                <a:spcPts val="400"/>
              </a:spcBef>
              <a:buClr>
                <a:schemeClr val="bg2"/>
              </a:buClr>
              <a:buSzPct val="110000"/>
              <a:buFontTx/>
              <a:buChar cha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35358522"/>
      </p:ext>
    </p:extLst>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type="blank">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 xmlns:a16="http://schemas.microsoft.com/office/drawing/2014/main" id="{C4DC091D-E20B-43AF-85A6-D06B098A5765}"/>
              </a:ext>
            </a:extLst>
          </p:cNvPr>
          <p:cNvSpPr>
            <a:spLocks noGrp="1"/>
          </p:cNvSpPr>
          <p:nvPr>
            <p:ph type="dt" sz="half" idx="10"/>
          </p:nvPr>
        </p:nvSpPr>
        <p:spPr>
          <a:xfrm>
            <a:off x="838200" y="6356350"/>
            <a:ext cx="2743200" cy="365125"/>
          </a:xfrm>
          <a:prstGeom prst="rect">
            <a:avLst/>
          </a:prstGeom>
        </p:spPr>
        <p:txBody>
          <a:bodyPr/>
          <a:lstStyle/>
          <a:p>
            <a:fld id="{8E7E9FA1-3201-4CFE-B59E-2CC3904A385B}" type="datetimeFigureOut">
              <a:rPr lang="ru-RU" smtClean="0">
                <a:solidFill>
                  <a:srgbClr val="000000"/>
                </a:solidFill>
              </a:rPr>
              <a:pPr/>
              <a:t>24.08.2026</a:t>
            </a:fld>
            <a:endParaRPr lang="ru-RU">
              <a:solidFill>
                <a:srgbClr val="000000"/>
              </a:solidFill>
            </a:endParaRPr>
          </a:p>
        </p:txBody>
      </p:sp>
      <p:sp>
        <p:nvSpPr>
          <p:cNvPr id="3" name="Нижний колонтитул 2">
            <a:extLst>
              <a:ext uri="{FF2B5EF4-FFF2-40B4-BE49-F238E27FC236}">
                <a16:creationId xmlns="" xmlns:a16="http://schemas.microsoft.com/office/drawing/2014/main" id="{7256F216-F3C5-4473-B251-72A6A8FB0A56}"/>
              </a:ext>
            </a:extLst>
          </p:cNvPr>
          <p:cNvSpPr>
            <a:spLocks noGrp="1"/>
          </p:cNvSpPr>
          <p:nvPr>
            <p:ph type="ftr" sz="quarter" idx="11"/>
          </p:nvPr>
        </p:nvSpPr>
        <p:spPr>
          <a:xfrm>
            <a:off x="4038600" y="6356350"/>
            <a:ext cx="4114800" cy="365125"/>
          </a:xfrm>
          <a:prstGeom prst="rect">
            <a:avLst/>
          </a:prstGeom>
        </p:spPr>
        <p:txBody>
          <a:bodyPr/>
          <a:lstStyle/>
          <a:p>
            <a:endParaRPr lang="ru-RU">
              <a:solidFill>
                <a:srgbClr val="000000"/>
              </a:solidFill>
            </a:endParaRPr>
          </a:p>
        </p:txBody>
      </p:sp>
      <p:sp>
        <p:nvSpPr>
          <p:cNvPr id="4" name="Номер слайда 3">
            <a:extLst>
              <a:ext uri="{FF2B5EF4-FFF2-40B4-BE49-F238E27FC236}">
                <a16:creationId xmlns="" xmlns:a16="http://schemas.microsoft.com/office/drawing/2014/main" id="{0510FE17-D12B-4940-A9BA-F5142885EE84}"/>
              </a:ext>
            </a:extLst>
          </p:cNvPr>
          <p:cNvSpPr>
            <a:spLocks noGrp="1"/>
          </p:cNvSpPr>
          <p:nvPr>
            <p:ph type="sldNum" sz="quarter" idx="12"/>
          </p:nvPr>
        </p:nvSpPr>
        <p:spPr/>
        <p:txBody>
          <a:bodyPr/>
          <a:lstStyle/>
          <a:p>
            <a:fld id="{218DFB81-B4D1-4C46-8DB6-75181515BA6D}" type="slidenum">
              <a:rPr lang="ru-RU" smtClean="0"/>
              <a:pPr/>
              <a:t>‹#›</a:t>
            </a:fld>
            <a:endParaRPr lang="ru-RU"/>
          </a:p>
        </p:txBody>
      </p:sp>
    </p:spTree>
    <p:extLst>
      <p:ext uri="{BB962C8B-B14F-4D97-AF65-F5344CB8AC3E}">
        <p14:creationId xmlns:p14="http://schemas.microsoft.com/office/powerpoint/2010/main" val="1458587628"/>
      </p:ext>
    </p:extLst>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type="obj">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 xmlns:a16="http://schemas.microsoft.com/office/drawing/2014/main" id="{BD785E31-5EE4-4031-8DAA-64044DE0836F}"/>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 xmlns:a16="http://schemas.microsoft.com/office/drawing/2014/main" id="{EAAB51F7-AD05-4812-9AEE-F0A7A18CE345}"/>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 xmlns:a16="http://schemas.microsoft.com/office/drawing/2014/main" id="{CE39D8A6-338D-4A25-B834-B4A942E94EFE}"/>
              </a:ext>
            </a:extLst>
          </p:cNvPr>
          <p:cNvSpPr>
            <a:spLocks noGrp="1"/>
          </p:cNvSpPr>
          <p:nvPr>
            <p:ph type="dt" sz="half" idx="10"/>
          </p:nvPr>
        </p:nvSpPr>
        <p:spPr>
          <a:xfrm>
            <a:off x="838200" y="6356350"/>
            <a:ext cx="2743200" cy="365125"/>
          </a:xfrm>
          <a:prstGeom prst="rect">
            <a:avLst/>
          </a:prstGeom>
        </p:spPr>
        <p:txBody>
          <a:bodyPr/>
          <a:lstStyle/>
          <a:p>
            <a:fld id="{8E7E9FA1-3201-4CFE-B59E-2CC3904A385B}" type="datetimeFigureOut">
              <a:rPr lang="ru-RU" smtClean="0">
                <a:solidFill>
                  <a:srgbClr val="000000"/>
                </a:solidFill>
              </a:rPr>
              <a:pPr/>
              <a:t>24.08.2026</a:t>
            </a:fld>
            <a:endParaRPr lang="ru-RU">
              <a:solidFill>
                <a:srgbClr val="000000"/>
              </a:solidFill>
            </a:endParaRPr>
          </a:p>
        </p:txBody>
      </p:sp>
      <p:sp>
        <p:nvSpPr>
          <p:cNvPr id="5" name="Нижний колонтитул 4">
            <a:extLst>
              <a:ext uri="{FF2B5EF4-FFF2-40B4-BE49-F238E27FC236}">
                <a16:creationId xmlns="" xmlns:a16="http://schemas.microsoft.com/office/drawing/2014/main" id="{CC93547E-E0C5-4326-ADC3-C43A6781B1A5}"/>
              </a:ext>
            </a:extLst>
          </p:cNvPr>
          <p:cNvSpPr>
            <a:spLocks noGrp="1"/>
          </p:cNvSpPr>
          <p:nvPr>
            <p:ph type="ftr" sz="quarter" idx="11"/>
          </p:nvPr>
        </p:nvSpPr>
        <p:spPr>
          <a:xfrm>
            <a:off x="4038600" y="6356350"/>
            <a:ext cx="4114800" cy="365125"/>
          </a:xfrm>
          <a:prstGeom prst="rect">
            <a:avLst/>
          </a:prstGeom>
        </p:spPr>
        <p:txBody>
          <a:bodyPr/>
          <a:lstStyle/>
          <a:p>
            <a:endParaRPr lang="ru-RU">
              <a:solidFill>
                <a:srgbClr val="000000"/>
              </a:solidFill>
            </a:endParaRPr>
          </a:p>
        </p:txBody>
      </p:sp>
      <p:sp>
        <p:nvSpPr>
          <p:cNvPr id="6" name="Номер слайда 5">
            <a:extLst>
              <a:ext uri="{FF2B5EF4-FFF2-40B4-BE49-F238E27FC236}">
                <a16:creationId xmlns="" xmlns:a16="http://schemas.microsoft.com/office/drawing/2014/main" id="{C267DB44-D3F4-429C-AB2C-E561CB263BD7}"/>
              </a:ext>
            </a:extLst>
          </p:cNvPr>
          <p:cNvSpPr>
            <a:spLocks noGrp="1"/>
          </p:cNvSpPr>
          <p:nvPr>
            <p:ph type="sldNum" sz="quarter" idx="12"/>
          </p:nvPr>
        </p:nvSpPr>
        <p:spPr/>
        <p:txBody>
          <a:bodyPr/>
          <a:lstStyle/>
          <a:p>
            <a:fld id="{218DFB81-B4D1-4C46-8DB6-75181515BA6D}" type="slidenum">
              <a:rPr lang="ru-RU" smtClean="0"/>
              <a:pPr/>
              <a:t>‹#›</a:t>
            </a:fld>
            <a:endParaRPr lang="ru-RU"/>
          </a:p>
        </p:txBody>
      </p:sp>
    </p:spTree>
    <p:extLst>
      <p:ext uri="{BB962C8B-B14F-4D97-AF65-F5344CB8AC3E}">
        <p14:creationId xmlns:p14="http://schemas.microsoft.com/office/powerpoint/2010/main" val="3346919047"/>
      </p:ext>
    </p:extLst>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type="title">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 xmlns:a16="http://schemas.microsoft.com/office/drawing/2014/main" id="{570CF9D4-6142-441F-9CC7-B111E5F3C8F7}"/>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 xmlns:a16="http://schemas.microsoft.com/office/drawing/2014/main" id="{A8BD84C9-C47B-4688-9E12-08B97B78CB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 xmlns:a16="http://schemas.microsoft.com/office/drawing/2014/main" id="{83306C19-EDB8-45AC-A06D-1C6E7A4688A4}"/>
              </a:ext>
            </a:extLst>
          </p:cNvPr>
          <p:cNvSpPr>
            <a:spLocks noGrp="1"/>
          </p:cNvSpPr>
          <p:nvPr>
            <p:ph type="dt" sz="half" idx="10"/>
          </p:nvPr>
        </p:nvSpPr>
        <p:spPr>
          <a:xfrm>
            <a:off x="838200" y="6356350"/>
            <a:ext cx="2743200" cy="365125"/>
          </a:xfrm>
          <a:prstGeom prst="rect">
            <a:avLst/>
          </a:prstGeom>
        </p:spPr>
        <p:txBody>
          <a:bodyPr/>
          <a:lstStyle/>
          <a:p>
            <a:fld id="{8E7E9FA1-3201-4CFE-B59E-2CC3904A385B}" type="datetimeFigureOut">
              <a:rPr lang="ru-RU" smtClean="0">
                <a:solidFill>
                  <a:srgbClr val="000000"/>
                </a:solidFill>
              </a:rPr>
              <a:pPr/>
              <a:t>24.08.2026</a:t>
            </a:fld>
            <a:endParaRPr lang="ru-RU">
              <a:solidFill>
                <a:srgbClr val="000000"/>
              </a:solidFill>
            </a:endParaRPr>
          </a:p>
        </p:txBody>
      </p:sp>
      <p:sp>
        <p:nvSpPr>
          <p:cNvPr id="5" name="Нижний колонтитул 4">
            <a:extLst>
              <a:ext uri="{FF2B5EF4-FFF2-40B4-BE49-F238E27FC236}">
                <a16:creationId xmlns="" xmlns:a16="http://schemas.microsoft.com/office/drawing/2014/main" id="{19420566-273E-44F3-9CE4-498C94861A3E}"/>
              </a:ext>
            </a:extLst>
          </p:cNvPr>
          <p:cNvSpPr>
            <a:spLocks noGrp="1"/>
          </p:cNvSpPr>
          <p:nvPr>
            <p:ph type="ftr" sz="quarter" idx="11"/>
          </p:nvPr>
        </p:nvSpPr>
        <p:spPr>
          <a:xfrm>
            <a:off x="4038600" y="6356350"/>
            <a:ext cx="4114800" cy="365125"/>
          </a:xfrm>
          <a:prstGeom prst="rect">
            <a:avLst/>
          </a:prstGeom>
        </p:spPr>
        <p:txBody>
          <a:bodyPr/>
          <a:lstStyle/>
          <a:p>
            <a:endParaRPr lang="ru-RU">
              <a:solidFill>
                <a:srgbClr val="000000"/>
              </a:solidFill>
            </a:endParaRPr>
          </a:p>
        </p:txBody>
      </p:sp>
      <p:sp>
        <p:nvSpPr>
          <p:cNvPr id="6" name="Номер слайда 5">
            <a:extLst>
              <a:ext uri="{FF2B5EF4-FFF2-40B4-BE49-F238E27FC236}">
                <a16:creationId xmlns="" xmlns:a16="http://schemas.microsoft.com/office/drawing/2014/main" id="{B96D2815-D915-46BB-8E74-27731C3228F5}"/>
              </a:ext>
            </a:extLst>
          </p:cNvPr>
          <p:cNvSpPr>
            <a:spLocks noGrp="1"/>
          </p:cNvSpPr>
          <p:nvPr>
            <p:ph type="sldNum" sz="quarter" idx="12"/>
          </p:nvPr>
        </p:nvSpPr>
        <p:spPr/>
        <p:txBody>
          <a:bodyPr/>
          <a:lstStyle/>
          <a:p>
            <a:fld id="{218DFB81-B4D1-4C46-8DB6-75181515BA6D}" type="slidenum">
              <a:rPr lang="ru-RU" smtClean="0"/>
              <a:pPr/>
              <a:t>‹#›</a:t>
            </a:fld>
            <a:endParaRPr lang="ru-RU"/>
          </a:p>
        </p:txBody>
      </p:sp>
    </p:spTree>
    <p:extLst>
      <p:ext uri="{BB962C8B-B14F-4D97-AF65-F5344CB8AC3E}">
        <p14:creationId xmlns:p14="http://schemas.microsoft.com/office/powerpoint/2010/main" val="8335019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58.xml"/><Relationship Id="rId117" Type="http://schemas.openxmlformats.org/officeDocument/2006/relationships/slideLayout" Target="../slideLayouts/slideLayout149.xml"/><Relationship Id="rId21" Type="http://schemas.openxmlformats.org/officeDocument/2006/relationships/slideLayout" Target="../slideLayouts/slideLayout53.xml"/><Relationship Id="rId42" Type="http://schemas.openxmlformats.org/officeDocument/2006/relationships/slideLayout" Target="../slideLayouts/slideLayout74.xml"/><Relationship Id="rId47" Type="http://schemas.openxmlformats.org/officeDocument/2006/relationships/slideLayout" Target="../slideLayouts/slideLayout79.xml"/><Relationship Id="rId63" Type="http://schemas.openxmlformats.org/officeDocument/2006/relationships/slideLayout" Target="../slideLayouts/slideLayout95.xml"/><Relationship Id="rId68" Type="http://schemas.openxmlformats.org/officeDocument/2006/relationships/slideLayout" Target="../slideLayouts/slideLayout100.xml"/><Relationship Id="rId84" Type="http://schemas.openxmlformats.org/officeDocument/2006/relationships/slideLayout" Target="../slideLayouts/slideLayout116.xml"/><Relationship Id="rId89" Type="http://schemas.openxmlformats.org/officeDocument/2006/relationships/slideLayout" Target="../slideLayouts/slideLayout121.xml"/><Relationship Id="rId112" Type="http://schemas.openxmlformats.org/officeDocument/2006/relationships/slideLayout" Target="../slideLayouts/slideLayout144.xml"/><Relationship Id="rId16" Type="http://schemas.openxmlformats.org/officeDocument/2006/relationships/slideLayout" Target="../slideLayouts/slideLayout48.xml"/><Relationship Id="rId107" Type="http://schemas.openxmlformats.org/officeDocument/2006/relationships/slideLayout" Target="../slideLayouts/slideLayout139.xml"/><Relationship Id="rId11" Type="http://schemas.openxmlformats.org/officeDocument/2006/relationships/slideLayout" Target="../slideLayouts/slideLayout43.xml"/><Relationship Id="rId32" Type="http://schemas.openxmlformats.org/officeDocument/2006/relationships/slideLayout" Target="../slideLayouts/slideLayout64.xml"/><Relationship Id="rId37" Type="http://schemas.openxmlformats.org/officeDocument/2006/relationships/slideLayout" Target="../slideLayouts/slideLayout69.xml"/><Relationship Id="rId53" Type="http://schemas.openxmlformats.org/officeDocument/2006/relationships/slideLayout" Target="../slideLayouts/slideLayout85.xml"/><Relationship Id="rId58" Type="http://schemas.openxmlformats.org/officeDocument/2006/relationships/slideLayout" Target="../slideLayouts/slideLayout90.xml"/><Relationship Id="rId74" Type="http://schemas.openxmlformats.org/officeDocument/2006/relationships/slideLayout" Target="../slideLayouts/slideLayout106.xml"/><Relationship Id="rId79" Type="http://schemas.openxmlformats.org/officeDocument/2006/relationships/slideLayout" Target="../slideLayouts/slideLayout111.xml"/><Relationship Id="rId102" Type="http://schemas.openxmlformats.org/officeDocument/2006/relationships/slideLayout" Target="../slideLayouts/slideLayout134.xml"/><Relationship Id="rId5" Type="http://schemas.openxmlformats.org/officeDocument/2006/relationships/slideLayout" Target="../slideLayouts/slideLayout37.xml"/><Relationship Id="rId61" Type="http://schemas.openxmlformats.org/officeDocument/2006/relationships/slideLayout" Target="../slideLayouts/slideLayout93.xml"/><Relationship Id="rId82" Type="http://schemas.openxmlformats.org/officeDocument/2006/relationships/slideLayout" Target="../slideLayouts/slideLayout114.xml"/><Relationship Id="rId90" Type="http://schemas.openxmlformats.org/officeDocument/2006/relationships/slideLayout" Target="../slideLayouts/slideLayout122.xml"/><Relationship Id="rId95" Type="http://schemas.openxmlformats.org/officeDocument/2006/relationships/slideLayout" Target="../slideLayouts/slideLayout127.xml"/><Relationship Id="rId19" Type="http://schemas.openxmlformats.org/officeDocument/2006/relationships/slideLayout" Target="../slideLayouts/slideLayout51.xml"/><Relationship Id="rId14" Type="http://schemas.openxmlformats.org/officeDocument/2006/relationships/slideLayout" Target="../slideLayouts/slideLayout46.xml"/><Relationship Id="rId22" Type="http://schemas.openxmlformats.org/officeDocument/2006/relationships/slideLayout" Target="../slideLayouts/slideLayout54.xml"/><Relationship Id="rId27" Type="http://schemas.openxmlformats.org/officeDocument/2006/relationships/slideLayout" Target="../slideLayouts/slideLayout59.xml"/><Relationship Id="rId30" Type="http://schemas.openxmlformats.org/officeDocument/2006/relationships/slideLayout" Target="../slideLayouts/slideLayout62.xml"/><Relationship Id="rId35" Type="http://schemas.openxmlformats.org/officeDocument/2006/relationships/slideLayout" Target="../slideLayouts/slideLayout67.xml"/><Relationship Id="rId43" Type="http://schemas.openxmlformats.org/officeDocument/2006/relationships/slideLayout" Target="../slideLayouts/slideLayout75.xml"/><Relationship Id="rId48" Type="http://schemas.openxmlformats.org/officeDocument/2006/relationships/slideLayout" Target="../slideLayouts/slideLayout80.xml"/><Relationship Id="rId56" Type="http://schemas.openxmlformats.org/officeDocument/2006/relationships/slideLayout" Target="../slideLayouts/slideLayout88.xml"/><Relationship Id="rId64" Type="http://schemas.openxmlformats.org/officeDocument/2006/relationships/slideLayout" Target="../slideLayouts/slideLayout96.xml"/><Relationship Id="rId69" Type="http://schemas.openxmlformats.org/officeDocument/2006/relationships/slideLayout" Target="../slideLayouts/slideLayout101.xml"/><Relationship Id="rId77" Type="http://schemas.openxmlformats.org/officeDocument/2006/relationships/slideLayout" Target="../slideLayouts/slideLayout109.xml"/><Relationship Id="rId100" Type="http://schemas.openxmlformats.org/officeDocument/2006/relationships/slideLayout" Target="../slideLayouts/slideLayout132.xml"/><Relationship Id="rId105" Type="http://schemas.openxmlformats.org/officeDocument/2006/relationships/slideLayout" Target="../slideLayouts/slideLayout137.xml"/><Relationship Id="rId113" Type="http://schemas.openxmlformats.org/officeDocument/2006/relationships/slideLayout" Target="../slideLayouts/slideLayout145.xml"/><Relationship Id="rId118" Type="http://schemas.openxmlformats.org/officeDocument/2006/relationships/theme" Target="../theme/theme2.xml"/><Relationship Id="rId8" Type="http://schemas.openxmlformats.org/officeDocument/2006/relationships/slideLayout" Target="../slideLayouts/slideLayout40.xml"/><Relationship Id="rId51" Type="http://schemas.openxmlformats.org/officeDocument/2006/relationships/slideLayout" Target="../slideLayouts/slideLayout83.xml"/><Relationship Id="rId72" Type="http://schemas.openxmlformats.org/officeDocument/2006/relationships/slideLayout" Target="../slideLayouts/slideLayout104.xml"/><Relationship Id="rId80" Type="http://schemas.openxmlformats.org/officeDocument/2006/relationships/slideLayout" Target="../slideLayouts/slideLayout112.xml"/><Relationship Id="rId85" Type="http://schemas.openxmlformats.org/officeDocument/2006/relationships/slideLayout" Target="../slideLayouts/slideLayout117.xml"/><Relationship Id="rId93" Type="http://schemas.openxmlformats.org/officeDocument/2006/relationships/slideLayout" Target="../slideLayouts/slideLayout125.xml"/><Relationship Id="rId98" Type="http://schemas.openxmlformats.org/officeDocument/2006/relationships/slideLayout" Target="../slideLayouts/slideLayout130.xml"/><Relationship Id="rId121" Type="http://schemas.openxmlformats.org/officeDocument/2006/relationships/oleObject" Target="../embeddings/oleObject1.bin"/><Relationship Id="rId3" Type="http://schemas.openxmlformats.org/officeDocument/2006/relationships/slideLayout" Target="../slideLayouts/slideLayout35.xml"/><Relationship Id="rId12" Type="http://schemas.openxmlformats.org/officeDocument/2006/relationships/slideLayout" Target="../slideLayouts/slideLayout44.xml"/><Relationship Id="rId17" Type="http://schemas.openxmlformats.org/officeDocument/2006/relationships/slideLayout" Target="../slideLayouts/slideLayout49.xml"/><Relationship Id="rId25" Type="http://schemas.openxmlformats.org/officeDocument/2006/relationships/slideLayout" Target="../slideLayouts/slideLayout57.xml"/><Relationship Id="rId33" Type="http://schemas.openxmlformats.org/officeDocument/2006/relationships/slideLayout" Target="../slideLayouts/slideLayout65.xml"/><Relationship Id="rId38" Type="http://schemas.openxmlformats.org/officeDocument/2006/relationships/slideLayout" Target="../slideLayouts/slideLayout70.xml"/><Relationship Id="rId46" Type="http://schemas.openxmlformats.org/officeDocument/2006/relationships/slideLayout" Target="../slideLayouts/slideLayout78.xml"/><Relationship Id="rId59" Type="http://schemas.openxmlformats.org/officeDocument/2006/relationships/slideLayout" Target="../slideLayouts/slideLayout91.xml"/><Relationship Id="rId67" Type="http://schemas.openxmlformats.org/officeDocument/2006/relationships/slideLayout" Target="../slideLayouts/slideLayout99.xml"/><Relationship Id="rId103" Type="http://schemas.openxmlformats.org/officeDocument/2006/relationships/slideLayout" Target="../slideLayouts/slideLayout135.xml"/><Relationship Id="rId108" Type="http://schemas.openxmlformats.org/officeDocument/2006/relationships/slideLayout" Target="../slideLayouts/slideLayout140.xml"/><Relationship Id="rId116" Type="http://schemas.openxmlformats.org/officeDocument/2006/relationships/slideLayout" Target="../slideLayouts/slideLayout148.xml"/><Relationship Id="rId20" Type="http://schemas.openxmlformats.org/officeDocument/2006/relationships/slideLayout" Target="../slideLayouts/slideLayout52.xml"/><Relationship Id="rId41" Type="http://schemas.openxmlformats.org/officeDocument/2006/relationships/slideLayout" Target="../slideLayouts/slideLayout73.xml"/><Relationship Id="rId54" Type="http://schemas.openxmlformats.org/officeDocument/2006/relationships/slideLayout" Target="../slideLayouts/slideLayout86.xml"/><Relationship Id="rId62" Type="http://schemas.openxmlformats.org/officeDocument/2006/relationships/slideLayout" Target="../slideLayouts/slideLayout94.xml"/><Relationship Id="rId70" Type="http://schemas.openxmlformats.org/officeDocument/2006/relationships/slideLayout" Target="../slideLayouts/slideLayout102.xml"/><Relationship Id="rId75" Type="http://schemas.openxmlformats.org/officeDocument/2006/relationships/slideLayout" Target="../slideLayouts/slideLayout107.xml"/><Relationship Id="rId83" Type="http://schemas.openxmlformats.org/officeDocument/2006/relationships/slideLayout" Target="../slideLayouts/slideLayout115.xml"/><Relationship Id="rId88" Type="http://schemas.openxmlformats.org/officeDocument/2006/relationships/slideLayout" Target="../slideLayouts/slideLayout120.xml"/><Relationship Id="rId91" Type="http://schemas.openxmlformats.org/officeDocument/2006/relationships/slideLayout" Target="../slideLayouts/slideLayout123.xml"/><Relationship Id="rId96" Type="http://schemas.openxmlformats.org/officeDocument/2006/relationships/slideLayout" Target="../slideLayouts/slideLayout128.xml"/><Relationship Id="rId111" Type="http://schemas.openxmlformats.org/officeDocument/2006/relationships/slideLayout" Target="../slideLayouts/slideLayout143.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5" Type="http://schemas.openxmlformats.org/officeDocument/2006/relationships/slideLayout" Target="../slideLayouts/slideLayout47.xml"/><Relationship Id="rId23" Type="http://schemas.openxmlformats.org/officeDocument/2006/relationships/slideLayout" Target="../slideLayouts/slideLayout55.xml"/><Relationship Id="rId28" Type="http://schemas.openxmlformats.org/officeDocument/2006/relationships/slideLayout" Target="../slideLayouts/slideLayout60.xml"/><Relationship Id="rId36" Type="http://schemas.openxmlformats.org/officeDocument/2006/relationships/slideLayout" Target="../slideLayouts/slideLayout68.xml"/><Relationship Id="rId49" Type="http://schemas.openxmlformats.org/officeDocument/2006/relationships/slideLayout" Target="../slideLayouts/slideLayout81.xml"/><Relationship Id="rId57" Type="http://schemas.openxmlformats.org/officeDocument/2006/relationships/slideLayout" Target="../slideLayouts/slideLayout89.xml"/><Relationship Id="rId106" Type="http://schemas.openxmlformats.org/officeDocument/2006/relationships/slideLayout" Target="../slideLayouts/slideLayout138.xml"/><Relationship Id="rId114" Type="http://schemas.openxmlformats.org/officeDocument/2006/relationships/slideLayout" Target="../slideLayouts/slideLayout146.xml"/><Relationship Id="rId119" Type="http://schemas.openxmlformats.org/officeDocument/2006/relationships/vmlDrawing" Target="../drawings/vmlDrawing1.vml"/><Relationship Id="rId10" Type="http://schemas.openxmlformats.org/officeDocument/2006/relationships/slideLayout" Target="../slideLayouts/slideLayout42.xml"/><Relationship Id="rId31" Type="http://schemas.openxmlformats.org/officeDocument/2006/relationships/slideLayout" Target="../slideLayouts/slideLayout63.xml"/><Relationship Id="rId44" Type="http://schemas.openxmlformats.org/officeDocument/2006/relationships/slideLayout" Target="../slideLayouts/slideLayout76.xml"/><Relationship Id="rId52" Type="http://schemas.openxmlformats.org/officeDocument/2006/relationships/slideLayout" Target="../slideLayouts/slideLayout84.xml"/><Relationship Id="rId60" Type="http://schemas.openxmlformats.org/officeDocument/2006/relationships/slideLayout" Target="../slideLayouts/slideLayout92.xml"/><Relationship Id="rId65" Type="http://schemas.openxmlformats.org/officeDocument/2006/relationships/slideLayout" Target="../slideLayouts/slideLayout97.xml"/><Relationship Id="rId73" Type="http://schemas.openxmlformats.org/officeDocument/2006/relationships/slideLayout" Target="../slideLayouts/slideLayout105.xml"/><Relationship Id="rId78" Type="http://schemas.openxmlformats.org/officeDocument/2006/relationships/slideLayout" Target="../slideLayouts/slideLayout110.xml"/><Relationship Id="rId81" Type="http://schemas.openxmlformats.org/officeDocument/2006/relationships/slideLayout" Target="../slideLayouts/slideLayout113.xml"/><Relationship Id="rId86" Type="http://schemas.openxmlformats.org/officeDocument/2006/relationships/slideLayout" Target="../slideLayouts/slideLayout118.xml"/><Relationship Id="rId94" Type="http://schemas.openxmlformats.org/officeDocument/2006/relationships/slideLayout" Target="../slideLayouts/slideLayout126.xml"/><Relationship Id="rId99" Type="http://schemas.openxmlformats.org/officeDocument/2006/relationships/slideLayout" Target="../slideLayouts/slideLayout131.xml"/><Relationship Id="rId101" Type="http://schemas.openxmlformats.org/officeDocument/2006/relationships/slideLayout" Target="../slideLayouts/slideLayout133.xml"/><Relationship Id="rId122" Type="http://schemas.openxmlformats.org/officeDocument/2006/relationships/image" Target="../media/image14.emf"/><Relationship Id="rId4" Type="http://schemas.openxmlformats.org/officeDocument/2006/relationships/slideLayout" Target="../slideLayouts/slideLayout36.xml"/><Relationship Id="rId9" Type="http://schemas.openxmlformats.org/officeDocument/2006/relationships/slideLayout" Target="../slideLayouts/slideLayout41.xml"/><Relationship Id="rId13" Type="http://schemas.openxmlformats.org/officeDocument/2006/relationships/slideLayout" Target="../slideLayouts/slideLayout45.xml"/><Relationship Id="rId18" Type="http://schemas.openxmlformats.org/officeDocument/2006/relationships/slideLayout" Target="../slideLayouts/slideLayout50.xml"/><Relationship Id="rId39" Type="http://schemas.openxmlformats.org/officeDocument/2006/relationships/slideLayout" Target="../slideLayouts/slideLayout71.xml"/><Relationship Id="rId109" Type="http://schemas.openxmlformats.org/officeDocument/2006/relationships/slideLayout" Target="../slideLayouts/slideLayout141.xml"/><Relationship Id="rId34" Type="http://schemas.openxmlformats.org/officeDocument/2006/relationships/slideLayout" Target="../slideLayouts/slideLayout66.xml"/><Relationship Id="rId50" Type="http://schemas.openxmlformats.org/officeDocument/2006/relationships/slideLayout" Target="../slideLayouts/slideLayout82.xml"/><Relationship Id="rId55" Type="http://schemas.openxmlformats.org/officeDocument/2006/relationships/slideLayout" Target="../slideLayouts/slideLayout87.xml"/><Relationship Id="rId76" Type="http://schemas.openxmlformats.org/officeDocument/2006/relationships/slideLayout" Target="../slideLayouts/slideLayout108.xml"/><Relationship Id="rId97" Type="http://schemas.openxmlformats.org/officeDocument/2006/relationships/slideLayout" Target="../slideLayouts/slideLayout129.xml"/><Relationship Id="rId104" Type="http://schemas.openxmlformats.org/officeDocument/2006/relationships/slideLayout" Target="../slideLayouts/slideLayout136.xml"/><Relationship Id="rId120" Type="http://schemas.openxmlformats.org/officeDocument/2006/relationships/tags" Target="../tags/tag2.xml"/><Relationship Id="rId7" Type="http://schemas.openxmlformats.org/officeDocument/2006/relationships/slideLayout" Target="../slideLayouts/slideLayout39.xml"/><Relationship Id="rId71" Type="http://schemas.openxmlformats.org/officeDocument/2006/relationships/slideLayout" Target="../slideLayouts/slideLayout103.xml"/><Relationship Id="rId92" Type="http://schemas.openxmlformats.org/officeDocument/2006/relationships/slideLayout" Target="../slideLayouts/slideLayout124.xml"/><Relationship Id="rId2" Type="http://schemas.openxmlformats.org/officeDocument/2006/relationships/slideLayout" Target="../slideLayouts/slideLayout34.xml"/><Relationship Id="rId29" Type="http://schemas.openxmlformats.org/officeDocument/2006/relationships/slideLayout" Target="../slideLayouts/slideLayout61.xml"/><Relationship Id="rId24" Type="http://schemas.openxmlformats.org/officeDocument/2006/relationships/slideLayout" Target="../slideLayouts/slideLayout56.xml"/><Relationship Id="rId40" Type="http://schemas.openxmlformats.org/officeDocument/2006/relationships/slideLayout" Target="../slideLayouts/slideLayout72.xml"/><Relationship Id="rId45" Type="http://schemas.openxmlformats.org/officeDocument/2006/relationships/slideLayout" Target="../slideLayouts/slideLayout77.xml"/><Relationship Id="rId66" Type="http://schemas.openxmlformats.org/officeDocument/2006/relationships/slideLayout" Target="../slideLayouts/slideLayout98.xml"/><Relationship Id="rId87" Type="http://schemas.openxmlformats.org/officeDocument/2006/relationships/slideLayout" Target="../slideLayouts/slideLayout119.xml"/><Relationship Id="rId110" Type="http://schemas.openxmlformats.org/officeDocument/2006/relationships/slideLayout" Target="../slideLayouts/slideLayout142.xml"/><Relationship Id="rId115" Type="http://schemas.openxmlformats.org/officeDocument/2006/relationships/slideLayout" Target="../slideLayouts/slideLayout147.xml"/></Relationships>
</file>

<file path=ppt/slideMasters/_rels/slideMaster3.xml.rels><?xml version="1.0" encoding="UTF-8" standalone="yes"?>
<Relationships xmlns="http://schemas.openxmlformats.org/package/2006/relationships"><Relationship Id="rId26" Type="http://schemas.openxmlformats.org/officeDocument/2006/relationships/slideLayout" Target="../slideLayouts/slideLayout175.xml"/><Relationship Id="rId117" Type="http://schemas.openxmlformats.org/officeDocument/2006/relationships/slideLayout" Target="../slideLayouts/slideLayout266.xml"/><Relationship Id="rId21" Type="http://schemas.openxmlformats.org/officeDocument/2006/relationships/slideLayout" Target="../slideLayouts/slideLayout170.xml"/><Relationship Id="rId42" Type="http://schemas.openxmlformats.org/officeDocument/2006/relationships/slideLayout" Target="../slideLayouts/slideLayout191.xml"/><Relationship Id="rId47" Type="http://schemas.openxmlformats.org/officeDocument/2006/relationships/slideLayout" Target="../slideLayouts/slideLayout196.xml"/><Relationship Id="rId63" Type="http://schemas.openxmlformats.org/officeDocument/2006/relationships/slideLayout" Target="../slideLayouts/slideLayout212.xml"/><Relationship Id="rId68" Type="http://schemas.openxmlformats.org/officeDocument/2006/relationships/slideLayout" Target="../slideLayouts/slideLayout217.xml"/><Relationship Id="rId84" Type="http://schemas.openxmlformats.org/officeDocument/2006/relationships/slideLayout" Target="../slideLayouts/slideLayout233.xml"/><Relationship Id="rId89" Type="http://schemas.openxmlformats.org/officeDocument/2006/relationships/slideLayout" Target="../slideLayouts/slideLayout238.xml"/><Relationship Id="rId112" Type="http://schemas.openxmlformats.org/officeDocument/2006/relationships/slideLayout" Target="../slideLayouts/slideLayout261.xml"/><Relationship Id="rId16" Type="http://schemas.openxmlformats.org/officeDocument/2006/relationships/slideLayout" Target="../slideLayouts/slideLayout165.xml"/><Relationship Id="rId107" Type="http://schemas.openxmlformats.org/officeDocument/2006/relationships/slideLayout" Target="../slideLayouts/slideLayout256.xml"/><Relationship Id="rId11" Type="http://schemas.openxmlformats.org/officeDocument/2006/relationships/slideLayout" Target="../slideLayouts/slideLayout160.xml"/><Relationship Id="rId32" Type="http://schemas.openxmlformats.org/officeDocument/2006/relationships/slideLayout" Target="../slideLayouts/slideLayout181.xml"/><Relationship Id="rId37" Type="http://schemas.openxmlformats.org/officeDocument/2006/relationships/slideLayout" Target="../slideLayouts/slideLayout186.xml"/><Relationship Id="rId53" Type="http://schemas.openxmlformats.org/officeDocument/2006/relationships/slideLayout" Target="../slideLayouts/slideLayout202.xml"/><Relationship Id="rId58" Type="http://schemas.openxmlformats.org/officeDocument/2006/relationships/slideLayout" Target="../slideLayouts/slideLayout207.xml"/><Relationship Id="rId74" Type="http://schemas.openxmlformats.org/officeDocument/2006/relationships/slideLayout" Target="../slideLayouts/slideLayout223.xml"/><Relationship Id="rId79" Type="http://schemas.openxmlformats.org/officeDocument/2006/relationships/slideLayout" Target="../slideLayouts/slideLayout228.xml"/><Relationship Id="rId102" Type="http://schemas.openxmlformats.org/officeDocument/2006/relationships/slideLayout" Target="../slideLayouts/slideLayout251.xml"/><Relationship Id="rId123" Type="http://schemas.openxmlformats.org/officeDocument/2006/relationships/tags" Target="../tags/tag117.xml"/><Relationship Id="rId5" Type="http://schemas.openxmlformats.org/officeDocument/2006/relationships/slideLayout" Target="../slideLayouts/slideLayout154.xml"/><Relationship Id="rId61" Type="http://schemas.openxmlformats.org/officeDocument/2006/relationships/slideLayout" Target="../slideLayouts/slideLayout210.xml"/><Relationship Id="rId82" Type="http://schemas.openxmlformats.org/officeDocument/2006/relationships/slideLayout" Target="../slideLayouts/slideLayout231.xml"/><Relationship Id="rId90" Type="http://schemas.openxmlformats.org/officeDocument/2006/relationships/slideLayout" Target="../slideLayouts/slideLayout239.xml"/><Relationship Id="rId95" Type="http://schemas.openxmlformats.org/officeDocument/2006/relationships/slideLayout" Target="../slideLayouts/slideLayout244.xml"/><Relationship Id="rId19" Type="http://schemas.openxmlformats.org/officeDocument/2006/relationships/slideLayout" Target="../slideLayouts/slideLayout168.xml"/><Relationship Id="rId14" Type="http://schemas.openxmlformats.org/officeDocument/2006/relationships/slideLayout" Target="../slideLayouts/slideLayout163.xml"/><Relationship Id="rId22" Type="http://schemas.openxmlformats.org/officeDocument/2006/relationships/slideLayout" Target="../slideLayouts/slideLayout171.xml"/><Relationship Id="rId27" Type="http://schemas.openxmlformats.org/officeDocument/2006/relationships/slideLayout" Target="../slideLayouts/slideLayout176.xml"/><Relationship Id="rId30" Type="http://schemas.openxmlformats.org/officeDocument/2006/relationships/slideLayout" Target="../slideLayouts/slideLayout179.xml"/><Relationship Id="rId35" Type="http://schemas.openxmlformats.org/officeDocument/2006/relationships/slideLayout" Target="../slideLayouts/slideLayout184.xml"/><Relationship Id="rId43" Type="http://schemas.openxmlformats.org/officeDocument/2006/relationships/slideLayout" Target="../slideLayouts/slideLayout192.xml"/><Relationship Id="rId48" Type="http://schemas.openxmlformats.org/officeDocument/2006/relationships/slideLayout" Target="../slideLayouts/slideLayout197.xml"/><Relationship Id="rId56" Type="http://schemas.openxmlformats.org/officeDocument/2006/relationships/slideLayout" Target="../slideLayouts/slideLayout205.xml"/><Relationship Id="rId64" Type="http://schemas.openxmlformats.org/officeDocument/2006/relationships/slideLayout" Target="../slideLayouts/slideLayout213.xml"/><Relationship Id="rId69" Type="http://schemas.openxmlformats.org/officeDocument/2006/relationships/slideLayout" Target="../slideLayouts/slideLayout218.xml"/><Relationship Id="rId77" Type="http://schemas.openxmlformats.org/officeDocument/2006/relationships/slideLayout" Target="../slideLayouts/slideLayout226.xml"/><Relationship Id="rId100" Type="http://schemas.openxmlformats.org/officeDocument/2006/relationships/slideLayout" Target="../slideLayouts/slideLayout249.xml"/><Relationship Id="rId105" Type="http://schemas.openxmlformats.org/officeDocument/2006/relationships/slideLayout" Target="../slideLayouts/slideLayout254.xml"/><Relationship Id="rId113" Type="http://schemas.openxmlformats.org/officeDocument/2006/relationships/slideLayout" Target="../slideLayouts/slideLayout262.xml"/><Relationship Id="rId118" Type="http://schemas.openxmlformats.org/officeDocument/2006/relationships/slideLayout" Target="../slideLayouts/slideLayout267.xml"/><Relationship Id="rId8" Type="http://schemas.openxmlformats.org/officeDocument/2006/relationships/slideLayout" Target="../slideLayouts/slideLayout157.xml"/><Relationship Id="rId51" Type="http://schemas.openxmlformats.org/officeDocument/2006/relationships/slideLayout" Target="../slideLayouts/slideLayout200.xml"/><Relationship Id="rId72" Type="http://schemas.openxmlformats.org/officeDocument/2006/relationships/slideLayout" Target="../slideLayouts/slideLayout221.xml"/><Relationship Id="rId80" Type="http://schemas.openxmlformats.org/officeDocument/2006/relationships/slideLayout" Target="../slideLayouts/slideLayout229.xml"/><Relationship Id="rId85" Type="http://schemas.openxmlformats.org/officeDocument/2006/relationships/slideLayout" Target="../slideLayouts/slideLayout234.xml"/><Relationship Id="rId93" Type="http://schemas.openxmlformats.org/officeDocument/2006/relationships/slideLayout" Target="../slideLayouts/slideLayout242.xml"/><Relationship Id="rId98" Type="http://schemas.openxmlformats.org/officeDocument/2006/relationships/slideLayout" Target="../slideLayouts/slideLayout247.xml"/><Relationship Id="rId121" Type="http://schemas.openxmlformats.org/officeDocument/2006/relationships/theme" Target="../theme/theme3.xml"/><Relationship Id="rId3" Type="http://schemas.openxmlformats.org/officeDocument/2006/relationships/slideLayout" Target="../slideLayouts/slideLayout152.xml"/><Relationship Id="rId12" Type="http://schemas.openxmlformats.org/officeDocument/2006/relationships/slideLayout" Target="../slideLayouts/slideLayout161.xml"/><Relationship Id="rId17" Type="http://schemas.openxmlformats.org/officeDocument/2006/relationships/slideLayout" Target="../slideLayouts/slideLayout166.xml"/><Relationship Id="rId25" Type="http://schemas.openxmlformats.org/officeDocument/2006/relationships/slideLayout" Target="../slideLayouts/slideLayout174.xml"/><Relationship Id="rId33" Type="http://schemas.openxmlformats.org/officeDocument/2006/relationships/slideLayout" Target="../slideLayouts/slideLayout182.xml"/><Relationship Id="rId38" Type="http://schemas.openxmlformats.org/officeDocument/2006/relationships/slideLayout" Target="../slideLayouts/slideLayout187.xml"/><Relationship Id="rId46" Type="http://schemas.openxmlformats.org/officeDocument/2006/relationships/slideLayout" Target="../slideLayouts/slideLayout195.xml"/><Relationship Id="rId59" Type="http://schemas.openxmlformats.org/officeDocument/2006/relationships/slideLayout" Target="../slideLayouts/slideLayout208.xml"/><Relationship Id="rId67" Type="http://schemas.openxmlformats.org/officeDocument/2006/relationships/slideLayout" Target="../slideLayouts/slideLayout216.xml"/><Relationship Id="rId103" Type="http://schemas.openxmlformats.org/officeDocument/2006/relationships/slideLayout" Target="../slideLayouts/slideLayout252.xml"/><Relationship Id="rId108" Type="http://schemas.openxmlformats.org/officeDocument/2006/relationships/slideLayout" Target="../slideLayouts/slideLayout257.xml"/><Relationship Id="rId116" Type="http://schemas.openxmlformats.org/officeDocument/2006/relationships/slideLayout" Target="../slideLayouts/slideLayout265.xml"/><Relationship Id="rId124" Type="http://schemas.openxmlformats.org/officeDocument/2006/relationships/oleObject" Target="../embeddings/oleObject116.bin"/><Relationship Id="rId20" Type="http://schemas.openxmlformats.org/officeDocument/2006/relationships/slideLayout" Target="../slideLayouts/slideLayout169.xml"/><Relationship Id="rId41" Type="http://schemas.openxmlformats.org/officeDocument/2006/relationships/slideLayout" Target="../slideLayouts/slideLayout190.xml"/><Relationship Id="rId54" Type="http://schemas.openxmlformats.org/officeDocument/2006/relationships/slideLayout" Target="../slideLayouts/slideLayout203.xml"/><Relationship Id="rId62" Type="http://schemas.openxmlformats.org/officeDocument/2006/relationships/slideLayout" Target="../slideLayouts/slideLayout211.xml"/><Relationship Id="rId70" Type="http://schemas.openxmlformats.org/officeDocument/2006/relationships/slideLayout" Target="../slideLayouts/slideLayout219.xml"/><Relationship Id="rId75" Type="http://schemas.openxmlformats.org/officeDocument/2006/relationships/slideLayout" Target="../slideLayouts/slideLayout224.xml"/><Relationship Id="rId83" Type="http://schemas.openxmlformats.org/officeDocument/2006/relationships/slideLayout" Target="../slideLayouts/slideLayout232.xml"/><Relationship Id="rId88" Type="http://schemas.openxmlformats.org/officeDocument/2006/relationships/slideLayout" Target="../slideLayouts/slideLayout237.xml"/><Relationship Id="rId91" Type="http://schemas.openxmlformats.org/officeDocument/2006/relationships/slideLayout" Target="../slideLayouts/slideLayout240.xml"/><Relationship Id="rId96" Type="http://schemas.openxmlformats.org/officeDocument/2006/relationships/slideLayout" Target="../slideLayouts/slideLayout245.xml"/><Relationship Id="rId111" Type="http://schemas.openxmlformats.org/officeDocument/2006/relationships/slideLayout" Target="../slideLayouts/slideLayout260.xml"/><Relationship Id="rId1" Type="http://schemas.openxmlformats.org/officeDocument/2006/relationships/slideLayout" Target="../slideLayouts/slideLayout150.xml"/><Relationship Id="rId6" Type="http://schemas.openxmlformats.org/officeDocument/2006/relationships/slideLayout" Target="../slideLayouts/slideLayout155.xml"/><Relationship Id="rId15" Type="http://schemas.openxmlformats.org/officeDocument/2006/relationships/slideLayout" Target="../slideLayouts/slideLayout164.xml"/><Relationship Id="rId23" Type="http://schemas.openxmlformats.org/officeDocument/2006/relationships/slideLayout" Target="../slideLayouts/slideLayout172.xml"/><Relationship Id="rId28" Type="http://schemas.openxmlformats.org/officeDocument/2006/relationships/slideLayout" Target="../slideLayouts/slideLayout177.xml"/><Relationship Id="rId36" Type="http://schemas.openxmlformats.org/officeDocument/2006/relationships/slideLayout" Target="../slideLayouts/slideLayout185.xml"/><Relationship Id="rId49" Type="http://schemas.openxmlformats.org/officeDocument/2006/relationships/slideLayout" Target="../slideLayouts/slideLayout198.xml"/><Relationship Id="rId57" Type="http://schemas.openxmlformats.org/officeDocument/2006/relationships/slideLayout" Target="../slideLayouts/slideLayout206.xml"/><Relationship Id="rId106" Type="http://schemas.openxmlformats.org/officeDocument/2006/relationships/slideLayout" Target="../slideLayouts/slideLayout255.xml"/><Relationship Id="rId114" Type="http://schemas.openxmlformats.org/officeDocument/2006/relationships/slideLayout" Target="../slideLayouts/slideLayout263.xml"/><Relationship Id="rId119" Type="http://schemas.openxmlformats.org/officeDocument/2006/relationships/slideLayout" Target="../slideLayouts/slideLayout268.xml"/><Relationship Id="rId10" Type="http://schemas.openxmlformats.org/officeDocument/2006/relationships/slideLayout" Target="../slideLayouts/slideLayout159.xml"/><Relationship Id="rId31" Type="http://schemas.openxmlformats.org/officeDocument/2006/relationships/slideLayout" Target="../slideLayouts/slideLayout180.xml"/><Relationship Id="rId44" Type="http://schemas.openxmlformats.org/officeDocument/2006/relationships/slideLayout" Target="../slideLayouts/slideLayout193.xml"/><Relationship Id="rId52" Type="http://schemas.openxmlformats.org/officeDocument/2006/relationships/slideLayout" Target="../slideLayouts/slideLayout201.xml"/><Relationship Id="rId60" Type="http://schemas.openxmlformats.org/officeDocument/2006/relationships/slideLayout" Target="../slideLayouts/slideLayout209.xml"/><Relationship Id="rId65" Type="http://schemas.openxmlformats.org/officeDocument/2006/relationships/slideLayout" Target="../slideLayouts/slideLayout214.xml"/><Relationship Id="rId73" Type="http://schemas.openxmlformats.org/officeDocument/2006/relationships/slideLayout" Target="../slideLayouts/slideLayout222.xml"/><Relationship Id="rId78" Type="http://schemas.openxmlformats.org/officeDocument/2006/relationships/slideLayout" Target="../slideLayouts/slideLayout227.xml"/><Relationship Id="rId81" Type="http://schemas.openxmlformats.org/officeDocument/2006/relationships/slideLayout" Target="../slideLayouts/slideLayout230.xml"/><Relationship Id="rId86" Type="http://schemas.openxmlformats.org/officeDocument/2006/relationships/slideLayout" Target="../slideLayouts/slideLayout235.xml"/><Relationship Id="rId94" Type="http://schemas.openxmlformats.org/officeDocument/2006/relationships/slideLayout" Target="../slideLayouts/slideLayout243.xml"/><Relationship Id="rId99" Type="http://schemas.openxmlformats.org/officeDocument/2006/relationships/slideLayout" Target="../slideLayouts/slideLayout248.xml"/><Relationship Id="rId101" Type="http://schemas.openxmlformats.org/officeDocument/2006/relationships/slideLayout" Target="../slideLayouts/slideLayout250.xml"/><Relationship Id="rId122" Type="http://schemas.openxmlformats.org/officeDocument/2006/relationships/vmlDrawing" Target="../drawings/vmlDrawing112.vml"/><Relationship Id="rId4" Type="http://schemas.openxmlformats.org/officeDocument/2006/relationships/slideLayout" Target="../slideLayouts/slideLayout153.xml"/><Relationship Id="rId9" Type="http://schemas.openxmlformats.org/officeDocument/2006/relationships/slideLayout" Target="../slideLayouts/slideLayout158.xml"/><Relationship Id="rId13" Type="http://schemas.openxmlformats.org/officeDocument/2006/relationships/slideLayout" Target="../slideLayouts/slideLayout162.xml"/><Relationship Id="rId18" Type="http://schemas.openxmlformats.org/officeDocument/2006/relationships/slideLayout" Target="../slideLayouts/slideLayout167.xml"/><Relationship Id="rId39" Type="http://schemas.openxmlformats.org/officeDocument/2006/relationships/slideLayout" Target="../slideLayouts/slideLayout188.xml"/><Relationship Id="rId109" Type="http://schemas.openxmlformats.org/officeDocument/2006/relationships/slideLayout" Target="../slideLayouts/slideLayout258.xml"/><Relationship Id="rId34" Type="http://schemas.openxmlformats.org/officeDocument/2006/relationships/slideLayout" Target="../slideLayouts/slideLayout183.xml"/><Relationship Id="rId50" Type="http://schemas.openxmlformats.org/officeDocument/2006/relationships/slideLayout" Target="../slideLayouts/slideLayout199.xml"/><Relationship Id="rId55" Type="http://schemas.openxmlformats.org/officeDocument/2006/relationships/slideLayout" Target="../slideLayouts/slideLayout204.xml"/><Relationship Id="rId76" Type="http://schemas.openxmlformats.org/officeDocument/2006/relationships/slideLayout" Target="../slideLayouts/slideLayout225.xml"/><Relationship Id="rId97" Type="http://schemas.openxmlformats.org/officeDocument/2006/relationships/slideLayout" Target="../slideLayouts/slideLayout246.xml"/><Relationship Id="rId104" Type="http://schemas.openxmlformats.org/officeDocument/2006/relationships/slideLayout" Target="../slideLayouts/slideLayout253.xml"/><Relationship Id="rId120" Type="http://schemas.openxmlformats.org/officeDocument/2006/relationships/slideLayout" Target="../slideLayouts/slideLayout269.xml"/><Relationship Id="rId125" Type="http://schemas.openxmlformats.org/officeDocument/2006/relationships/image" Target="../media/image14.emf"/><Relationship Id="rId7" Type="http://schemas.openxmlformats.org/officeDocument/2006/relationships/slideLayout" Target="../slideLayouts/slideLayout156.xml"/><Relationship Id="rId71" Type="http://schemas.openxmlformats.org/officeDocument/2006/relationships/slideLayout" Target="../slideLayouts/slideLayout220.xml"/><Relationship Id="rId92" Type="http://schemas.openxmlformats.org/officeDocument/2006/relationships/slideLayout" Target="../slideLayouts/slideLayout241.xml"/><Relationship Id="rId2" Type="http://schemas.openxmlformats.org/officeDocument/2006/relationships/slideLayout" Target="../slideLayouts/slideLayout151.xml"/><Relationship Id="rId29" Type="http://schemas.openxmlformats.org/officeDocument/2006/relationships/slideLayout" Target="../slideLayouts/slideLayout178.xml"/><Relationship Id="rId24" Type="http://schemas.openxmlformats.org/officeDocument/2006/relationships/slideLayout" Target="../slideLayouts/slideLayout173.xml"/><Relationship Id="rId40" Type="http://schemas.openxmlformats.org/officeDocument/2006/relationships/slideLayout" Target="../slideLayouts/slideLayout189.xml"/><Relationship Id="rId45" Type="http://schemas.openxmlformats.org/officeDocument/2006/relationships/slideLayout" Target="../slideLayouts/slideLayout194.xml"/><Relationship Id="rId66" Type="http://schemas.openxmlformats.org/officeDocument/2006/relationships/slideLayout" Target="../slideLayouts/slideLayout215.xml"/><Relationship Id="rId87" Type="http://schemas.openxmlformats.org/officeDocument/2006/relationships/slideLayout" Target="../slideLayouts/slideLayout236.xml"/><Relationship Id="rId110" Type="http://schemas.openxmlformats.org/officeDocument/2006/relationships/slideLayout" Target="../slideLayouts/slideLayout259.xml"/><Relationship Id="rId115" Type="http://schemas.openxmlformats.org/officeDocument/2006/relationships/slideLayout" Target="../slideLayouts/slideLayout26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38962" y="245863"/>
            <a:ext cx="9050409" cy="315704"/>
          </a:xfrm>
          <a:prstGeom prst="rect">
            <a:avLst/>
          </a:prstGeom>
        </p:spPr>
        <p:txBody>
          <a:bodyPr vert="horz" wrap="square" lIns="0" tIns="0" rIns="0" bIns="0" rtlCol="0" anchor="b">
            <a:noAutofit/>
          </a:bodyPr>
          <a:lstStyle/>
          <a:p>
            <a:r>
              <a:rPr lang="en-US" dirty="0"/>
              <a:t>SECTION HEADING</a:t>
            </a:r>
          </a:p>
        </p:txBody>
      </p:sp>
      <p:sp>
        <p:nvSpPr>
          <p:cNvPr id="3" name="Text Placeholder 2"/>
          <p:cNvSpPr>
            <a:spLocks noGrp="1"/>
          </p:cNvSpPr>
          <p:nvPr>
            <p:ph type="body" idx="1"/>
          </p:nvPr>
        </p:nvSpPr>
        <p:spPr>
          <a:xfrm>
            <a:off x="456927" y="1066801"/>
            <a:ext cx="11296110" cy="5059365"/>
          </a:xfrm>
          <a:prstGeom prst="rect">
            <a:avLst/>
          </a:prstGeom>
        </p:spPr>
        <p:txBody>
          <a:bodyPr vert="horz" lIns="91440" tIns="45720" rIns="91440" bIns="45720" rtlCol="0">
            <a:normAutofit/>
          </a:bodyPr>
          <a:lstStyle/>
          <a:p>
            <a:pPr lvl="0"/>
            <a:r>
              <a:rPr lang="x-none" dirty="0"/>
              <a:t>Click to edit Master text styles</a:t>
            </a:r>
          </a:p>
          <a:p>
            <a:pPr lvl="1"/>
            <a:r>
              <a:rPr lang="x-none" dirty="0"/>
              <a:t>Second level</a:t>
            </a:r>
          </a:p>
          <a:p>
            <a:pPr lvl="2"/>
            <a:r>
              <a:rPr lang="x-none" dirty="0"/>
              <a:t>Third level</a:t>
            </a:r>
          </a:p>
          <a:p>
            <a:pPr lvl="3"/>
            <a:r>
              <a:rPr lang="x-none" dirty="0"/>
              <a:t>Fourth level</a:t>
            </a:r>
          </a:p>
          <a:p>
            <a:pPr lvl="4"/>
            <a:r>
              <a:rPr lang="x-none" dirty="0"/>
              <a:t>Fifth level</a:t>
            </a:r>
            <a:endParaRPr lang="en-US" dirty="0"/>
          </a:p>
        </p:txBody>
      </p:sp>
      <p:sp>
        <p:nvSpPr>
          <p:cNvPr id="9" name="TextBox 8">
            <a:extLst>
              <a:ext uri="{FF2B5EF4-FFF2-40B4-BE49-F238E27FC236}">
                <a16:creationId xmlns:a16="http://schemas.microsoft.com/office/drawing/2014/main" xmlns="" id="{3230B90F-242E-4EDF-94F3-70B9791F7EF3}"/>
              </a:ext>
            </a:extLst>
          </p:cNvPr>
          <p:cNvSpPr txBox="1"/>
          <p:nvPr userDrawn="1"/>
        </p:nvSpPr>
        <p:spPr>
          <a:xfrm>
            <a:off x="11470597" y="6601381"/>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lumMod val="50000"/>
                  </a:schemeClr>
                </a:solidFill>
                <a:latin typeface="+mj-lt"/>
                <a:cs typeface="Avenir Roman"/>
              </a:rPr>
              <a:pPr algn="r"/>
              <a:t>‹#›</a:t>
            </a:fld>
            <a:endParaRPr kumimoji="0" lang="en-US" sz="1000" u="none" strike="noStrike" kern="1200" cap="none" spc="0" normalizeH="0" baseline="0" noProof="0" dirty="0">
              <a:ln>
                <a:noFill/>
              </a:ln>
              <a:solidFill>
                <a:schemeClr val="bg1">
                  <a:lumMod val="50000"/>
                </a:schemeClr>
              </a:solidFill>
              <a:effectLst/>
              <a:uLnTx/>
              <a:uFillTx/>
              <a:latin typeface="+mj-lt"/>
              <a:cs typeface="Avenir Roman"/>
            </a:endParaRPr>
          </a:p>
        </p:txBody>
      </p:sp>
      <p:sp>
        <p:nvSpPr>
          <p:cNvPr id="13" name="Rectangle 12">
            <a:extLst>
              <a:ext uri="{FF2B5EF4-FFF2-40B4-BE49-F238E27FC236}">
                <a16:creationId xmlns:a16="http://schemas.microsoft.com/office/drawing/2014/main" xmlns="" id="{8F56F0B2-4CBF-477D-95D0-F4A877A249B7}"/>
              </a:ext>
            </a:extLst>
          </p:cNvPr>
          <p:cNvSpPr/>
          <p:nvPr userDrawn="1"/>
        </p:nvSpPr>
        <p:spPr>
          <a:xfrm>
            <a:off x="351223" y="6569272"/>
            <a:ext cx="2999539" cy="230832"/>
          </a:xfrm>
          <a:prstGeom prst="rect">
            <a:avLst/>
          </a:prstGeom>
        </p:spPr>
        <p:txBody>
          <a:bodyPr wrap="none">
            <a:spAutoFit/>
          </a:bodyPr>
          <a:lstStyle/>
          <a:p>
            <a:r>
              <a:rPr lang="en-US" sz="900" b="0" dirty="0">
                <a:solidFill>
                  <a:schemeClr val="bg1">
                    <a:lumMod val="50000"/>
                  </a:schemeClr>
                </a:solidFill>
                <a:latin typeface="+mj-lt"/>
                <a:cs typeface="Avenir Roman"/>
              </a:rPr>
              <a:t>Copyright © 2026 Infogain Corporation. All Rights Reserved.</a:t>
            </a:r>
          </a:p>
        </p:txBody>
      </p:sp>
      <p:pic>
        <p:nvPicPr>
          <p:cNvPr id="8" name="Picture 7"/>
          <p:cNvPicPr>
            <a:picLocks noChangeAspect="1"/>
          </p:cNvPicPr>
          <p:nvPr userDrawn="1"/>
        </p:nvPicPr>
        <p:blipFill>
          <a:blip r:embed="rId34" cstate="print">
            <a:extLs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3937550629"/>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 id="2147483686" r:id="rId18"/>
    <p:sldLayoutId id="2147483687" r:id="rId19"/>
    <p:sldLayoutId id="2147483688" r:id="rId20"/>
    <p:sldLayoutId id="2147483689" r:id="rId21"/>
    <p:sldLayoutId id="2147483690" r:id="rId22"/>
    <p:sldLayoutId id="2147483691" r:id="rId23"/>
    <p:sldLayoutId id="2147483692" r:id="rId24"/>
    <p:sldLayoutId id="2147483693" r:id="rId25"/>
    <p:sldLayoutId id="2147483694" r:id="rId26"/>
    <p:sldLayoutId id="2147483695" r:id="rId27"/>
    <p:sldLayoutId id="2147483696" r:id="rId28"/>
    <p:sldLayoutId id="2147483697" r:id="rId29"/>
    <p:sldLayoutId id="2147483698" r:id="rId30"/>
    <p:sldLayoutId id="2147483699" r:id="rId31"/>
    <p:sldLayoutId id="2147483703" r:id="rId32"/>
  </p:sldLayoutIdLst>
  <p:txStyles>
    <p:titleStyle>
      <a:lvl1pPr algn="l" defTabSz="457200" rtl="0" eaLnBrk="1" latinLnBrk="0" hangingPunct="1">
        <a:spcBef>
          <a:spcPct val="0"/>
        </a:spcBef>
        <a:buNone/>
        <a:defRPr sz="1600" kern="1200" cap="all" spc="0" baseline="0">
          <a:solidFill>
            <a:schemeClr val="bg2"/>
          </a:solidFill>
          <a:latin typeface="+mj-lt"/>
          <a:ea typeface="+mj-ea"/>
          <a:cs typeface="+mj-cs"/>
        </a:defRPr>
      </a:lvl1pPr>
    </p:titleStyle>
    <p:bodyStyle>
      <a:lvl1pPr marL="342900" indent="-342900" algn="l" defTabSz="457200" rtl="0" eaLnBrk="1" latinLnBrk="0" hangingPunct="1">
        <a:spcBef>
          <a:spcPts val="1600"/>
        </a:spcBef>
        <a:buClr>
          <a:schemeClr val="bg2"/>
        </a:buClr>
        <a:buFontTx/>
        <a:buChar char="◌"/>
        <a:defRPr sz="1800" kern="1200">
          <a:solidFill>
            <a:schemeClr val="tx1"/>
          </a:solidFill>
          <a:latin typeface="+mn-lt"/>
          <a:ea typeface="+mn-ea"/>
          <a:cs typeface="+mn-cs"/>
        </a:defRPr>
      </a:lvl1pPr>
      <a:lvl2pPr marL="742950" indent="-285750" algn="l" defTabSz="457200" rtl="0" eaLnBrk="1" latinLnBrk="0" hangingPunct="1">
        <a:spcBef>
          <a:spcPts val="800"/>
        </a:spcBef>
        <a:buClr>
          <a:schemeClr val="bg2"/>
        </a:buClr>
        <a:buFontTx/>
        <a:buChar char="◌"/>
        <a:defRPr sz="1600" kern="1200">
          <a:solidFill>
            <a:schemeClr val="tx1"/>
          </a:solidFill>
          <a:latin typeface="+mn-lt"/>
          <a:ea typeface="+mn-ea"/>
          <a:cs typeface="+mn-cs"/>
        </a:defRPr>
      </a:lvl2pPr>
      <a:lvl3pPr marL="1143000" indent="-228600" algn="l" defTabSz="457200" rtl="0" eaLnBrk="1" latinLnBrk="0" hangingPunct="1">
        <a:spcBef>
          <a:spcPts val="600"/>
        </a:spcBef>
        <a:buClr>
          <a:schemeClr val="bg2"/>
        </a:buClr>
        <a:buFontTx/>
        <a:buChar char="◌"/>
        <a:defRPr sz="1400" kern="1200">
          <a:solidFill>
            <a:schemeClr val="tx1"/>
          </a:solidFill>
          <a:latin typeface="+mn-lt"/>
          <a:ea typeface="+mn-ea"/>
          <a:cs typeface="+mn-cs"/>
        </a:defRPr>
      </a:lvl3pPr>
      <a:lvl4pPr marL="1600200" indent="-228600" algn="l" defTabSz="457200" rtl="0" eaLnBrk="1" latinLnBrk="0" hangingPunct="1">
        <a:spcBef>
          <a:spcPts val="400"/>
        </a:spcBef>
        <a:buClr>
          <a:schemeClr val="bg2"/>
        </a:buClr>
        <a:buFontTx/>
        <a:buChar char="◌"/>
        <a:defRPr sz="1200" kern="1200">
          <a:solidFill>
            <a:schemeClr val="tx1"/>
          </a:solidFill>
          <a:latin typeface="+mn-lt"/>
          <a:ea typeface="+mn-ea"/>
          <a:cs typeface="+mn-cs"/>
        </a:defRPr>
      </a:lvl4pPr>
      <a:lvl5pPr marL="2057400" indent="-228600" algn="l" defTabSz="457200" rtl="0" eaLnBrk="1" latinLnBrk="0" hangingPunct="1">
        <a:spcBef>
          <a:spcPts val="400"/>
        </a:spcBef>
        <a:buClr>
          <a:schemeClr val="bg2"/>
        </a:buClr>
        <a:buFontTx/>
        <a:buChar char="◌"/>
        <a:defRPr sz="12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xmlns="">
        <p15:guide id="1" orient="horz" pos="672">
          <p15:clr>
            <a:srgbClr val="F26B43"/>
          </p15:clr>
        </p15:guide>
        <p15:guide id="2" pos="275">
          <p15:clr>
            <a:srgbClr val="F26B43"/>
          </p15:clr>
        </p15:guide>
        <p15:guide id="3" pos="7403">
          <p15:clr>
            <a:srgbClr val="F26B43"/>
          </p15:clr>
        </p15:guide>
        <p15:guide id="4" orient="horz" pos="3864">
          <p15:clr>
            <a:srgbClr val="F26B43"/>
          </p15:clr>
        </p15:guide>
        <p15:guide id="5" orient="horz" pos="888">
          <p15:clr>
            <a:srgbClr val="F26B43"/>
          </p15:clr>
        </p15:guide>
        <p15:guide id="6" pos="2543">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DC79CD5-1EA1-EEAF-4FD1-E9B0B275A370}"/>
              </a:ext>
            </a:extLst>
          </p:cNvPr>
          <p:cNvGraphicFramePr>
            <a:graphicFrameLocks noChangeAspect="1"/>
          </p:cNvGraphicFramePr>
          <p:nvPr userDrawn="1">
            <p:custDataLst>
              <p:tags r:id="rId120"/>
            </p:custDataLst>
            <p:extLst>
              <p:ext uri="{D42A27DB-BD31-4B8C-83A1-F6EECF244321}">
                <p14:modId xmlns:p14="http://schemas.microsoft.com/office/powerpoint/2010/main" val="360570811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156" name="think-cell Slide" r:id="rId121" imgW="7772400" imgH="10058400" progId="TCLayout.ActiveDocument.1">
                  <p:embed/>
                </p:oleObj>
              </mc:Choice>
              <mc:Fallback>
                <p:oleObj name="think-cell Slide" r:id="rId121" imgW="7772400" imgH="10058400" progId="TCLayout.ActiveDocument.1">
                  <p:embed/>
                  <p:pic>
                    <p:nvPicPr>
                      <p:cNvPr id="8" name="think-cell data - do not delete" hidden="1">
                        <a:extLst>
                          <a:ext uri="{FF2B5EF4-FFF2-40B4-BE49-F238E27FC236}">
                            <a16:creationId xmlns:a16="http://schemas.microsoft.com/office/drawing/2014/main" xmlns="" id="{8DC79CD5-1EA1-EEAF-4FD1-E9B0B275A370}"/>
                          </a:ext>
                        </a:extLst>
                      </p:cNvPr>
                      <p:cNvPicPr/>
                      <p:nvPr/>
                    </p:nvPicPr>
                    <p:blipFill>
                      <a:blip r:embed="rId122"/>
                      <a:stretch>
                        <a:fillRect/>
                      </a:stretch>
                    </p:blipFill>
                    <p:spPr>
                      <a:xfrm>
                        <a:off x="1588" y="1588"/>
                        <a:ext cx="1227" cy="1588"/>
                      </a:xfrm>
                      <a:prstGeom prst="rect">
                        <a:avLst/>
                      </a:prstGeom>
                    </p:spPr>
                  </p:pic>
                </p:oleObj>
              </mc:Fallback>
            </mc:AlternateContent>
          </a:graphicData>
        </a:graphic>
      </p:graphicFrame>
      <p:sp>
        <p:nvSpPr>
          <p:cNvPr id="6" name="Slide Number Placeholder 5"/>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4" name="Page# static">
            <a:extLst>
              <a:ext uri="{FF2B5EF4-FFF2-40B4-BE49-F238E27FC236}">
                <a16:creationId xmlns:a16="http://schemas.microsoft.com/office/drawing/2014/main" xmlns="" id="{FD550928-01C5-D4F3-E973-6F240B67225A}"/>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2" name="Title Placeholder 1"/>
          <p:cNvSpPr>
            <a:spLocks noGrp="1"/>
          </p:cNvSpPr>
          <p:nvPr>
            <p:ph type="title"/>
          </p:nvPr>
        </p:nvSpPr>
        <p:spPr>
          <a:xfrm>
            <a:off x="565149" y="460375"/>
            <a:ext cx="11066463" cy="73152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565149" y="1617663"/>
            <a:ext cx="11066464" cy="3773487"/>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Box 6">
            <a:extLst>
              <a:ext uri="{FF2B5EF4-FFF2-40B4-BE49-F238E27FC236}">
                <a16:creationId xmlns:a16="http://schemas.microsoft.com/office/drawing/2014/main" xmlns="" id="{C3F896F8-33A6-2AF9-F20C-2B04802E31F1}"/>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t>Tenarai</a:t>
            </a:r>
          </a:p>
        </p:txBody>
      </p:sp>
      <p:sp>
        <p:nvSpPr>
          <p:cNvPr id="11" name="TextBox 10">
            <a:extLst>
              <a:ext uri="{FF2B5EF4-FFF2-40B4-BE49-F238E27FC236}">
                <a16:creationId xmlns:a16="http://schemas.microsoft.com/office/drawing/2014/main" xmlns="" id="{BB6F12C9-9305-1B46-3B2C-1383963166EC}"/>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t>Copyright 2026, Strictly Confidential, All rights reserved</a:t>
            </a:r>
          </a:p>
        </p:txBody>
      </p:sp>
    </p:spTree>
    <p:extLst>
      <p:ext uri="{BB962C8B-B14F-4D97-AF65-F5344CB8AC3E}">
        <p14:creationId xmlns:p14="http://schemas.microsoft.com/office/powerpoint/2010/main" val="2566521523"/>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19" r:id="rId14"/>
    <p:sldLayoutId id="2147483720" r:id="rId15"/>
    <p:sldLayoutId id="2147483721" r:id="rId16"/>
    <p:sldLayoutId id="2147483722" r:id="rId17"/>
    <p:sldLayoutId id="2147483723" r:id="rId18"/>
    <p:sldLayoutId id="2147483724" r:id="rId19"/>
    <p:sldLayoutId id="2147483725" r:id="rId20"/>
    <p:sldLayoutId id="2147483726" r:id="rId21"/>
    <p:sldLayoutId id="2147483727" r:id="rId22"/>
    <p:sldLayoutId id="2147483728" r:id="rId23"/>
    <p:sldLayoutId id="2147483729" r:id="rId24"/>
    <p:sldLayoutId id="2147483730" r:id="rId25"/>
    <p:sldLayoutId id="2147483731" r:id="rId26"/>
    <p:sldLayoutId id="2147483732" r:id="rId27"/>
    <p:sldLayoutId id="2147483733" r:id="rId28"/>
    <p:sldLayoutId id="2147483734" r:id="rId29"/>
    <p:sldLayoutId id="2147483735" r:id="rId30"/>
    <p:sldLayoutId id="2147483736" r:id="rId31"/>
    <p:sldLayoutId id="2147483737" r:id="rId32"/>
    <p:sldLayoutId id="2147483738" r:id="rId33"/>
    <p:sldLayoutId id="2147483739" r:id="rId34"/>
    <p:sldLayoutId id="2147483740" r:id="rId35"/>
    <p:sldLayoutId id="2147483741" r:id="rId36"/>
    <p:sldLayoutId id="2147483742" r:id="rId37"/>
    <p:sldLayoutId id="2147483743" r:id="rId38"/>
    <p:sldLayoutId id="2147483744" r:id="rId39"/>
    <p:sldLayoutId id="2147483745" r:id="rId40"/>
    <p:sldLayoutId id="2147483746" r:id="rId41"/>
    <p:sldLayoutId id="2147483747" r:id="rId42"/>
    <p:sldLayoutId id="2147483748" r:id="rId43"/>
    <p:sldLayoutId id="2147483749" r:id="rId44"/>
    <p:sldLayoutId id="2147483750" r:id="rId45"/>
    <p:sldLayoutId id="2147483751" r:id="rId46"/>
    <p:sldLayoutId id="2147483752" r:id="rId47"/>
    <p:sldLayoutId id="2147483753" r:id="rId48"/>
    <p:sldLayoutId id="2147483754" r:id="rId49"/>
    <p:sldLayoutId id="2147483755" r:id="rId50"/>
    <p:sldLayoutId id="2147483756" r:id="rId51"/>
    <p:sldLayoutId id="2147483757" r:id="rId52"/>
    <p:sldLayoutId id="2147483758" r:id="rId53"/>
    <p:sldLayoutId id="2147483759" r:id="rId54"/>
    <p:sldLayoutId id="2147483760" r:id="rId55"/>
    <p:sldLayoutId id="2147483761" r:id="rId56"/>
    <p:sldLayoutId id="2147483762" r:id="rId57"/>
    <p:sldLayoutId id="2147483763" r:id="rId58"/>
    <p:sldLayoutId id="2147483764" r:id="rId59"/>
    <p:sldLayoutId id="2147483765" r:id="rId60"/>
    <p:sldLayoutId id="2147483766" r:id="rId61"/>
    <p:sldLayoutId id="2147483767" r:id="rId62"/>
    <p:sldLayoutId id="2147483768" r:id="rId63"/>
    <p:sldLayoutId id="2147483769" r:id="rId64"/>
    <p:sldLayoutId id="2147483770" r:id="rId65"/>
    <p:sldLayoutId id="2147483771" r:id="rId66"/>
    <p:sldLayoutId id="2147483772" r:id="rId67"/>
    <p:sldLayoutId id="2147483773" r:id="rId68"/>
    <p:sldLayoutId id="2147483774" r:id="rId69"/>
    <p:sldLayoutId id="2147483775" r:id="rId70"/>
    <p:sldLayoutId id="2147483776" r:id="rId71"/>
    <p:sldLayoutId id="2147483777" r:id="rId72"/>
    <p:sldLayoutId id="2147483778" r:id="rId73"/>
    <p:sldLayoutId id="2147483779" r:id="rId74"/>
    <p:sldLayoutId id="2147483780" r:id="rId75"/>
    <p:sldLayoutId id="2147483781" r:id="rId76"/>
    <p:sldLayoutId id="2147483782" r:id="rId77"/>
    <p:sldLayoutId id="2147483783" r:id="rId78"/>
    <p:sldLayoutId id="2147483784" r:id="rId79"/>
    <p:sldLayoutId id="2147483785" r:id="rId80"/>
    <p:sldLayoutId id="2147483786" r:id="rId81"/>
    <p:sldLayoutId id="2147483787" r:id="rId82"/>
    <p:sldLayoutId id="2147483788" r:id="rId83"/>
    <p:sldLayoutId id="2147483789" r:id="rId84"/>
    <p:sldLayoutId id="2147483790" r:id="rId85"/>
    <p:sldLayoutId id="2147483791" r:id="rId86"/>
    <p:sldLayoutId id="2147483792" r:id="rId87"/>
    <p:sldLayoutId id="2147483793" r:id="rId88"/>
    <p:sldLayoutId id="2147483794" r:id="rId89"/>
    <p:sldLayoutId id="2147483795" r:id="rId90"/>
    <p:sldLayoutId id="2147483796" r:id="rId91"/>
    <p:sldLayoutId id="2147483797" r:id="rId92"/>
    <p:sldLayoutId id="2147483798" r:id="rId93"/>
    <p:sldLayoutId id="2147483799" r:id="rId94"/>
    <p:sldLayoutId id="2147483800" r:id="rId95"/>
    <p:sldLayoutId id="2147483801" r:id="rId96"/>
    <p:sldLayoutId id="2147483802" r:id="rId97"/>
    <p:sldLayoutId id="2147483803" r:id="rId98"/>
    <p:sldLayoutId id="2147483804" r:id="rId99"/>
    <p:sldLayoutId id="2147483805" r:id="rId100"/>
    <p:sldLayoutId id="2147483806" r:id="rId101"/>
    <p:sldLayoutId id="2147483807" r:id="rId102"/>
    <p:sldLayoutId id="2147483808" r:id="rId103"/>
    <p:sldLayoutId id="2147483809" r:id="rId104"/>
    <p:sldLayoutId id="2147483810" r:id="rId105"/>
    <p:sldLayoutId id="2147483811" r:id="rId106"/>
    <p:sldLayoutId id="2147483812" r:id="rId107"/>
    <p:sldLayoutId id="2147483813" r:id="rId108"/>
    <p:sldLayoutId id="2147483814" r:id="rId109"/>
    <p:sldLayoutId id="2147483815" r:id="rId110"/>
    <p:sldLayoutId id="2147483816" r:id="rId111"/>
    <p:sldLayoutId id="2147483817" r:id="rId112"/>
    <p:sldLayoutId id="2147483818" r:id="rId113"/>
    <p:sldLayoutId id="2147483819" r:id="rId114"/>
    <p:sldLayoutId id="2147483820" r:id="rId115"/>
    <p:sldLayoutId id="2147483821" r:id="rId116"/>
    <p:sldLayoutId id="2147483822" r:id="rId117"/>
  </p:sldLayoutIdLst>
  <p:hf hd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0" indent="0" algn="l" defTabSz="914400" rtl="0" eaLnBrk="1" latinLnBrk="0" hangingPunct="1">
        <a:lnSpc>
          <a:spcPct val="110000"/>
        </a:lnSpc>
        <a:spcBef>
          <a:spcPts val="1200"/>
        </a:spcBef>
        <a:buFontTx/>
        <a:buNone/>
        <a:defRPr sz="1400" kern="1200">
          <a:solidFill>
            <a:schemeClr val="tx1"/>
          </a:solidFill>
          <a:latin typeface="+mn-lt"/>
          <a:ea typeface="+mn-ea"/>
          <a:cs typeface="+mn-cs"/>
        </a:defRPr>
      </a:lvl1pPr>
      <a:lvl2pPr marL="228600" indent="-228600" algn="l" defTabSz="914400" rtl="0" eaLnBrk="1" latinLnBrk="0" hangingPunct="1">
        <a:lnSpc>
          <a:spcPct val="110000"/>
        </a:lnSpc>
        <a:spcBef>
          <a:spcPts val="600"/>
        </a:spcBef>
        <a:buFont typeface="Arial" panose="020B0604020202020204" pitchFamily="34" charset="0"/>
        <a:buChar char="•"/>
        <a:tabLst/>
        <a:defRPr sz="1400" kern="1200">
          <a:solidFill>
            <a:schemeClr val="tx1"/>
          </a:solidFill>
          <a:latin typeface="+mn-lt"/>
          <a:ea typeface="+mn-ea"/>
          <a:cs typeface="+mn-cs"/>
        </a:defRPr>
      </a:lvl2pPr>
      <a:lvl3pPr marL="4572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3pPr>
      <a:lvl4pPr marL="6858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4pPr>
      <a:lvl5pPr marL="9144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xmlns="">
        <p15:guide id="1" pos="3841">
          <p15:clr>
            <a:srgbClr val="5ACBF0"/>
          </p15:clr>
        </p15:guide>
        <p15:guide id="2" pos="3936">
          <p15:clr>
            <a:srgbClr val="F26B43"/>
          </p15:clr>
        </p15:guide>
        <p15:guide id="3" pos="3746">
          <p15:clr>
            <a:srgbClr val="F26B43"/>
          </p15:clr>
        </p15:guide>
        <p15:guide id="4" pos="3810">
          <p15:clr>
            <a:srgbClr val="FBAE40"/>
          </p15:clr>
        </p15:guide>
        <p15:guide id="5" pos="3873">
          <p15:clr>
            <a:srgbClr val="FBAE40"/>
          </p15:clr>
        </p15:guide>
        <p15:guide id="6" pos="3236">
          <p15:clr>
            <a:srgbClr val="5ACBF0"/>
          </p15:clr>
        </p15:guide>
        <p15:guide id="7" pos="3331">
          <p15:clr>
            <a:srgbClr val="F26B43"/>
          </p15:clr>
        </p15:guide>
        <p15:guide id="8" pos="3141">
          <p15:clr>
            <a:srgbClr val="F26B43"/>
          </p15:clr>
        </p15:guide>
        <p15:guide id="9" pos="3204">
          <p15:clr>
            <a:srgbClr val="FBAE40"/>
          </p15:clr>
        </p15:guide>
        <p15:guide id="10" pos="3267">
          <p15:clr>
            <a:srgbClr val="FBAE40"/>
          </p15:clr>
        </p15:guide>
        <p15:guide id="11" pos="2643">
          <p15:clr>
            <a:srgbClr val="5ACBF0"/>
          </p15:clr>
        </p15:guide>
        <p15:guide id="12" pos="2738">
          <p15:clr>
            <a:srgbClr val="F26B43"/>
          </p15:clr>
        </p15:guide>
        <p15:guide id="13" pos="2548">
          <p15:clr>
            <a:srgbClr val="F26B43"/>
          </p15:clr>
        </p15:guide>
        <p15:guide id="14" pos="2611">
          <p15:clr>
            <a:srgbClr val="FBAE40"/>
          </p15:clr>
        </p15:guide>
        <p15:guide id="15" pos="2674">
          <p15:clr>
            <a:srgbClr val="FBAE40"/>
          </p15:clr>
        </p15:guide>
        <p15:guide id="16" pos="2050">
          <p15:clr>
            <a:srgbClr val="5ACBF0"/>
          </p15:clr>
        </p15:guide>
        <p15:guide id="17" pos="2145">
          <p15:clr>
            <a:srgbClr val="F26B43"/>
          </p15:clr>
        </p15:guide>
        <p15:guide id="18" pos="1955">
          <p15:clr>
            <a:srgbClr val="F26B43"/>
          </p15:clr>
        </p15:guide>
        <p15:guide id="19" pos="2018">
          <p15:clr>
            <a:srgbClr val="FBAE40"/>
          </p15:clr>
        </p15:guide>
        <p15:guide id="20" pos="2081">
          <p15:clr>
            <a:srgbClr val="FBAE40"/>
          </p15:clr>
        </p15:guide>
        <p15:guide id="21" pos="1436">
          <p15:clr>
            <a:srgbClr val="5ACBF0"/>
          </p15:clr>
        </p15:guide>
        <p15:guide id="22" pos="1531">
          <p15:clr>
            <a:srgbClr val="F26B43"/>
          </p15:clr>
        </p15:guide>
        <p15:guide id="23" pos="1341">
          <p15:clr>
            <a:srgbClr val="F26B43"/>
          </p15:clr>
        </p15:guide>
        <p15:guide id="24" pos="1404">
          <p15:clr>
            <a:srgbClr val="FBAE40"/>
          </p15:clr>
        </p15:guide>
        <p15:guide id="25" pos="1467">
          <p15:clr>
            <a:srgbClr val="FBAE40"/>
          </p15:clr>
        </p15:guide>
        <p15:guide id="26" pos="860">
          <p15:clr>
            <a:srgbClr val="5ACBF0"/>
          </p15:clr>
        </p15:guide>
        <p15:guide id="27" pos="955">
          <p15:clr>
            <a:srgbClr val="F26B43"/>
          </p15:clr>
        </p15:guide>
        <p15:guide id="28" pos="765">
          <p15:clr>
            <a:srgbClr val="F26B43"/>
          </p15:clr>
        </p15:guide>
        <p15:guide id="29" pos="828">
          <p15:clr>
            <a:srgbClr val="FBAE40"/>
          </p15:clr>
        </p15:guide>
        <p15:guide id="30" pos="891">
          <p15:clr>
            <a:srgbClr val="FBAE40"/>
          </p15:clr>
        </p15:guide>
        <p15:guide id="31" pos="4433">
          <p15:clr>
            <a:srgbClr val="5ACBF0"/>
          </p15:clr>
        </p15:guide>
        <p15:guide id="32" pos="4528">
          <p15:clr>
            <a:srgbClr val="F26B43"/>
          </p15:clr>
        </p15:guide>
        <p15:guide id="33" pos="4338">
          <p15:clr>
            <a:srgbClr val="F26B43"/>
          </p15:clr>
        </p15:guide>
        <p15:guide id="34" pos="4401">
          <p15:clr>
            <a:srgbClr val="FBAE40"/>
          </p15:clr>
        </p15:guide>
        <p15:guide id="35" pos="4465">
          <p15:clr>
            <a:srgbClr val="FBAE40"/>
          </p15:clr>
        </p15:guide>
        <p15:guide id="36" pos="5026">
          <p15:clr>
            <a:srgbClr val="5ACBF0"/>
          </p15:clr>
        </p15:guide>
        <p15:guide id="37" pos="5121">
          <p15:clr>
            <a:srgbClr val="F26B43"/>
          </p15:clr>
        </p15:guide>
        <p15:guide id="38" pos="4931">
          <p15:clr>
            <a:srgbClr val="F26B43"/>
          </p15:clr>
        </p15:guide>
        <p15:guide id="39" pos="4994">
          <p15:clr>
            <a:srgbClr val="FBAE40"/>
          </p15:clr>
        </p15:guide>
        <p15:guide id="40" pos="5057">
          <p15:clr>
            <a:srgbClr val="FBAE40"/>
          </p15:clr>
        </p15:guide>
        <p15:guide id="41" pos="5631">
          <p15:clr>
            <a:srgbClr val="5ACBF0"/>
          </p15:clr>
        </p15:guide>
        <p15:guide id="42" pos="5726">
          <p15:clr>
            <a:srgbClr val="F26B43"/>
          </p15:clr>
        </p15:guide>
        <p15:guide id="43" pos="5536">
          <p15:clr>
            <a:srgbClr val="F26B43"/>
          </p15:clr>
        </p15:guide>
        <p15:guide id="44" pos="5600">
          <p15:clr>
            <a:srgbClr val="FBAE40"/>
          </p15:clr>
        </p15:guide>
        <p15:guide id="45" pos="5663">
          <p15:clr>
            <a:srgbClr val="FBAE40"/>
          </p15:clr>
        </p15:guide>
        <p15:guide id="46" pos="6220">
          <p15:clr>
            <a:srgbClr val="5ACBF0"/>
          </p15:clr>
        </p15:guide>
        <p15:guide id="47" pos="6315">
          <p15:clr>
            <a:srgbClr val="F26B43"/>
          </p15:clr>
        </p15:guide>
        <p15:guide id="48" pos="6125">
          <p15:clr>
            <a:srgbClr val="F26B43"/>
          </p15:clr>
        </p15:guide>
        <p15:guide id="49" pos="6188">
          <p15:clr>
            <a:srgbClr val="FBAE40"/>
          </p15:clr>
        </p15:guide>
        <p15:guide id="50" pos="6252">
          <p15:clr>
            <a:srgbClr val="FBAE40"/>
          </p15:clr>
        </p15:guide>
        <p15:guide id="51" pos="6817">
          <p15:clr>
            <a:srgbClr val="5ACBF0"/>
          </p15:clr>
        </p15:guide>
        <p15:guide id="52" pos="6912">
          <p15:clr>
            <a:srgbClr val="F26B43"/>
          </p15:clr>
        </p15:guide>
        <p15:guide id="53" pos="6722">
          <p15:clr>
            <a:srgbClr val="F26B43"/>
          </p15:clr>
        </p15:guide>
        <p15:guide id="54" pos="6786">
          <p15:clr>
            <a:srgbClr val="FBAE40"/>
          </p15:clr>
        </p15:guide>
        <p15:guide id="55" pos="6849">
          <p15:clr>
            <a:srgbClr val="FBAE40"/>
          </p15:clr>
        </p15:guide>
        <p15:guide id="56" orient="horz" pos="1019">
          <p15:clr>
            <a:srgbClr val="5ACBF0"/>
          </p15:clr>
        </p15:guide>
        <p15:guide id="57" orient="horz" pos="924">
          <p15:clr>
            <a:srgbClr val="F26B43"/>
          </p15:clr>
        </p15:guide>
        <p15:guide id="58" orient="horz" pos="1114">
          <p15:clr>
            <a:srgbClr val="F26B43"/>
          </p15:clr>
        </p15:guide>
        <p15:guide id="59" orient="horz" pos="1051">
          <p15:clr>
            <a:srgbClr val="FBAE40"/>
          </p15:clr>
        </p15:guide>
        <p15:guide id="60" orient="horz" pos="987">
          <p15:clr>
            <a:srgbClr val="FBAE40"/>
          </p15:clr>
        </p15:guide>
        <p15:guide id="61" orient="horz" pos="1779">
          <p15:clr>
            <a:srgbClr val="5ACBF0"/>
          </p15:clr>
        </p15:guide>
        <p15:guide id="62" orient="horz" pos="1684">
          <p15:clr>
            <a:srgbClr val="F26B43"/>
          </p15:clr>
        </p15:guide>
        <p15:guide id="63" orient="horz" pos="1874">
          <p15:clr>
            <a:srgbClr val="F26B43"/>
          </p15:clr>
        </p15:guide>
        <p15:guide id="64" orient="horz" pos="1811">
          <p15:clr>
            <a:srgbClr val="FBAE40"/>
          </p15:clr>
        </p15:guide>
        <p15:guide id="65" orient="horz" pos="1748">
          <p15:clr>
            <a:srgbClr val="FBAE40"/>
          </p15:clr>
        </p15:guide>
        <p15:guide id="66" orient="horz" pos="2540">
          <p15:clr>
            <a:srgbClr val="5ACBF0"/>
          </p15:clr>
        </p15:guide>
        <p15:guide id="67" orient="horz" pos="2445">
          <p15:clr>
            <a:srgbClr val="F26B43"/>
          </p15:clr>
        </p15:guide>
        <p15:guide id="68" orient="horz" pos="2640">
          <p15:clr>
            <a:srgbClr val="F26B43"/>
          </p15:clr>
        </p15:guide>
        <p15:guide id="69" orient="horz" pos="2572">
          <p15:clr>
            <a:srgbClr val="FBAE40"/>
          </p15:clr>
        </p15:guide>
        <p15:guide id="70" orient="horz" pos="2508">
          <p15:clr>
            <a:srgbClr val="FBAE40"/>
          </p15:clr>
        </p15:guide>
        <p15:guide id="71" orient="horz" pos="3301">
          <p15:clr>
            <a:srgbClr val="5ACBF0"/>
          </p15:clr>
        </p15:guide>
        <p15:guide id="72" orient="horz" pos="3206">
          <p15:clr>
            <a:srgbClr val="F26B43"/>
          </p15:clr>
        </p15:guide>
        <p15:guide id="73" orient="horz" pos="3396">
          <p15:clr>
            <a:srgbClr val="F26B43"/>
          </p15:clr>
        </p15:guide>
        <p15:guide id="74" orient="horz" pos="3332">
          <p15:clr>
            <a:srgbClr val="FBAE40"/>
          </p15:clr>
        </p15:guide>
        <p15:guide id="75" orient="horz" pos="3269">
          <p15:clr>
            <a:srgbClr val="FBAE40"/>
          </p15:clr>
        </p15:guide>
        <p15:guide id="76" orient="horz" pos="3966">
          <p15:clr>
            <a:srgbClr val="F26B43"/>
          </p15:clr>
        </p15:guide>
        <p15:guide id="77" orient="horz" pos="4156">
          <p15:clr>
            <a:srgbClr val="F26B43"/>
          </p15:clr>
        </p15:guide>
        <p15:guide id="78" orient="horz" pos="290">
          <p15:clr>
            <a:srgbClr val="F26B43"/>
          </p15:clr>
        </p15:guide>
        <p15:guide id="79" pos="261">
          <p15:clr>
            <a:srgbClr val="5ACBF0"/>
          </p15:clr>
        </p15:guide>
        <p15:guide id="80" pos="356">
          <p15:clr>
            <a:srgbClr val="F26B43"/>
          </p15:clr>
        </p15:guide>
        <p15:guide id="81" pos="292">
          <p15:clr>
            <a:srgbClr val="FBAE40"/>
          </p15:clr>
        </p15:guide>
        <p15:guide id="82" pos="7422">
          <p15:clr>
            <a:srgbClr val="5ACBF0"/>
          </p15:clr>
        </p15:guide>
        <p15:guide id="83" pos="7327">
          <p15:clr>
            <a:srgbClr val="F26B43"/>
          </p15:clr>
        </p15:guide>
        <p15:guide id="84" pos="7390">
          <p15:clr>
            <a:srgbClr val="FBAE40"/>
          </p15:clr>
        </p15:guide>
        <p15:guide id="85" orient="horz" pos="258">
          <p15:clr>
            <a:srgbClr val="5ACBF0"/>
          </p15:clr>
        </p15:guide>
        <p15:guide id="86" orient="horz" pos="228">
          <p15:clr>
            <a:srgbClr val="F26B43"/>
          </p15:clr>
        </p15:guide>
        <p15:guide id="87" orient="horz" pos="4028">
          <p15:clr>
            <a:srgbClr val="F26B43"/>
          </p15:clr>
        </p15:guide>
        <p15:guide id="88" orient="horz" pos="4092">
          <p15:clr>
            <a:srgbClr val="F26B43"/>
          </p15:clr>
        </p15:guide>
        <p15:guide id="89" orient="horz" pos="4062">
          <p15:clr>
            <a:srgbClr val="5ACBF0"/>
          </p15:clr>
        </p15:guide>
        <p15:guide id="90" orient="horz" pos="352">
          <p15:clr>
            <a:srgbClr val="F26B43"/>
          </p15:clr>
        </p15:guide>
        <p15:guide id="91" orient="horz" pos="16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DC79CD5-1EA1-EEAF-4FD1-E9B0B275A370}"/>
              </a:ext>
            </a:extLst>
          </p:cNvPr>
          <p:cNvGraphicFramePr>
            <a:graphicFrameLocks noChangeAspect="1"/>
          </p:cNvGraphicFramePr>
          <p:nvPr userDrawn="1">
            <p:custDataLst>
              <p:tags r:id="rId123"/>
            </p:custDataLst>
            <p:extLst>
              <p:ext uri="{D42A27DB-BD31-4B8C-83A1-F6EECF244321}">
                <p14:modId xmlns:p14="http://schemas.microsoft.com/office/powerpoint/2010/main" val="62341311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28008" name="think-cell Slide" r:id="rId124" imgW="7772400" imgH="10058400" progId="TCLayout.ActiveDocument.1">
                  <p:embed/>
                </p:oleObj>
              </mc:Choice>
              <mc:Fallback>
                <p:oleObj name="think-cell Slide" r:id="rId124" imgW="7772400" imgH="10058400" progId="TCLayout.ActiveDocument.1">
                  <p:embed/>
                  <p:pic>
                    <p:nvPicPr>
                      <p:cNvPr id="0" name=""/>
                      <p:cNvPicPr/>
                      <p:nvPr/>
                    </p:nvPicPr>
                    <p:blipFill>
                      <a:blip r:embed="rId125"/>
                      <a:stretch>
                        <a:fillRect/>
                      </a:stretch>
                    </p:blipFill>
                    <p:spPr>
                      <a:xfrm>
                        <a:off x="1588" y="1588"/>
                        <a:ext cx="1227" cy="1588"/>
                      </a:xfrm>
                      <a:prstGeom prst="rect">
                        <a:avLst/>
                      </a:prstGeom>
                    </p:spPr>
                  </p:pic>
                </p:oleObj>
              </mc:Fallback>
            </mc:AlternateContent>
          </a:graphicData>
        </a:graphic>
      </p:graphicFrame>
      <p:sp>
        <p:nvSpPr>
          <p:cNvPr id="6" name="Slide Number Placeholder 5"/>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4" name="Page# static">
            <a:extLst>
              <a:ext uri="{FF2B5EF4-FFF2-40B4-BE49-F238E27FC236}">
                <a16:creationId xmlns:a16="http://schemas.microsoft.com/office/drawing/2014/main" xmlns="" id="{FD550928-01C5-D4F3-E973-6F240B67225A}"/>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2" name="Title Placeholder 1"/>
          <p:cNvSpPr>
            <a:spLocks noGrp="1"/>
          </p:cNvSpPr>
          <p:nvPr>
            <p:ph type="title"/>
          </p:nvPr>
        </p:nvSpPr>
        <p:spPr>
          <a:xfrm>
            <a:off x="565149" y="460375"/>
            <a:ext cx="11066463" cy="73152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565149" y="1617663"/>
            <a:ext cx="11066464" cy="3773487"/>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Box 6">
            <a:extLst>
              <a:ext uri="{FF2B5EF4-FFF2-40B4-BE49-F238E27FC236}">
                <a16:creationId xmlns:a16="http://schemas.microsoft.com/office/drawing/2014/main" xmlns="" id="{C3F896F8-33A6-2AF9-F20C-2B04802E31F1}"/>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000000"/>
                </a:solidFill>
              </a:rPr>
              <a:t>Tenarai</a:t>
            </a:r>
          </a:p>
        </p:txBody>
      </p:sp>
      <p:sp>
        <p:nvSpPr>
          <p:cNvPr id="11" name="TextBox 10">
            <a:extLst>
              <a:ext uri="{FF2B5EF4-FFF2-40B4-BE49-F238E27FC236}">
                <a16:creationId xmlns:a16="http://schemas.microsoft.com/office/drawing/2014/main" xmlns="" id="{BB6F12C9-9305-1B46-3B2C-1383963166EC}"/>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000000"/>
                </a:solidFill>
              </a:rPr>
              <a:t>Copyright 2026, Strictly Confidential, All rights reserved</a:t>
            </a:r>
          </a:p>
        </p:txBody>
      </p:sp>
    </p:spTree>
    <p:extLst>
      <p:ext uri="{BB962C8B-B14F-4D97-AF65-F5344CB8AC3E}">
        <p14:creationId xmlns:p14="http://schemas.microsoft.com/office/powerpoint/2010/main" val="3381888689"/>
      </p:ext>
    </p:extLst>
  </p:cSld>
  <p:clrMap bg1="lt1" tx1="dk1" bg2="lt2" tx2="dk2" accent1="accent1" accent2="accent2" accent3="accent3" accent4="accent4" accent5="accent5" accent6="accent6" hlink="hlink" folHlink="folHlink"/>
  <p:sldLayoutIdLst>
    <p:sldLayoutId id="2147483827" r:id="rId1"/>
    <p:sldLayoutId id="2147483828" r:id="rId2"/>
    <p:sldLayoutId id="2147483829" r:id="rId3"/>
    <p:sldLayoutId id="2147483830" r:id="rId4"/>
    <p:sldLayoutId id="2147483831" r:id="rId5"/>
    <p:sldLayoutId id="2147483832" r:id="rId6"/>
    <p:sldLayoutId id="2147483833" r:id="rId7"/>
    <p:sldLayoutId id="2147483834" r:id="rId8"/>
    <p:sldLayoutId id="2147483835" r:id="rId9"/>
    <p:sldLayoutId id="2147483836" r:id="rId10"/>
    <p:sldLayoutId id="2147483837" r:id="rId11"/>
    <p:sldLayoutId id="2147483838" r:id="rId12"/>
    <p:sldLayoutId id="2147483839" r:id="rId13"/>
    <p:sldLayoutId id="2147483840" r:id="rId14"/>
    <p:sldLayoutId id="2147483841" r:id="rId15"/>
    <p:sldLayoutId id="2147483842" r:id="rId16"/>
    <p:sldLayoutId id="2147483843" r:id="rId17"/>
    <p:sldLayoutId id="2147483844" r:id="rId18"/>
    <p:sldLayoutId id="2147483845" r:id="rId19"/>
    <p:sldLayoutId id="2147483846" r:id="rId20"/>
    <p:sldLayoutId id="2147483847" r:id="rId21"/>
    <p:sldLayoutId id="2147483848" r:id="rId22"/>
    <p:sldLayoutId id="2147483849" r:id="rId23"/>
    <p:sldLayoutId id="2147483850" r:id="rId24"/>
    <p:sldLayoutId id="2147483851" r:id="rId25"/>
    <p:sldLayoutId id="2147483852" r:id="rId26"/>
    <p:sldLayoutId id="2147483853" r:id="rId27"/>
    <p:sldLayoutId id="2147483854" r:id="rId28"/>
    <p:sldLayoutId id="2147483855" r:id="rId29"/>
    <p:sldLayoutId id="2147483856" r:id="rId30"/>
    <p:sldLayoutId id="2147483857" r:id="rId31"/>
    <p:sldLayoutId id="2147483858" r:id="rId32"/>
    <p:sldLayoutId id="2147483859" r:id="rId33"/>
    <p:sldLayoutId id="2147483860" r:id="rId34"/>
    <p:sldLayoutId id="2147483861" r:id="rId35"/>
    <p:sldLayoutId id="2147483862" r:id="rId36"/>
    <p:sldLayoutId id="2147483863" r:id="rId37"/>
    <p:sldLayoutId id="2147483864" r:id="rId38"/>
    <p:sldLayoutId id="2147483865" r:id="rId39"/>
    <p:sldLayoutId id="2147483866" r:id="rId40"/>
    <p:sldLayoutId id="2147483867" r:id="rId41"/>
    <p:sldLayoutId id="2147483868" r:id="rId42"/>
    <p:sldLayoutId id="2147483869" r:id="rId43"/>
    <p:sldLayoutId id="2147483870" r:id="rId44"/>
    <p:sldLayoutId id="2147483871" r:id="rId45"/>
    <p:sldLayoutId id="2147483872" r:id="rId46"/>
    <p:sldLayoutId id="2147483873" r:id="rId47"/>
    <p:sldLayoutId id="2147483874" r:id="rId48"/>
    <p:sldLayoutId id="2147483875" r:id="rId49"/>
    <p:sldLayoutId id="2147483876" r:id="rId50"/>
    <p:sldLayoutId id="2147483877" r:id="rId51"/>
    <p:sldLayoutId id="2147483878" r:id="rId52"/>
    <p:sldLayoutId id="2147483879" r:id="rId53"/>
    <p:sldLayoutId id="2147483880" r:id="rId54"/>
    <p:sldLayoutId id="2147483881" r:id="rId55"/>
    <p:sldLayoutId id="2147483882" r:id="rId56"/>
    <p:sldLayoutId id="2147483883" r:id="rId57"/>
    <p:sldLayoutId id="2147483884" r:id="rId58"/>
    <p:sldLayoutId id="2147483885" r:id="rId59"/>
    <p:sldLayoutId id="2147483886" r:id="rId60"/>
    <p:sldLayoutId id="2147483887" r:id="rId61"/>
    <p:sldLayoutId id="2147483888" r:id="rId62"/>
    <p:sldLayoutId id="2147483889" r:id="rId63"/>
    <p:sldLayoutId id="2147483890" r:id="rId64"/>
    <p:sldLayoutId id="2147483891" r:id="rId65"/>
    <p:sldLayoutId id="2147483892" r:id="rId66"/>
    <p:sldLayoutId id="2147483893" r:id="rId67"/>
    <p:sldLayoutId id="2147483894" r:id="rId68"/>
    <p:sldLayoutId id="2147483895" r:id="rId69"/>
    <p:sldLayoutId id="2147483896" r:id="rId70"/>
    <p:sldLayoutId id="2147483897" r:id="rId71"/>
    <p:sldLayoutId id="2147483898" r:id="rId72"/>
    <p:sldLayoutId id="2147483899" r:id="rId73"/>
    <p:sldLayoutId id="2147483900" r:id="rId74"/>
    <p:sldLayoutId id="2147483901" r:id="rId75"/>
    <p:sldLayoutId id="2147483902" r:id="rId76"/>
    <p:sldLayoutId id="2147483903" r:id="rId77"/>
    <p:sldLayoutId id="2147483904" r:id="rId78"/>
    <p:sldLayoutId id="2147483905" r:id="rId79"/>
    <p:sldLayoutId id="2147483906" r:id="rId80"/>
    <p:sldLayoutId id="2147483907" r:id="rId81"/>
    <p:sldLayoutId id="2147483908" r:id="rId82"/>
    <p:sldLayoutId id="2147483909" r:id="rId83"/>
    <p:sldLayoutId id="2147483910" r:id="rId84"/>
    <p:sldLayoutId id="2147483911" r:id="rId85"/>
    <p:sldLayoutId id="2147483912" r:id="rId86"/>
    <p:sldLayoutId id="2147483913" r:id="rId87"/>
    <p:sldLayoutId id="2147483914" r:id="rId88"/>
    <p:sldLayoutId id="2147483915" r:id="rId89"/>
    <p:sldLayoutId id="2147483916" r:id="rId90"/>
    <p:sldLayoutId id="2147483917" r:id="rId91"/>
    <p:sldLayoutId id="2147483918" r:id="rId92"/>
    <p:sldLayoutId id="2147483919" r:id="rId93"/>
    <p:sldLayoutId id="2147483920" r:id="rId94"/>
    <p:sldLayoutId id="2147483921" r:id="rId95"/>
    <p:sldLayoutId id="2147483922" r:id="rId96"/>
    <p:sldLayoutId id="2147483923" r:id="rId97"/>
    <p:sldLayoutId id="2147483924" r:id="rId98"/>
    <p:sldLayoutId id="2147483925" r:id="rId99"/>
    <p:sldLayoutId id="2147483926" r:id="rId100"/>
    <p:sldLayoutId id="2147483927" r:id="rId101"/>
    <p:sldLayoutId id="2147483928" r:id="rId102"/>
    <p:sldLayoutId id="2147483929" r:id="rId103"/>
    <p:sldLayoutId id="2147483930" r:id="rId104"/>
    <p:sldLayoutId id="2147483931" r:id="rId105"/>
    <p:sldLayoutId id="2147483932" r:id="rId106"/>
    <p:sldLayoutId id="2147483933" r:id="rId107"/>
    <p:sldLayoutId id="2147483934" r:id="rId108"/>
    <p:sldLayoutId id="2147483935" r:id="rId109"/>
    <p:sldLayoutId id="2147483936" r:id="rId110"/>
    <p:sldLayoutId id="2147483937" r:id="rId111"/>
    <p:sldLayoutId id="2147483938" r:id="rId112"/>
    <p:sldLayoutId id="2147483939" r:id="rId113"/>
    <p:sldLayoutId id="2147483940" r:id="rId114"/>
    <p:sldLayoutId id="2147483941" r:id="rId115"/>
    <p:sldLayoutId id="2147483942" r:id="rId116"/>
    <p:sldLayoutId id="2147483943" r:id="rId117"/>
    <p:sldLayoutId id="2147483944" r:id="rId118"/>
    <p:sldLayoutId id="2147483945" r:id="rId119"/>
    <p:sldLayoutId id="2147483946" r:id="rId120"/>
  </p:sldLayoutIdLst>
  <p:hf hd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0" indent="0" algn="l" defTabSz="914400" rtl="0" eaLnBrk="1" latinLnBrk="0" hangingPunct="1">
        <a:lnSpc>
          <a:spcPct val="110000"/>
        </a:lnSpc>
        <a:spcBef>
          <a:spcPts val="1200"/>
        </a:spcBef>
        <a:buFontTx/>
        <a:buNone/>
        <a:defRPr sz="1400" kern="1200">
          <a:solidFill>
            <a:schemeClr val="tx1"/>
          </a:solidFill>
          <a:latin typeface="+mn-lt"/>
          <a:ea typeface="+mn-ea"/>
          <a:cs typeface="+mn-cs"/>
        </a:defRPr>
      </a:lvl1pPr>
      <a:lvl2pPr marL="228600" indent="-228600" algn="l" defTabSz="914400" rtl="0" eaLnBrk="1" latinLnBrk="0" hangingPunct="1">
        <a:lnSpc>
          <a:spcPct val="110000"/>
        </a:lnSpc>
        <a:spcBef>
          <a:spcPts val="600"/>
        </a:spcBef>
        <a:buFont typeface="Arial" panose="020B0604020202020204" pitchFamily="34" charset="0"/>
        <a:buChar char="•"/>
        <a:tabLst/>
        <a:defRPr sz="1400" kern="1200">
          <a:solidFill>
            <a:schemeClr val="tx1"/>
          </a:solidFill>
          <a:latin typeface="+mn-lt"/>
          <a:ea typeface="+mn-ea"/>
          <a:cs typeface="+mn-cs"/>
        </a:defRPr>
      </a:lvl2pPr>
      <a:lvl3pPr marL="4572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3pPr>
      <a:lvl4pPr marL="6858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4pPr>
      <a:lvl5pPr marL="9144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xmlns="">
        <p15:guide id="1" pos="3841">
          <p15:clr>
            <a:srgbClr val="5ACBF0"/>
          </p15:clr>
        </p15:guide>
        <p15:guide id="2" pos="3936">
          <p15:clr>
            <a:srgbClr val="F26B43"/>
          </p15:clr>
        </p15:guide>
        <p15:guide id="3" pos="3746">
          <p15:clr>
            <a:srgbClr val="F26B43"/>
          </p15:clr>
        </p15:guide>
        <p15:guide id="4" pos="3810">
          <p15:clr>
            <a:srgbClr val="FBAE40"/>
          </p15:clr>
        </p15:guide>
        <p15:guide id="5" pos="3873">
          <p15:clr>
            <a:srgbClr val="FBAE40"/>
          </p15:clr>
        </p15:guide>
        <p15:guide id="6" pos="3236">
          <p15:clr>
            <a:srgbClr val="5ACBF0"/>
          </p15:clr>
        </p15:guide>
        <p15:guide id="7" pos="3331">
          <p15:clr>
            <a:srgbClr val="F26B43"/>
          </p15:clr>
        </p15:guide>
        <p15:guide id="8" pos="3141">
          <p15:clr>
            <a:srgbClr val="F26B43"/>
          </p15:clr>
        </p15:guide>
        <p15:guide id="9" pos="3204">
          <p15:clr>
            <a:srgbClr val="FBAE40"/>
          </p15:clr>
        </p15:guide>
        <p15:guide id="10" pos="3267">
          <p15:clr>
            <a:srgbClr val="FBAE40"/>
          </p15:clr>
        </p15:guide>
        <p15:guide id="11" pos="2643">
          <p15:clr>
            <a:srgbClr val="5ACBF0"/>
          </p15:clr>
        </p15:guide>
        <p15:guide id="12" pos="2738">
          <p15:clr>
            <a:srgbClr val="F26B43"/>
          </p15:clr>
        </p15:guide>
        <p15:guide id="13" pos="2548">
          <p15:clr>
            <a:srgbClr val="F26B43"/>
          </p15:clr>
        </p15:guide>
        <p15:guide id="14" pos="2611">
          <p15:clr>
            <a:srgbClr val="FBAE40"/>
          </p15:clr>
        </p15:guide>
        <p15:guide id="15" pos="2674">
          <p15:clr>
            <a:srgbClr val="FBAE40"/>
          </p15:clr>
        </p15:guide>
        <p15:guide id="16" pos="2050">
          <p15:clr>
            <a:srgbClr val="5ACBF0"/>
          </p15:clr>
        </p15:guide>
        <p15:guide id="17" pos="2145">
          <p15:clr>
            <a:srgbClr val="F26B43"/>
          </p15:clr>
        </p15:guide>
        <p15:guide id="18" pos="1955">
          <p15:clr>
            <a:srgbClr val="F26B43"/>
          </p15:clr>
        </p15:guide>
        <p15:guide id="19" pos="2018">
          <p15:clr>
            <a:srgbClr val="FBAE40"/>
          </p15:clr>
        </p15:guide>
        <p15:guide id="20" pos="2081">
          <p15:clr>
            <a:srgbClr val="FBAE40"/>
          </p15:clr>
        </p15:guide>
        <p15:guide id="21" pos="1436">
          <p15:clr>
            <a:srgbClr val="5ACBF0"/>
          </p15:clr>
        </p15:guide>
        <p15:guide id="22" pos="1531">
          <p15:clr>
            <a:srgbClr val="F26B43"/>
          </p15:clr>
        </p15:guide>
        <p15:guide id="23" pos="1341">
          <p15:clr>
            <a:srgbClr val="F26B43"/>
          </p15:clr>
        </p15:guide>
        <p15:guide id="24" pos="1404">
          <p15:clr>
            <a:srgbClr val="FBAE40"/>
          </p15:clr>
        </p15:guide>
        <p15:guide id="25" pos="1467">
          <p15:clr>
            <a:srgbClr val="FBAE40"/>
          </p15:clr>
        </p15:guide>
        <p15:guide id="26" pos="860">
          <p15:clr>
            <a:srgbClr val="5ACBF0"/>
          </p15:clr>
        </p15:guide>
        <p15:guide id="27" pos="955">
          <p15:clr>
            <a:srgbClr val="F26B43"/>
          </p15:clr>
        </p15:guide>
        <p15:guide id="28" pos="765">
          <p15:clr>
            <a:srgbClr val="F26B43"/>
          </p15:clr>
        </p15:guide>
        <p15:guide id="29" pos="828">
          <p15:clr>
            <a:srgbClr val="FBAE40"/>
          </p15:clr>
        </p15:guide>
        <p15:guide id="30" pos="891">
          <p15:clr>
            <a:srgbClr val="FBAE40"/>
          </p15:clr>
        </p15:guide>
        <p15:guide id="31" pos="4433">
          <p15:clr>
            <a:srgbClr val="5ACBF0"/>
          </p15:clr>
        </p15:guide>
        <p15:guide id="32" pos="4528">
          <p15:clr>
            <a:srgbClr val="F26B43"/>
          </p15:clr>
        </p15:guide>
        <p15:guide id="33" pos="4338">
          <p15:clr>
            <a:srgbClr val="F26B43"/>
          </p15:clr>
        </p15:guide>
        <p15:guide id="34" pos="4401">
          <p15:clr>
            <a:srgbClr val="FBAE40"/>
          </p15:clr>
        </p15:guide>
        <p15:guide id="35" pos="4465">
          <p15:clr>
            <a:srgbClr val="FBAE40"/>
          </p15:clr>
        </p15:guide>
        <p15:guide id="36" pos="5026">
          <p15:clr>
            <a:srgbClr val="5ACBF0"/>
          </p15:clr>
        </p15:guide>
        <p15:guide id="37" pos="5121">
          <p15:clr>
            <a:srgbClr val="F26B43"/>
          </p15:clr>
        </p15:guide>
        <p15:guide id="38" pos="4931">
          <p15:clr>
            <a:srgbClr val="F26B43"/>
          </p15:clr>
        </p15:guide>
        <p15:guide id="39" pos="4994">
          <p15:clr>
            <a:srgbClr val="FBAE40"/>
          </p15:clr>
        </p15:guide>
        <p15:guide id="40" pos="5057">
          <p15:clr>
            <a:srgbClr val="FBAE40"/>
          </p15:clr>
        </p15:guide>
        <p15:guide id="41" pos="5631">
          <p15:clr>
            <a:srgbClr val="5ACBF0"/>
          </p15:clr>
        </p15:guide>
        <p15:guide id="42" pos="5726">
          <p15:clr>
            <a:srgbClr val="F26B43"/>
          </p15:clr>
        </p15:guide>
        <p15:guide id="43" pos="5536">
          <p15:clr>
            <a:srgbClr val="F26B43"/>
          </p15:clr>
        </p15:guide>
        <p15:guide id="44" pos="5600">
          <p15:clr>
            <a:srgbClr val="FBAE40"/>
          </p15:clr>
        </p15:guide>
        <p15:guide id="45" pos="5663">
          <p15:clr>
            <a:srgbClr val="FBAE40"/>
          </p15:clr>
        </p15:guide>
        <p15:guide id="46" pos="6220">
          <p15:clr>
            <a:srgbClr val="5ACBF0"/>
          </p15:clr>
        </p15:guide>
        <p15:guide id="47" pos="6315">
          <p15:clr>
            <a:srgbClr val="F26B43"/>
          </p15:clr>
        </p15:guide>
        <p15:guide id="48" pos="6125">
          <p15:clr>
            <a:srgbClr val="F26B43"/>
          </p15:clr>
        </p15:guide>
        <p15:guide id="49" pos="6188">
          <p15:clr>
            <a:srgbClr val="FBAE40"/>
          </p15:clr>
        </p15:guide>
        <p15:guide id="50" pos="6252">
          <p15:clr>
            <a:srgbClr val="FBAE40"/>
          </p15:clr>
        </p15:guide>
        <p15:guide id="51" pos="6817">
          <p15:clr>
            <a:srgbClr val="5ACBF0"/>
          </p15:clr>
        </p15:guide>
        <p15:guide id="52" pos="6912">
          <p15:clr>
            <a:srgbClr val="F26B43"/>
          </p15:clr>
        </p15:guide>
        <p15:guide id="53" pos="6722">
          <p15:clr>
            <a:srgbClr val="F26B43"/>
          </p15:clr>
        </p15:guide>
        <p15:guide id="54" pos="6786">
          <p15:clr>
            <a:srgbClr val="FBAE40"/>
          </p15:clr>
        </p15:guide>
        <p15:guide id="55" pos="6849">
          <p15:clr>
            <a:srgbClr val="FBAE40"/>
          </p15:clr>
        </p15:guide>
        <p15:guide id="56" orient="horz" pos="1019">
          <p15:clr>
            <a:srgbClr val="5ACBF0"/>
          </p15:clr>
        </p15:guide>
        <p15:guide id="57" orient="horz" pos="924">
          <p15:clr>
            <a:srgbClr val="F26B43"/>
          </p15:clr>
        </p15:guide>
        <p15:guide id="58" orient="horz" pos="1114">
          <p15:clr>
            <a:srgbClr val="F26B43"/>
          </p15:clr>
        </p15:guide>
        <p15:guide id="59" orient="horz" pos="1051">
          <p15:clr>
            <a:srgbClr val="FBAE40"/>
          </p15:clr>
        </p15:guide>
        <p15:guide id="60" orient="horz" pos="987">
          <p15:clr>
            <a:srgbClr val="FBAE40"/>
          </p15:clr>
        </p15:guide>
        <p15:guide id="61" orient="horz" pos="1779">
          <p15:clr>
            <a:srgbClr val="5ACBF0"/>
          </p15:clr>
        </p15:guide>
        <p15:guide id="62" orient="horz" pos="1684">
          <p15:clr>
            <a:srgbClr val="F26B43"/>
          </p15:clr>
        </p15:guide>
        <p15:guide id="63" orient="horz" pos="1874">
          <p15:clr>
            <a:srgbClr val="F26B43"/>
          </p15:clr>
        </p15:guide>
        <p15:guide id="64" orient="horz" pos="1811">
          <p15:clr>
            <a:srgbClr val="FBAE40"/>
          </p15:clr>
        </p15:guide>
        <p15:guide id="65" orient="horz" pos="1748">
          <p15:clr>
            <a:srgbClr val="FBAE40"/>
          </p15:clr>
        </p15:guide>
        <p15:guide id="66" orient="horz" pos="2540">
          <p15:clr>
            <a:srgbClr val="5ACBF0"/>
          </p15:clr>
        </p15:guide>
        <p15:guide id="67" orient="horz" pos="2445">
          <p15:clr>
            <a:srgbClr val="F26B43"/>
          </p15:clr>
        </p15:guide>
        <p15:guide id="68" orient="horz" pos="2640">
          <p15:clr>
            <a:srgbClr val="F26B43"/>
          </p15:clr>
        </p15:guide>
        <p15:guide id="69" orient="horz" pos="2572">
          <p15:clr>
            <a:srgbClr val="FBAE40"/>
          </p15:clr>
        </p15:guide>
        <p15:guide id="70" orient="horz" pos="2508">
          <p15:clr>
            <a:srgbClr val="FBAE40"/>
          </p15:clr>
        </p15:guide>
        <p15:guide id="71" orient="horz" pos="3301">
          <p15:clr>
            <a:srgbClr val="5ACBF0"/>
          </p15:clr>
        </p15:guide>
        <p15:guide id="72" orient="horz" pos="3206">
          <p15:clr>
            <a:srgbClr val="F26B43"/>
          </p15:clr>
        </p15:guide>
        <p15:guide id="73" orient="horz" pos="3396">
          <p15:clr>
            <a:srgbClr val="F26B43"/>
          </p15:clr>
        </p15:guide>
        <p15:guide id="74" orient="horz" pos="3332">
          <p15:clr>
            <a:srgbClr val="FBAE40"/>
          </p15:clr>
        </p15:guide>
        <p15:guide id="75" orient="horz" pos="3269">
          <p15:clr>
            <a:srgbClr val="FBAE40"/>
          </p15:clr>
        </p15:guide>
        <p15:guide id="76" orient="horz" pos="3966">
          <p15:clr>
            <a:srgbClr val="F26B43"/>
          </p15:clr>
        </p15:guide>
        <p15:guide id="77" orient="horz" pos="4156">
          <p15:clr>
            <a:srgbClr val="F26B43"/>
          </p15:clr>
        </p15:guide>
        <p15:guide id="78" orient="horz" pos="290">
          <p15:clr>
            <a:srgbClr val="F26B43"/>
          </p15:clr>
        </p15:guide>
        <p15:guide id="79" pos="261">
          <p15:clr>
            <a:srgbClr val="5ACBF0"/>
          </p15:clr>
        </p15:guide>
        <p15:guide id="80" pos="356">
          <p15:clr>
            <a:srgbClr val="F26B43"/>
          </p15:clr>
        </p15:guide>
        <p15:guide id="81" pos="292">
          <p15:clr>
            <a:srgbClr val="FBAE40"/>
          </p15:clr>
        </p15:guide>
        <p15:guide id="82" pos="7422">
          <p15:clr>
            <a:srgbClr val="5ACBF0"/>
          </p15:clr>
        </p15:guide>
        <p15:guide id="83" pos="7327">
          <p15:clr>
            <a:srgbClr val="F26B43"/>
          </p15:clr>
        </p15:guide>
        <p15:guide id="84" pos="7390">
          <p15:clr>
            <a:srgbClr val="FBAE40"/>
          </p15:clr>
        </p15:guide>
        <p15:guide id="85" orient="horz" pos="258">
          <p15:clr>
            <a:srgbClr val="5ACBF0"/>
          </p15:clr>
        </p15:guide>
        <p15:guide id="86" orient="horz" pos="228">
          <p15:clr>
            <a:srgbClr val="F26B43"/>
          </p15:clr>
        </p15:guide>
        <p15:guide id="87" orient="horz" pos="4028">
          <p15:clr>
            <a:srgbClr val="F26B43"/>
          </p15:clr>
        </p15:guide>
        <p15:guide id="88" orient="horz" pos="4092">
          <p15:clr>
            <a:srgbClr val="F26B43"/>
          </p15:clr>
        </p15:guide>
        <p15:guide id="89" orient="horz" pos="4062">
          <p15:clr>
            <a:srgbClr val="5ACBF0"/>
          </p15:clr>
        </p15:guide>
        <p15:guide id="90" orient="horz" pos="352">
          <p15:clr>
            <a:srgbClr val="F26B43"/>
          </p15:clr>
        </p15:guide>
        <p15:guide id="91" orient="horz" pos="1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33.xml"/><Relationship Id="rId2" Type="http://schemas.openxmlformats.org/officeDocument/2006/relationships/tags" Target="../tags/tag232.xml"/><Relationship Id="rId1" Type="http://schemas.openxmlformats.org/officeDocument/2006/relationships/vmlDrawing" Target="../drawings/vmlDrawing223.vml"/><Relationship Id="rId6" Type="http://schemas.openxmlformats.org/officeDocument/2006/relationships/image" Target="../media/image35.png"/><Relationship Id="rId5" Type="http://schemas.openxmlformats.org/officeDocument/2006/relationships/image" Target="../media/image34.emf"/><Relationship Id="rId4" Type="http://schemas.openxmlformats.org/officeDocument/2006/relationships/oleObject" Target="../embeddings/oleObject231.bin"/></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6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4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2C62F63-F613-65E8-461B-E30F9BECE5C8}"/>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xmlns="" id="{B35D352A-A569-4B0A-685A-75E03F950259}"/>
              </a:ext>
            </a:extLst>
          </p:cNvPr>
          <p:cNvGraphicFramePr>
            <a:graphicFrameLocks noChangeAspect="1"/>
          </p:cNvGraphicFramePr>
          <p:nvPr>
            <p:custDataLst>
              <p:tags r:id="rId2"/>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9820" name="think-cell Slide" r:id="rId4" imgW="7772400" imgH="10058400" progId="TCLayout.ActiveDocument.1">
                  <p:embed/>
                </p:oleObj>
              </mc:Choice>
              <mc:Fallback>
                <p:oleObj name="think-cell Slide" r:id="rId4" imgW="7772400" imgH="10058400" progId="TCLayout.ActiveDocument.1">
                  <p:embed/>
                  <p:pic>
                    <p:nvPicPr>
                      <p:cNvPr id="4" name="think-cell data - do not delete" hidden="1">
                        <a:extLst>
                          <a:ext uri="{FF2B5EF4-FFF2-40B4-BE49-F238E27FC236}">
                            <a16:creationId xmlns:a16="http://schemas.microsoft.com/office/drawing/2014/main" xmlns="" id="{B35D352A-A569-4B0A-685A-75E03F950259}"/>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3" name="Picture Placeholder 2">
            <a:extLst>
              <a:ext uri="{FF2B5EF4-FFF2-40B4-BE49-F238E27FC236}">
                <a16:creationId xmlns:a16="http://schemas.microsoft.com/office/drawing/2014/main" xmlns="" id="{7B23BA59-04E1-BCC3-F4FA-8A0B8E47883E}"/>
              </a:ext>
            </a:extLst>
          </p:cNvPr>
          <p:cNvPicPr>
            <a:picLocks noGrp="1" noChangeAspect="1"/>
          </p:cNvPicPr>
          <p:nvPr>
            <p:ph type="pic" sz="quarter" idx="10"/>
          </p:nvPr>
        </p:nvPicPr>
        <p:blipFill>
          <a:blip r:embed="rId6" cstate="print">
            <a:extLst>
              <a:ext uri="{28A0092B-C50C-407E-A947-70E740481C1C}">
                <a14:useLocalDpi xmlns:a14="http://schemas.microsoft.com/office/drawing/2010/main"/>
              </a:ext>
            </a:extLst>
          </a:blip>
          <a:srcRect/>
          <a:stretch/>
        </p:blipFill>
        <p:spPr>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rgbClr val="FFFFFF">
              <a:lumMod val="95000"/>
            </a:srgbClr>
          </a:solidFill>
        </p:spPr>
      </p:pic>
      <p:sp>
        <p:nvSpPr>
          <p:cNvPr id="7" name="Title 6">
            <a:extLst>
              <a:ext uri="{FF2B5EF4-FFF2-40B4-BE49-F238E27FC236}">
                <a16:creationId xmlns:a16="http://schemas.microsoft.com/office/drawing/2014/main" xmlns="" id="{8BCCF240-086B-DEFA-BC9A-4868CDC7DEA8}"/>
              </a:ext>
            </a:extLst>
          </p:cNvPr>
          <p:cNvSpPr>
            <a:spLocks noGrp="1"/>
          </p:cNvSpPr>
          <p:nvPr>
            <p:ph type="ctrTitle"/>
          </p:nvPr>
        </p:nvSpPr>
        <p:spPr/>
        <p:txBody>
          <a:bodyPr vert="horz"/>
          <a:lstStyle/>
          <a:p>
            <a:r>
              <a:rPr lang="en-US" dirty="0" err="1" smtClean="0"/>
              <a:t>MLflow</a:t>
            </a:r>
            <a:r>
              <a:rPr lang="en-US" dirty="0" smtClean="0"/>
              <a:t> Part-01</a:t>
            </a:r>
            <a:endParaRPr lang="en-US" dirty="0"/>
          </a:p>
        </p:txBody>
      </p:sp>
      <p:sp>
        <p:nvSpPr>
          <p:cNvPr id="11" name="Subtitle 10">
            <a:extLst>
              <a:ext uri="{FF2B5EF4-FFF2-40B4-BE49-F238E27FC236}">
                <a16:creationId xmlns:a16="http://schemas.microsoft.com/office/drawing/2014/main" xmlns="" id="{04DAD340-52B1-7144-3B72-D95266398734}"/>
              </a:ext>
            </a:extLst>
          </p:cNvPr>
          <p:cNvSpPr>
            <a:spLocks noGrp="1"/>
          </p:cNvSpPr>
          <p:nvPr>
            <p:ph type="subTitle" idx="1"/>
          </p:nvPr>
        </p:nvSpPr>
        <p:spPr/>
        <p:txBody>
          <a:bodyPr/>
          <a:lstStyle/>
          <a:p>
            <a:r>
              <a:rPr lang="en-US"/>
              <a:t>Date</a:t>
            </a:r>
          </a:p>
          <a:p>
            <a:endParaRPr lang="en-US"/>
          </a:p>
          <a:p>
            <a:r>
              <a:rPr lang="en-US"/>
              <a:t>Name</a:t>
            </a:r>
          </a:p>
          <a:p>
            <a:r>
              <a:rPr lang="en-US"/>
              <a:t>Title</a:t>
            </a:r>
          </a:p>
        </p:txBody>
      </p:sp>
    </p:spTree>
    <p:extLst>
      <p:ext uri="{BB962C8B-B14F-4D97-AF65-F5344CB8AC3E}">
        <p14:creationId xmlns:p14="http://schemas.microsoft.com/office/powerpoint/2010/main" val="35017799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a:xfrm>
            <a:off x="334937" y="245863"/>
            <a:ext cx="11478122" cy="557326"/>
          </a:xfrm>
        </p:spPr>
        <p:txBody>
          <a:bodyPr/>
          <a:lstStyle/>
          <a:p>
            <a:r>
              <a:rPr lang="en-US" dirty="0"/>
              <a:t>Objectives</a:t>
            </a:r>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334937" y="1029334"/>
            <a:ext cx="11450409" cy="3158813"/>
          </a:xfrm>
        </p:spPr>
        <p:txBody>
          <a:bodyPr/>
          <a:lstStyle/>
          <a:p>
            <a:pPr>
              <a:buClr>
                <a:srgbClr val="00B0F0"/>
              </a:buClr>
              <a:buFont typeface="Courier New" panose="02070309020205020404" pitchFamily="49" charset="0"/>
              <a:buChar char="o"/>
            </a:pPr>
            <a:r>
              <a:rPr lang="en-US" dirty="0" err="1" smtClean="0"/>
              <a:t>MLflow</a:t>
            </a:r>
            <a:r>
              <a:rPr lang="en-US" dirty="0" smtClean="0"/>
              <a:t> </a:t>
            </a:r>
            <a:r>
              <a:rPr lang="en-US" dirty="0"/>
              <a:t>is an open-source platform that helps manage the complete Machine Learning lifecycle. It is one of the core tools used in </a:t>
            </a:r>
            <a:r>
              <a:rPr lang="en-US" dirty="0" err="1"/>
              <a:t>MLOps</a:t>
            </a:r>
            <a:r>
              <a:rPr lang="en-US" dirty="0"/>
              <a:t> (Machine Learning Operations</a:t>
            </a:r>
            <a:r>
              <a:rPr lang="en-US" dirty="0" smtClean="0"/>
              <a:t>).</a:t>
            </a:r>
          </a:p>
          <a:p>
            <a:pPr>
              <a:buClr>
                <a:srgbClr val="00B0F0"/>
              </a:buClr>
              <a:buFont typeface="Courier New" panose="02070309020205020404" pitchFamily="49" charset="0"/>
              <a:buChar char="o"/>
            </a:pPr>
            <a:r>
              <a:rPr lang="en-US" dirty="0"/>
              <a:t>Understand </a:t>
            </a:r>
            <a:r>
              <a:rPr lang="en-US" dirty="0" err="1"/>
              <a:t>MLflow</a:t>
            </a:r>
            <a:r>
              <a:rPr lang="en-US" dirty="0"/>
              <a:t> and its role in </a:t>
            </a:r>
            <a:r>
              <a:rPr lang="en-US" dirty="0" err="1"/>
              <a:t>MLOps</a:t>
            </a:r>
            <a:r>
              <a:rPr lang="en-US" dirty="0" smtClean="0"/>
              <a:t>.</a:t>
            </a:r>
          </a:p>
          <a:p>
            <a:pPr>
              <a:buClr>
                <a:srgbClr val="00B0F0"/>
              </a:buClr>
              <a:buFont typeface="Courier New" panose="02070309020205020404" pitchFamily="49" charset="0"/>
              <a:buChar char="o"/>
            </a:pPr>
            <a:r>
              <a:rPr lang="en-US" dirty="0" smtClean="0"/>
              <a:t>Track </a:t>
            </a:r>
            <a:r>
              <a:rPr lang="en-US" dirty="0"/>
              <a:t>experiments, parameters, metrics, and artifacts</a:t>
            </a:r>
            <a:r>
              <a:rPr lang="en-US" dirty="0" smtClean="0"/>
              <a:t>.</a:t>
            </a:r>
          </a:p>
          <a:p>
            <a:pPr>
              <a:buClr>
                <a:srgbClr val="00B0F0"/>
              </a:buClr>
              <a:buFont typeface="Courier New" panose="02070309020205020404" pitchFamily="49" charset="0"/>
              <a:buChar char="o"/>
            </a:pPr>
            <a:r>
              <a:rPr lang="en-US" dirty="0" smtClean="0"/>
              <a:t>Manage </a:t>
            </a:r>
            <a:r>
              <a:rPr lang="en-US" dirty="0"/>
              <a:t>and version ML models</a:t>
            </a:r>
            <a:r>
              <a:rPr lang="en-US" dirty="0" smtClean="0"/>
              <a:t>.</a:t>
            </a:r>
          </a:p>
          <a:p>
            <a:pPr>
              <a:buClr>
                <a:srgbClr val="00B0F0"/>
              </a:buClr>
              <a:buFont typeface="Courier New" panose="02070309020205020404" pitchFamily="49" charset="0"/>
              <a:buChar char="o"/>
            </a:pPr>
            <a:r>
              <a:rPr lang="en-US" dirty="0" smtClean="0"/>
              <a:t>Use </a:t>
            </a:r>
            <a:r>
              <a:rPr lang="en-US" dirty="0"/>
              <a:t>the </a:t>
            </a:r>
            <a:r>
              <a:rPr lang="en-US" dirty="0" err="1"/>
              <a:t>MLflow</a:t>
            </a:r>
            <a:r>
              <a:rPr lang="en-US" dirty="0"/>
              <a:t> Model Registry</a:t>
            </a:r>
            <a:r>
              <a:rPr lang="en-US" dirty="0" smtClean="0"/>
              <a:t>.</a:t>
            </a:r>
          </a:p>
          <a:p>
            <a:pPr>
              <a:buClr>
                <a:srgbClr val="00B0F0"/>
              </a:buClr>
              <a:buFont typeface="Courier New" panose="02070309020205020404" pitchFamily="49" charset="0"/>
              <a:buChar char="o"/>
            </a:pPr>
            <a:r>
              <a:rPr lang="en-US" dirty="0" smtClean="0"/>
              <a:t>Deploy </a:t>
            </a:r>
            <a:r>
              <a:rPr lang="en-US" dirty="0"/>
              <a:t>and serve </a:t>
            </a:r>
            <a:r>
              <a:rPr lang="en-US" dirty="0" err="1"/>
              <a:t>MLflow</a:t>
            </a:r>
            <a:r>
              <a:rPr lang="en-US" dirty="0"/>
              <a:t> models.</a:t>
            </a:r>
            <a:endParaRPr lang="en-US" dirty="0" smtClean="0"/>
          </a:p>
        </p:txBody>
      </p:sp>
    </p:spTree>
    <p:extLst>
      <p:ext uri="{BB962C8B-B14F-4D97-AF65-F5344CB8AC3E}">
        <p14:creationId xmlns:p14="http://schemas.microsoft.com/office/powerpoint/2010/main" val="234717444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a:xfrm>
            <a:off x="334937" y="245863"/>
            <a:ext cx="11478122" cy="557326"/>
          </a:xfrm>
        </p:spPr>
        <p:txBody>
          <a:bodyPr/>
          <a:lstStyle/>
          <a:p>
            <a:r>
              <a:rPr lang="en-CA" dirty="0" smtClean="0"/>
              <a:t>Developer </a:t>
            </a:r>
            <a:r>
              <a:rPr lang="en-CA" dirty="0"/>
              <a:t>&amp; Build Admin Roles?</a:t>
            </a: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334937" y="1029334"/>
            <a:ext cx="11450409" cy="4821833"/>
          </a:xfrm>
        </p:spPr>
        <p:txBody>
          <a:bodyPr/>
          <a:lstStyle/>
          <a:p>
            <a:pPr>
              <a:buClr>
                <a:srgbClr val="00B0F0"/>
              </a:buClr>
              <a:buFont typeface="Courier New" panose="02070309020205020404" pitchFamily="49" charset="0"/>
              <a:buChar char="o"/>
            </a:pPr>
            <a:r>
              <a:rPr lang="en-US" dirty="0" smtClean="0"/>
              <a:t>Developer Roles</a:t>
            </a:r>
          </a:p>
          <a:p>
            <a:pPr lvl="1">
              <a:buClr>
                <a:srgbClr val="00B0F0"/>
              </a:buClr>
              <a:buFont typeface="Courier New" panose="02070309020205020404" pitchFamily="49" charset="0"/>
              <a:buChar char="o"/>
            </a:pPr>
            <a:r>
              <a:rPr lang="en-US" dirty="0" smtClean="0"/>
              <a:t>Coding</a:t>
            </a:r>
            <a:endParaRPr lang="en-US" dirty="0"/>
          </a:p>
          <a:p>
            <a:pPr lvl="1">
              <a:buClr>
                <a:srgbClr val="00B0F0"/>
              </a:buClr>
              <a:buFont typeface="Courier New" panose="02070309020205020404" pitchFamily="49" charset="0"/>
              <a:buChar char="o"/>
            </a:pPr>
            <a:r>
              <a:rPr lang="en-US" dirty="0" smtClean="0"/>
              <a:t>Unit </a:t>
            </a:r>
            <a:r>
              <a:rPr lang="en-US" dirty="0"/>
              <a:t>testing</a:t>
            </a:r>
          </a:p>
          <a:p>
            <a:pPr lvl="1">
              <a:buClr>
                <a:srgbClr val="00B0F0"/>
              </a:buClr>
              <a:buFont typeface="Courier New" panose="02070309020205020404" pitchFamily="49" charset="0"/>
              <a:buChar char="o"/>
            </a:pPr>
            <a:r>
              <a:rPr lang="en-US" dirty="0" smtClean="0"/>
              <a:t>Code </a:t>
            </a:r>
            <a:r>
              <a:rPr lang="en-US" dirty="0"/>
              <a:t>Review</a:t>
            </a:r>
          </a:p>
          <a:p>
            <a:pPr lvl="1">
              <a:buClr>
                <a:srgbClr val="00B0F0"/>
              </a:buClr>
              <a:buFont typeface="Courier New" panose="02070309020205020404" pitchFamily="49" charset="0"/>
              <a:buChar char="o"/>
            </a:pPr>
            <a:r>
              <a:rPr lang="en-US" dirty="0" smtClean="0"/>
              <a:t>Push </a:t>
            </a:r>
            <a:r>
              <a:rPr lang="en-US" dirty="0"/>
              <a:t>code to </a:t>
            </a:r>
            <a:r>
              <a:rPr lang="en-US" dirty="0" smtClean="0"/>
              <a:t>Repository</a:t>
            </a:r>
            <a:endParaRPr lang="en-US" dirty="0"/>
          </a:p>
          <a:p>
            <a:pPr>
              <a:buClr>
                <a:srgbClr val="00B0F0"/>
              </a:buClr>
              <a:buFont typeface="Courier New" panose="02070309020205020404" pitchFamily="49" charset="0"/>
              <a:buChar char="o"/>
            </a:pPr>
            <a:r>
              <a:rPr lang="en-US" dirty="0"/>
              <a:t>Build Admin </a:t>
            </a:r>
            <a:r>
              <a:rPr lang="en-US" dirty="0" smtClean="0"/>
              <a:t>Roles</a:t>
            </a:r>
          </a:p>
          <a:p>
            <a:pPr lvl="1">
              <a:buClr>
                <a:srgbClr val="00B0F0"/>
              </a:buClr>
              <a:buFont typeface="Courier New" panose="02070309020205020404" pitchFamily="49" charset="0"/>
              <a:buChar char="o"/>
            </a:pPr>
            <a:r>
              <a:rPr lang="en-US" dirty="0" smtClean="0"/>
              <a:t>Pull </a:t>
            </a:r>
            <a:r>
              <a:rPr lang="en-US" dirty="0"/>
              <a:t>Latest Code from Repo</a:t>
            </a:r>
          </a:p>
          <a:p>
            <a:pPr lvl="1">
              <a:buClr>
                <a:srgbClr val="00B0F0"/>
              </a:buClr>
              <a:buFont typeface="Courier New" panose="02070309020205020404" pitchFamily="49" charset="0"/>
              <a:buChar char="o"/>
            </a:pPr>
            <a:r>
              <a:rPr lang="en-US" dirty="0" smtClean="0"/>
              <a:t>Compile </a:t>
            </a:r>
            <a:r>
              <a:rPr lang="en-US" dirty="0"/>
              <a:t>Source Code</a:t>
            </a:r>
          </a:p>
          <a:p>
            <a:pPr lvl="1">
              <a:buClr>
                <a:srgbClr val="00B0F0"/>
              </a:buClr>
              <a:buFont typeface="Courier New" panose="02070309020205020404" pitchFamily="49" charset="0"/>
              <a:buChar char="o"/>
            </a:pPr>
            <a:r>
              <a:rPr lang="en-US" dirty="0" smtClean="0"/>
              <a:t>Execute </a:t>
            </a:r>
            <a:r>
              <a:rPr lang="en-US" dirty="0"/>
              <a:t>Unit Test Suites</a:t>
            </a:r>
          </a:p>
          <a:p>
            <a:pPr lvl="1">
              <a:buClr>
                <a:srgbClr val="00B0F0"/>
              </a:buClr>
              <a:buFont typeface="Courier New" panose="02070309020205020404" pitchFamily="49" charset="0"/>
              <a:buChar char="o"/>
            </a:pPr>
            <a:r>
              <a:rPr lang="en-US" dirty="0" smtClean="0"/>
              <a:t>Package </a:t>
            </a:r>
            <a:r>
              <a:rPr lang="en-US" dirty="0"/>
              <a:t>Source code as jar/war/ear</a:t>
            </a:r>
          </a:p>
          <a:p>
            <a:pPr lvl="1">
              <a:buClr>
                <a:srgbClr val="00B0F0"/>
              </a:buClr>
              <a:buFont typeface="Courier New" panose="02070309020205020404" pitchFamily="49" charset="0"/>
              <a:buChar char="o"/>
            </a:pPr>
            <a:r>
              <a:rPr lang="en-US" dirty="0" smtClean="0"/>
              <a:t>Deploy </a:t>
            </a:r>
            <a:r>
              <a:rPr lang="en-US" dirty="0"/>
              <a:t>to Sever</a:t>
            </a:r>
          </a:p>
          <a:p>
            <a:pPr>
              <a:buClr>
                <a:srgbClr val="00B0F0"/>
              </a:buClr>
              <a:buFont typeface="Courier New" panose="02070309020205020404" pitchFamily="49" charset="0"/>
              <a:buChar char="o"/>
            </a:pPr>
            <a:endParaRPr lang="en-US" dirty="0" smtClean="0"/>
          </a:p>
        </p:txBody>
      </p:sp>
    </p:spTree>
    <p:extLst>
      <p:ext uri="{BB962C8B-B14F-4D97-AF65-F5344CB8AC3E}">
        <p14:creationId xmlns:p14="http://schemas.microsoft.com/office/powerpoint/2010/main" val="323377259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a:xfrm>
            <a:off x="334937" y="245863"/>
            <a:ext cx="11478122" cy="557326"/>
          </a:xfrm>
        </p:spPr>
        <p:txBody>
          <a:bodyPr/>
          <a:lstStyle/>
          <a:p>
            <a:r>
              <a:rPr lang="en-US" dirty="0"/>
              <a:t>Dis </a:t>
            </a:r>
            <a:r>
              <a:rPr lang="en-US" dirty="0" smtClean="0"/>
              <a:t>Advantages </a:t>
            </a:r>
            <a:r>
              <a:rPr lang="en-US" dirty="0"/>
              <a:t>of Manual Build Process?</a:t>
            </a: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334937" y="1029334"/>
            <a:ext cx="11450409" cy="2344231"/>
          </a:xfrm>
        </p:spPr>
        <p:txBody>
          <a:bodyPr/>
          <a:lstStyle/>
          <a:p>
            <a:pPr>
              <a:buClr>
                <a:srgbClr val="00B0F0"/>
              </a:buClr>
              <a:buFont typeface="Courier New" panose="02070309020205020404" pitchFamily="49" charset="0"/>
              <a:buChar char="o"/>
            </a:pPr>
            <a:r>
              <a:rPr lang="en-US" dirty="0" smtClean="0"/>
              <a:t>Dedicated Administrators </a:t>
            </a:r>
            <a:r>
              <a:rPr lang="en-US" dirty="0"/>
              <a:t>are required to </a:t>
            </a:r>
            <a:r>
              <a:rPr lang="en-US" dirty="0" smtClean="0"/>
              <a:t> </a:t>
            </a:r>
            <a:r>
              <a:rPr lang="en-US" dirty="0"/>
              <a:t>project </a:t>
            </a:r>
            <a:r>
              <a:rPr lang="en-US" dirty="0" smtClean="0"/>
              <a:t>builds</a:t>
            </a:r>
          </a:p>
          <a:p>
            <a:pPr>
              <a:buClr>
                <a:srgbClr val="00B0F0"/>
              </a:buClr>
              <a:buFont typeface="Courier New" panose="02070309020205020404" pitchFamily="49" charset="0"/>
              <a:buChar char="o"/>
            </a:pPr>
            <a:r>
              <a:rPr lang="en-US" dirty="0" smtClean="0"/>
              <a:t>Developers </a:t>
            </a:r>
            <a:r>
              <a:rPr lang="en-US" dirty="0"/>
              <a:t>needs to send build requests to admin to do the deployment when new committed to </a:t>
            </a:r>
            <a:r>
              <a:rPr lang="en-US" dirty="0" smtClean="0"/>
              <a:t>repo.</a:t>
            </a:r>
          </a:p>
          <a:p>
            <a:pPr>
              <a:buClr>
                <a:srgbClr val="00B0F0"/>
              </a:buClr>
              <a:buFont typeface="Courier New" panose="02070309020205020404" pitchFamily="49" charset="0"/>
              <a:buChar char="o"/>
            </a:pPr>
            <a:r>
              <a:rPr lang="en-US" dirty="0" smtClean="0"/>
              <a:t>Admin </a:t>
            </a:r>
            <a:r>
              <a:rPr lang="en-US" dirty="0"/>
              <a:t>needs to spend some to pull the code, to compile and to package and to </a:t>
            </a:r>
            <a:r>
              <a:rPr lang="en-US" dirty="0" smtClean="0"/>
              <a:t>deploy.</a:t>
            </a:r>
          </a:p>
          <a:p>
            <a:pPr>
              <a:buClr>
                <a:srgbClr val="00B0F0"/>
              </a:buClr>
              <a:buFont typeface="Courier New" panose="02070309020205020404" pitchFamily="49" charset="0"/>
              <a:buChar char="o"/>
            </a:pPr>
            <a:r>
              <a:rPr lang="en-US" dirty="0" smtClean="0"/>
              <a:t>It </a:t>
            </a:r>
            <a:r>
              <a:rPr lang="en-US" dirty="0"/>
              <a:t>is time consuming process.</a:t>
            </a:r>
          </a:p>
          <a:p>
            <a:pPr>
              <a:buClr>
                <a:srgbClr val="00B0F0"/>
              </a:buClr>
              <a:buFont typeface="Courier New" panose="02070309020205020404" pitchFamily="49" charset="0"/>
              <a:buChar char="o"/>
            </a:pPr>
            <a:endParaRPr lang="en-US" dirty="0"/>
          </a:p>
        </p:txBody>
      </p:sp>
    </p:spTree>
    <p:extLst>
      <p:ext uri="{BB962C8B-B14F-4D97-AF65-F5344CB8AC3E}">
        <p14:creationId xmlns:p14="http://schemas.microsoft.com/office/powerpoint/2010/main" val="323377259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a:xfrm>
            <a:off x="334937" y="245863"/>
            <a:ext cx="11478122" cy="557326"/>
          </a:xfrm>
        </p:spPr>
        <p:txBody>
          <a:bodyPr/>
          <a:lstStyle/>
          <a:p>
            <a:r>
              <a:rPr lang="en-US" dirty="0"/>
              <a:t>Continuous Integration</a:t>
            </a: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334937" y="1029334"/>
            <a:ext cx="11450409" cy="2443746"/>
          </a:xfrm>
        </p:spPr>
        <p:txBody>
          <a:bodyPr/>
          <a:lstStyle/>
          <a:p>
            <a:pPr>
              <a:buClr>
                <a:srgbClr val="00B0F0"/>
              </a:buClr>
              <a:buFont typeface="Courier New" panose="02070309020205020404" pitchFamily="49" charset="0"/>
              <a:buChar char="o"/>
            </a:pPr>
            <a:r>
              <a:rPr lang="en-US" dirty="0" smtClean="0"/>
              <a:t>Continuous </a:t>
            </a:r>
            <a:r>
              <a:rPr lang="en-US" dirty="0"/>
              <a:t>Integration is a development practice in which developers are required to commit changes to source  code in a shared repository several times a </a:t>
            </a:r>
            <a:r>
              <a:rPr lang="en-US" dirty="0" smtClean="0"/>
              <a:t>day.</a:t>
            </a:r>
          </a:p>
          <a:p>
            <a:pPr>
              <a:buClr>
                <a:srgbClr val="00B0F0"/>
              </a:buClr>
              <a:buFont typeface="Courier New" panose="02070309020205020404" pitchFamily="49" charset="0"/>
              <a:buChar char="o"/>
            </a:pPr>
            <a:r>
              <a:rPr lang="en-US" dirty="0" smtClean="0"/>
              <a:t>Every </a:t>
            </a:r>
            <a:r>
              <a:rPr lang="en-US" dirty="0"/>
              <a:t>Commit is then build and this allows the tea to detect problem </a:t>
            </a:r>
            <a:r>
              <a:rPr lang="en-US" dirty="0" smtClean="0"/>
              <a:t>early.</a:t>
            </a:r>
          </a:p>
          <a:p>
            <a:pPr>
              <a:buClr>
                <a:srgbClr val="00B0F0"/>
              </a:buClr>
              <a:buFont typeface="Courier New" panose="02070309020205020404" pitchFamily="49" charset="0"/>
              <a:buChar char="o"/>
            </a:pPr>
            <a:r>
              <a:rPr lang="en-US" dirty="0" smtClean="0"/>
              <a:t>Continuous </a:t>
            </a:r>
            <a:r>
              <a:rPr lang="en-US" dirty="0"/>
              <a:t>integration systems are vital part of any Agile team </a:t>
            </a:r>
            <a:r>
              <a:rPr lang="en-US" dirty="0" smtClean="0"/>
              <a:t>because </a:t>
            </a:r>
            <a:r>
              <a:rPr lang="en-US" dirty="0"/>
              <a:t>they help </a:t>
            </a:r>
            <a:r>
              <a:rPr lang="en-US" dirty="0" smtClean="0"/>
              <a:t>enforce </a:t>
            </a:r>
            <a:r>
              <a:rPr lang="en-US" dirty="0"/>
              <a:t>the ideals of Agile  development.</a:t>
            </a:r>
          </a:p>
          <a:p>
            <a:pPr>
              <a:buClr>
                <a:srgbClr val="00B0F0"/>
              </a:buClr>
              <a:buFont typeface="Courier New" panose="02070309020205020404" pitchFamily="49" charset="0"/>
              <a:buChar char="o"/>
            </a:pPr>
            <a:endParaRPr lang="en-US" dirty="0"/>
          </a:p>
        </p:txBody>
      </p:sp>
    </p:spTree>
    <p:extLst>
      <p:ext uri="{BB962C8B-B14F-4D97-AF65-F5344CB8AC3E}">
        <p14:creationId xmlns:p14="http://schemas.microsoft.com/office/powerpoint/2010/main" val="153289358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a:xfrm>
            <a:off x="334937" y="245863"/>
            <a:ext cx="11478122" cy="557326"/>
          </a:xfrm>
        </p:spPr>
        <p:txBody>
          <a:bodyPr/>
          <a:lstStyle/>
          <a:p>
            <a:r>
              <a:rPr lang="en-US" dirty="0"/>
              <a:t>How Does CI Really Mean?</a:t>
            </a: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334937" y="1029334"/>
            <a:ext cx="11450409" cy="5803640"/>
          </a:xfrm>
        </p:spPr>
        <p:txBody>
          <a:bodyPr/>
          <a:lstStyle/>
          <a:p>
            <a:pPr>
              <a:buClr>
                <a:srgbClr val="00B0F0"/>
              </a:buClr>
              <a:buFont typeface="Courier New" panose="02070309020205020404" pitchFamily="49" charset="0"/>
              <a:buChar char="o"/>
            </a:pPr>
            <a:r>
              <a:rPr lang="en-US" dirty="0" smtClean="0"/>
              <a:t>At </a:t>
            </a:r>
            <a:r>
              <a:rPr lang="en-US" dirty="0"/>
              <a:t>a regular frequency(ideally at every commit),the system is</a:t>
            </a:r>
            <a:r>
              <a:rPr lang="en-US" dirty="0" smtClean="0"/>
              <a:t>:</a:t>
            </a:r>
            <a:endParaRPr lang="en-US" dirty="0"/>
          </a:p>
          <a:p>
            <a:pPr lvl="1">
              <a:buClr>
                <a:srgbClr val="00B0F0"/>
              </a:buClr>
              <a:buFont typeface="Courier New" panose="02070309020205020404" pitchFamily="49" charset="0"/>
              <a:buChar char="o"/>
            </a:pPr>
            <a:r>
              <a:rPr lang="en-US" dirty="0"/>
              <a:t>-Integrated: All changes up until that point are combined into the project.</a:t>
            </a:r>
          </a:p>
          <a:p>
            <a:pPr lvl="1">
              <a:buClr>
                <a:srgbClr val="00B0F0"/>
              </a:buClr>
              <a:buFont typeface="Courier New" panose="02070309020205020404" pitchFamily="49" charset="0"/>
              <a:buChar char="o"/>
            </a:pPr>
            <a:r>
              <a:rPr lang="en-US" dirty="0"/>
              <a:t>-Build: The code is compiled into an executable or package.</a:t>
            </a:r>
          </a:p>
          <a:p>
            <a:pPr lvl="1">
              <a:buClr>
                <a:srgbClr val="00B0F0"/>
              </a:buClr>
              <a:buFont typeface="Courier New" panose="02070309020205020404" pitchFamily="49" charset="0"/>
              <a:buChar char="o"/>
            </a:pPr>
            <a:r>
              <a:rPr lang="en-US" dirty="0"/>
              <a:t>-Tested: Automated test suites are run</a:t>
            </a:r>
          </a:p>
          <a:p>
            <a:pPr lvl="1">
              <a:buClr>
                <a:srgbClr val="00B0F0"/>
              </a:buClr>
              <a:buFont typeface="Courier New" panose="02070309020205020404" pitchFamily="49" charset="0"/>
              <a:buChar char="o"/>
            </a:pPr>
            <a:r>
              <a:rPr lang="en-US" dirty="0"/>
              <a:t>-Deployed: Loaded onto a system where the developers can interact with it</a:t>
            </a:r>
            <a:r>
              <a:rPr lang="en-US" dirty="0" smtClean="0"/>
              <a:t>.</a:t>
            </a:r>
          </a:p>
          <a:p>
            <a:pPr lvl="1">
              <a:buClr>
                <a:srgbClr val="00B0F0"/>
              </a:buClr>
              <a:buFont typeface="Courier New" panose="02070309020205020404" pitchFamily="49" charset="0"/>
              <a:buChar char="o"/>
            </a:pPr>
            <a:endParaRPr lang="en-US" dirty="0"/>
          </a:p>
          <a:p>
            <a:pPr lvl="1">
              <a:buClr>
                <a:srgbClr val="00B0F0"/>
              </a:buClr>
              <a:buFont typeface="Courier New" panose="02070309020205020404" pitchFamily="49" charset="0"/>
              <a:buChar char="o"/>
            </a:pPr>
            <a:endParaRPr lang="en-US" dirty="0" smtClean="0"/>
          </a:p>
          <a:p>
            <a:pPr lvl="1">
              <a:buClr>
                <a:srgbClr val="00B0F0"/>
              </a:buClr>
              <a:buFont typeface="Courier New" panose="02070309020205020404" pitchFamily="49" charset="0"/>
              <a:buChar char="o"/>
            </a:pPr>
            <a:endParaRPr lang="en-US" dirty="0"/>
          </a:p>
          <a:p>
            <a:pPr lvl="1">
              <a:buClr>
                <a:srgbClr val="00B0F0"/>
              </a:buClr>
              <a:buFont typeface="Courier New" panose="02070309020205020404" pitchFamily="49" charset="0"/>
              <a:buChar char="o"/>
            </a:pPr>
            <a:endParaRPr lang="en-US" dirty="0" smtClean="0"/>
          </a:p>
          <a:p>
            <a:pPr lvl="1">
              <a:buClr>
                <a:srgbClr val="00B0F0"/>
              </a:buClr>
              <a:buFont typeface="Courier New" panose="02070309020205020404" pitchFamily="49" charset="0"/>
              <a:buChar char="o"/>
            </a:pPr>
            <a:endParaRPr lang="en-US" dirty="0"/>
          </a:p>
          <a:p>
            <a:pPr lvl="1">
              <a:buClr>
                <a:srgbClr val="00B0F0"/>
              </a:buClr>
              <a:buFont typeface="Courier New" panose="02070309020205020404" pitchFamily="49" charset="0"/>
              <a:buChar char="o"/>
            </a:pPr>
            <a:endParaRPr lang="en-US" dirty="0" smtClean="0"/>
          </a:p>
          <a:p>
            <a:pPr lvl="1">
              <a:buClr>
                <a:srgbClr val="00B0F0"/>
              </a:buClr>
              <a:buFont typeface="Courier New" panose="02070309020205020404" pitchFamily="49" charset="0"/>
              <a:buChar char="o"/>
            </a:pPr>
            <a:endParaRPr lang="en-US" dirty="0"/>
          </a:p>
          <a:p>
            <a:pPr lvl="1">
              <a:buClr>
                <a:srgbClr val="00B0F0"/>
              </a:buClr>
              <a:buFont typeface="Courier New" panose="02070309020205020404" pitchFamily="49" charset="0"/>
              <a:buChar char="o"/>
            </a:pPr>
            <a:r>
              <a:rPr lang="en-US" dirty="0" smtClean="0"/>
              <a:t>CI means, Every </a:t>
            </a:r>
            <a:r>
              <a:rPr lang="en-US" dirty="0"/>
              <a:t>time you push code--&gt; it gets automatically </a:t>
            </a:r>
            <a:r>
              <a:rPr lang="en-US" dirty="0" smtClean="0"/>
              <a:t>checked, build </a:t>
            </a:r>
            <a:r>
              <a:rPr lang="en-US" dirty="0"/>
              <a:t>and tested</a:t>
            </a:r>
          </a:p>
          <a:p>
            <a:pPr lvl="1">
              <a:buClr>
                <a:srgbClr val="00B0F0"/>
              </a:buClr>
              <a:buFont typeface="Courier New" panose="02070309020205020404" pitchFamily="49" charset="0"/>
              <a:buChar char="o"/>
            </a:pPr>
            <a:r>
              <a:rPr lang="en-US" dirty="0" smtClean="0"/>
              <a:t>CI </a:t>
            </a:r>
            <a:r>
              <a:rPr lang="en-US" dirty="0"/>
              <a:t>is a software development practice where developers frequently merge(integrate) their code into a shared repository and every change is automatically built and  tested</a:t>
            </a:r>
          </a:p>
          <a:p>
            <a:pPr lvl="1">
              <a:buClr>
                <a:srgbClr val="00B0F0"/>
              </a:buClr>
              <a:buFont typeface="Courier New" panose="02070309020205020404" pitchFamily="49" charset="0"/>
              <a:buChar char="o"/>
            </a:pPr>
            <a:endParaRPr lang="en-US" dirty="0"/>
          </a:p>
        </p:txBody>
      </p:sp>
      <p:pic>
        <p:nvPicPr>
          <p:cNvPr id="2416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87582" y="3464011"/>
            <a:ext cx="4619625" cy="19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7903176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IN" dirty="0"/>
              <a:t>What is Build?</a:t>
            </a:r>
          </a:p>
          <a:p>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390360" y="1346886"/>
            <a:ext cx="11450409" cy="3837974"/>
          </a:xfrm>
        </p:spPr>
        <p:txBody>
          <a:bodyPr/>
          <a:lstStyle/>
          <a:p>
            <a:pPr>
              <a:buClr>
                <a:srgbClr val="00B0F0"/>
              </a:buClr>
              <a:buFont typeface="Courier New" panose="02070309020205020404" pitchFamily="49" charset="0"/>
              <a:buChar char="o"/>
            </a:pPr>
            <a:r>
              <a:rPr lang="en-US" dirty="0" smtClean="0"/>
              <a:t>A </a:t>
            </a:r>
            <a:r>
              <a:rPr lang="en-US" dirty="0"/>
              <a:t>build is process of converting your source code </a:t>
            </a:r>
            <a:r>
              <a:rPr lang="en-US" dirty="0" smtClean="0"/>
              <a:t>into </a:t>
            </a:r>
            <a:r>
              <a:rPr lang="en-US" dirty="0"/>
              <a:t>a form that computer can run or deploy</a:t>
            </a:r>
            <a:r>
              <a:rPr lang="en-US" dirty="0" smtClean="0"/>
              <a:t>.</a:t>
            </a:r>
            <a:endParaRPr lang="en-US" dirty="0"/>
          </a:p>
          <a:p>
            <a:pPr>
              <a:buClr>
                <a:srgbClr val="00B0F0"/>
              </a:buClr>
              <a:buFont typeface="Courier New" panose="02070309020205020404" pitchFamily="49" charset="0"/>
              <a:buChar char="o"/>
            </a:pPr>
            <a:r>
              <a:rPr lang="en-US" dirty="0"/>
              <a:t>Build=Turning your code into a working </a:t>
            </a:r>
            <a:r>
              <a:rPr lang="en-US" dirty="0" smtClean="0"/>
              <a:t>application</a:t>
            </a:r>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r>
              <a:rPr lang="en-US" dirty="0"/>
              <a:t>What </a:t>
            </a:r>
            <a:r>
              <a:rPr lang="en-US" dirty="0" smtClean="0"/>
              <a:t>happens </a:t>
            </a:r>
            <a:r>
              <a:rPr lang="en-US" dirty="0"/>
              <a:t>during a Build?</a:t>
            </a:r>
          </a:p>
          <a:p>
            <a:pPr lvl="1">
              <a:buClr>
                <a:srgbClr val="00B0F0"/>
              </a:buClr>
              <a:buFont typeface="Courier New" panose="02070309020205020404" pitchFamily="49" charset="0"/>
              <a:buChar char="o"/>
            </a:pPr>
            <a:r>
              <a:rPr lang="en-US" dirty="0" smtClean="0"/>
              <a:t>Compiling </a:t>
            </a:r>
            <a:r>
              <a:rPr lang="en-US" dirty="0"/>
              <a:t>Code(</a:t>
            </a:r>
            <a:r>
              <a:rPr lang="en-US" dirty="0" err="1"/>
              <a:t>e.g</a:t>
            </a:r>
            <a:r>
              <a:rPr lang="en-US" dirty="0"/>
              <a:t> </a:t>
            </a:r>
            <a:r>
              <a:rPr lang="en-US" dirty="0" err="1"/>
              <a:t>java,c,c</a:t>
            </a:r>
            <a:r>
              <a:rPr lang="en-US" dirty="0"/>
              <a:t>++)</a:t>
            </a:r>
          </a:p>
          <a:p>
            <a:pPr lvl="1">
              <a:buClr>
                <a:srgbClr val="00B0F0"/>
              </a:buClr>
              <a:buFont typeface="Courier New" panose="02070309020205020404" pitchFamily="49" charset="0"/>
              <a:buChar char="o"/>
            </a:pPr>
            <a:r>
              <a:rPr lang="en-US" dirty="0" smtClean="0"/>
              <a:t>Running </a:t>
            </a:r>
            <a:r>
              <a:rPr lang="en-US" dirty="0"/>
              <a:t>Testing(unit </a:t>
            </a:r>
            <a:r>
              <a:rPr lang="en-US" dirty="0" err="1"/>
              <a:t>test,integration</a:t>
            </a:r>
            <a:r>
              <a:rPr lang="en-US" dirty="0"/>
              <a:t> test)</a:t>
            </a:r>
          </a:p>
          <a:p>
            <a:pPr lvl="1">
              <a:buClr>
                <a:srgbClr val="00B0F0"/>
              </a:buClr>
              <a:buFont typeface="Courier New" panose="02070309020205020404" pitchFamily="49" charset="0"/>
              <a:buChar char="o"/>
            </a:pPr>
            <a:r>
              <a:rPr lang="en-US" dirty="0" smtClean="0"/>
              <a:t>Packaging </a:t>
            </a:r>
            <a:r>
              <a:rPr lang="en-US" dirty="0"/>
              <a:t>files(.jar,ear.war,.zip,.apk,.exe)</a:t>
            </a:r>
          </a:p>
          <a:p>
            <a:pPr lvl="1">
              <a:buClr>
                <a:srgbClr val="00B0F0"/>
              </a:buClr>
              <a:buFont typeface="Courier New" panose="02070309020205020404" pitchFamily="49" charset="0"/>
              <a:buChar char="o"/>
            </a:pPr>
            <a:r>
              <a:rPr lang="en-US" dirty="0" smtClean="0"/>
              <a:t>Generate </a:t>
            </a:r>
            <a:r>
              <a:rPr lang="en-US" dirty="0"/>
              <a:t>artifacts(final output you deploy)</a:t>
            </a:r>
          </a:p>
          <a:p>
            <a:pPr>
              <a:buClr>
                <a:srgbClr val="00B0F0"/>
              </a:buClr>
              <a:buFont typeface="Courier New" panose="02070309020205020404" pitchFamily="49" charset="0"/>
              <a:buChar char="o"/>
            </a:pPr>
            <a:endParaRPr lang="en-IN" dirty="0" smtClean="0"/>
          </a:p>
        </p:txBody>
      </p:sp>
    </p:spTree>
    <p:extLst>
      <p:ext uri="{BB962C8B-B14F-4D97-AF65-F5344CB8AC3E}">
        <p14:creationId xmlns:p14="http://schemas.microsoft.com/office/powerpoint/2010/main" val="185994494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US" dirty="0"/>
              <a:t>How </a:t>
            </a:r>
            <a:r>
              <a:rPr lang="en-US" dirty="0" err="1"/>
              <a:t>MLflow</a:t>
            </a:r>
            <a:r>
              <a:rPr lang="en-US" dirty="0"/>
              <a:t> Solves These Problems</a:t>
            </a:r>
            <a:r>
              <a:rPr lang="en-IN" dirty="0"/>
              <a:t/>
            </a:r>
            <a:br>
              <a:rPr lang="en-IN" dirty="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210312" y="1096023"/>
            <a:ext cx="11450409" cy="4448397"/>
          </a:xfrm>
        </p:spPr>
        <p:txBody>
          <a:bodyPr/>
          <a:lstStyle/>
          <a:p>
            <a:pPr>
              <a:buClr>
                <a:srgbClr val="00B0F0"/>
              </a:buClr>
              <a:buFont typeface="Courier New" panose="02070309020205020404" pitchFamily="49" charset="0"/>
              <a:buChar char="o"/>
            </a:pPr>
            <a:r>
              <a:rPr lang="en-US" dirty="0" err="1" smtClean="0"/>
              <a:t>MLflow</a:t>
            </a:r>
            <a:r>
              <a:rPr lang="en-US" dirty="0" smtClean="0"/>
              <a:t> </a:t>
            </a:r>
            <a:r>
              <a:rPr lang="en-US" dirty="0"/>
              <a:t>automatically stores:</a:t>
            </a:r>
          </a:p>
          <a:p>
            <a:pPr lvl="1">
              <a:buClr>
                <a:srgbClr val="00B0F0"/>
              </a:buClr>
              <a:buFont typeface="Courier New" panose="02070309020205020404" pitchFamily="49" charset="0"/>
              <a:buChar char="o"/>
            </a:pPr>
            <a:r>
              <a:rPr lang="en-US" dirty="0" smtClean="0"/>
              <a:t>Experiment </a:t>
            </a:r>
            <a:r>
              <a:rPr lang="en-US" dirty="0"/>
              <a:t>name </a:t>
            </a:r>
          </a:p>
          <a:p>
            <a:pPr lvl="1">
              <a:buClr>
                <a:srgbClr val="00B0F0"/>
              </a:buClr>
              <a:buFont typeface="Courier New" panose="02070309020205020404" pitchFamily="49" charset="0"/>
              <a:buChar char="o"/>
            </a:pPr>
            <a:r>
              <a:rPr lang="en-US" dirty="0" smtClean="0"/>
              <a:t>Run </a:t>
            </a:r>
            <a:r>
              <a:rPr lang="en-US" dirty="0"/>
              <a:t>information </a:t>
            </a:r>
          </a:p>
          <a:p>
            <a:pPr lvl="1">
              <a:buClr>
                <a:srgbClr val="00B0F0"/>
              </a:buClr>
              <a:buFont typeface="Courier New" panose="02070309020205020404" pitchFamily="49" charset="0"/>
              <a:buChar char="o"/>
            </a:pPr>
            <a:r>
              <a:rPr lang="en-US" dirty="0" smtClean="0"/>
              <a:t>Parameters </a:t>
            </a:r>
            <a:endParaRPr lang="en-US" dirty="0"/>
          </a:p>
          <a:p>
            <a:pPr lvl="1">
              <a:buClr>
                <a:srgbClr val="00B0F0"/>
              </a:buClr>
              <a:buFont typeface="Courier New" panose="02070309020205020404" pitchFamily="49" charset="0"/>
              <a:buChar char="o"/>
            </a:pPr>
            <a:r>
              <a:rPr lang="en-US" dirty="0" smtClean="0"/>
              <a:t>Metrics </a:t>
            </a:r>
            <a:endParaRPr lang="en-US" dirty="0"/>
          </a:p>
          <a:p>
            <a:pPr lvl="1">
              <a:buClr>
                <a:srgbClr val="00B0F0"/>
              </a:buClr>
              <a:buFont typeface="Courier New" panose="02070309020205020404" pitchFamily="49" charset="0"/>
              <a:buChar char="o"/>
            </a:pPr>
            <a:r>
              <a:rPr lang="en-US" dirty="0" smtClean="0"/>
              <a:t>Model </a:t>
            </a:r>
            <a:r>
              <a:rPr lang="en-US" dirty="0"/>
              <a:t>artifacts </a:t>
            </a:r>
          </a:p>
          <a:p>
            <a:pPr lvl="1">
              <a:buClr>
                <a:srgbClr val="00B0F0"/>
              </a:buClr>
              <a:buFont typeface="Courier New" panose="02070309020205020404" pitchFamily="49" charset="0"/>
              <a:buChar char="o"/>
            </a:pPr>
            <a:r>
              <a:rPr lang="en-US" dirty="0" smtClean="0"/>
              <a:t>Dataset </a:t>
            </a:r>
            <a:r>
              <a:rPr lang="en-US" dirty="0"/>
              <a:t>information </a:t>
            </a:r>
          </a:p>
          <a:p>
            <a:pPr lvl="1">
              <a:buClr>
                <a:srgbClr val="00B0F0"/>
              </a:buClr>
              <a:buFont typeface="Courier New" panose="02070309020205020404" pitchFamily="49" charset="0"/>
              <a:buChar char="o"/>
            </a:pPr>
            <a:r>
              <a:rPr lang="en-US" dirty="0" smtClean="0"/>
              <a:t>Model </a:t>
            </a:r>
            <a:r>
              <a:rPr lang="en-US" dirty="0"/>
              <a:t>versions </a:t>
            </a:r>
          </a:p>
          <a:p>
            <a:pPr>
              <a:buClr>
                <a:srgbClr val="00B0F0"/>
              </a:buClr>
              <a:buFont typeface="Courier New" panose="02070309020205020404" pitchFamily="49" charset="0"/>
              <a:buChar char="o"/>
            </a:pPr>
            <a:r>
              <a:rPr lang="en-US" dirty="0"/>
              <a:t>Instead of Excel, everything is stored centrally</a:t>
            </a:r>
            <a:r>
              <a:rPr lang="en-US" dirty="0" smtClean="0"/>
              <a:t>.</a:t>
            </a:r>
          </a:p>
          <a:p>
            <a:pPr marL="0" indent="0">
              <a:buClr>
                <a:srgbClr val="00B0F0"/>
              </a:buClr>
              <a:buNone/>
            </a:pPr>
            <a:endParaRPr lang="en-US" dirty="0" smtClean="0"/>
          </a:p>
          <a:p>
            <a:pPr marL="0" indent="0">
              <a:buClr>
                <a:srgbClr val="00B0F0"/>
              </a:buClr>
              <a:buNone/>
            </a:pPr>
            <a:endParaRPr lang="en-US" dirty="0" smtClean="0"/>
          </a:p>
        </p:txBody>
      </p:sp>
    </p:spTree>
    <p:extLst>
      <p:ext uri="{BB962C8B-B14F-4D97-AF65-F5344CB8AC3E}">
        <p14:creationId xmlns:p14="http://schemas.microsoft.com/office/powerpoint/2010/main" val="168943806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IN" dirty="0" err="1"/>
              <a:t>MLflow</a:t>
            </a:r>
            <a:r>
              <a:rPr lang="en-IN" dirty="0"/>
              <a:t> Components</a:t>
            </a:r>
            <a:br>
              <a:rPr lang="en-IN" dirty="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210312" y="1096023"/>
            <a:ext cx="11450409" cy="2613023"/>
          </a:xfrm>
        </p:spPr>
        <p:txBody>
          <a:bodyPr/>
          <a:lstStyle/>
          <a:p>
            <a:pPr>
              <a:buClr>
                <a:srgbClr val="00B0F0"/>
              </a:buClr>
              <a:buFont typeface="Courier New" panose="02070309020205020404" pitchFamily="49" charset="0"/>
              <a:buChar char="o"/>
            </a:pPr>
            <a:r>
              <a:rPr lang="en-US" dirty="0" smtClean="0"/>
              <a:t>The </a:t>
            </a:r>
            <a:r>
              <a:rPr lang="en-US" dirty="0"/>
              <a:t>four major components of </a:t>
            </a:r>
            <a:r>
              <a:rPr lang="en-US" dirty="0" err="1"/>
              <a:t>MLflow</a:t>
            </a:r>
            <a:r>
              <a:rPr lang="en-US" dirty="0"/>
              <a:t> are:</a:t>
            </a:r>
          </a:p>
          <a:p>
            <a:pPr lvl="1">
              <a:buClr>
                <a:srgbClr val="00B0F0"/>
              </a:buClr>
              <a:buFont typeface="Courier New" panose="02070309020205020404" pitchFamily="49" charset="0"/>
              <a:buChar char="o"/>
            </a:pPr>
            <a:r>
              <a:rPr lang="en-US" dirty="0" err="1" smtClean="0"/>
              <a:t>MLflow</a:t>
            </a:r>
            <a:r>
              <a:rPr lang="en-US" dirty="0" smtClean="0"/>
              <a:t> </a:t>
            </a:r>
            <a:r>
              <a:rPr lang="en-US" dirty="0"/>
              <a:t>Tracking</a:t>
            </a:r>
          </a:p>
          <a:p>
            <a:pPr lvl="1">
              <a:buClr>
                <a:srgbClr val="00B0F0"/>
              </a:buClr>
              <a:buFont typeface="Courier New" panose="02070309020205020404" pitchFamily="49" charset="0"/>
              <a:buChar char="o"/>
            </a:pPr>
            <a:r>
              <a:rPr lang="en-US" dirty="0" err="1" smtClean="0"/>
              <a:t>MLflow</a:t>
            </a:r>
            <a:r>
              <a:rPr lang="en-US" dirty="0" smtClean="0"/>
              <a:t> </a:t>
            </a:r>
            <a:r>
              <a:rPr lang="en-US" dirty="0"/>
              <a:t>Projects</a:t>
            </a:r>
          </a:p>
          <a:p>
            <a:pPr lvl="1">
              <a:buClr>
                <a:srgbClr val="00B0F0"/>
              </a:buClr>
              <a:buFont typeface="Courier New" panose="02070309020205020404" pitchFamily="49" charset="0"/>
              <a:buChar char="o"/>
            </a:pPr>
            <a:r>
              <a:rPr lang="en-US" dirty="0" err="1" smtClean="0"/>
              <a:t>MLflow</a:t>
            </a:r>
            <a:r>
              <a:rPr lang="en-US" dirty="0" smtClean="0"/>
              <a:t> </a:t>
            </a:r>
            <a:r>
              <a:rPr lang="en-US" dirty="0"/>
              <a:t>Models</a:t>
            </a:r>
          </a:p>
          <a:p>
            <a:pPr lvl="1">
              <a:buClr>
                <a:srgbClr val="00B0F0"/>
              </a:buClr>
              <a:buFont typeface="Courier New" panose="02070309020205020404" pitchFamily="49" charset="0"/>
              <a:buChar char="o"/>
            </a:pPr>
            <a:r>
              <a:rPr lang="en-US" dirty="0" err="1" smtClean="0"/>
              <a:t>MLflow</a:t>
            </a:r>
            <a:r>
              <a:rPr lang="en-US" dirty="0" smtClean="0"/>
              <a:t> </a:t>
            </a:r>
            <a:r>
              <a:rPr lang="en-US" dirty="0"/>
              <a:t>Model Registry</a:t>
            </a:r>
          </a:p>
          <a:p>
            <a:pPr marL="0" indent="0">
              <a:buClr>
                <a:srgbClr val="00B0F0"/>
              </a:buClr>
              <a:buNone/>
            </a:pPr>
            <a:r>
              <a:rPr lang="en-US" dirty="0" smtClean="0"/>
              <a:t/>
            </a:r>
            <a:br>
              <a:rPr lang="en-US" dirty="0" smtClean="0"/>
            </a:br>
            <a:endParaRPr lang="en-US" dirty="0"/>
          </a:p>
        </p:txBody>
      </p:sp>
    </p:spTree>
    <p:extLst>
      <p:ext uri="{BB962C8B-B14F-4D97-AF65-F5344CB8AC3E}">
        <p14:creationId xmlns:p14="http://schemas.microsoft.com/office/powerpoint/2010/main" val="225695300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IN" dirty="0" err="1" smtClean="0"/>
              <a:t>MLflow</a:t>
            </a:r>
            <a:r>
              <a:rPr lang="en-IN" dirty="0" smtClean="0"/>
              <a:t> </a:t>
            </a:r>
            <a:r>
              <a:rPr lang="en-IN" dirty="0"/>
              <a:t>Tracking</a:t>
            </a:r>
            <a:br>
              <a:rPr lang="en-IN" dirty="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308919" y="1173377"/>
            <a:ext cx="11450409" cy="3359894"/>
          </a:xfrm>
        </p:spPr>
        <p:txBody>
          <a:bodyPr/>
          <a:lstStyle/>
          <a:p>
            <a:pPr>
              <a:buClr>
                <a:srgbClr val="00B0F0"/>
              </a:buClr>
              <a:buFont typeface="Courier New" panose="02070309020205020404" pitchFamily="49" charset="0"/>
              <a:buChar char="o"/>
            </a:pPr>
            <a:r>
              <a:rPr lang="en-US" dirty="0" smtClean="0"/>
              <a:t>Machine </a:t>
            </a:r>
            <a:r>
              <a:rPr lang="en-US" dirty="0"/>
              <a:t>learning development is fundamentally an experimental process. Data scientists rarely train a model just once. Instead, they perform numerous experiments by changing:</a:t>
            </a:r>
          </a:p>
          <a:p>
            <a:pPr lvl="1">
              <a:buClr>
                <a:srgbClr val="00B0F0"/>
              </a:buClr>
              <a:buFont typeface="Courier New" panose="02070309020205020404" pitchFamily="49" charset="0"/>
              <a:buChar char="o"/>
            </a:pPr>
            <a:r>
              <a:rPr lang="en-US" dirty="0" smtClean="0"/>
              <a:t>Training </a:t>
            </a:r>
            <a:r>
              <a:rPr lang="en-US" dirty="0"/>
              <a:t>datasets</a:t>
            </a:r>
          </a:p>
          <a:p>
            <a:pPr lvl="1">
              <a:buClr>
                <a:srgbClr val="00B0F0"/>
              </a:buClr>
              <a:buFont typeface="Courier New" panose="02070309020205020404" pitchFamily="49" charset="0"/>
              <a:buChar char="o"/>
            </a:pPr>
            <a:r>
              <a:rPr lang="en-US" dirty="0" smtClean="0"/>
              <a:t>Feature </a:t>
            </a:r>
            <a:r>
              <a:rPr lang="en-US" dirty="0"/>
              <a:t>sets</a:t>
            </a:r>
          </a:p>
          <a:p>
            <a:pPr lvl="1">
              <a:buClr>
                <a:srgbClr val="00B0F0"/>
              </a:buClr>
              <a:buFont typeface="Courier New" panose="02070309020205020404" pitchFamily="49" charset="0"/>
              <a:buChar char="o"/>
            </a:pPr>
            <a:r>
              <a:rPr lang="en-US" dirty="0" smtClean="0"/>
              <a:t>Model </a:t>
            </a:r>
            <a:r>
              <a:rPr lang="en-US" dirty="0"/>
              <a:t>architectures</a:t>
            </a:r>
          </a:p>
          <a:p>
            <a:pPr lvl="1">
              <a:buClr>
                <a:srgbClr val="00B0F0"/>
              </a:buClr>
              <a:buFont typeface="Courier New" panose="02070309020205020404" pitchFamily="49" charset="0"/>
              <a:buChar char="o"/>
            </a:pPr>
            <a:r>
              <a:rPr lang="en-US" dirty="0" err="1" smtClean="0"/>
              <a:t>Hyperparameters</a:t>
            </a:r>
            <a:endParaRPr lang="en-US" dirty="0"/>
          </a:p>
          <a:p>
            <a:pPr lvl="1">
              <a:buClr>
                <a:srgbClr val="00B0F0"/>
              </a:buClr>
              <a:buFont typeface="Courier New" panose="02070309020205020404" pitchFamily="49" charset="0"/>
              <a:buChar char="o"/>
            </a:pPr>
            <a:r>
              <a:rPr lang="en-US" dirty="0" smtClean="0"/>
              <a:t>Source </a:t>
            </a:r>
            <a:r>
              <a:rPr lang="en-US" dirty="0"/>
              <a:t>code</a:t>
            </a:r>
          </a:p>
          <a:p>
            <a:pPr lvl="1">
              <a:buClr>
                <a:srgbClr val="00B0F0"/>
              </a:buClr>
              <a:buFont typeface="Courier New" panose="02070309020205020404" pitchFamily="49" charset="0"/>
              <a:buChar char="o"/>
            </a:pPr>
            <a:r>
              <a:rPr lang="en-US" dirty="0" smtClean="0"/>
              <a:t>Evaluation </a:t>
            </a:r>
            <a:r>
              <a:rPr lang="en-US" dirty="0"/>
              <a:t>strategies</a:t>
            </a:r>
          </a:p>
          <a:p>
            <a:pPr>
              <a:buClr>
                <a:srgbClr val="00B0F0"/>
              </a:buClr>
              <a:buFont typeface="Courier New" panose="02070309020205020404" pitchFamily="49" charset="0"/>
              <a:buChar char="o"/>
            </a:pPr>
            <a:r>
              <a:rPr lang="en-US" dirty="0"/>
              <a:t>The objective is to identify the best-performing model through continuous experimentation.</a:t>
            </a:r>
          </a:p>
        </p:txBody>
      </p:sp>
    </p:spTree>
    <p:extLst>
      <p:ext uri="{BB962C8B-B14F-4D97-AF65-F5344CB8AC3E}">
        <p14:creationId xmlns:p14="http://schemas.microsoft.com/office/powerpoint/2010/main" val="233044427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IN" dirty="0"/>
              <a:t>The Challenge</a:t>
            </a:r>
            <a:r>
              <a:rPr lang="en-IN" dirty="0" smtClean="0"/>
              <a:t/>
            </a:r>
            <a:br>
              <a:rPr lang="en-IN" dirty="0" smtClean="0"/>
            </a:br>
            <a:r>
              <a:rPr lang="en-IN" dirty="0" smtClean="0"/>
              <a:t/>
            </a:r>
            <a:br>
              <a:rPr lang="en-IN" dirty="0" smtClean="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345989" y="867034"/>
            <a:ext cx="10466173" cy="5499967"/>
          </a:xfrm>
        </p:spPr>
        <p:txBody>
          <a:bodyPr/>
          <a:lstStyle/>
          <a:p>
            <a:pPr>
              <a:buClr>
                <a:srgbClr val="00B0F0"/>
              </a:buClr>
              <a:buFont typeface="Courier New" panose="02070309020205020404" pitchFamily="49" charset="0"/>
              <a:buChar char="o"/>
            </a:pPr>
            <a:r>
              <a:rPr lang="en-US" dirty="0" smtClean="0"/>
              <a:t>After </a:t>
            </a:r>
            <a:r>
              <a:rPr lang="en-US" dirty="0"/>
              <a:t>running dozens or even hundreds of experiments, an important question arises:</a:t>
            </a:r>
          </a:p>
          <a:p>
            <a:pPr lvl="1">
              <a:buClr>
                <a:srgbClr val="00B0F0"/>
              </a:buClr>
              <a:buFont typeface="Courier New" panose="02070309020205020404" pitchFamily="49" charset="0"/>
              <a:buChar char="o"/>
            </a:pPr>
            <a:r>
              <a:rPr lang="en-US" dirty="0" smtClean="0"/>
              <a:t>Which </a:t>
            </a:r>
            <a:r>
              <a:rPr lang="en-US" dirty="0"/>
              <a:t>combination of </a:t>
            </a:r>
            <a:r>
              <a:rPr lang="en-US" dirty="0" err="1"/>
              <a:t>hyperparameters</a:t>
            </a:r>
            <a:r>
              <a:rPr lang="en-US" dirty="0"/>
              <a:t> produced the best model?</a:t>
            </a:r>
          </a:p>
          <a:p>
            <a:pPr lvl="1">
              <a:buClr>
                <a:srgbClr val="00B0F0"/>
              </a:buClr>
              <a:buFont typeface="Courier New" panose="02070309020205020404" pitchFamily="49" charset="0"/>
              <a:buChar char="o"/>
            </a:pPr>
            <a:r>
              <a:rPr lang="en-US" dirty="0" smtClean="0"/>
              <a:t>Which </a:t>
            </a:r>
            <a:r>
              <a:rPr lang="en-US" dirty="0"/>
              <a:t>version of the code was used?</a:t>
            </a:r>
          </a:p>
          <a:p>
            <a:pPr lvl="1">
              <a:buClr>
                <a:srgbClr val="00B0F0"/>
              </a:buClr>
              <a:buFont typeface="Courier New" panose="02070309020205020404" pitchFamily="49" charset="0"/>
              <a:buChar char="o"/>
            </a:pPr>
            <a:r>
              <a:rPr lang="en-US" dirty="0" smtClean="0"/>
              <a:t>Which </a:t>
            </a:r>
            <a:r>
              <a:rPr lang="en-US" dirty="0"/>
              <a:t>dataset was used for training?</a:t>
            </a:r>
          </a:p>
          <a:p>
            <a:pPr lvl="1">
              <a:buClr>
                <a:srgbClr val="00B0F0"/>
              </a:buClr>
              <a:buFont typeface="Courier New" panose="02070309020205020404" pitchFamily="49" charset="0"/>
              <a:buChar char="o"/>
            </a:pPr>
            <a:r>
              <a:rPr lang="en-US" dirty="0" smtClean="0"/>
              <a:t>What </a:t>
            </a:r>
            <a:r>
              <a:rPr lang="en-US" dirty="0"/>
              <a:t>evaluation metrics did the model achieve?</a:t>
            </a:r>
          </a:p>
          <a:p>
            <a:pPr lvl="1">
              <a:buClr>
                <a:srgbClr val="00B0F0"/>
              </a:buClr>
              <a:buFont typeface="Courier New" panose="02070309020205020404" pitchFamily="49" charset="0"/>
              <a:buChar char="o"/>
            </a:pPr>
            <a:r>
              <a:rPr lang="en-US" dirty="0" smtClean="0"/>
              <a:t>Can </a:t>
            </a:r>
            <a:r>
              <a:rPr lang="en-US" dirty="0"/>
              <a:t>another team member reproduce the same results?</a:t>
            </a:r>
          </a:p>
          <a:p>
            <a:pPr>
              <a:buClr>
                <a:srgbClr val="00B0F0"/>
              </a:buClr>
              <a:buFont typeface="Courier New" panose="02070309020205020404" pitchFamily="49" charset="0"/>
              <a:buChar char="o"/>
            </a:pPr>
            <a:r>
              <a:rPr lang="en-US" dirty="0"/>
              <a:t>Traditionally, many data scientists manually maintain experiment records using local folders, spreadsheets, or files with names such as:</a:t>
            </a:r>
          </a:p>
          <a:p>
            <a:pPr lvl="1">
              <a:buClr>
                <a:srgbClr val="00B0F0"/>
              </a:buClr>
              <a:buFont typeface="Courier New" panose="02070309020205020404" pitchFamily="49" charset="0"/>
              <a:buChar char="o"/>
            </a:pPr>
            <a:r>
              <a:rPr lang="en-US" dirty="0" smtClean="0"/>
              <a:t>final_model.py</a:t>
            </a:r>
            <a:endParaRPr lang="en-US" dirty="0"/>
          </a:p>
          <a:p>
            <a:pPr lvl="1">
              <a:buClr>
                <a:srgbClr val="00B0F0"/>
              </a:buClr>
              <a:buFont typeface="Courier New" panose="02070309020205020404" pitchFamily="49" charset="0"/>
              <a:buChar char="o"/>
            </a:pPr>
            <a:r>
              <a:rPr lang="en-US" dirty="0" smtClean="0"/>
              <a:t>final_model_v2.py</a:t>
            </a:r>
            <a:endParaRPr lang="en-US" dirty="0"/>
          </a:p>
          <a:p>
            <a:pPr lvl="1">
              <a:buClr>
                <a:srgbClr val="00B0F0"/>
              </a:buClr>
              <a:buFont typeface="Courier New" panose="02070309020205020404" pitchFamily="49" charset="0"/>
              <a:buChar char="o"/>
            </a:pPr>
            <a:r>
              <a:rPr lang="en-US" dirty="0" smtClean="0"/>
              <a:t>final_latest.py</a:t>
            </a:r>
            <a:endParaRPr lang="en-US" dirty="0"/>
          </a:p>
          <a:p>
            <a:pPr lvl="1">
              <a:buClr>
                <a:srgbClr val="00B0F0"/>
              </a:buClr>
              <a:buFont typeface="Courier New" panose="02070309020205020404" pitchFamily="49" charset="0"/>
              <a:buChar char="o"/>
            </a:pPr>
            <a:r>
              <a:rPr lang="en-US" dirty="0" smtClean="0"/>
              <a:t>final_latest_new.py</a:t>
            </a:r>
            <a:endParaRPr lang="en-US" dirty="0"/>
          </a:p>
          <a:p>
            <a:pPr>
              <a:buClr>
                <a:srgbClr val="00B0F0"/>
              </a:buClr>
              <a:buFont typeface="Courier New" panose="02070309020205020404" pitchFamily="49" charset="0"/>
              <a:buChar char="o"/>
            </a:pPr>
            <a:r>
              <a:rPr lang="en-US" dirty="0"/>
              <a:t>This approach quickly becomes difficult to manage, especially in collaborative environments.</a:t>
            </a:r>
          </a:p>
          <a:p>
            <a:endParaRPr lang="en-US" dirty="0"/>
          </a:p>
        </p:txBody>
      </p:sp>
    </p:spTree>
    <p:extLst>
      <p:ext uri="{BB962C8B-B14F-4D97-AF65-F5344CB8AC3E}">
        <p14:creationId xmlns:p14="http://schemas.microsoft.com/office/powerpoint/2010/main" val="409255534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US" dirty="0"/>
              <a:t>How </a:t>
            </a:r>
            <a:r>
              <a:rPr lang="en-US" dirty="0" err="1"/>
              <a:t>MLflow</a:t>
            </a:r>
            <a:r>
              <a:rPr lang="en-US" dirty="0"/>
              <a:t> Tracking Solves the Problem</a:t>
            </a:r>
            <a:r>
              <a:rPr lang="en-IN" dirty="0" smtClean="0"/>
              <a:t/>
            </a:r>
            <a:br>
              <a:rPr lang="en-IN" dirty="0" smtClean="0"/>
            </a:br>
            <a:r>
              <a:rPr lang="en-IN" dirty="0" smtClean="0"/>
              <a:t/>
            </a:r>
            <a:br>
              <a:rPr lang="en-IN" dirty="0" smtClean="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457200" y="965887"/>
            <a:ext cx="10898659" cy="5058821"/>
          </a:xfrm>
        </p:spPr>
        <p:txBody>
          <a:bodyPr/>
          <a:lstStyle/>
          <a:p>
            <a:pPr>
              <a:buClr>
                <a:srgbClr val="00B0F0"/>
              </a:buClr>
              <a:buFont typeface="Courier New" panose="02070309020205020404" pitchFamily="49" charset="0"/>
              <a:buChar char="o"/>
            </a:pPr>
            <a:r>
              <a:rPr lang="en-IN" dirty="0" err="1" smtClean="0"/>
              <a:t>MLflow</a:t>
            </a:r>
            <a:r>
              <a:rPr lang="en-IN" dirty="0" smtClean="0"/>
              <a:t> </a:t>
            </a:r>
            <a:r>
              <a:rPr lang="en-IN" dirty="0"/>
              <a:t>Tracking provides a centralized way to record every machine learning </a:t>
            </a:r>
            <a:r>
              <a:rPr lang="en-IN" dirty="0" smtClean="0"/>
              <a:t>experiment.</a:t>
            </a:r>
          </a:p>
          <a:p>
            <a:pPr>
              <a:buClr>
                <a:srgbClr val="00B0F0"/>
              </a:buClr>
              <a:buFont typeface="Courier New" panose="02070309020205020404" pitchFamily="49" charset="0"/>
              <a:buChar char="o"/>
            </a:pPr>
            <a:r>
              <a:rPr lang="en-IN" dirty="0" smtClean="0"/>
              <a:t>It </a:t>
            </a:r>
            <a:r>
              <a:rPr lang="en-IN" dirty="0"/>
              <a:t>automatically logs important experiment information such </a:t>
            </a:r>
            <a:r>
              <a:rPr lang="en-IN" dirty="0" smtClean="0"/>
              <a:t>as:</a:t>
            </a:r>
          </a:p>
          <a:p>
            <a:pPr lvl="1">
              <a:buClr>
                <a:srgbClr val="00B0F0"/>
              </a:buClr>
              <a:buFont typeface="Courier New" panose="02070309020205020404" pitchFamily="49" charset="0"/>
              <a:buChar char="o"/>
            </a:pPr>
            <a:r>
              <a:rPr lang="en-IN" dirty="0" err="1" smtClean="0"/>
              <a:t>Hyperparameters</a:t>
            </a:r>
            <a:endParaRPr lang="en-IN" dirty="0"/>
          </a:p>
          <a:p>
            <a:pPr lvl="1">
              <a:buClr>
                <a:srgbClr val="00B0F0"/>
              </a:buClr>
              <a:buFont typeface="Courier New" panose="02070309020205020404" pitchFamily="49" charset="0"/>
              <a:buChar char="o"/>
            </a:pPr>
            <a:r>
              <a:rPr lang="en-IN" dirty="0" smtClean="0"/>
              <a:t>Source code version</a:t>
            </a:r>
          </a:p>
          <a:p>
            <a:pPr lvl="1">
              <a:buClr>
                <a:srgbClr val="00B0F0"/>
              </a:buClr>
              <a:buFont typeface="Courier New" panose="02070309020205020404" pitchFamily="49" charset="0"/>
              <a:buChar char="o"/>
            </a:pPr>
            <a:r>
              <a:rPr lang="en-IN" dirty="0" smtClean="0"/>
              <a:t>Evaluation metrics</a:t>
            </a:r>
          </a:p>
          <a:p>
            <a:pPr lvl="1">
              <a:buClr>
                <a:srgbClr val="00B0F0"/>
              </a:buClr>
              <a:buFont typeface="Courier New" panose="02070309020205020404" pitchFamily="49" charset="0"/>
              <a:buChar char="o"/>
            </a:pPr>
            <a:r>
              <a:rPr lang="en-IN" dirty="0" smtClean="0"/>
              <a:t>Model outputs</a:t>
            </a:r>
          </a:p>
          <a:p>
            <a:pPr lvl="1">
              <a:buClr>
                <a:srgbClr val="00B0F0"/>
              </a:buClr>
              <a:buFont typeface="Courier New" panose="02070309020205020404" pitchFamily="49" charset="0"/>
              <a:buChar char="o"/>
            </a:pPr>
            <a:r>
              <a:rPr lang="en-IN" dirty="0" err="1" smtClean="0"/>
              <a:t>Artifacts</a:t>
            </a:r>
            <a:endParaRPr lang="en-IN" dirty="0"/>
          </a:p>
          <a:p>
            <a:pPr lvl="1">
              <a:buClr>
                <a:srgbClr val="00B0F0"/>
              </a:buClr>
              <a:buFont typeface="Courier New" panose="02070309020205020404" pitchFamily="49" charset="0"/>
              <a:buChar char="o"/>
            </a:pPr>
            <a:r>
              <a:rPr lang="en-IN" dirty="0" smtClean="0"/>
              <a:t>Execution details</a:t>
            </a:r>
          </a:p>
          <a:p>
            <a:pPr>
              <a:buClr>
                <a:srgbClr val="00B0F0"/>
              </a:buClr>
              <a:buFont typeface="Courier New" panose="02070309020205020404" pitchFamily="49" charset="0"/>
              <a:buChar char="o"/>
            </a:pPr>
            <a:r>
              <a:rPr lang="en-IN" dirty="0" smtClean="0"/>
              <a:t>This </a:t>
            </a:r>
            <a:r>
              <a:rPr lang="en-IN" dirty="0"/>
              <a:t>enables teams to</a:t>
            </a:r>
            <a:r>
              <a:rPr lang="en-IN" dirty="0" smtClean="0"/>
              <a:t>:</a:t>
            </a:r>
          </a:p>
          <a:p>
            <a:pPr lvl="1">
              <a:buClr>
                <a:srgbClr val="00B0F0"/>
              </a:buClr>
              <a:buFont typeface="Courier New" panose="02070309020205020404" pitchFamily="49" charset="0"/>
              <a:buChar char="o"/>
            </a:pPr>
            <a:r>
              <a:rPr lang="en-IN" dirty="0"/>
              <a:t>Organize experiments </a:t>
            </a:r>
            <a:r>
              <a:rPr lang="en-IN" dirty="0" smtClean="0"/>
              <a:t>efficiently.</a:t>
            </a:r>
          </a:p>
          <a:p>
            <a:pPr lvl="1">
              <a:buClr>
                <a:srgbClr val="00B0F0"/>
              </a:buClr>
              <a:buFont typeface="Courier New" panose="02070309020205020404" pitchFamily="49" charset="0"/>
              <a:buChar char="o"/>
            </a:pPr>
            <a:r>
              <a:rPr lang="en-IN" dirty="0" smtClean="0"/>
              <a:t>Compare different model runs.</a:t>
            </a:r>
          </a:p>
          <a:p>
            <a:pPr lvl="1">
              <a:buClr>
                <a:srgbClr val="00B0F0"/>
              </a:buClr>
              <a:buFont typeface="Courier New" panose="02070309020205020404" pitchFamily="49" charset="0"/>
              <a:buChar char="o"/>
            </a:pPr>
            <a:r>
              <a:rPr lang="en-IN" dirty="0" smtClean="0"/>
              <a:t>Reproduce </a:t>
            </a:r>
            <a:r>
              <a:rPr lang="en-IN" dirty="0"/>
              <a:t>previous </a:t>
            </a:r>
            <a:r>
              <a:rPr lang="en-IN" dirty="0" smtClean="0"/>
              <a:t>experiments.</a:t>
            </a:r>
          </a:p>
          <a:p>
            <a:pPr lvl="1">
              <a:buClr>
                <a:srgbClr val="00B0F0"/>
              </a:buClr>
              <a:buFont typeface="Courier New" panose="02070309020205020404" pitchFamily="49" charset="0"/>
              <a:buChar char="o"/>
            </a:pPr>
            <a:r>
              <a:rPr lang="en-IN" dirty="0" smtClean="0"/>
              <a:t>Share </a:t>
            </a:r>
            <a:r>
              <a:rPr lang="en-IN" dirty="0"/>
              <a:t>experiment results with colleagues</a:t>
            </a:r>
            <a:r>
              <a:rPr lang="en-IN" dirty="0" smtClean="0"/>
              <a:t>.</a:t>
            </a:r>
            <a:endParaRPr lang="en-IN" dirty="0"/>
          </a:p>
        </p:txBody>
      </p:sp>
    </p:spTree>
    <p:extLst>
      <p:ext uri="{BB962C8B-B14F-4D97-AF65-F5344CB8AC3E}">
        <p14:creationId xmlns:p14="http://schemas.microsoft.com/office/powerpoint/2010/main" val="31077234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0C813FEE-17AE-5D09-7E31-73405E276A3F}"/>
              </a:ext>
            </a:extLst>
          </p:cNvPr>
          <p:cNvSpPr>
            <a:spLocks noGrp="1"/>
          </p:cNvSpPr>
          <p:nvPr>
            <p:ph type="body" sz="quarter" idx="11"/>
          </p:nvPr>
        </p:nvSpPr>
        <p:spPr/>
        <p:txBody>
          <a:bodyPr/>
          <a:lstStyle/>
          <a:p>
            <a:r>
              <a:rPr lang="en-IN" dirty="0" err="1"/>
              <a:t>MLflow</a:t>
            </a:r>
            <a:r>
              <a:rPr lang="en-IN" dirty="0"/>
              <a:t> Tracking UI</a:t>
            </a:r>
            <a:r>
              <a:rPr lang="en-IN" dirty="0" smtClean="0"/>
              <a:t/>
            </a:r>
            <a:br>
              <a:rPr lang="en-IN" dirty="0" smtClean="0"/>
            </a:br>
            <a:r>
              <a:rPr lang="en-IN" dirty="0" smtClean="0"/>
              <a:t/>
            </a:r>
            <a:br>
              <a:rPr lang="en-IN" dirty="0" smtClean="0"/>
            </a:br>
            <a:endParaRPr lang="en-US" dirty="0"/>
          </a:p>
        </p:txBody>
      </p:sp>
      <p:sp>
        <p:nvSpPr>
          <p:cNvPr id="7" name="Text Placeholder 6">
            <a:extLst>
              <a:ext uri="{FF2B5EF4-FFF2-40B4-BE49-F238E27FC236}">
                <a16:creationId xmlns:a16="http://schemas.microsoft.com/office/drawing/2014/main" xmlns="" id="{B33B5B80-9820-6A94-CE15-9D36A6ED4C44}"/>
              </a:ext>
            </a:extLst>
          </p:cNvPr>
          <p:cNvSpPr>
            <a:spLocks noGrp="1"/>
          </p:cNvSpPr>
          <p:nvPr>
            <p:ph type="body" sz="quarter" idx="13"/>
          </p:nvPr>
        </p:nvSpPr>
        <p:spPr>
          <a:xfrm>
            <a:off x="182880" y="1056399"/>
            <a:ext cx="11450409" cy="5467138"/>
          </a:xfrm>
        </p:spPr>
        <p:txBody>
          <a:bodyPr/>
          <a:lstStyle/>
          <a:p>
            <a:pPr lvl="0">
              <a:buClr>
                <a:srgbClr val="00B0F0"/>
              </a:buClr>
              <a:buFont typeface="Courier New" panose="02070309020205020404" pitchFamily="49" charset="0"/>
              <a:buChar char="o"/>
            </a:pPr>
            <a:r>
              <a:rPr lang="en-US" dirty="0" smtClean="0"/>
              <a:t>The </a:t>
            </a:r>
            <a:r>
              <a:rPr lang="en-US" dirty="0"/>
              <a:t>diagram above illustrates the Machine Learning </a:t>
            </a:r>
            <a:r>
              <a:rPr lang="en-US" dirty="0" smtClean="0"/>
              <a:t>process.</a:t>
            </a:r>
          </a:p>
          <a:p>
            <a:pPr lvl="0">
              <a:buClr>
                <a:srgbClr val="00B0F0"/>
              </a:buClr>
              <a:buFont typeface="Courier New" panose="02070309020205020404" pitchFamily="49" charset="0"/>
              <a:buChar char="o"/>
            </a:pPr>
            <a:r>
              <a:rPr lang="en-US" dirty="0"/>
              <a:t>One of the biggest advantages of </a:t>
            </a:r>
            <a:r>
              <a:rPr lang="en-US" dirty="0" err="1"/>
              <a:t>MLflow</a:t>
            </a:r>
            <a:r>
              <a:rPr lang="en-US" dirty="0"/>
              <a:t> Tracking is its web-based user interface.</a:t>
            </a:r>
          </a:p>
          <a:p>
            <a:pPr lvl="0">
              <a:buClr>
                <a:srgbClr val="00B0F0"/>
              </a:buClr>
              <a:buFont typeface="Courier New" panose="02070309020205020404" pitchFamily="49" charset="0"/>
              <a:buChar char="o"/>
            </a:pPr>
            <a:r>
              <a:rPr lang="en-US" dirty="0"/>
              <a:t>Instead of searching through terminal logs or local folders, users can visualize:</a:t>
            </a:r>
          </a:p>
          <a:p>
            <a:pPr lvl="1">
              <a:buClr>
                <a:srgbClr val="00B0F0"/>
              </a:buClr>
              <a:buFont typeface="Courier New" panose="02070309020205020404" pitchFamily="49" charset="0"/>
              <a:buChar char="o"/>
            </a:pPr>
            <a:r>
              <a:rPr lang="en-US" dirty="0" smtClean="0"/>
              <a:t>Experiment </a:t>
            </a:r>
            <a:r>
              <a:rPr lang="en-US" dirty="0"/>
              <a:t>runs</a:t>
            </a:r>
          </a:p>
          <a:p>
            <a:pPr lvl="1">
              <a:buClr>
                <a:srgbClr val="00B0F0"/>
              </a:buClr>
              <a:buFont typeface="Courier New" panose="02070309020205020404" pitchFamily="49" charset="0"/>
              <a:buChar char="o"/>
            </a:pPr>
            <a:r>
              <a:rPr lang="en-US" dirty="0" smtClean="0"/>
              <a:t>Logged </a:t>
            </a:r>
            <a:r>
              <a:rPr lang="en-US" dirty="0"/>
              <a:t>parameters</a:t>
            </a:r>
          </a:p>
          <a:p>
            <a:pPr lvl="1">
              <a:buClr>
                <a:srgbClr val="00B0F0"/>
              </a:buClr>
              <a:buFont typeface="Courier New" panose="02070309020205020404" pitchFamily="49" charset="0"/>
              <a:buChar char="o"/>
            </a:pPr>
            <a:r>
              <a:rPr lang="en-US" dirty="0" smtClean="0"/>
              <a:t>Performance </a:t>
            </a:r>
            <a:r>
              <a:rPr lang="en-US" dirty="0"/>
              <a:t>metrics</a:t>
            </a:r>
          </a:p>
          <a:p>
            <a:pPr lvl="1">
              <a:buClr>
                <a:srgbClr val="00B0F0"/>
              </a:buClr>
              <a:buFont typeface="Courier New" panose="02070309020205020404" pitchFamily="49" charset="0"/>
              <a:buChar char="o"/>
            </a:pPr>
            <a:r>
              <a:rPr lang="en-US" dirty="0" smtClean="0"/>
              <a:t>Training </a:t>
            </a:r>
            <a:r>
              <a:rPr lang="en-US" dirty="0"/>
              <a:t>history</a:t>
            </a:r>
          </a:p>
          <a:p>
            <a:pPr lvl="1">
              <a:buClr>
                <a:srgbClr val="00B0F0"/>
              </a:buClr>
              <a:buFont typeface="Courier New" panose="02070309020205020404" pitchFamily="49" charset="0"/>
              <a:buChar char="o"/>
            </a:pPr>
            <a:r>
              <a:rPr lang="en-US" dirty="0" smtClean="0"/>
              <a:t>Model </a:t>
            </a:r>
            <a:r>
              <a:rPr lang="en-US" dirty="0"/>
              <a:t>comparisons</a:t>
            </a:r>
          </a:p>
          <a:p>
            <a:pPr lvl="0">
              <a:buClr>
                <a:srgbClr val="00B0F0"/>
              </a:buClr>
              <a:buFont typeface="Courier New" panose="02070309020205020404" pitchFamily="49" charset="0"/>
              <a:buChar char="o"/>
            </a:pPr>
            <a:r>
              <a:rPr lang="en-US" dirty="0"/>
              <a:t>The graphical interface makes it significantly easier to analyze experiments and identify the best-performing models.</a:t>
            </a:r>
          </a:p>
          <a:p>
            <a:pPr lvl="0">
              <a:buClr>
                <a:srgbClr val="00B0F0"/>
              </a:buClr>
              <a:buFont typeface="Courier New" panose="02070309020205020404" pitchFamily="49" charset="0"/>
              <a:buChar char="o"/>
            </a:pPr>
            <a:endParaRPr lang="en-US" dirty="0"/>
          </a:p>
          <a:p>
            <a:r>
              <a:rPr lang="en-US" dirty="0"/>
              <a:t/>
            </a:r>
            <a:br>
              <a:rPr lang="en-US" dirty="0"/>
            </a:br>
            <a:endParaRPr lang="en-US" dirty="0" smtClean="0"/>
          </a:p>
        </p:txBody>
      </p:sp>
      <p:sp>
        <p:nvSpPr>
          <p:cNvPr id="2" name="AutoShape 2" descr="https://infyspringboard.onwingspan.com/common-content-store/Shared/Shared/Public/lex_auth_012563459509018624305_shared/web-hosted/assets/8.Constructs.png">
            <a:extLst>
              <a:ext uri="{FF2B5EF4-FFF2-40B4-BE49-F238E27FC236}">
                <a16:creationId xmlns:a16="http://schemas.microsoft.com/office/drawing/2014/main" xmlns=""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70351447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BC70CE7-0D37-5108-516F-EBF9B13D6CD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F5E0CFBC-9BB7-20A7-753C-D94285E24E14}"/>
              </a:ext>
            </a:extLst>
          </p:cNvPr>
          <p:cNvSpPr>
            <a:spLocks noGrp="1"/>
          </p:cNvSpPr>
          <p:nvPr>
            <p:ph type="body" sz="quarter" idx="11"/>
          </p:nvPr>
        </p:nvSpPr>
        <p:spPr/>
        <p:txBody>
          <a:bodyPr/>
          <a:lstStyle/>
          <a:p>
            <a:r>
              <a:rPr lang="en-US" dirty="0"/>
              <a:t>Thank you</a:t>
            </a:r>
          </a:p>
        </p:txBody>
      </p:sp>
    </p:spTree>
    <p:extLst>
      <p:ext uri="{BB962C8B-B14F-4D97-AF65-F5344CB8AC3E}">
        <p14:creationId xmlns:p14="http://schemas.microsoft.com/office/powerpoint/2010/main" val="3718504755"/>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ENGAGE" val="{&quot;SavedSwatch&quot;:&quot;-16748873|-8341960|-3468525|-2064878|-9539986|Markido&quot;,&quot;Id&quot;:&quot;5912d2b23245341368fd0de0&quot;,&quot;SmartGridHorizontal&quot;:0,&quot;LinkedExcelSources&quot;:{},&quot;LinkedProjectSources&quot;:{},&quot;FlowConfig&quot;:{&quot;Canvas&quot;:{&quot;Slide&quot;:-1,&quot;Width&quot;:0,&quot;Height&quot;:0},&quot;Timeline&quot;:{&quot;Actions&quot;:[]}},&quot;LinkedSlideMergeSources&quot;:{},&quot;LinkedSharePointSlideMergeSources&quo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Infogain Theme">
  <a:themeElements>
    <a:clrScheme name="Infogain">
      <a:dk1>
        <a:sysClr val="windowText" lastClr="000000"/>
      </a:dk1>
      <a:lt1>
        <a:sysClr val="window" lastClr="FFFFFF"/>
      </a:lt1>
      <a:dk2>
        <a:srgbClr val="4CA88A"/>
      </a:dk2>
      <a:lt2>
        <a:srgbClr val="00A9DA"/>
      </a:lt2>
      <a:accent1>
        <a:srgbClr val="E7513C"/>
      </a:accent1>
      <a:accent2>
        <a:srgbClr val="313437"/>
      </a:accent2>
      <a:accent3>
        <a:srgbClr val="5B719A"/>
      </a:accent3>
      <a:accent4>
        <a:srgbClr val="006BB1"/>
      </a:accent4>
      <a:accent5>
        <a:srgbClr val="174276"/>
      </a:accent5>
      <a:accent6>
        <a:srgbClr val="B0B2B5"/>
      </a:accent6>
      <a:hlink>
        <a:srgbClr val="0000FF"/>
      </a:hlink>
      <a:folHlink>
        <a:srgbClr val="800080"/>
      </a:folHlink>
    </a:clrScheme>
    <a:fontScheme name="Custom 11">
      <a:majorFont>
        <a:latin typeface="Avenir Roman"/>
        <a:ea typeface=""/>
        <a:cs typeface=""/>
      </a:majorFont>
      <a:minorFont>
        <a:latin typeface="Avenir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2"/>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solidFill>
            <a:schemeClr val="bg2"/>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narai">
  <a:themeElements>
    <a:clrScheme name="Tenarai">
      <a:dk1>
        <a:srgbClr val="000000"/>
      </a:dk1>
      <a:lt1>
        <a:srgbClr val="FFFFFF"/>
      </a:lt1>
      <a:dk2>
        <a:srgbClr val="8CF000"/>
      </a:dk2>
      <a:lt2>
        <a:srgbClr val="F5F0EB"/>
      </a:lt2>
      <a:accent1>
        <a:srgbClr val="8E867E"/>
      </a:accent1>
      <a:accent2>
        <a:srgbClr val="235B00"/>
      </a:accent2>
      <a:accent3>
        <a:srgbClr val="5E5751"/>
      </a:accent3>
      <a:accent4>
        <a:srgbClr val="20470F"/>
      </a:accent4>
      <a:accent5>
        <a:srgbClr val="47413C"/>
      </a:accent5>
      <a:accent6>
        <a:srgbClr val="1E321E"/>
      </a:accent6>
      <a:hlink>
        <a:srgbClr val="000000"/>
      </a:hlink>
      <a:folHlink>
        <a:srgbClr val="000000"/>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sz="1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none" lIns="0" tIns="0" rIns="0" bIns="0" rtlCol="0">
        <a:spAutoFit/>
      </a:bodyPr>
      <a:lstStyle>
        <a:defPPr algn="l">
          <a:defRPr sz="1200" dirty="0" smtClean="0"/>
        </a:defPPr>
      </a:lstStyle>
    </a:txDef>
  </a:objectDefaults>
  <a:extraClrSchemeLst/>
  <a:custClrLst>
    <a:custClr name="Tan">
      <a:srgbClr val="F5F0EB"/>
    </a:custClr>
    <a:custClr name="Tan 2">
      <a:srgbClr val="DAD2CB"/>
    </a:custClr>
    <a:custClr name="Tan 3">
      <a:srgbClr val="BEB4AA"/>
    </a:custClr>
    <a:custClr name="Tan 4">
      <a:srgbClr val="8E867E"/>
    </a:custClr>
    <a:custClr name="Tan 5">
      <a:srgbClr val="5E5751"/>
    </a:custClr>
    <a:custClr name="Tan 6">
      <a:srgbClr val="47413D"/>
    </a:custClr>
    <a:custClr name="Tan 7">
      <a:srgbClr val="2F2C29"/>
    </a:custClr>
    <a:custClr name="Tan 8">
      <a:srgbClr val="181614"/>
    </a:custClr>
    <a:custClr>
      <a:srgbClr val="FFFFFF"/>
    </a:custClr>
    <a:custClr>
      <a:srgbClr val="FFFFFF"/>
    </a:custClr>
    <a:custClr name="Volt">
      <a:srgbClr val="8CF000"/>
    </a:custClr>
    <a:custClr name="Volt 2">
      <a:srgbClr val="5FB900"/>
    </a:custClr>
    <a:custClr name="Volt 3">
      <a:srgbClr val="328200"/>
    </a:custClr>
    <a:custClr name="Volt 4">
      <a:srgbClr val="235B00"/>
    </a:custClr>
    <a:custClr name="Volt 5">
      <a:srgbClr val="21470F"/>
    </a:custClr>
    <a:custClr name="Volt 6">
      <a:srgbClr val="1E321E"/>
    </a:custClr>
    <a:custClr name="Volt 7">
      <a:srgbClr val="162616"/>
    </a:custClr>
    <a:custClr name="Volt 8">
      <a:srgbClr val="0F190F"/>
    </a:custClr>
    <a:custClr>
      <a:srgbClr val="FFFFFF"/>
    </a:custClr>
    <a:custClr>
      <a:srgbClr val="FFFFFF"/>
    </a:custClr>
    <a:custClr name="Success Light">
      <a:srgbClr val="DDFBB2"/>
    </a:custClr>
    <a:custClr name="Success Dark">
      <a:srgbClr val="11AE50"/>
    </a:custClr>
    <a:custClr name="Warning Light">
      <a:srgbClr val="FFF2E0"/>
    </a:custClr>
    <a:custClr name="Warning Dark">
      <a:srgbClr val="AD4B00"/>
    </a:custClr>
    <a:custClr name="Danger Light">
      <a:srgbClr val="FFE5F0"/>
    </a:custClr>
    <a:custClr name="Danger Dark">
      <a:srgbClr val="BD004B"/>
    </a:custClr>
    <a:custClr name="Info Light">
      <a:srgbClr val="EDE5FF"/>
    </a:custClr>
    <a:custClr name="Info Dark">
      <a:srgbClr val="714CD6"/>
    </a:custClr>
    <a:custClr>
      <a:srgbClr val="FFFFFF"/>
    </a:custClr>
    <a:custClr>
      <a:srgbClr val="FFFFFF"/>
    </a:custClr>
  </a:custClrLst>
  <a:extLst>
    <a:ext uri="{05A4C25C-085E-4340-85A3-A5531E510DB2}">
      <thm15:themeFamily xmlns:thm15="http://schemas.microsoft.com/office/thememl/2012/main" xmlns="" name="Tenarai_Template_20260310" id="{392C4E7A-B87B-0446-B2FC-59969B4EAB6B}" vid="{B3C127D8-8DD5-0840-A0C6-D9CC8662E7B3}"/>
    </a:ext>
  </a:extLst>
</a:theme>
</file>

<file path=ppt/theme/theme3.xml><?xml version="1.0" encoding="utf-8"?>
<a:theme xmlns:a="http://schemas.openxmlformats.org/drawingml/2006/main" name="1_Tenarai">
  <a:themeElements>
    <a:clrScheme name="Tenarai">
      <a:dk1>
        <a:srgbClr val="000000"/>
      </a:dk1>
      <a:lt1>
        <a:srgbClr val="FFFFFF"/>
      </a:lt1>
      <a:dk2>
        <a:srgbClr val="8CF000"/>
      </a:dk2>
      <a:lt2>
        <a:srgbClr val="F5F0EB"/>
      </a:lt2>
      <a:accent1>
        <a:srgbClr val="8E867E"/>
      </a:accent1>
      <a:accent2>
        <a:srgbClr val="235B00"/>
      </a:accent2>
      <a:accent3>
        <a:srgbClr val="5E5751"/>
      </a:accent3>
      <a:accent4>
        <a:srgbClr val="20470F"/>
      </a:accent4>
      <a:accent5>
        <a:srgbClr val="47413C"/>
      </a:accent5>
      <a:accent6>
        <a:srgbClr val="1E321E"/>
      </a:accent6>
      <a:hlink>
        <a:srgbClr val="000000"/>
      </a:hlink>
      <a:folHlink>
        <a:srgbClr val="000000"/>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sz="1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none" lIns="0" tIns="0" rIns="0" bIns="0" rtlCol="0">
        <a:spAutoFit/>
      </a:bodyPr>
      <a:lstStyle>
        <a:defPPr algn="l">
          <a:defRPr sz="1200" dirty="0" smtClean="0"/>
        </a:defPPr>
      </a:lstStyle>
    </a:txDef>
  </a:objectDefaults>
  <a:extraClrSchemeLst/>
  <a:custClrLst>
    <a:custClr name="Tan">
      <a:srgbClr val="F5F0EB"/>
    </a:custClr>
    <a:custClr name="Tan 2">
      <a:srgbClr val="DAD2CB"/>
    </a:custClr>
    <a:custClr name="Tan 3">
      <a:srgbClr val="BEB4AA"/>
    </a:custClr>
    <a:custClr name="Tan 4">
      <a:srgbClr val="8E867E"/>
    </a:custClr>
    <a:custClr name="Tan 5">
      <a:srgbClr val="5E5751"/>
    </a:custClr>
    <a:custClr name="Tan 6">
      <a:srgbClr val="47413D"/>
    </a:custClr>
    <a:custClr name="Tan 7">
      <a:srgbClr val="2F2C29"/>
    </a:custClr>
    <a:custClr name="Tan 8">
      <a:srgbClr val="181614"/>
    </a:custClr>
    <a:custClr>
      <a:srgbClr val="FFFFFF"/>
    </a:custClr>
    <a:custClr>
      <a:srgbClr val="FFFFFF"/>
    </a:custClr>
    <a:custClr name="Volt">
      <a:srgbClr val="8CF000"/>
    </a:custClr>
    <a:custClr name="Volt 2">
      <a:srgbClr val="5FB900"/>
    </a:custClr>
    <a:custClr name="Volt 3">
      <a:srgbClr val="328200"/>
    </a:custClr>
    <a:custClr name="Volt 4">
      <a:srgbClr val="235B00"/>
    </a:custClr>
    <a:custClr name="Volt 5">
      <a:srgbClr val="21470F"/>
    </a:custClr>
    <a:custClr name="Volt 6">
      <a:srgbClr val="1E321E"/>
    </a:custClr>
    <a:custClr name="Volt 7">
      <a:srgbClr val="162616"/>
    </a:custClr>
    <a:custClr name="Volt 8">
      <a:srgbClr val="0F190F"/>
    </a:custClr>
    <a:custClr>
      <a:srgbClr val="FFFFFF"/>
    </a:custClr>
    <a:custClr>
      <a:srgbClr val="FFFFFF"/>
    </a:custClr>
    <a:custClr name="Success Light">
      <a:srgbClr val="DDFBB2"/>
    </a:custClr>
    <a:custClr name="Success Dark">
      <a:srgbClr val="11AE50"/>
    </a:custClr>
    <a:custClr name="Warning Light">
      <a:srgbClr val="FFF2E0"/>
    </a:custClr>
    <a:custClr name="Warning Dark">
      <a:srgbClr val="AD4B00"/>
    </a:custClr>
    <a:custClr name="Danger Light">
      <a:srgbClr val="FFE5F0"/>
    </a:custClr>
    <a:custClr name="Danger Dark">
      <a:srgbClr val="BD004B"/>
    </a:custClr>
    <a:custClr name="Info Light">
      <a:srgbClr val="EDE5FF"/>
    </a:custClr>
    <a:custClr name="Info Dark">
      <a:srgbClr val="714CD6"/>
    </a:custClr>
    <a:custClr>
      <a:srgbClr val="FFFFFF"/>
    </a:custClr>
    <a:custClr>
      <a:srgbClr val="FFFFFF"/>
    </a:custClr>
  </a:custClrLst>
  <a:extLst>
    <a:ext uri="{05A4C25C-085E-4340-85A3-A5531E510DB2}">
      <thm15:themeFamily xmlns:thm15="http://schemas.microsoft.com/office/thememl/2012/main" xmlns="" name="Tenarai_Template_20260310" id="{392C4E7A-B87B-0446-B2FC-59969B4EAB6B}" vid="{B3C127D8-8DD5-0840-A0C6-D9CC8662E7B3}"/>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18301F54976BD40B3F8637F54C095B9" ma:contentTypeVersion="9" ma:contentTypeDescription="Create a new document." ma:contentTypeScope="" ma:versionID="7981c13eefe6da806c4b4d04fadbaee2">
  <xsd:schema xmlns:xsd="http://www.w3.org/2001/XMLSchema" xmlns:xs="http://www.w3.org/2001/XMLSchema" xmlns:p="http://schemas.microsoft.com/office/2006/metadata/properties" xmlns:ns2="863d8192-19c9-48ba-956d-c31701e6c360" targetNamespace="http://schemas.microsoft.com/office/2006/metadata/properties" ma:root="true" ma:fieldsID="47f719c559862e1b2a804745738a065f" ns2:_="">
    <xsd:import namespace="863d8192-19c9-48ba-956d-c31701e6c360"/>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63d8192-19c9-48ba-956d-c31701e6c36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878CF0A-9D77-4FD2-A2D8-5E627661DB47}">
  <ds:schemaRefs>
    <ds:schemaRef ds:uri="http://schemas.microsoft.com/office/infopath/2007/PartnerControls"/>
    <ds:schemaRef ds:uri="http://purl.org/dc/elements/1.1/"/>
    <ds:schemaRef ds:uri="http://schemas.microsoft.com/office/2006/metadata/properties"/>
    <ds:schemaRef ds:uri="http://purl.org/dc/terms/"/>
    <ds:schemaRef ds:uri="http://schemas.microsoft.com/office/2006/documentManagement/types"/>
    <ds:schemaRef ds:uri="http://purl.org/dc/dcmitype/"/>
    <ds:schemaRef ds:uri="http://schemas.openxmlformats.org/package/2006/metadata/core-properties"/>
    <ds:schemaRef ds:uri="863d8192-19c9-48ba-956d-c31701e6c360"/>
    <ds:schemaRef ds:uri="http://www.w3.org/XML/1998/namespace"/>
  </ds:schemaRefs>
</ds:datastoreItem>
</file>

<file path=customXml/itemProps2.xml><?xml version="1.0" encoding="utf-8"?>
<ds:datastoreItem xmlns:ds="http://schemas.openxmlformats.org/officeDocument/2006/customXml" ds:itemID="{91A8D693-52B0-4EC7-BA43-D2D78CB8FC6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63d8192-19c9-48ba-956d-c31701e6c3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D26E52B-BE85-4589-9F0E-59F6B75FADE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49271</TotalTime>
  <Words>732</Words>
  <Application>Microsoft Office PowerPoint</Application>
  <PresentationFormat>Custom</PresentationFormat>
  <Paragraphs>123</Paragraphs>
  <Slides>14</Slides>
  <Notes>0</Notes>
  <HiddenSlides>0</HiddenSlides>
  <MMClips>0</MMClips>
  <ScaleCrop>false</ScaleCrop>
  <HeadingPairs>
    <vt:vector size="6" baseType="variant">
      <vt:variant>
        <vt:lpstr>Theme</vt:lpstr>
      </vt:variant>
      <vt:variant>
        <vt:i4>3</vt:i4>
      </vt:variant>
      <vt:variant>
        <vt:lpstr>Embedded OLE Servers</vt:lpstr>
      </vt:variant>
      <vt:variant>
        <vt:i4>1</vt:i4>
      </vt:variant>
      <vt:variant>
        <vt:lpstr>Slide Titles</vt:lpstr>
      </vt:variant>
      <vt:variant>
        <vt:i4>14</vt:i4>
      </vt:variant>
    </vt:vector>
  </HeadingPairs>
  <TitlesOfParts>
    <vt:vector size="18" baseType="lpstr">
      <vt:lpstr>Infogain Theme</vt:lpstr>
      <vt:lpstr>Tenarai</vt:lpstr>
      <vt:lpstr>1_Tenarai</vt:lpstr>
      <vt:lpstr>think-cell Slide</vt:lpstr>
      <vt:lpstr>MLflow Part-01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SOLUTIONS</dc:title>
  <dc:creator>Sushma V</dc:creator>
  <cp:lastModifiedBy>Hp</cp:lastModifiedBy>
  <cp:revision>992</cp:revision>
  <dcterms:created xsi:type="dcterms:W3CDTF">2016-11-03T07:42:20Z</dcterms:created>
  <dcterms:modified xsi:type="dcterms:W3CDTF">2026-08-24T09:03:34Z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0x010100C18301F54976BD40B3F8637F54C095B9</vt:lpwstr>
  </property>
</Properties>
</file>