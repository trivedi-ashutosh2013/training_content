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theme/theme3.xml" ContentType="application/vnd.openxmlformats-officedocument.them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heme/theme4.xml" ContentType="application/vnd.openxmlformats-officedocument.theme+xml"/>
  <Override PartName="/ppt/tags/tag2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705" r:id="rId5"/>
    <p:sldMasterId id="2147483826" r:id="rId6"/>
  </p:sldMasterIdLst>
  <p:notesMasterIdLst>
    <p:notesMasterId r:id="rId26"/>
  </p:notesMasterIdLst>
  <p:sldIdLst>
    <p:sldId id="360" r:id="rId7"/>
    <p:sldId id="843" r:id="rId8"/>
    <p:sldId id="821" r:id="rId9"/>
    <p:sldId id="822" r:id="rId10"/>
    <p:sldId id="823" r:id="rId11"/>
    <p:sldId id="804" r:id="rId12"/>
    <p:sldId id="742" r:id="rId13"/>
    <p:sldId id="743" r:id="rId14"/>
    <p:sldId id="805" r:id="rId15"/>
    <p:sldId id="839" r:id="rId16"/>
    <p:sldId id="744" r:id="rId17"/>
    <p:sldId id="787" r:id="rId18"/>
    <p:sldId id="807" r:id="rId19"/>
    <p:sldId id="824" r:id="rId20"/>
    <p:sldId id="840" r:id="rId21"/>
    <p:sldId id="841" r:id="rId22"/>
    <p:sldId id="842" r:id="rId23"/>
    <p:sldId id="809" r:id="rId24"/>
    <p:sldId id="390" r:id="rId25"/>
  </p:sldIdLst>
  <p:sldSz cx="12192000" cy="6858000"/>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Template" id="{F95B354D-98B6-4567-B21B-97DFBEE36FD2}">
          <p14:sldIdLst>
            <p14:sldId id="360"/>
            <p14:sldId id="843"/>
            <p14:sldId id="821"/>
            <p14:sldId id="822"/>
            <p14:sldId id="823"/>
            <p14:sldId id="804"/>
            <p14:sldId id="742"/>
            <p14:sldId id="743"/>
            <p14:sldId id="805"/>
            <p14:sldId id="839"/>
            <p14:sldId id="744"/>
            <p14:sldId id="787"/>
            <p14:sldId id="807"/>
            <p14:sldId id="824"/>
            <p14:sldId id="840"/>
            <p14:sldId id="841"/>
            <p14:sldId id="842"/>
            <p14:sldId id="809"/>
            <p14:sldId id="390"/>
          </p14:sldIdLst>
        </p14:section>
      </p14:sectionLst>
    </p:ext>
    <p:ext uri="{EFAFB233-063F-42B5-8137-9DF3F51BA10A}">
      <p15:sldGuideLst xmlns="" xmlns:p15="http://schemas.microsoft.com/office/powerpoint/2012/main">
        <p15:guide id="1" orient="horz" pos="3288" userDrawn="1">
          <p15:clr>
            <a:srgbClr val="A4A3A4"/>
          </p15:clr>
        </p15:guide>
        <p15:guide id="2" pos="192" userDrawn="1">
          <p15:clr>
            <a:srgbClr val="A4A3A4"/>
          </p15:clr>
        </p15:guide>
        <p15:guide id="3" pos="7416" userDrawn="1">
          <p15:clr>
            <a:srgbClr val="A4A3A4"/>
          </p15:clr>
        </p15:guide>
        <p15:guide id="4" orient="horz" pos="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70C0"/>
    <a:srgbClr val="BDE3FF"/>
    <a:srgbClr val="0099CC"/>
    <a:srgbClr val="EAEFF7"/>
    <a:srgbClr val="000000"/>
    <a:srgbClr val="003366"/>
    <a:srgbClr val="5F5F5F"/>
    <a:srgbClr val="C7C7C7"/>
    <a:srgbClr val="8FA2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132" autoAdjust="0"/>
    <p:restoredTop sz="93543" autoAdjust="0"/>
  </p:normalViewPr>
  <p:slideViewPr>
    <p:cSldViewPr snapToGrid="0">
      <p:cViewPr>
        <p:scale>
          <a:sx n="77" d="100"/>
          <a:sy n="77" d="100"/>
        </p:scale>
        <p:origin x="-96" y="-72"/>
      </p:cViewPr>
      <p:guideLst>
        <p:guide orient="horz" pos="3288"/>
        <p:guide orient="horz" pos="984"/>
        <p:guide pos="192"/>
        <p:guide pos="74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ags" Target="tags/tag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6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7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0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8.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23.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EC6BA1-DC03-4CEA-9050-1B4C09061324}" type="datetimeFigureOut">
              <a:rPr lang="en-IN" smtClean="0"/>
              <a:pPr/>
              <a:t>21-07-2026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19FFEA-3951-4BA9-8398-FEC7047E1482}" type="slidenum">
              <a:rPr lang="en-IN" smtClean="0"/>
              <a:pPr/>
              <a:t>‹#›</a:t>
            </a:fld>
            <a:endParaRPr lang="en-IN"/>
          </a:p>
        </p:txBody>
      </p:sp>
    </p:spTree>
    <p:extLst>
      <p:ext uri="{BB962C8B-B14F-4D97-AF65-F5344CB8AC3E}">
        <p14:creationId xmlns:p14="http://schemas.microsoft.com/office/powerpoint/2010/main" val="412322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www.infogain.com/" TargetMode="Externa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3.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4.bin"/></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5.bin"/></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7.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8.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9.bin"/></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16.emf"/><Relationship Id="rId4" Type="http://schemas.openxmlformats.org/officeDocument/2006/relationships/oleObject" Target="../embeddings/oleObject10.bin"/></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17.emf"/><Relationship Id="rId4" Type="http://schemas.openxmlformats.org/officeDocument/2006/relationships/oleObject" Target="../embeddings/oleObject11.bin"/></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oleObject" Target="../embeddings/oleObject12.bin"/></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oleObject" Target="../embeddings/oleObject13.bin"/></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17.emf"/><Relationship Id="rId4" Type="http://schemas.openxmlformats.org/officeDocument/2006/relationships/oleObject" Target="../embeddings/oleObject14.bin"/></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vmlDrawing" Target="../drawings/vmlDrawing15.vml"/><Relationship Id="rId5" Type="http://schemas.openxmlformats.org/officeDocument/2006/relationships/image" Target="../media/image17.emf"/><Relationship Id="rId4" Type="http://schemas.openxmlformats.org/officeDocument/2006/relationships/oleObject" Target="../embeddings/oleObject15.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image" Target="../media/image17.emf"/><Relationship Id="rId4" Type="http://schemas.openxmlformats.org/officeDocument/2006/relationships/oleObject" Target="../embeddings/oleObject16.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17.emf"/><Relationship Id="rId4" Type="http://schemas.openxmlformats.org/officeDocument/2006/relationships/oleObject" Target="../embeddings/oleObject17.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vmlDrawing" Target="../drawings/vmlDrawing18.vml"/><Relationship Id="rId5" Type="http://schemas.openxmlformats.org/officeDocument/2006/relationships/image" Target="../media/image17.emf"/><Relationship Id="rId4" Type="http://schemas.openxmlformats.org/officeDocument/2006/relationships/oleObject" Target="../embeddings/oleObject18.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vmlDrawing" Target="../drawings/vmlDrawing19.vml"/><Relationship Id="rId5" Type="http://schemas.openxmlformats.org/officeDocument/2006/relationships/image" Target="../media/image17.emf"/><Relationship Id="rId4" Type="http://schemas.openxmlformats.org/officeDocument/2006/relationships/oleObject" Target="../embeddings/oleObject19.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vmlDrawing" Target="../drawings/vmlDrawing20.vml"/><Relationship Id="rId5" Type="http://schemas.openxmlformats.org/officeDocument/2006/relationships/image" Target="../media/image17.emf"/><Relationship Id="rId4" Type="http://schemas.openxmlformats.org/officeDocument/2006/relationships/oleObject" Target="../embeddings/oleObject20.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vmlDrawing" Target="../drawings/vmlDrawing21.vml"/><Relationship Id="rId5" Type="http://schemas.openxmlformats.org/officeDocument/2006/relationships/image" Target="../media/image17.emf"/><Relationship Id="rId4" Type="http://schemas.openxmlformats.org/officeDocument/2006/relationships/oleObject" Target="../embeddings/oleObject21.bin"/></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vmlDrawing" Target="../drawings/vmlDrawing22.vml"/><Relationship Id="rId5" Type="http://schemas.openxmlformats.org/officeDocument/2006/relationships/image" Target="../media/image17.emf"/><Relationship Id="rId4" Type="http://schemas.openxmlformats.org/officeDocument/2006/relationships/oleObject" Target="../embeddings/oleObject22.bin"/></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vmlDrawing" Target="../drawings/vmlDrawing23.vml"/><Relationship Id="rId5" Type="http://schemas.openxmlformats.org/officeDocument/2006/relationships/image" Target="../media/image17.emf"/><Relationship Id="rId4" Type="http://schemas.openxmlformats.org/officeDocument/2006/relationships/oleObject" Target="../embeddings/oleObject23.bin"/></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vmlDrawing" Target="../drawings/vmlDrawing24.vml"/><Relationship Id="rId5" Type="http://schemas.openxmlformats.org/officeDocument/2006/relationships/image" Target="../media/image17.emf"/><Relationship Id="rId4" Type="http://schemas.openxmlformats.org/officeDocument/2006/relationships/oleObject" Target="../embeddings/oleObject24.bin"/></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vmlDrawing" Target="../drawings/vmlDrawing25.vml"/><Relationship Id="rId5" Type="http://schemas.openxmlformats.org/officeDocument/2006/relationships/image" Target="../media/image17.emf"/><Relationship Id="rId4" Type="http://schemas.openxmlformats.org/officeDocument/2006/relationships/oleObject" Target="../embeddings/oleObject25.bin"/></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vmlDrawing" Target="../drawings/vmlDrawing26.vml"/><Relationship Id="rId5" Type="http://schemas.openxmlformats.org/officeDocument/2006/relationships/image" Target="../media/image17.emf"/><Relationship Id="rId4" Type="http://schemas.openxmlformats.org/officeDocument/2006/relationships/oleObject" Target="../embeddings/oleObject26.bin"/></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27.vml"/><Relationship Id="rId5" Type="http://schemas.openxmlformats.org/officeDocument/2006/relationships/image" Target="../media/image17.emf"/><Relationship Id="rId4" Type="http://schemas.openxmlformats.org/officeDocument/2006/relationships/oleObject" Target="../embeddings/oleObject27.bin"/></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vmlDrawing" Target="../drawings/vmlDrawing28.vml"/><Relationship Id="rId5" Type="http://schemas.openxmlformats.org/officeDocument/2006/relationships/image" Target="../media/image18.emf"/><Relationship Id="rId4" Type="http://schemas.openxmlformats.org/officeDocument/2006/relationships/oleObject" Target="../embeddings/oleObject28.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vmlDrawing" Target="../drawings/vmlDrawing29.vml"/><Relationship Id="rId5" Type="http://schemas.openxmlformats.org/officeDocument/2006/relationships/image" Target="../media/image18.emf"/><Relationship Id="rId4" Type="http://schemas.openxmlformats.org/officeDocument/2006/relationships/oleObject" Target="../embeddings/oleObject29.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vmlDrawing" Target="../drawings/vmlDrawing30.vml"/><Relationship Id="rId5" Type="http://schemas.openxmlformats.org/officeDocument/2006/relationships/image" Target="../media/image18.emf"/><Relationship Id="rId4" Type="http://schemas.openxmlformats.org/officeDocument/2006/relationships/oleObject" Target="../embeddings/oleObject30.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31.vml"/><Relationship Id="rId5" Type="http://schemas.openxmlformats.org/officeDocument/2006/relationships/image" Target="../media/image18.emf"/><Relationship Id="rId4" Type="http://schemas.openxmlformats.org/officeDocument/2006/relationships/oleObject" Target="../embeddings/oleObject31.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32.vml"/><Relationship Id="rId5" Type="http://schemas.openxmlformats.org/officeDocument/2006/relationships/image" Target="../media/image18.emf"/><Relationship Id="rId4" Type="http://schemas.openxmlformats.org/officeDocument/2006/relationships/oleObject" Target="../embeddings/oleObject32.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33.vml"/><Relationship Id="rId5" Type="http://schemas.openxmlformats.org/officeDocument/2006/relationships/image" Target="../media/image18.emf"/><Relationship Id="rId4" Type="http://schemas.openxmlformats.org/officeDocument/2006/relationships/oleObject" Target="../embeddings/oleObject33.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5.xml"/><Relationship Id="rId1" Type="http://schemas.openxmlformats.org/officeDocument/2006/relationships/vmlDrawing" Target="../drawings/vmlDrawing34.vml"/><Relationship Id="rId5" Type="http://schemas.openxmlformats.org/officeDocument/2006/relationships/image" Target="../media/image18.emf"/><Relationship Id="rId4" Type="http://schemas.openxmlformats.org/officeDocument/2006/relationships/oleObject" Target="../embeddings/oleObject34.bin"/></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vmlDrawing" Target="../drawings/vmlDrawing35.vml"/><Relationship Id="rId5" Type="http://schemas.openxmlformats.org/officeDocument/2006/relationships/image" Target="../media/image18.emf"/><Relationship Id="rId4" Type="http://schemas.openxmlformats.org/officeDocument/2006/relationships/oleObject" Target="../embeddings/oleObject35.bin"/></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vmlDrawing" Target="../drawings/vmlDrawing36.vml"/><Relationship Id="rId5" Type="http://schemas.openxmlformats.org/officeDocument/2006/relationships/image" Target="../media/image18.emf"/><Relationship Id="rId4" Type="http://schemas.openxmlformats.org/officeDocument/2006/relationships/oleObject" Target="../embeddings/oleObject36.bin"/></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8.xml"/><Relationship Id="rId1" Type="http://schemas.openxmlformats.org/officeDocument/2006/relationships/vmlDrawing" Target="../drawings/vmlDrawing37.vml"/><Relationship Id="rId5" Type="http://schemas.openxmlformats.org/officeDocument/2006/relationships/image" Target="../media/image18.emf"/><Relationship Id="rId4" Type="http://schemas.openxmlformats.org/officeDocument/2006/relationships/oleObject" Target="../embeddings/oleObject37.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vmlDrawing" Target="../drawings/vmlDrawing38.vml"/><Relationship Id="rId5" Type="http://schemas.openxmlformats.org/officeDocument/2006/relationships/image" Target="../media/image18.emf"/><Relationship Id="rId4" Type="http://schemas.openxmlformats.org/officeDocument/2006/relationships/oleObject" Target="../embeddings/oleObject38.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0.xml"/><Relationship Id="rId1" Type="http://schemas.openxmlformats.org/officeDocument/2006/relationships/vmlDrawing" Target="../drawings/vmlDrawing39.vml"/><Relationship Id="rId5" Type="http://schemas.openxmlformats.org/officeDocument/2006/relationships/image" Target="../media/image18.emf"/><Relationship Id="rId4" Type="http://schemas.openxmlformats.org/officeDocument/2006/relationships/oleObject" Target="../embeddings/oleObject39.bin"/></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1.xml"/><Relationship Id="rId1" Type="http://schemas.openxmlformats.org/officeDocument/2006/relationships/vmlDrawing" Target="../drawings/vmlDrawing40.vml"/><Relationship Id="rId5" Type="http://schemas.openxmlformats.org/officeDocument/2006/relationships/image" Target="../media/image16.emf"/><Relationship Id="rId4" Type="http://schemas.openxmlformats.org/officeDocument/2006/relationships/oleObject" Target="../embeddings/oleObject40.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2.xml"/><Relationship Id="rId1" Type="http://schemas.openxmlformats.org/officeDocument/2006/relationships/vmlDrawing" Target="../drawings/vmlDrawing41.vml"/><Relationship Id="rId5" Type="http://schemas.openxmlformats.org/officeDocument/2006/relationships/image" Target="../media/image19.emf"/><Relationship Id="rId4" Type="http://schemas.openxmlformats.org/officeDocument/2006/relationships/oleObject" Target="../embeddings/oleObject41.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3.xml"/><Relationship Id="rId1" Type="http://schemas.openxmlformats.org/officeDocument/2006/relationships/vmlDrawing" Target="../drawings/vmlDrawing42.vml"/><Relationship Id="rId5" Type="http://schemas.openxmlformats.org/officeDocument/2006/relationships/image" Target="../media/image19.emf"/><Relationship Id="rId4" Type="http://schemas.openxmlformats.org/officeDocument/2006/relationships/oleObject" Target="../embeddings/oleObject42.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vmlDrawing" Target="../drawings/vmlDrawing43.vml"/><Relationship Id="rId5" Type="http://schemas.openxmlformats.org/officeDocument/2006/relationships/image" Target="../media/image19.emf"/><Relationship Id="rId4" Type="http://schemas.openxmlformats.org/officeDocument/2006/relationships/oleObject" Target="../embeddings/oleObject43.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vmlDrawing" Target="../drawings/vmlDrawing44.vml"/><Relationship Id="rId5" Type="http://schemas.openxmlformats.org/officeDocument/2006/relationships/image" Target="../media/image19.emf"/><Relationship Id="rId4" Type="http://schemas.openxmlformats.org/officeDocument/2006/relationships/oleObject" Target="../embeddings/oleObject44.bin"/></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6.xml"/><Relationship Id="rId1" Type="http://schemas.openxmlformats.org/officeDocument/2006/relationships/vmlDrawing" Target="../drawings/vmlDrawing45.vml"/><Relationship Id="rId5" Type="http://schemas.openxmlformats.org/officeDocument/2006/relationships/image" Target="../media/image16.emf"/><Relationship Id="rId4" Type="http://schemas.openxmlformats.org/officeDocument/2006/relationships/oleObject" Target="../embeddings/oleObject45.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vmlDrawing" Target="../drawings/vmlDrawing46.vml"/><Relationship Id="rId5" Type="http://schemas.openxmlformats.org/officeDocument/2006/relationships/image" Target="../media/image20.emf"/><Relationship Id="rId4" Type="http://schemas.openxmlformats.org/officeDocument/2006/relationships/oleObject" Target="../embeddings/oleObject4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xml"/><Relationship Id="rId1" Type="http://schemas.openxmlformats.org/officeDocument/2006/relationships/vmlDrawing" Target="../drawings/vmlDrawing47.vml"/><Relationship Id="rId5" Type="http://schemas.openxmlformats.org/officeDocument/2006/relationships/image" Target="../media/image20.emf"/><Relationship Id="rId4" Type="http://schemas.openxmlformats.org/officeDocument/2006/relationships/oleObject" Target="../embeddings/oleObject47.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vmlDrawing" Target="../drawings/vmlDrawing48.vml"/><Relationship Id="rId5" Type="http://schemas.openxmlformats.org/officeDocument/2006/relationships/image" Target="../media/image20.emf"/><Relationship Id="rId4" Type="http://schemas.openxmlformats.org/officeDocument/2006/relationships/oleObject" Target="../embeddings/oleObject48.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0.xml"/><Relationship Id="rId1" Type="http://schemas.openxmlformats.org/officeDocument/2006/relationships/vmlDrawing" Target="../drawings/vmlDrawing49.vml"/><Relationship Id="rId5" Type="http://schemas.openxmlformats.org/officeDocument/2006/relationships/image" Target="../media/image20.emf"/><Relationship Id="rId4" Type="http://schemas.openxmlformats.org/officeDocument/2006/relationships/oleObject" Target="../embeddings/oleObject49.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vmlDrawing" Target="../drawings/vmlDrawing50.vml"/><Relationship Id="rId5" Type="http://schemas.openxmlformats.org/officeDocument/2006/relationships/image" Target="../media/image20.emf"/><Relationship Id="rId4" Type="http://schemas.openxmlformats.org/officeDocument/2006/relationships/oleObject" Target="../embeddings/oleObject50.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vmlDrawing" Target="../drawings/vmlDrawing51.vml"/><Relationship Id="rId5" Type="http://schemas.openxmlformats.org/officeDocument/2006/relationships/image" Target="../media/image20.emf"/><Relationship Id="rId4" Type="http://schemas.openxmlformats.org/officeDocument/2006/relationships/oleObject" Target="../embeddings/oleObject51.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vmlDrawing" Target="../drawings/vmlDrawing52.vml"/><Relationship Id="rId5" Type="http://schemas.openxmlformats.org/officeDocument/2006/relationships/image" Target="../media/image20.emf"/><Relationship Id="rId4" Type="http://schemas.openxmlformats.org/officeDocument/2006/relationships/oleObject" Target="../embeddings/oleObject52.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vmlDrawing" Target="../drawings/vmlDrawing53.vml"/><Relationship Id="rId5" Type="http://schemas.openxmlformats.org/officeDocument/2006/relationships/image" Target="../media/image20.emf"/><Relationship Id="rId4" Type="http://schemas.openxmlformats.org/officeDocument/2006/relationships/oleObject" Target="../embeddings/oleObject53.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vmlDrawing" Target="../drawings/vmlDrawing54.vml"/><Relationship Id="rId5" Type="http://schemas.openxmlformats.org/officeDocument/2006/relationships/image" Target="../media/image16.emf"/><Relationship Id="rId4" Type="http://schemas.openxmlformats.org/officeDocument/2006/relationships/oleObject" Target="../embeddings/oleObject54.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6.xml"/><Relationship Id="rId1" Type="http://schemas.openxmlformats.org/officeDocument/2006/relationships/vmlDrawing" Target="../drawings/vmlDrawing55.vml"/><Relationship Id="rId5" Type="http://schemas.openxmlformats.org/officeDocument/2006/relationships/image" Target="../media/image21.emf"/><Relationship Id="rId4" Type="http://schemas.openxmlformats.org/officeDocument/2006/relationships/oleObject" Target="../embeddings/oleObject55.bin"/></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vmlDrawing" Target="../drawings/vmlDrawing56.vml"/><Relationship Id="rId5" Type="http://schemas.openxmlformats.org/officeDocument/2006/relationships/image" Target="../media/image21.emf"/><Relationship Id="rId4" Type="http://schemas.openxmlformats.org/officeDocument/2006/relationships/oleObject" Target="../embeddings/oleObject5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8.xml"/><Relationship Id="rId1" Type="http://schemas.openxmlformats.org/officeDocument/2006/relationships/vmlDrawing" Target="../drawings/vmlDrawing57.vml"/><Relationship Id="rId5" Type="http://schemas.openxmlformats.org/officeDocument/2006/relationships/image" Target="../media/image21.emf"/><Relationship Id="rId4" Type="http://schemas.openxmlformats.org/officeDocument/2006/relationships/oleObject" Target="../embeddings/oleObject57.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vmlDrawing" Target="../drawings/vmlDrawing58.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58.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0.xml"/><Relationship Id="rId1" Type="http://schemas.openxmlformats.org/officeDocument/2006/relationships/vmlDrawing" Target="../drawings/vmlDrawing59.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59.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60.vml"/><Relationship Id="rId5" Type="http://schemas.openxmlformats.org/officeDocument/2006/relationships/image" Target="../media/image21.emf"/><Relationship Id="rId4" Type="http://schemas.openxmlformats.org/officeDocument/2006/relationships/oleObject" Target="../embeddings/oleObject60.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2.xml"/><Relationship Id="rId1" Type="http://schemas.openxmlformats.org/officeDocument/2006/relationships/vmlDrawing" Target="../drawings/vmlDrawing61.vml"/><Relationship Id="rId5" Type="http://schemas.openxmlformats.org/officeDocument/2006/relationships/image" Target="../media/image21.emf"/><Relationship Id="rId4" Type="http://schemas.openxmlformats.org/officeDocument/2006/relationships/oleObject" Target="../embeddings/oleObject61.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3.xml"/><Relationship Id="rId1" Type="http://schemas.openxmlformats.org/officeDocument/2006/relationships/vmlDrawing" Target="../drawings/vmlDrawing62.vml"/><Relationship Id="rId5" Type="http://schemas.openxmlformats.org/officeDocument/2006/relationships/image" Target="../media/image21.emf"/><Relationship Id="rId4" Type="http://schemas.openxmlformats.org/officeDocument/2006/relationships/oleObject" Target="../embeddings/oleObject62.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vmlDrawing" Target="../drawings/vmlDrawing63.vml"/><Relationship Id="rId5" Type="http://schemas.openxmlformats.org/officeDocument/2006/relationships/image" Target="../media/image21.emf"/><Relationship Id="rId4" Type="http://schemas.openxmlformats.org/officeDocument/2006/relationships/oleObject" Target="../embeddings/oleObject63.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5.xml"/><Relationship Id="rId1" Type="http://schemas.openxmlformats.org/officeDocument/2006/relationships/vmlDrawing" Target="../drawings/vmlDrawing64.vml"/><Relationship Id="rId5" Type="http://schemas.openxmlformats.org/officeDocument/2006/relationships/image" Target="../media/image16.emf"/><Relationship Id="rId4" Type="http://schemas.openxmlformats.org/officeDocument/2006/relationships/oleObject" Target="../embeddings/oleObject64.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vmlDrawing" Target="../drawings/vmlDrawing65.vml"/><Relationship Id="rId5" Type="http://schemas.openxmlformats.org/officeDocument/2006/relationships/image" Target="../media/image22.emf"/><Relationship Id="rId4" Type="http://schemas.openxmlformats.org/officeDocument/2006/relationships/oleObject" Target="../embeddings/oleObject65.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vmlDrawing" Target="../drawings/vmlDrawing66.vml"/><Relationship Id="rId5" Type="http://schemas.openxmlformats.org/officeDocument/2006/relationships/image" Target="../media/image22.emf"/><Relationship Id="rId4" Type="http://schemas.openxmlformats.org/officeDocument/2006/relationships/oleObject" Target="../embeddings/oleObject6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8.xml"/><Relationship Id="rId1" Type="http://schemas.openxmlformats.org/officeDocument/2006/relationships/vmlDrawing" Target="../drawings/vmlDrawing67.vml"/><Relationship Id="rId5" Type="http://schemas.openxmlformats.org/officeDocument/2006/relationships/image" Target="../media/image22.emf"/><Relationship Id="rId4" Type="http://schemas.openxmlformats.org/officeDocument/2006/relationships/oleObject" Target="../embeddings/oleObject67.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vmlDrawing" Target="../drawings/vmlDrawing68.vml"/><Relationship Id="rId5" Type="http://schemas.openxmlformats.org/officeDocument/2006/relationships/image" Target="../media/image22.emf"/><Relationship Id="rId4" Type="http://schemas.openxmlformats.org/officeDocument/2006/relationships/oleObject" Target="../embeddings/oleObject68.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vmlDrawing" Target="../drawings/vmlDrawing69.vml"/><Relationship Id="rId5" Type="http://schemas.openxmlformats.org/officeDocument/2006/relationships/image" Target="../media/image23.emf"/><Relationship Id="rId4" Type="http://schemas.openxmlformats.org/officeDocument/2006/relationships/oleObject" Target="../embeddings/oleObject69.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vmlDrawing" Target="../drawings/vmlDrawing70.vml"/><Relationship Id="rId5" Type="http://schemas.openxmlformats.org/officeDocument/2006/relationships/image" Target="../media/image23.emf"/><Relationship Id="rId4" Type="http://schemas.openxmlformats.org/officeDocument/2006/relationships/oleObject" Target="../embeddings/oleObject70.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vmlDrawing" Target="../drawings/vmlDrawing71.vml"/><Relationship Id="rId5" Type="http://schemas.openxmlformats.org/officeDocument/2006/relationships/image" Target="../media/image23.emf"/><Relationship Id="rId4" Type="http://schemas.openxmlformats.org/officeDocument/2006/relationships/oleObject" Target="../embeddings/oleObject71.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vmlDrawing" Target="../drawings/vmlDrawing72.vml"/><Relationship Id="rId5" Type="http://schemas.openxmlformats.org/officeDocument/2006/relationships/image" Target="../media/image23.emf"/><Relationship Id="rId4" Type="http://schemas.openxmlformats.org/officeDocument/2006/relationships/oleObject" Target="../embeddings/oleObject72.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vmlDrawing" Target="../drawings/vmlDrawing73.vml"/><Relationship Id="rId5" Type="http://schemas.openxmlformats.org/officeDocument/2006/relationships/image" Target="../media/image23.emf"/><Relationship Id="rId4" Type="http://schemas.openxmlformats.org/officeDocument/2006/relationships/oleObject" Target="../embeddings/oleObject73.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5.xml"/><Relationship Id="rId1" Type="http://schemas.openxmlformats.org/officeDocument/2006/relationships/vmlDrawing" Target="../drawings/vmlDrawing74.vml"/><Relationship Id="rId5" Type="http://schemas.openxmlformats.org/officeDocument/2006/relationships/image" Target="../media/image23.emf"/><Relationship Id="rId4" Type="http://schemas.openxmlformats.org/officeDocument/2006/relationships/oleObject" Target="../embeddings/oleObject74.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6.xml"/><Relationship Id="rId1" Type="http://schemas.openxmlformats.org/officeDocument/2006/relationships/vmlDrawing" Target="../drawings/vmlDrawing75.vml"/><Relationship Id="rId5" Type="http://schemas.openxmlformats.org/officeDocument/2006/relationships/image" Target="../media/image23.emf"/><Relationship Id="rId4" Type="http://schemas.openxmlformats.org/officeDocument/2006/relationships/oleObject" Target="../embeddings/oleObject75.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vmlDrawing" Target="../drawings/vmlDrawing76.vml"/><Relationship Id="rId5" Type="http://schemas.openxmlformats.org/officeDocument/2006/relationships/image" Target="../media/image23.emf"/><Relationship Id="rId4" Type="http://schemas.openxmlformats.org/officeDocument/2006/relationships/oleObject" Target="../embeddings/oleObject76.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vmlDrawing" Target="../drawings/vmlDrawing77.vml"/><Relationship Id="rId5" Type="http://schemas.openxmlformats.org/officeDocument/2006/relationships/image" Target="../media/image23.emf"/><Relationship Id="rId4" Type="http://schemas.openxmlformats.org/officeDocument/2006/relationships/oleObject" Target="../embeddings/oleObject77.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vmlDrawing" Target="../drawings/vmlDrawing78.vml"/><Relationship Id="rId5" Type="http://schemas.openxmlformats.org/officeDocument/2006/relationships/image" Target="../media/image23.emf"/><Relationship Id="rId4" Type="http://schemas.openxmlformats.org/officeDocument/2006/relationships/oleObject" Target="../embeddings/oleObject78.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0.xml"/><Relationship Id="rId1" Type="http://schemas.openxmlformats.org/officeDocument/2006/relationships/vmlDrawing" Target="../drawings/vmlDrawing79.vml"/><Relationship Id="rId5" Type="http://schemas.openxmlformats.org/officeDocument/2006/relationships/image" Target="../media/image16.emf"/><Relationship Id="rId4" Type="http://schemas.openxmlformats.org/officeDocument/2006/relationships/oleObject" Target="../embeddings/oleObject79.bin"/></Relationships>
</file>

<file path=ppt/slideLayouts/_rels/slideLayout117.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oleObject" Target="../embeddings/oleObject81.bin"/><Relationship Id="rId2" Type="http://schemas.openxmlformats.org/officeDocument/2006/relationships/tags" Target="../tags/tag81.xml"/><Relationship Id="rId1" Type="http://schemas.openxmlformats.org/officeDocument/2006/relationships/vmlDrawing" Target="../drawings/vmlDrawing80.vml"/><Relationship Id="rId6" Type="http://schemas.openxmlformats.org/officeDocument/2006/relationships/image" Target="../media/image24.emf"/><Relationship Id="rId5" Type="http://schemas.openxmlformats.org/officeDocument/2006/relationships/oleObject" Target="../embeddings/oleObject80.bin"/><Relationship Id="rId4"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oleObject" Target="../embeddings/oleObject83.bin"/><Relationship Id="rId2" Type="http://schemas.openxmlformats.org/officeDocument/2006/relationships/tags" Target="../tags/tag83.xml"/><Relationship Id="rId1" Type="http://schemas.openxmlformats.org/officeDocument/2006/relationships/vmlDrawing" Target="../drawings/vmlDrawing81.vml"/><Relationship Id="rId6" Type="http://schemas.openxmlformats.org/officeDocument/2006/relationships/image" Target="../media/image24.emf"/><Relationship Id="rId5" Type="http://schemas.openxmlformats.org/officeDocument/2006/relationships/oleObject" Target="../embeddings/oleObject82.bin"/><Relationship Id="rId4"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oleObject" Target="../embeddings/oleObject85.bin"/><Relationship Id="rId2" Type="http://schemas.openxmlformats.org/officeDocument/2006/relationships/tags" Target="../tags/tag85.xml"/><Relationship Id="rId1" Type="http://schemas.openxmlformats.org/officeDocument/2006/relationships/vmlDrawing" Target="../drawings/vmlDrawing82.vml"/><Relationship Id="rId6" Type="http://schemas.openxmlformats.org/officeDocument/2006/relationships/image" Target="../media/image24.emf"/><Relationship Id="rId5" Type="http://schemas.openxmlformats.org/officeDocument/2006/relationships/oleObject" Target="../embeddings/oleObject84.bin"/><Relationship Id="rId4"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88.xml"/><Relationship Id="rId7" Type="http://schemas.openxmlformats.org/officeDocument/2006/relationships/image" Target="../media/image25.png"/><Relationship Id="rId2" Type="http://schemas.openxmlformats.org/officeDocument/2006/relationships/tags" Target="../tags/tag87.xml"/><Relationship Id="rId1" Type="http://schemas.openxmlformats.org/officeDocument/2006/relationships/vmlDrawing" Target="../drawings/vmlDrawing83.vml"/><Relationship Id="rId6" Type="http://schemas.openxmlformats.org/officeDocument/2006/relationships/image" Target="../media/image24.emf"/><Relationship Id="rId5" Type="http://schemas.openxmlformats.org/officeDocument/2006/relationships/oleObject" Target="../embeddings/oleObject86.bin"/><Relationship Id="rId10" Type="http://schemas.openxmlformats.org/officeDocument/2006/relationships/oleObject" Target="../embeddings/oleObject87.bin"/><Relationship Id="rId4" Type="http://schemas.openxmlformats.org/officeDocument/2006/relationships/slideMaster" Target="../slideMasters/slideMaster2.xml"/><Relationship Id="rId9" Type="http://schemas.openxmlformats.org/officeDocument/2006/relationships/image" Target="../media/image27.png"/></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vmlDrawing" Target="../drawings/vmlDrawing84.vml"/><Relationship Id="rId5" Type="http://schemas.openxmlformats.org/officeDocument/2006/relationships/image" Target="../media/image24.emf"/><Relationship Id="rId4" Type="http://schemas.openxmlformats.org/officeDocument/2006/relationships/oleObject" Target="../embeddings/oleObject88.bin"/></Relationships>
</file>

<file path=ppt/slideLayouts/_rels/slideLayout1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0.xml"/><Relationship Id="rId1" Type="http://schemas.openxmlformats.org/officeDocument/2006/relationships/vmlDrawing" Target="../drawings/vmlDrawing85.vml"/><Relationship Id="rId5" Type="http://schemas.openxmlformats.org/officeDocument/2006/relationships/image" Target="../media/image24.emf"/><Relationship Id="rId4" Type="http://schemas.openxmlformats.org/officeDocument/2006/relationships/oleObject" Target="../embeddings/oleObject89.bin"/></Relationships>
</file>

<file path=ppt/slideLayouts/_rels/slideLayout1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1.xml"/><Relationship Id="rId1" Type="http://schemas.openxmlformats.org/officeDocument/2006/relationships/vmlDrawing" Target="../drawings/vmlDrawing86.vml"/><Relationship Id="rId5" Type="http://schemas.openxmlformats.org/officeDocument/2006/relationships/image" Target="../media/image24.emf"/><Relationship Id="rId4" Type="http://schemas.openxmlformats.org/officeDocument/2006/relationships/oleObject" Target="../embeddings/oleObject90.bin"/></Relationships>
</file>

<file path=ppt/slideLayouts/_rels/slideLayout1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2.xml"/><Relationship Id="rId1" Type="http://schemas.openxmlformats.org/officeDocument/2006/relationships/vmlDrawing" Target="../drawings/vmlDrawing87.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1.bin"/></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3.xml"/><Relationship Id="rId1" Type="http://schemas.openxmlformats.org/officeDocument/2006/relationships/vmlDrawing" Target="../drawings/vmlDrawing8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2.bin"/></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4.xml"/><Relationship Id="rId1" Type="http://schemas.openxmlformats.org/officeDocument/2006/relationships/vmlDrawing" Target="../drawings/vmlDrawing89.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3.bin"/></Relationships>
</file>

<file path=ppt/slideLayouts/_rels/slideLayout1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5.xml"/><Relationship Id="rId1" Type="http://schemas.openxmlformats.org/officeDocument/2006/relationships/vmlDrawing" Target="../drawings/vmlDrawing9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4.bin"/></Relationships>
</file>

<file path=ppt/slideLayouts/_rels/slideLayout12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6.xml"/><Relationship Id="rId1" Type="http://schemas.openxmlformats.org/officeDocument/2006/relationships/vmlDrawing" Target="../drawings/vmlDrawing91.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95.bin"/></Relationships>
</file>

<file path=ppt/slideLayouts/_rels/slideLayout1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7.xml"/><Relationship Id="rId1" Type="http://schemas.openxmlformats.org/officeDocument/2006/relationships/vmlDrawing" Target="../drawings/vmlDrawing92.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96.bin"/></Relationships>
</file>

<file path=ppt/slideLayouts/_rels/slideLayout1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8.xml"/><Relationship Id="rId1" Type="http://schemas.openxmlformats.org/officeDocument/2006/relationships/vmlDrawing" Target="../drawings/vmlDrawing93.vml"/><Relationship Id="rId5" Type="http://schemas.openxmlformats.org/officeDocument/2006/relationships/image" Target="../media/image16.emf"/><Relationship Id="rId4" Type="http://schemas.openxmlformats.org/officeDocument/2006/relationships/oleObject" Target="../embeddings/oleObject97.bin"/></Relationships>
</file>

<file path=ppt/slideLayouts/_rels/slideLayout1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9.xml"/><Relationship Id="rId1" Type="http://schemas.openxmlformats.org/officeDocument/2006/relationships/vmlDrawing" Target="../drawings/vmlDrawing94.vml"/><Relationship Id="rId5" Type="http://schemas.openxmlformats.org/officeDocument/2006/relationships/image" Target="../media/image30.emf"/><Relationship Id="rId4" Type="http://schemas.openxmlformats.org/officeDocument/2006/relationships/oleObject" Target="../embeddings/oleObject98.bin"/></Relationships>
</file>

<file path=ppt/slideLayouts/_rels/slideLayout1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0.xml"/><Relationship Id="rId1" Type="http://schemas.openxmlformats.org/officeDocument/2006/relationships/vmlDrawing" Target="../drawings/vmlDrawing95.vml"/><Relationship Id="rId5" Type="http://schemas.openxmlformats.org/officeDocument/2006/relationships/image" Target="../media/image30.emf"/><Relationship Id="rId4" Type="http://schemas.openxmlformats.org/officeDocument/2006/relationships/oleObject" Target="../embeddings/oleObject99.bin"/></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1.xml"/><Relationship Id="rId1" Type="http://schemas.openxmlformats.org/officeDocument/2006/relationships/vmlDrawing" Target="../drawings/vmlDrawing96.vml"/><Relationship Id="rId5" Type="http://schemas.openxmlformats.org/officeDocument/2006/relationships/image" Target="../media/image31.emf"/><Relationship Id="rId4" Type="http://schemas.openxmlformats.org/officeDocument/2006/relationships/oleObject" Target="../embeddings/oleObject100.bin"/></Relationships>
</file>

<file path=ppt/slideLayouts/_rels/slideLayout1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2.xml"/><Relationship Id="rId1" Type="http://schemas.openxmlformats.org/officeDocument/2006/relationships/vmlDrawing" Target="../drawings/vmlDrawing97.vml"/><Relationship Id="rId5" Type="http://schemas.openxmlformats.org/officeDocument/2006/relationships/image" Target="../media/image31.emf"/><Relationship Id="rId4" Type="http://schemas.openxmlformats.org/officeDocument/2006/relationships/oleObject" Target="../embeddings/oleObject101.bin"/></Relationships>
</file>

<file path=ppt/slideLayouts/_rels/slideLayout1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3.xml"/><Relationship Id="rId1" Type="http://schemas.openxmlformats.org/officeDocument/2006/relationships/vmlDrawing" Target="../drawings/vmlDrawing98.vml"/><Relationship Id="rId5" Type="http://schemas.openxmlformats.org/officeDocument/2006/relationships/image" Target="../media/image16.emf"/><Relationship Id="rId4" Type="http://schemas.openxmlformats.org/officeDocument/2006/relationships/oleObject" Target="../embeddings/oleObject102.bin"/></Relationships>
</file>

<file path=ppt/slideLayouts/_rels/slideLayout1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4.xml"/><Relationship Id="rId1" Type="http://schemas.openxmlformats.org/officeDocument/2006/relationships/vmlDrawing" Target="../drawings/vmlDrawing99.vml"/><Relationship Id="rId5" Type="http://schemas.openxmlformats.org/officeDocument/2006/relationships/image" Target="../media/image32.emf"/><Relationship Id="rId4" Type="http://schemas.openxmlformats.org/officeDocument/2006/relationships/oleObject" Target="../embeddings/oleObject103.bin"/></Relationships>
</file>

<file path=ppt/slideLayouts/_rels/slideLayout1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5.xml"/><Relationship Id="rId1" Type="http://schemas.openxmlformats.org/officeDocument/2006/relationships/vmlDrawing" Target="../drawings/vmlDrawing100.vml"/><Relationship Id="rId5" Type="http://schemas.openxmlformats.org/officeDocument/2006/relationships/image" Target="../media/image32.emf"/><Relationship Id="rId4" Type="http://schemas.openxmlformats.org/officeDocument/2006/relationships/oleObject" Target="../embeddings/oleObject104.bin"/></Relationships>
</file>

<file path=ppt/slideLayouts/_rels/slideLayout1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6.xml"/><Relationship Id="rId1" Type="http://schemas.openxmlformats.org/officeDocument/2006/relationships/vmlDrawing" Target="../drawings/vmlDrawing101.vml"/><Relationship Id="rId5" Type="http://schemas.openxmlformats.org/officeDocument/2006/relationships/image" Target="../media/image32.emf"/><Relationship Id="rId4" Type="http://schemas.openxmlformats.org/officeDocument/2006/relationships/oleObject" Target="../embeddings/oleObject105.bin"/></Relationships>
</file>

<file path=ppt/slideLayouts/_rels/slideLayout1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7.xml"/><Relationship Id="rId1" Type="http://schemas.openxmlformats.org/officeDocument/2006/relationships/vmlDrawing" Target="../drawings/vmlDrawing102.vml"/><Relationship Id="rId5" Type="http://schemas.openxmlformats.org/officeDocument/2006/relationships/image" Target="../media/image32.emf"/><Relationship Id="rId4" Type="http://schemas.openxmlformats.org/officeDocument/2006/relationships/oleObject" Target="../embeddings/oleObject106.bin"/></Relationships>
</file>

<file path=ppt/slideLayouts/_rels/slideLayout1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8.xml"/><Relationship Id="rId1" Type="http://schemas.openxmlformats.org/officeDocument/2006/relationships/vmlDrawing" Target="../drawings/vmlDrawing103.vml"/><Relationship Id="rId5" Type="http://schemas.openxmlformats.org/officeDocument/2006/relationships/image" Target="../media/image32.emf"/><Relationship Id="rId4" Type="http://schemas.openxmlformats.org/officeDocument/2006/relationships/oleObject" Target="../embeddings/oleObject107.bin"/></Relationships>
</file>

<file path=ppt/slideLayouts/_rels/slideLayout1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9.xml"/><Relationship Id="rId1" Type="http://schemas.openxmlformats.org/officeDocument/2006/relationships/vmlDrawing" Target="../drawings/vmlDrawing104.vml"/><Relationship Id="rId5" Type="http://schemas.openxmlformats.org/officeDocument/2006/relationships/image" Target="../media/image32.emf"/><Relationship Id="rId4" Type="http://schemas.openxmlformats.org/officeDocument/2006/relationships/oleObject" Target="../embeddings/oleObject108.bin"/></Relationships>
</file>

<file path=ppt/slideLayouts/_rels/slideLayout1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0.xml"/><Relationship Id="rId1" Type="http://schemas.openxmlformats.org/officeDocument/2006/relationships/vmlDrawing" Target="../drawings/vmlDrawing105.vml"/><Relationship Id="rId5" Type="http://schemas.openxmlformats.org/officeDocument/2006/relationships/image" Target="../media/image16.emf"/><Relationship Id="rId4" Type="http://schemas.openxmlformats.org/officeDocument/2006/relationships/oleObject" Target="../embeddings/oleObject109.bin"/></Relationships>
</file>

<file path=ppt/slideLayouts/_rels/slideLayout14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1.xml"/><Relationship Id="rId1" Type="http://schemas.openxmlformats.org/officeDocument/2006/relationships/vmlDrawing" Target="../drawings/vmlDrawing106.vml"/><Relationship Id="rId6" Type="http://schemas.openxmlformats.org/officeDocument/2006/relationships/image" Target="../media/image33.emf"/><Relationship Id="rId5" Type="http://schemas.openxmlformats.org/officeDocument/2006/relationships/oleObject" Target="../embeddings/oleObject110.bin"/><Relationship Id="rId4" Type="http://schemas.openxmlformats.org/officeDocument/2006/relationships/image" Target="../media/image38.svg"/></Relationships>
</file>

<file path=ppt/slideLayouts/_rels/slideLayout14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2.xml"/><Relationship Id="rId1" Type="http://schemas.openxmlformats.org/officeDocument/2006/relationships/vmlDrawing" Target="../drawings/vmlDrawing107.vml"/><Relationship Id="rId6" Type="http://schemas.openxmlformats.org/officeDocument/2006/relationships/image" Target="../media/image33.emf"/><Relationship Id="rId5" Type="http://schemas.openxmlformats.org/officeDocument/2006/relationships/oleObject" Target="../embeddings/oleObject111.bin"/><Relationship Id="rId4" Type="http://schemas.openxmlformats.org/officeDocument/2006/relationships/image" Target="../media/image23.svg"/></Relationships>
</file>

<file path=ppt/slideLayouts/_rels/slideLayout14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3.xml"/><Relationship Id="rId1" Type="http://schemas.openxmlformats.org/officeDocument/2006/relationships/vmlDrawing" Target="../drawings/vmlDrawing108.vml"/><Relationship Id="rId6" Type="http://schemas.openxmlformats.org/officeDocument/2006/relationships/image" Target="../media/image33.emf"/><Relationship Id="rId5" Type="http://schemas.openxmlformats.org/officeDocument/2006/relationships/oleObject" Target="../embeddings/oleObject112.bin"/><Relationship Id="rId4" Type="http://schemas.openxmlformats.org/officeDocument/2006/relationships/image" Target="../media/image23.svg"/></Relationships>
</file>

<file path=ppt/slideLayouts/_rels/slideLayout1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4.xml"/><Relationship Id="rId1" Type="http://schemas.openxmlformats.org/officeDocument/2006/relationships/vmlDrawing" Target="../drawings/vmlDrawing109.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113.bin"/></Relationships>
</file>

<file path=ppt/slideLayouts/_rels/slideLayout1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5.xml"/><Relationship Id="rId1" Type="http://schemas.openxmlformats.org/officeDocument/2006/relationships/vmlDrawing" Target="../drawings/vmlDrawing110.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114.bin"/></Relationships>
</file>

<file path=ppt/slideLayouts/_rels/slideLayout1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6.xml"/><Relationship Id="rId1" Type="http://schemas.openxmlformats.org/officeDocument/2006/relationships/vmlDrawing" Target="../drawings/vmlDrawing111.vml"/><Relationship Id="rId5" Type="http://schemas.openxmlformats.org/officeDocument/2006/relationships/image" Target="../media/image16.emf"/><Relationship Id="rId4" Type="http://schemas.openxmlformats.org/officeDocument/2006/relationships/oleObject" Target="../embeddings/oleObject115.bin"/></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8.xml"/><Relationship Id="rId1" Type="http://schemas.openxmlformats.org/officeDocument/2006/relationships/vmlDrawing" Target="../drawings/vmlDrawing11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7.bin"/></Relationships>
</file>

<file path=ppt/slideLayouts/_rels/slideLayout1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9.xml"/><Relationship Id="rId1" Type="http://schemas.openxmlformats.org/officeDocument/2006/relationships/vmlDrawing" Target="../drawings/vmlDrawing11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8.bin"/></Relationships>
</file>

<file path=ppt/slideLayouts/_rels/slideLayout1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0.xml"/><Relationship Id="rId1" Type="http://schemas.openxmlformats.org/officeDocument/2006/relationships/vmlDrawing" Target="../drawings/vmlDrawing11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9.bin"/></Relationships>
</file>

<file path=ppt/slideLayouts/_rels/slideLayout1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1.xml"/><Relationship Id="rId1" Type="http://schemas.openxmlformats.org/officeDocument/2006/relationships/vmlDrawing" Target="../drawings/vmlDrawing11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0.bin"/></Relationships>
</file>

<file path=ppt/slideLayouts/_rels/slideLayout1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2.xml"/><Relationship Id="rId1" Type="http://schemas.openxmlformats.org/officeDocument/2006/relationships/vmlDrawing" Target="../drawings/vmlDrawing11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1.bin"/></Relationships>
</file>

<file path=ppt/slideLayouts/_rels/slideLayout1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3.xml"/><Relationship Id="rId1" Type="http://schemas.openxmlformats.org/officeDocument/2006/relationships/vmlDrawing" Target="../drawings/vmlDrawing11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2.bin"/></Relationships>
</file>

<file path=ppt/slideLayouts/_rels/slideLayout1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4.xml"/><Relationship Id="rId1" Type="http://schemas.openxmlformats.org/officeDocument/2006/relationships/vmlDrawing" Target="../drawings/vmlDrawing11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3.bin"/></Relationships>
</file>

<file path=ppt/slideLayouts/_rels/slideLayout1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5.xml"/><Relationship Id="rId1" Type="http://schemas.openxmlformats.org/officeDocument/2006/relationships/vmlDrawing" Target="../drawings/vmlDrawing120.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4.bin"/></Relationships>
</file>

<file path=ppt/slideLayouts/_rels/slideLayout1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6.xml"/><Relationship Id="rId1" Type="http://schemas.openxmlformats.org/officeDocument/2006/relationships/vmlDrawing" Target="../drawings/vmlDrawing121.vml"/><Relationship Id="rId5" Type="http://schemas.openxmlformats.org/officeDocument/2006/relationships/image" Target="../media/image16.emf"/><Relationship Id="rId4" Type="http://schemas.openxmlformats.org/officeDocument/2006/relationships/oleObject" Target="../embeddings/oleObject125.bin"/></Relationships>
</file>

<file path=ppt/slideLayouts/_rels/slideLayout1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7.xml"/><Relationship Id="rId1" Type="http://schemas.openxmlformats.org/officeDocument/2006/relationships/vmlDrawing" Target="../drawings/vmlDrawing122.vml"/><Relationship Id="rId5" Type="http://schemas.openxmlformats.org/officeDocument/2006/relationships/image" Target="../media/image17.emf"/><Relationship Id="rId4" Type="http://schemas.openxmlformats.org/officeDocument/2006/relationships/oleObject" Target="../embeddings/oleObject126.bin"/></Relationships>
</file>

<file path=ppt/slideLayouts/_rels/slideLayout1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8.xml"/><Relationship Id="rId1" Type="http://schemas.openxmlformats.org/officeDocument/2006/relationships/vmlDrawing" Target="../drawings/vmlDrawing123.vml"/><Relationship Id="rId5" Type="http://schemas.openxmlformats.org/officeDocument/2006/relationships/image" Target="../media/image17.emf"/><Relationship Id="rId4" Type="http://schemas.openxmlformats.org/officeDocument/2006/relationships/oleObject" Target="../embeddings/oleObject127.bin"/></Relationships>
</file>

<file path=ppt/slideLayouts/_rels/slideLayout1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9.xml"/><Relationship Id="rId1" Type="http://schemas.openxmlformats.org/officeDocument/2006/relationships/vmlDrawing" Target="../drawings/vmlDrawing124.vml"/><Relationship Id="rId5" Type="http://schemas.openxmlformats.org/officeDocument/2006/relationships/image" Target="../media/image17.emf"/><Relationship Id="rId4" Type="http://schemas.openxmlformats.org/officeDocument/2006/relationships/oleObject" Target="../embeddings/oleObject128.bin"/></Relationships>
</file>

<file path=ppt/slideLayouts/_rels/slideLayout16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0.xml"/><Relationship Id="rId1" Type="http://schemas.openxmlformats.org/officeDocument/2006/relationships/vmlDrawing" Target="../drawings/vmlDrawing125.vml"/><Relationship Id="rId5" Type="http://schemas.openxmlformats.org/officeDocument/2006/relationships/image" Target="../media/image17.emf"/><Relationship Id="rId4" Type="http://schemas.openxmlformats.org/officeDocument/2006/relationships/oleObject" Target="../embeddings/oleObject129.bin"/></Relationships>
</file>

<file path=ppt/slideLayouts/_rels/slideLayout1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1.xml"/><Relationship Id="rId1" Type="http://schemas.openxmlformats.org/officeDocument/2006/relationships/vmlDrawing" Target="../drawings/vmlDrawing126.vml"/><Relationship Id="rId5" Type="http://schemas.openxmlformats.org/officeDocument/2006/relationships/image" Target="../media/image17.emf"/><Relationship Id="rId4" Type="http://schemas.openxmlformats.org/officeDocument/2006/relationships/oleObject" Target="../embeddings/oleObject130.bin"/></Relationships>
</file>

<file path=ppt/slideLayouts/_rels/slideLayout1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2.xml"/><Relationship Id="rId1" Type="http://schemas.openxmlformats.org/officeDocument/2006/relationships/vmlDrawing" Target="../drawings/vmlDrawing127.vml"/><Relationship Id="rId5" Type="http://schemas.openxmlformats.org/officeDocument/2006/relationships/image" Target="../media/image17.emf"/><Relationship Id="rId4" Type="http://schemas.openxmlformats.org/officeDocument/2006/relationships/oleObject" Target="../embeddings/oleObject131.bin"/></Relationships>
</file>

<file path=ppt/slideLayouts/_rels/slideLayout1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3.xml"/><Relationship Id="rId1" Type="http://schemas.openxmlformats.org/officeDocument/2006/relationships/vmlDrawing" Target="../drawings/vmlDrawing128.vml"/><Relationship Id="rId5" Type="http://schemas.openxmlformats.org/officeDocument/2006/relationships/image" Target="../media/image17.emf"/><Relationship Id="rId4" Type="http://schemas.openxmlformats.org/officeDocument/2006/relationships/oleObject" Target="../embeddings/oleObject132.bin"/></Relationships>
</file>

<file path=ppt/slideLayouts/_rels/slideLayout1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4.xml"/><Relationship Id="rId1" Type="http://schemas.openxmlformats.org/officeDocument/2006/relationships/vmlDrawing" Target="../drawings/vmlDrawing129.vml"/><Relationship Id="rId5" Type="http://schemas.openxmlformats.org/officeDocument/2006/relationships/image" Target="../media/image17.emf"/><Relationship Id="rId4" Type="http://schemas.openxmlformats.org/officeDocument/2006/relationships/oleObject" Target="../embeddings/oleObject133.bin"/></Relationships>
</file>

<file path=ppt/slideLayouts/_rels/slideLayout1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5.xml"/><Relationship Id="rId1" Type="http://schemas.openxmlformats.org/officeDocument/2006/relationships/vmlDrawing" Target="../drawings/vmlDrawing130.vml"/><Relationship Id="rId5" Type="http://schemas.openxmlformats.org/officeDocument/2006/relationships/image" Target="../media/image17.emf"/><Relationship Id="rId4" Type="http://schemas.openxmlformats.org/officeDocument/2006/relationships/oleObject" Target="../embeddings/oleObject134.bin"/></Relationships>
</file>

<file path=ppt/slideLayouts/_rels/slideLayout1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6.xml"/><Relationship Id="rId1" Type="http://schemas.openxmlformats.org/officeDocument/2006/relationships/vmlDrawing" Target="../drawings/vmlDrawing131.vml"/><Relationship Id="rId5" Type="http://schemas.openxmlformats.org/officeDocument/2006/relationships/image" Target="../media/image17.emf"/><Relationship Id="rId4" Type="http://schemas.openxmlformats.org/officeDocument/2006/relationships/oleObject" Target="../embeddings/oleObject135.bin"/></Relationships>
</file>

<file path=ppt/slideLayouts/_rels/slideLayout1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7.xml"/><Relationship Id="rId1" Type="http://schemas.openxmlformats.org/officeDocument/2006/relationships/vmlDrawing" Target="../drawings/vmlDrawing132.vml"/><Relationship Id="rId5" Type="http://schemas.openxmlformats.org/officeDocument/2006/relationships/image" Target="../media/image17.emf"/><Relationship Id="rId4" Type="http://schemas.openxmlformats.org/officeDocument/2006/relationships/oleObject" Target="../embeddings/oleObject136.bin"/></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8.xml"/><Relationship Id="rId1" Type="http://schemas.openxmlformats.org/officeDocument/2006/relationships/vmlDrawing" Target="../drawings/vmlDrawing133.vml"/><Relationship Id="rId5" Type="http://schemas.openxmlformats.org/officeDocument/2006/relationships/image" Target="../media/image17.emf"/><Relationship Id="rId4" Type="http://schemas.openxmlformats.org/officeDocument/2006/relationships/oleObject" Target="../embeddings/oleObject137.bin"/></Relationships>
</file>

<file path=ppt/slideLayouts/_rels/slideLayout17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9.xml"/><Relationship Id="rId1" Type="http://schemas.openxmlformats.org/officeDocument/2006/relationships/vmlDrawing" Target="../drawings/vmlDrawing134.vml"/><Relationship Id="rId5" Type="http://schemas.openxmlformats.org/officeDocument/2006/relationships/image" Target="../media/image17.emf"/><Relationship Id="rId4" Type="http://schemas.openxmlformats.org/officeDocument/2006/relationships/oleObject" Target="../embeddings/oleObject138.bin"/></Relationships>
</file>

<file path=ppt/slideLayouts/_rels/slideLayout17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0.xml"/><Relationship Id="rId1" Type="http://schemas.openxmlformats.org/officeDocument/2006/relationships/vmlDrawing" Target="../drawings/vmlDrawing135.vml"/><Relationship Id="rId5" Type="http://schemas.openxmlformats.org/officeDocument/2006/relationships/image" Target="../media/image17.emf"/><Relationship Id="rId4" Type="http://schemas.openxmlformats.org/officeDocument/2006/relationships/oleObject" Target="../embeddings/oleObject139.bin"/></Relationships>
</file>

<file path=ppt/slideLayouts/_rels/slideLayout17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1.xml"/><Relationship Id="rId1" Type="http://schemas.openxmlformats.org/officeDocument/2006/relationships/vmlDrawing" Target="../drawings/vmlDrawing136.vml"/><Relationship Id="rId5" Type="http://schemas.openxmlformats.org/officeDocument/2006/relationships/image" Target="../media/image17.emf"/><Relationship Id="rId4" Type="http://schemas.openxmlformats.org/officeDocument/2006/relationships/oleObject" Target="../embeddings/oleObject140.bin"/></Relationships>
</file>

<file path=ppt/slideLayouts/_rels/slideLayout17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2.xml"/><Relationship Id="rId1" Type="http://schemas.openxmlformats.org/officeDocument/2006/relationships/vmlDrawing" Target="../drawings/vmlDrawing137.vml"/><Relationship Id="rId5" Type="http://schemas.openxmlformats.org/officeDocument/2006/relationships/image" Target="../media/image17.emf"/><Relationship Id="rId4" Type="http://schemas.openxmlformats.org/officeDocument/2006/relationships/oleObject" Target="../embeddings/oleObject141.bin"/></Relationships>
</file>

<file path=ppt/slideLayouts/_rels/slideLayout17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3.xml"/><Relationship Id="rId1" Type="http://schemas.openxmlformats.org/officeDocument/2006/relationships/vmlDrawing" Target="../drawings/vmlDrawing138.vml"/><Relationship Id="rId5" Type="http://schemas.openxmlformats.org/officeDocument/2006/relationships/image" Target="../media/image17.emf"/><Relationship Id="rId4" Type="http://schemas.openxmlformats.org/officeDocument/2006/relationships/oleObject" Target="../embeddings/oleObject142.bin"/></Relationships>
</file>

<file path=ppt/slideLayouts/_rels/slideLayout17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4.xml"/><Relationship Id="rId1" Type="http://schemas.openxmlformats.org/officeDocument/2006/relationships/vmlDrawing" Target="../drawings/vmlDrawing139.vml"/><Relationship Id="rId5" Type="http://schemas.openxmlformats.org/officeDocument/2006/relationships/image" Target="../media/image18.emf"/><Relationship Id="rId4" Type="http://schemas.openxmlformats.org/officeDocument/2006/relationships/oleObject" Target="../embeddings/oleObject143.bin"/></Relationships>
</file>

<file path=ppt/slideLayouts/_rels/slideLayout17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5.xml"/><Relationship Id="rId1" Type="http://schemas.openxmlformats.org/officeDocument/2006/relationships/vmlDrawing" Target="../drawings/vmlDrawing140.vml"/><Relationship Id="rId5" Type="http://schemas.openxmlformats.org/officeDocument/2006/relationships/image" Target="../media/image18.emf"/><Relationship Id="rId4" Type="http://schemas.openxmlformats.org/officeDocument/2006/relationships/oleObject" Target="../embeddings/oleObject144.bin"/></Relationships>
</file>

<file path=ppt/slideLayouts/_rels/slideLayout17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6.xml"/><Relationship Id="rId1" Type="http://schemas.openxmlformats.org/officeDocument/2006/relationships/vmlDrawing" Target="../drawings/vmlDrawing141.vml"/><Relationship Id="rId5" Type="http://schemas.openxmlformats.org/officeDocument/2006/relationships/image" Target="../media/image18.emf"/><Relationship Id="rId4" Type="http://schemas.openxmlformats.org/officeDocument/2006/relationships/oleObject" Target="../embeddings/oleObject145.bin"/></Relationships>
</file>

<file path=ppt/slideLayouts/_rels/slideLayout17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7.xml"/><Relationship Id="rId1" Type="http://schemas.openxmlformats.org/officeDocument/2006/relationships/vmlDrawing" Target="../drawings/vmlDrawing142.vml"/><Relationship Id="rId5" Type="http://schemas.openxmlformats.org/officeDocument/2006/relationships/image" Target="../media/image18.emf"/><Relationship Id="rId4" Type="http://schemas.openxmlformats.org/officeDocument/2006/relationships/oleObject" Target="../embeddings/oleObject146.bin"/></Relationships>
</file>

<file path=ppt/slideLayouts/_rels/slideLayout18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8.xml"/><Relationship Id="rId1" Type="http://schemas.openxmlformats.org/officeDocument/2006/relationships/vmlDrawing" Target="../drawings/vmlDrawing143.vml"/><Relationship Id="rId5" Type="http://schemas.openxmlformats.org/officeDocument/2006/relationships/image" Target="../media/image18.emf"/><Relationship Id="rId4" Type="http://schemas.openxmlformats.org/officeDocument/2006/relationships/oleObject" Target="../embeddings/oleObject147.bin"/></Relationships>
</file>

<file path=ppt/slideLayouts/_rels/slideLayout18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9.xml"/><Relationship Id="rId1" Type="http://schemas.openxmlformats.org/officeDocument/2006/relationships/vmlDrawing" Target="../drawings/vmlDrawing144.vml"/><Relationship Id="rId5" Type="http://schemas.openxmlformats.org/officeDocument/2006/relationships/image" Target="../media/image18.emf"/><Relationship Id="rId4" Type="http://schemas.openxmlformats.org/officeDocument/2006/relationships/oleObject" Target="../embeddings/oleObject148.bin"/></Relationships>
</file>

<file path=ppt/slideLayouts/_rels/slideLayout18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0.xml"/><Relationship Id="rId1" Type="http://schemas.openxmlformats.org/officeDocument/2006/relationships/vmlDrawing" Target="../drawings/vmlDrawing145.vml"/><Relationship Id="rId5" Type="http://schemas.openxmlformats.org/officeDocument/2006/relationships/image" Target="../media/image18.emf"/><Relationship Id="rId4" Type="http://schemas.openxmlformats.org/officeDocument/2006/relationships/oleObject" Target="../embeddings/oleObject149.bin"/></Relationships>
</file>

<file path=ppt/slideLayouts/_rels/slideLayout18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1.xml"/><Relationship Id="rId1" Type="http://schemas.openxmlformats.org/officeDocument/2006/relationships/vmlDrawing" Target="../drawings/vmlDrawing146.vml"/><Relationship Id="rId5" Type="http://schemas.openxmlformats.org/officeDocument/2006/relationships/image" Target="../media/image18.emf"/><Relationship Id="rId4" Type="http://schemas.openxmlformats.org/officeDocument/2006/relationships/oleObject" Target="../embeddings/oleObject150.bin"/></Relationships>
</file>

<file path=ppt/slideLayouts/_rels/slideLayout18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2.xml"/><Relationship Id="rId1" Type="http://schemas.openxmlformats.org/officeDocument/2006/relationships/vmlDrawing" Target="../drawings/vmlDrawing147.vml"/><Relationship Id="rId5" Type="http://schemas.openxmlformats.org/officeDocument/2006/relationships/image" Target="../media/image18.emf"/><Relationship Id="rId4" Type="http://schemas.openxmlformats.org/officeDocument/2006/relationships/oleObject" Target="../embeddings/oleObject151.bin"/></Relationships>
</file>

<file path=ppt/slideLayouts/_rels/slideLayout18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3.xml"/><Relationship Id="rId1" Type="http://schemas.openxmlformats.org/officeDocument/2006/relationships/vmlDrawing" Target="../drawings/vmlDrawing148.vml"/><Relationship Id="rId5" Type="http://schemas.openxmlformats.org/officeDocument/2006/relationships/image" Target="../media/image18.emf"/><Relationship Id="rId4" Type="http://schemas.openxmlformats.org/officeDocument/2006/relationships/oleObject" Target="../embeddings/oleObject152.bin"/></Relationships>
</file>

<file path=ppt/slideLayouts/_rels/slideLayout18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4.xml"/><Relationship Id="rId1" Type="http://schemas.openxmlformats.org/officeDocument/2006/relationships/vmlDrawing" Target="../drawings/vmlDrawing149.vml"/><Relationship Id="rId5" Type="http://schemas.openxmlformats.org/officeDocument/2006/relationships/image" Target="../media/image18.emf"/><Relationship Id="rId4" Type="http://schemas.openxmlformats.org/officeDocument/2006/relationships/oleObject" Target="../embeddings/oleObject153.bin"/></Relationships>
</file>

<file path=ppt/slideLayouts/_rels/slideLayout18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5.xml"/><Relationship Id="rId1" Type="http://schemas.openxmlformats.org/officeDocument/2006/relationships/vmlDrawing" Target="../drawings/vmlDrawing150.vml"/><Relationship Id="rId5" Type="http://schemas.openxmlformats.org/officeDocument/2006/relationships/image" Target="../media/image18.emf"/><Relationship Id="rId4" Type="http://schemas.openxmlformats.org/officeDocument/2006/relationships/oleObject" Target="../embeddings/oleObject154.bin"/></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6.xml"/><Relationship Id="rId1" Type="http://schemas.openxmlformats.org/officeDocument/2006/relationships/vmlDrawing" Target="../drawings/vmlDrawing151.vml"/><Relationship Id="rId5" Type="http://schemas.openxmlformats.org/officeDocument/2006/relationships/image" Target="../media/image16.emf"/><Relationship Id="rId4" Type="http://schemas.openxmlformats.org/officeDocument/2006/relationships/oleObject" Target="../embeddings/oleObject155.bin"/></Relationships>
</file>

<file path=ppt/slideLayouts/_rels/slideLayout19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7.xml"/><Relationship Id="rId1" Type="http://schemas.openxmlformats.org/officeDocument/2006/relationships/vmlDrawing" Target="../drawings/vmlDrawing152.vml"/><Relationship Id="rId5" Type="http://schemas.openxmlformats.org/officeDocument/2006/relationships/image" Target="../media/image19.emf"/><Relationship Id="rId4" Type="http://schemas.openxmlformats.org/officeDocument/2006/relationships/oleObject" Target="../embeddings/oleObject156.bin"/></Relationships>
</file>

<file path=ppt/slideLayouts/_rels/slideLayout19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8.xml"/><Relationship Id="rId1" Type="http://schemas.openxmlformats.org/officeDocument/2006/relationships/vmlDrawing" Target="../drawings/vmlDrawing153.vml"/><Relationship Id="rId5" Type="http://schemas.openxmlformats.org/officeDocument/2006/relationships/image" Target="../media/image19.emf"/><Relationship Id="rId4" Type="http://schemas.openxmlformats.org/officeDocument/2006/relationships/oleObject" Target="../embeddings/oleObject157.bin"/></Relationships>
</file>

<file path=ppt/slideLayouts/_rels/slideLayout19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9.xml"/><Relationship Id="rId1" Type="http://schemas.openxmlformats.org/officeDocument/2006/relationships/vmlDrawing" Target="../drawings/vmlDrawing154.vml"/><Relationship Id="rId5" Type="http://schemas.openxmlformats.org/officeDocument/2006/relationships/image" Target="../media/image19.emf"/><Relationship Id="rId4" Type="http://schemas.openxmlformats.org/officeDocument/2006/relationships/oleObject" Target="../embeddings/oleObject158.bin"/></Relationships>
</file>

<file path=ppt/slideLayouts/_rels/slideLayout19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0.xml"/><Relationship Id="rId1" Type="http://schemas.openxmlformats.org/officeDocument/2006/relationships/vmlDrawing" Target="../drawings/vmlDrawing155.vml"/><Relationship Id="rId5" Type="http://schemas.openxmlformats.org/officeDocument/2006/relationships/image" Target="../media/image19.emf"/><Relationship Id="rId4" Type="http://schemas.openxmlformats.org/officeDocument/2006/relationships/oleObject" Target="../embeddings/oleObject159.bin"/></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1.xml"/><Relationship Id="rId1" Type="http://schemas.openxmlformats.org/officeDocument/2006/relationships/vmlDrawing" Target="../drawings/vmlDrawing156.vml"/><Relationship Id="rId5" Type="http://schemas.openxmlformats.org/officeDocument/2006/relationships/image" Target="../media/image16.emf"/><Relationship Id="rId4" Type="http://schemas.openxmlformats.org/officeDocument/2006/relationships/oleObject" Target="../embeddings/oleObject160.bin"/></Relationships>
</file>

<file path=ppt/slideLayouts/_rels/slideLayout20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2.xml"/><Relationship Id="rId1" Type="http://schemas.openxmlformats.org/officeDocument/2006/relationships/vmlDrawing" Target="../drawings/vmlDrawing157.vml"/><Relationship Id="rId5" Type="http://schemas.openxmlformats.org/officeDocument/2006/relationships/image" Target="../media/image20.emf"/><Relationship Id="rId4" Type="http://schemas.openxmlformats.org/officeDocument/2006/relationships/oleObject" Target="../embeddings/oleObject161.bin"/></Relationships>
</file>

<file path=ppt/slideLayouts/_rels/slideLayout20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3.xml"/><Relationship Id="rId1" Type="http://schemas.openxmlformats.org/officeDocument/2006/relationships/vmlDrawing" Target="../drawings/vmlDrawing158.vml"/><Relationship Id="rId5" Type="http://schemas.openxmlformats.org/officeDocument/2006/relationships/image" Target="../media/image20.emf"/><Relationship Id="rId4" Type="http://schemas.openxmlformats.org/officeDocument/2006/relationships/oleObject" Target="../embeddings/oleObject162.bin"/></Relationships>
</file>

<file path=ppt/slideLayouts/_rels/slideLayout20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4.xml"/><Relationship Id="rId1" Type="http://schemas.openxmlformats.org/officeDocument/2006/relationships/vmlDrawing" Target="../drawings/vmlDrawing159.vml"/><Relationship Id="rId5" Type="http://schemas.openxmlformats.org/officeDocument/2006/relationships/image" Target="../media/image20.emf"/><Relationship Id="rId4" Type="http://schemas.openxmlformats.org/officeDocument/2006/relationships/oleObject" Target="../embeddings/oleObject163.bin"/></Relationships>
</file>

<file path=ppt/slideLayouts/_rels/slideLayout20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5.xml"/><Relationship Id="rId1" Type="http://schemas.openxmlformats.org/officeDocument/2006/relationships/vmlDrawing" Target="../drawings/vmlDrawing160.vml"/><Relationship Id="rId5" Type="http://schemas.openxmlformats.org/officeDocument/2006/relationships/image" Target="../media/image20.emf"/><Relationship Id="rId4" Type="http://schemas.openxmlformats.org/officeDocument/2006/relationships/oleObject" Target="../embeddings/oleObject164.bin"/></Relationships>
</file>

<file path=ppt/slideLayouts/_rels/slideLayout20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6.xml"/><Relationship Id="rId1" Type="http://schemas.openxmlformats.org/officeDocument/2006/relationships/vmlDrawing" Target="../drawings/vmlDrawing161.vml"/><Relationship Id="rId5" Type="http://schemas.openxmlformats.org/officeDocument/2006/relationships/image" Target="../media/image20.emf"/><Relationship Id="rId4" Type="http://schemas.openxmlformats.org/officeDocument/2006/relationships/oleObject" Target="../embeddings/oleObject165.bin"/></Relationships>
</file>

<file path=ppt/slideLayouts/_rels/slideLayout20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7.xml"/><Relationship Id="rId1" Type="http://schemas.openxmlformats.org/officeDocument/2006/relationships/vmlDrawing" Target="../drawings/vmlDrawing162.vml"/><Relationship Id="rId5" Type="http://schemas.openxmlformats.org/officeDocument/2006/relationships/image" Target="../media/image20.emf"/><Relationship Id="rId4" Type="http://schemas.openxmlformats.org/officeDocument/2006/relationships/oleObject" Target="../embeddings/oleObject166.bin"/></Relationships>
</file>

<file path=ppt/slideLayouts/_rels/slideLayout20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8.xml"/><Relationship Id="rId1" Type="http://schemas.openxmlformats.org/officeDocument/2006/relationships/vmlDrawing" Target="../drawings/vmlDrawing163.vml"/><Relationship Id="rId5" Type="http://schemas.openxmlformats.org/officeDocument/2006/relationships/image" Target="../media/image20.emf"/><Relationship Id="rId4" Type="http://schemas.openxmlformats.org/officeDocument/2006/relationships/oleObject" Target="../embeddings/oleObject167.bin"/></Relationships>
</file>

<file path=ppt/slideLayouts/_rels/slideLayout20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9.xml"/><Relationship Id="rId1" Type="http://schemas.openxmlformats.org/officeDocument/2006/relationships/vmlDrawing" Target="../drawings/vmlDrawing164.vml"/><Relationship Id="rId5" Type="http://schemas.openxmlformats.org/officeDocument/2006/relationships/image" Target="../media/image20.emf"/><Relationship Id="rId4" Type="http://schemas.openxmlformats.org/officeDocument/2006/relationships/oleObject" Target="../embeddings/oleObject168.bin"/></Relationships>
</file>

<file path=ppt/slideLayouts/_rels/slideLayout20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0.xml"/><Relationship Id="rId1" Type="http://schemas.openxmlformats.org/officeDocument/2006/relationships/vmlDrawing" Target="../drawings/vmlDrawing165.vml"/><Relationship Id="rId5" Type="http://schemas.openxmlformats.org/officeDocument/2006/relationships/image" Target="../media/image16.emf"/><Relationship Id="rId4" Type="http://schemas.openxmlformats.org/officeDocument/2006/relationships/oleObject" Target="../embeddings/oleObject169.bin"/></Relationships>
</file>

<file path=ppt/slideLayouts/_rels/slideLayout20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1.xml"/><Relationship Id="rId1" Type="http://schemas.openxmlformats.org/officeDocument/2006/relationships/vmlDrawing" Target="../drawings/vmlDrawing166.vml"/><Relationship Id="rId5" Type="http://schemas.openxmlformats.org/officeDocument/2006/relationships/image" Target="../media/image21.emf"/><Relationship Id="rId4" Type="http://schemas.openxmlformats.org/officeDocument/2006/relationships/oleObject" Target="../embeddings/oleObject170.bin"/></Relationships>
</file>

<file path=ppt/slideLayouts/_rels/slideLayout2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2.xml"/><Relationship Id="rId1" Type="http://schemas.openxmlformats.org/officeDocument/2006/relationships/vmlDrawing" Target="../drawings/vmlDrawing167.vml"/><Relationship Id="rId5" Type="http://schemas.openxmlformats.org/officeDocument/2006/relationships/image" Target="../media/image21.emf"/><Relationship Id="rId4" Type="http://schemas.openxmlformats.org/officeDocument/2006/relationships/oleObject" Target="../embeddings/oleObject171.bin"/></Relationships>
</file>

<file path=ppt/slideLayouts/_rels/slideLayout2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3.xml"/><Relationship Id="rId1" Type="http://schemas.openxmlformats.org/officeDocument/2006/relationships/vmlDrawing" Target="../drawings/vmlDrawing168.vml"/><Relationship Id="rId5" Type="http://schemas.openxmlformats.org/officeDocument/2006/relationships/image" Target="../media/image21.emf"/><Relationship Id="rId4" Type="http://schemas.openxmlformats.org/officeDocument/2006/relationships/oleObject" Target="../embeddings/oleObject172.bin"/></Relationships>
</file>

<file path=ppt/slideLayouts/_rels/slideLayout21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4.xml"/><Relationship Id="rId1" Type="http://schemas.openxmlformats.org/officeDocument/2006/relationships/vmlDrawing" Target="../drawings/vmlDrawing169.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173.bin"/></Relationships>
</file>

<file path=ppt/slideLayouts/_rels/slideLayout21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5.xml"/><Relationship Id="rId1" Type="http://schemas.openxmlformats.org/officeDocument/2006/relationships/vmlDrawing" Target="../drawings/vmlDrawing170.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174.bin"/></Relationships>
</file>

<file path=ppt/slideLayouts/_rels/slideLayout21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6.xml"/><Relationship Id="rId1" Type="http://schemas.openxmlformats.org/officeDocument/2006/relationships/vmlDrawing" Target="../drawings/vmlDrawing171.vml"/><Relationship Id="rId5" Type="http://schemas.openxmlformats.org/officeDocument/2006/relationships/image" Target="../media/image21.emf"/><Relationship Id="rId4" Type="http://schemas.openxmlformats.org/officeDocument/2006/relationships/oleObject" Target="../embeddings/oleObject175.bin"/></Relationships>
</file>

<file path=ppt/slideLayouts/_rels/slideLayout21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7.xml"/><Relationship Id="rId1" Type="http://schemas.openxmlformats.org/officeDocument/2006/relationships/vmlDrawing" Target="../drawings/vmlDrawing172.vml"/><Relationship Id="rId5" Type="http://schemas.openxmlformats.org/officeDocument/2006/relationships/image" Target="../media/image21.emf"/><Relationship Id="rId4" Type="http://schemas.openxmlformats.org/officeDocument/2006/relationships/oleObject" Target="../embeddings/oleObject176.bin"/></Relationships>
</file>

<file path=ppt/slideLayouts/_rels/slideLayout21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8.xml"/><Relationship Id="rId1" Type="http://schemas.openxmlformats.org/officeDocument/2006/relationships/vmlDrawing" Target="../drawings/vmlDrawing173.vml"/><Relationship Id="rId5" Type="http://schemas.openxmlformats.org/officeDocument/2006/relationships/image" Target="../media/image21.emf"/><Relationship Id="rId4" Type="http://schemas.openxmlformats.org/officeDocument/2006/relationships/oleObject" Target="../embeddings/oleObject177.bin"/></Relationships>
</file>

<file path=ppt/slideLayouts/_rels/slideLayout21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9.xml"/><Relationship Id="rId1" Type="http://schemas.openxmlformats.org/officeDocument/2006/relationships/vmlDrawing" Target="../drawings/vmlDrawing174.vml"/><Relationship Id="rId5" Type="http://schemas.openxmlformats.org/officeDocument/2006/relationships/image" Target="../media/image21.emf"/><Relationship Id="rId4" Type="http://schemas.openxmlformats.org/officeDocument/2006/relationships/oleObject" Target="../embeddings/oleObject178.bin"/></Relationships>
</file>

<file path=ppt/slideLayouts/_rels/slideLayout21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0.xml"/><Relationship Id="rId1" Type="http://schemas.openxmlformats.org/officeDocument/2006/relationships/vmlDrawing" Target="../drawings/vmlDrawing175.vml"/><Relationship Id="rId5" Type="http://schemas.openxmlformats.org/officeDocument/2006/relationships/image" Target="../media/image16.emf"/><Relationship Id="rId4" Type="http://schemas.openxmlformats.org/officeDocument/2006/relationships/oleObject" Target="../embeddings/oleObject179.bin"/></Relationships>
</file>

<file path=ppt/slideLayouts/_rels/slideLayout21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1.xml"/><Relationship Id="rId1" Type="http://schemas.openxmlformats.org/officeDocument/2006/relationships/vmlDrawing" Target="../drawings/vmlDrawing176.vml"/><Relationship Id="rId5" Type="http://schemas.openxmlformats.org/officeDocument/2006/relationships/image" Target="../media/image22.emf"/><Relationship Id="rId4" Type="http://schemas.openxmlformats.org/officeDocument/2006/relationships/oleObject" Target="../embeddings/oleObject180.bin"/></Relationships>
</file>

<file path=ppt/slideLayouts/_rels/slideLayout22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2.xml"/><Relationship Id="rId1" Type="http://schemas.openxmlformats.org/officeDocument/2006/relationships/vmlDrawing" Target="../drawings/vmlDrawing177.vml"/><Relationship Id="rId5" Type="http://schemas.openxmlformats.org/officeDocument/2006/relationships/image" Target="../media/image22.emf"/><Relationship Id="rId4" Type="http://schemas.openxmlformats.org/officeDocument/2006/relationships/oleObject" Target="../embeddings/oleObject181.bin"/></Relationships>
</file>

<file path=ppt/slideLayouts/_rels/slideLayout22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3.xml"/><Relationship Id="rId1" Type="http://schemas.openxmlformats.org/officeDocument/2006/relationships/vmlDrawing" Target="../drawings/vmlDrawing178.vml"/><Relationship Id="rId5" Type="http://schemas.openxmlformats.org/officeDocument/2006/relationships/image" Target="../media/image22.emf"/><Relationship Id="rId4" Type="http://schemas.openxmlformats.org/officeDocument/2006/relationships/oleObject" Target="../embeddings/oleObject182.bin"/></Relationships>
</file>

<file path=ppt/slideLayouts/_rels/slideLayout22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4.xml"/><Relationship Id="rId1" Type="http://schemas.openxmlformats.org/officeDocument/2006/relationships/vmlDrawing" Target="../drawings/vmlDrawing179.vml"/><Relationship Id="rId5" Type="http://schemas.openxmlformats.org/officeDocument/2006/relationships/image" Target="../media/image22.emf"/><Relationship Id="rId4" Type="http://schemas.openxmlformats.org/officeDocument/2006/relationships/oleObject" Target="../embeddings/oleObject183.bin"/></Relationships>
</file>

<file path=ppt/slideLayouts/_rels/slideLayout22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5.xml"/><Relationship Id="rId1" Type="http://schemas.openxmlformats.org/officeDocument/2006/relationships/vmlDrawing" Target="../drawings/vmlDrawing180.vml"/><Relationship Id="rId5" Type="http://schemas.openxmlformats.org/officeDocument/2006/relationships/image" Target="../media/image23.emf"/><Relationship Id="rId4" Type="http://schemas.openxmlformats.org/officeDocument/2006/relationships/oleObject" Target="../embeddings/oleObject184.bin"/></Relationships>
</file>

<file path=ppt/slideLayouts/_rels/slideLayout22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6.xml"/><Relationship Id="rId1" Type="http://schemas.openxmlformats.org/officeDocument/2006/relationships/vmlDrawing" Target="../drawings/vmlDrawing181.vml"/><Relationship Id="rId5" Type="http://schemas.openxmlformats.org/officeDocument/2006/relationships/image" Target="../media/image23.emf"/><Relationship Id="rId4" Type="http://schemas.openxmlformats.org/officeDocument/2006/relationships/oleObject" Target="../embeddings/oleObject185.bin"/></Relationships>
</file>

<file path=ppt/slideLayouts/_rels/slideLayout22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7.xml"/><Relationship Id="rId1" Type="http://schemas.openxmlformats.org/officeDocument/2006/relationships/vmlDrawing" Target="../drawings/vmlDrawing182.vml"/><Relationship Id="rId5" Type="http://schemas.openxmlformats.org/officeDocument/2006/relationships/image" Target="../media/image23.emf"/><Relationship Id="rId4" Type="http://schemas.openxmlformats.org/officeDocument/2006/relationships/oleObject" Target="../embeddings/oleObject186.bin"/></Relationships>
</file>

<file path=ppt/slideLayouts/_rels/slideLayout22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8.xml"/><Relationship Id="rId1" Type="http://schemas.openxmlformats.org/officeDocument/2006/relationships/vmlDrawing" Target="../drawings/vmlDrawing183.vml"/><Relationship Id="rId5" Type="http://schemas.openxmlformats.org/officeDocument/2006/relationships/image" Target="../media/image23.emf"/><Relationship Id="rId4" Type="http://schemas.openxmlformats.org/officeDocument/2006/relationships/oleObject" Target="../embeddings/oleObject187.bin"/></Relationships>
</file>

<file path=ppt/slideLayouts/_rels/slideLayout22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9.xml"/><Relationship Id="rId1" Type="http://schemas.openxmlformats.org/officeDocument/2006/relationships/vmlDrawing" Target="../drawings/vmlDrawing184.vml"/><Relationship Id="rId5" Type="http://schemas.openxmlformats.org/officeDocument/2006/relationships/image" Target="../media/image23.emf"/><Relationship Id="rId4" Type="http://schemas.openxmlformats.org/officeDocument/2006/relationships/oleObject" Target="../embeddings/oleObject188.bin"/></Relationships>
</file>

<file path=ppt/slideLayouts/_rels/slideLayout2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0.xml"/><Relationship Id="rId1" Type="http://schemas.openxmlformats.org/officeDocument/2006/relationships/vmlDrawing" Target="../drawings/vmlDrawing185.vml"/><Relationship Id="rId5" Type="http://schemas.openxmlformats.org/officeDocument/2006/relationships/image" Target="../media/image23.emf"/><Relationship Id="rId4" Type="http://schemas.openxmlformats.org/officeDocument/2006/relationships/oleObject" Target="../embeddings/oleObject189.bin"/></Relationships>
</file>

<file path=ppt/slideLayouts/_rels/slideLayout22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1.xml"/><Relationship Id="rId1" Type="http://schemas.openxmlformats.org/officeDocument/2006/relationships/vmlDrawing" Target="../drawings/vmlDrawing186.vml"/><Relationship Id="rId5" Type="http://schemas.openxmlformats.org/officeDocument/2006/relationships/image" Target="../media/image23.emf"/><Relationship Id="rId4" Type="http://schemas.openxmlformats.org/officeDocument/2006/relationships/oleObject" Target="../embeddings/oleObject190.bin"/></Relationships>
</file>

<file path=ppt/slideLayouts/_rels/slideLayout23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2.xml"/><Relationship Id="rId1" Type="http://schemas.openxmlformats.org/officeDocument/2006/relationships/vmlDrawing" Target="../drawings/vmlDrawing187.vml"/><Relationship Id="rId5" Type="http://schemas.openxmlformats.org/officeDocument/2006/relationships/image" Target="../media/image23.emf"/><Relationship Id="rId4" Type="http://schemas.openxmlformats.org/officeDocument/2006/relationships/oleObject" Target="../embeddings/oleObject191.bin"/></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3.xml"/><Relationship Id="rId1" Type="http://schemas.openxmlformats.org/officeDocument/2006/relationships/vmlDrawing" Target="../drawings/vmlDrawing188.vml"/><Relationship Id="rId5" Type="http://schemas.openxmlformats.org/officeDocument/2006/relationships/image" Target="../media/image23.emf"/><Relationship Id="rId4" Type="http://schemas.openxmlformats.org/officeDocument/2006/relationships/oleObject" Target="../embeddings/oleObject192.bin"/></Relationships>
</file>

<file path=ppt/slideLayouts/_rels/slideLayout23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4.xml"/><Relationship Id="rId1" Type="http://schemas.openxmlformats.org/officeDocument/2006/relationships/vmlDrawing" Target="../drawings/vmlDrawing189.vml"/><Relationship Id="rId5" Type="http://schemas.openxmlformats.org/officeDocument/2006/relationships/image" Target="../media/image23.emf"/><Relationship Id="rId4" Type="http://schemas.openxmlformats.org/officeDocument/2006/relationships/oleObject" Target="../embeddings/oleObject193.bin"/></Relationships>
</file>

<file path=ppt/slideLayouts/_rels/slideLayout23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5.xml"/><Relationship Id="rId1" Type="http://schemas.openxmlformats.org/officeDocument/2006/relationships/vmlDrawing" Target="../drawings/vmlDrawing190.vml"/><Relationship Id="rId5" Type="http://schemas.openxmlformats.org/officeDocument/2006/relationships/image" Target="../media/image16.emf"/><Relationship Id="rId4" Type="http://schemas.openxmlformats.org/officeDocument/2006/relationships/oleObject" Target="../embeddings/oleObject194.bin"/></Relationships>
</file>

<file path=ppt/slideLayouts/_rels/slideLayout234.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oleObject" Target="../embeddings/oleObject196.bin"/><Relationship Id="rId2" Type="http://schemas.openxmlformats.org/officeDocument/2006/relationships/tags" Target="../tags/tag196.xml"/><Relationship Id="rId1" Type="http://schemas.openxmlformats.org/officeDocument/2006/relationships/vmlDrawing" Target="../drawings/vmlDrawing191.vml"/><Relationship Id="rId6" Type="http://schemas.openxmlformats.org/officeDocument/2006/relationships/image" Target="../media/image24.emf"/><Relationship Id="rId5" Type="http://schemas.openxmlformats.org/officeDocument/2006/relationships/oleObject" Target="../embeddings/oleObject195.bin"/><Relationship Id="rId4" Type="http://schemas.openxmlformats.org/officeDocument/2006/relationships/slideMaster" Target="../slideMasters/slideMaster3.xml"/></Relationships>
</file>

<file path=ppt/slideLayouts/_rels/slideLayout235.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oleObject" Target="../embeddings/oleObject198.bin"/><Relationship Id="rId2" Type="http://schemas.openxmlformats.org/officeDocument/2006/relationships/tags" Target="../tags/tag198.xml"/><Relationship Id="rId1" Type="http://schemas.openxmlformats.org/officeDocument/2006/relationships/vmlDrawing" Target="../drawings/vmlDrawing192.vml"/><Relationship Id="rId6" Type="http://schemas.openxmlformats.org/officeDocument/2006/relationships/image" Target="../media/image24.emf"/><Relationship Id="rId5" Type="http://schemas.openxmlformats.org/officeDocument/2006/relationships/oleObject" Target="../embeddings/oleObject197.bin"/><Relationship Id="rId4" Type="http://schemas.openxmlformats.org/officeDocument/2006/relationships/slideMaster" Target="../slideMasters/slideMaster3.xml"/></Relationships>
</file>

<file path=ppt/slideLayouts/_rels/slideLayout236.xml.rels><?xml version="1.0" encoding="UTF-8" standalone="yes"?>
<Relationships xmlns="http://schemas.openxmlformats.org/package/2006/relationships"><Relationship Id="rId3" Type="http://schemas.openxmlformats.org/officeDocument/2006/relationships/tags" Target="../tags/tag201.xml"/><Relationship Id="rId7" Type="http://schemas.openxmlformats.org/officeDocument/2006/relationships/oleObject" Target="../embeddings/oleObject200.bin"/><Relationship Id="rId2" Type="http://schemas.openxmlformats.org/officeDocument/2006/relationships/tags" Target="../tags/tag200.xml"/><Relationship Id="rId1" Type="http://schemas.openxmlformats.org/officeDocument/2006/relationships/vmlDrawing" Target="../drawings/vmlDrawing193.vml"/><Relationship Id="rId6" Type="http://schemas.openxmlformats.org/officeDocument/2006/relationships/image" Target="../media/image24.emf"/><Relationship Id="rId5" Type="http://schemas.openxmlformats.org/officeDocument/2006/relationships/oleObject" Target="../embeddings/oleObject199.bin"/><Relationship Id="rId4" Type="http://schemas.openxmlformats.org/officeDocument/2006/relationships/slideMaster" Target="../slideMasters/slideMaster3.xml"/></Relationships>
</file>

<file path=ppt/slideLayouts/_rels/slideLayout23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203.xml"/><Relationship Id="rId7" Type="http://schemas.openxmlformats.org/officeDocument/2006/relationships/image" Target="../media/image25.png"/><Relationship Id="rId2" Type="http://schemas.openxmlformats.org/officeDocument/2006/relationships/tags" Target="../tags/tag202.xml"/><Relationship Id="rId1" Type="http://schemas.openxmlformats.org/officeDocument/2006/relationships/vmlDrawing" Target="../drawings/vmlDrawing194.vml"/><Relationship Id="rId6" Type="http://schemas.openxmlformats.org/officeDocument/2006/relationships/image" Target="../media/image24.emf"/><Relationship Id="rId5" Type="http://schemas.openxmlformats.org/officeDocument/2006/relationships/oleObject" Target="../embeddings/oleObject201.bin"/><Relationship Id="rId10" Type="http://schemas.openxmlformats.org/officeDocument/2006/relationships/oleObject" Target="../embeddings/oleObject202.bin"/><Relationship Id="rId4" Type="http://schemas.openxmlformats.org/officeDocument/2006/relationships/slideMaster" Target="../slideMasters/slideMaster3.xml"/><Relationship Id="rId9" Type="http://schemas.openxmlformats.org/officeDocument/2006/relationships/image" Target="../media/image27.png"/></Relationships>
</file>

<file path=ppt/slideLayouts/_rels/slideLayout23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4.xml"/><Relationship Id="rId1" Type="http://schemas.openxmlformats.org/officeDocument/2006/relationships/vmlDrawing" Target="../drawings/vmlDrawing195.vml"/><Relationship Id="rId5" Type="http://schemas.openxmlformats.org/officeDocument/2006/relationships/image" Target="../media/image24.emf"/><Relationship Id="rId4" Type="http://schemas.openxmlformats.org/officeDocument/2006/relationships/oleObject" Target="../embeddings/oleObject203.bin"/></Relationships>
</file>

<file path=ppt/slideLayouts/_rels/slideLayout23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5.xml"/><Relationship Id="rId1" Type="http://schemas.openxmlformats.org/officeDocument/2006/relationships/vmlDrawing" Target="../drawings/vmlDrawing196.vml"/><Relationship Id="rId5" Type="http://schemas.openxmlformats.org/officeDocument/2006/relationships/image" Target="../media/image24.emf"/><Relationship Id="rId4" Type="http://schemas.openxmlformats.org/officeDocument/2006/relationships/oleObject" Target="../embeddings/oleObject204.bin"/></Relationships>
</file>

<file path=ppt/slideLayouts/_rels/slideLayout24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6.xml"/><Relationship Id="rId1" Type="http://schemas.openxmlformats.org/officeDocument/2006/relationships/vmlDrawing" Target="../drawings/vmlDrawing197.vml"/><Relationship Id="rId5" Type="http://schemas.openxmlformats.org/officeDocument/2006/relationships/image" Target="../media/image24.emf"/><Relationship Id="rId4" Type="http://schemas.openxmlformats.org/officeDocument/2006/relationships/oleObject" Target="../embeddings/oleObject205.bin"/></Relationships>
</file>

<file path=ppt/slideLayouts/_rels/slideLayout24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7.xml"/><Relationship Id="rId1" Type="http://schemas.openxmlformats.org/officeDocument/2006/relationships/vmlDrawing" Target="../drawings/vmlDrawing19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6.bin"/></Relationships>
</file>

<file path=ppt/slideLayouts/_rels/slideLayout24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8.xml"/><Relationship Id="rId1" Type="http://schemas.openxmlformats.org/officeDocument/2006/relationships/vmlDrawing" Target="../drawings/vmlDrawing199.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7.bin"/></Relationships>
</file>

<file path=ppt/slideLayouts/_rels/slideLayout24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9.xml"/><Relationship Id="rId1" Type="http://schemas.openxmlformats.org/officeDocument/2006/relationships/vmlDrawing" Target="../drawings/vmlDrawing20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8.bin"/></Relationships>
</file>

<file path=ppt/slideLayouts/_rels/slideLayout24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0.xml"/><Relationship Id="rId1" Type="http://schemas.openxmlformats.org/officeDocument/2006/relationships/vmlDrawing" Target="../drawings/vmlDrawing201.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9.bin"/></Relationships>
</file>

<file path=ppt/slideLayouts/_rels/slideLayout24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1.xml"/><Relationship Id="rId1" Type="http://schemas.openxmlformats.org/officeDocument/2006/relationships/vmlDrawing" Target="../drawings/vmlDrawing202.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210.bin"/></Relationships>
</file>

<file path=ppt/slideLayouts/_rels/slideLayout2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2.xml"/><Relationship Id="rId1" Type="http://schemas.openxmlformats.org/officeDocument/2006/relationships/vmlDrawing" Target="../drawings/vmlDrawing203.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211.bin"/></Relationships>
</file>

<file path=ppt/slideLayouts/_rels/slideLayout2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3.xml"/><Relationship Id="rId1" Type="http://schemas.openxmlformats.org/officeDocument/2006/relationships/vmlDrawing" Target="../drawings/vmlDrawing204.vml"/><Relationship Id="rId5" Type="http://schemas.openxmlformats.org/officeDocument/2006/relationships/image" Target="../media/image16.emf"/><Relationship Id="rId4" Type="http://schemas.openxmlformats.org/officeDocument/2006/relationships/oleObject" Target="../embeddings/oleObject212.bin"/></Relationships>
</file>

<file path=ppt/slideLayouts/_rels/slideLayout2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4.xml"/><Relationship Id="rId1" Type="http://schemas.openxmlformats.org/officeDocument/2006/relationships/vmlDrawing" Target="../drawings/vmlDrawing205.vml"/><Relationship Id="rId5" Type="http://schemas.openxmlformats.org/officeDocument/2006/relationships/image" Target="../media/image30.emf"/><Relationship Id="rId4" Type="http://schemas.openxmlformats.org/officeDocument/2006/relationships/oleObject" Target="../embeddings/oleObject213.bin"/></Relationships>
</file>

<file path=ppt/slideLayouts/_rels/slideLayout24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5.xml"/><Relationship Id="rId1" Type="http://schemas.openxmlformats.org/officeDocument/2006/relationships/vmlDrawing" Target="../drawings/vmlDrawing206.vml"/><Relationship Id="rId5" Type="http://schemas.openxmlformats.org/officeDocument/2006/relationships/image" Target="../media/image30.emf"/><Relationship Id="rId4" Type="http://schemas.openxmlformats.org/officeDocument/2006/relationships/oleObject" Target="../embeddings/oleObject214.bin"/></Relationships>
</file>

<file path=ppt/slideLayouts/_rels/slideLayout2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6.xml"/><Relationship Id="rId1" Type="http://schemas.openxmlformats.org/officeDocument/2006/relationships/vmlDrawing" Target="../drawings/vmlDrawing207.vml"/><Relationship Id="rId5" Type="http://schemas.openxmlformats.org/officeDocument/2006/relationships/image" Target="../media/image31.emf"/><Relationship Id="rId4" Type="http://schemas.openxmlformats.org/officeDocument/2006/relationships/oleObject" Target="../embeddings/oleObject215.bin"/></Relationships>
</file>

<file path=ppt/slideLayouts/_rels/slideLayout2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7.xml"/><Relationship Id="rId1" Type="http://schemas.openxmlformats.org/officeDocument/2006/relationships/vmlDrawing" Target="../drawings/vmlDrawing208.vml"/><Relationship Id="rId5" Type="http://schemas.openxmlformats.org/officeDocument/2006/relationships/image" Target="../media/image31.emf"/><Relationship Id="rId4" Type="http://schemas.openxmlformats.org/officeDocument/2006/relationships/oleObject" Target="../embeddings/oleObject216.bin"/></Relationships>
</file>

<file path=ppt/slideLayouts/_rels/slideLayout2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8.xml"/><Relationship Id="rId1" Type="http://schemas.openxmlformats.org/officeDocument/2006/relationships/vmlDrawing" Target="../drawings/vmlDrawing209.vml"/><Relationship Id="rId5" Type="http://schemas.openxmlformats.org/officeDocument/2006/relationships/image" Target="../media/image16.emf"/><Relationship Id="rId4" Type="http://schemas.openxmlformats.org/officeDocument/2006/relationships/oleObject" Target="../embeddings/oleObject217.bin"/></Relationships>
</file>

<file path=ppt/slideLayouts/_rels/slideLayout2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9.xml"/><Relationship Id="rId1" Type="http://schemas.openxmlformats.org/officeDocument/2006/relationships/vmlDrawing" Target="../drawings/vmlDrawing210.vml"/><Relationship Id="rId5" Type="http://schemas.openxmlformats.org/officeDocument/2006/relationships/image" Target="../media/image32.emf"/><Relationship Id="rId4" Type="http://schemas.openxmlformats.org/officeDocument/2006/relationships/oleObject" Target="../embeddings/oleObject218.bin"/></Relationships>
</file>

<file path=ppt/slideLayouts/_rels/slideLayout2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0.xml"/><Relationship Id="rId1" Type="http://schemas.openxmlformats.org/officeDocument/2006/relationships/vmlDrawing" Target="../drawings/vmlDrawing211.vml"/><Relationship Id="rId5" Type="http://schemas.openxmlformats.org/officeDocument/2006/relationships/image" Target="../media/image32.emf"/><Relationship Id="rId4" Type="http://schemas.openxmlformats.org/officeDocument/2006/relationships/oleObject" Target="../embeddings/oleObject219.bin"/></Relationships>
</file>

<file path=ppt/slideLayouts/_rels/slideLayout2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1.xml"/><Relationship Id="rId1" Type="http://schemas.openxmlformats.org/officeDocument/2006/relationships/vmlDrawing" Target="../drawings/vmlDrawing212.vml"/><Relationship Id="rId5" Type="http://schemas.openxmlformats.org/officeDocument/2006/relationships/image" Target="../media/image32.emf"/><Relationship Id="rId4" Type="http://schemas.openxmlformats.org/officeDocument/2006/relationships/oleObject" Target="../embeddings/oleObject220.bin"/></Relationships>
</file>

<file path=ppt/slideLayouts/_rels/slideLayout2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2.xml"/><Relationship Id="rId1" Type="http://schemas.openxmlformats.org/officeDocument/2006/relationships/vmlDrawing" Target="../drawings/vmlDrawing213.vml"/><Relationship Id="rId5" Type="http://schemas.openxmlformats.org/officeDocument/2006/relationships/image" Target="../media/image32.emf"/><Relationship Id="rId4" Type="http://schemas.openxmlformats.org/officeDocument/2006/relationships/oleObject" Target="../embeddings/oleObject221.bin"/></Relationships>
</file>

<file path=ppt/slideLayouts/_rels/slideLayout2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3.xml"/><Relationship Id="rId1" Type="http://schemas.openxmlformats.org/officeDocument/2006/relationships/vmlDrawing" Target="../drawings/vmlDrawing214.vml"/><Relationship Id="rId5" Type="http://schemas.openxmlformats.org/officeDocument/2006/relationships/image" Target="../media/image32.emf"/><Relationship Id="rId4" Type="http://schemas.openxmlformats.org/officeDocument/2006/relationships/oleObject" Target="../embeddings/oleObject222.bin"/></Relationships>
</file>

<file path=ppt/slideLayouts/_rels/slideLayout2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4.xml"/><Relationship Id="rId1" Type="http://schemas.openxmlformats.org/officeDocument/2006/relationships/vmlDrawing" Target="../drawings/vmlDrawing215.vml"/><Relationship Id="rId5" Type="http://schemas.openxmlformats.org/officeDocument/2006/relationships/image" Target="../media/image32.emf"/><Relationship Id="rId4" Type="http://schemas.openxmlformats.org/officeDocument/2006/relationships/oleObject" Target="../embeddings/oleObject223.bin"/></Relationships>
</file>

<file path=ppt/slideLayouts/_rels/slideLayout2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5.xml"/><Relationship Id="rId1" Type="http://schemas.openxmlformats.org/officeDocument/2006/relationships/vmlDrawing" Target="../drawings/vmlDrawing216.vml"/><Relationship Id="rId5" Type="http://schemas.openxmlformats.org/officeDocument/2006/relationships/image" Target="../media/image16.emf"/><Relationship Id="rId4" Type="http://schemas.openxmlformats.org/officeDocument/2006/relationships/oleObject" Target="../embeddings/oleObject224.bin"/></Relationships>
</file>

<file path=ppt/slideLayouts/_rels/slideLayout260.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6.xml"/><Relationship Id="rId1" Type="http://schemas.openxmlformats.org/officeDocument/2006/relationships/vmlDrawing" Target="../drawings/vmlDrawing217.vml"/><Relationship Id="rId6" Type="http://schemas.openxmlformats.org/officeDocument/2006/relationships/image" Target="../media/image33.emf"/><Relationship Id="rId5" Type="http://schemas.openxmlformats.org/officeDocument/2006/relationships/oleObject" Target="../embeddings/oleObject225.bin"/><Relationship Id="rId4" Type="http://schemas.openxmlformats.org/officeDocument/2006/relationships/image" Target="../media/image38.svg"/></Relationships>
</file>

<file path=ppt/slideLayouts/_rels/slideLayout261.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7.xml"/><Relationship Id="rId1" Type="http://schemas.openxmlformats.org/officeDocument/2006/relationships/vmlDrawing" Target="../drawings/vmlDrawing218.vml"/><Relationship Id="rId6" Type="http://schemas.openxmlformats.org/officeDocument/2006/relationships/image" Target="../media/image33.emf"/><Relationship Id="rId5" Type="http://schemas.openxmlformats.org/officeDocument/2006/relationships/oleObject" Target="../embeddings/oleObject226.bin"/><Relationship Id="rId4" Type="http://schemas.openxmlformats.org/officeDocument/2006/relationships/image" Target="../media/image23.svg"/></Relationships>
</file>

<file path=ppt/slideLayouts/_rels/slideLayout262.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8.xml"/><Relationship Id="rId1" Type="http://schemas.openxmlformats.org/officeDocument/2006/relationships/vmlDrawing" Target="../drawings/vmlDrawing219.vml"/><Relationship Id="rId6" Type="http://schemas.openxmlformats.org/officeDocument/2006/relationships/image" Target="../media/image33.emf"/><Relationship Id="rId5" Type="http://schemas.openxmlformats.org/officeDocument/2006/relationships/oleObject" Target="../embeddings/oleObject227.bin"/><Relationship Id="rId4" Type="http://schemas.openxmlformats.org/officeDocument/2006/relationships/image" Target="../media/image23.svg"/></Relationships>
</file>

<file path=ppt/slideLayouts/_rels/slideLayout2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9.xml"/><Relationship Id="rId1" Type="http://schemas.openxmlformats.org/officeDocument/2006/relationships/vmlDrawing" Target="../drawings/vmlDrawing220.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228.bin"/></Relationships>
</file>

<file path=ppt/slideLayouts/_rels/slideLayout2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0.xml"/><Relationship Id="rId1" Type="http://schemas.openxmlformats.org/officeDocument/2006/relationships/vmlDrawing" Target="../drawings/vmlDrawing221.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229.bin"/></Relationships>
</file>

<file path=ppt/slideLayouts/_rels/slideLayout2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1.xml"/><Relationship Id="rId1" Type="http://schemas.openxmlformats.org/officeDocument/2006/relationships/vmlDrawing" Target="../drawings/vmlDrawing222.vml"/><Relationship Id="rId5" Type="http://schemas.openxmlformats.org/officeDocument/2006/relationships/image" Target="../media/image16.emf"/><Relationship Id="rId4" Type="http://schemas.openxmlformats.org/officeDocument/2006/relationships/oleObject" Target="../embeddings/oleObject230.bin"/></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v1">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 xmlns:a16="http://schemas.microsoft.com/office/drawing/2014/main"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 xmlns:a16="http://schemas.microsoft.com/office/drawing/2014/main" id="{98855B5B-E925-44AD-9009-DE309257938B}"/>
              </a:ext>
            </a:extLst>
          </p:cNvPr>
          <p:cNvSpPr/>
          <p:nvPr userDrawn="1"/>
        </p:nvSpPr>
        <p:spPr>
          <a:xfrm>
            <a:off x="3772818"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3771136"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5136825"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25" name="Picture Placeholder 19">
            <a:extLst>
              <a:ext uri="{FF2B5EF4-FFF2-40B4-BE49-F238E27FC236}">
                <a16:creationId xmlns="" xmlns:a16="http://schemas.microsoft.com/office/drawing/2014/main" id="{BBB6AD79-4BB3-4B00-81E0-23A147A8722D}"/>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634200"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753102"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pic>
        <p:nvPicPr>
          <p:cNvPr id="16" name="Picture Placeholder 2">
            <a:extLst>
              <a:ext uri="{FF2B5EF4-FFF2-40B4-BE49-F238E27FC236}">
                <a16:creationId xmlns="" xmlns:a16="http://schemas.microsoft.com/office/drawing/2014/main" id="{0722218A-F86B-4F46-ABF3-1D0489C8A00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Tree>
    <p:extLst>
      <p:ext uri="{BB962C8B-B14F-4D97-AF65-F5344CB8AC3E}">
        <p14:creationId xmlns:p14="http://schemas.microsoft.com/office/powerpoint/2010/main" val="33950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1 - with Presenters">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 xmlns:a16="http://schemas.microsoft.com/office/drawing/2014/main"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 xmlns:a16="http://schemas.microsoft.com/office/drawing/2014/main" id="{98855B5B-E925-44AD-9009-DE309257938B}"/>
              </a:ext>
            </a:extLst>
          </p:cNvPr>
          <p:cNvSpPr/>
          <p:nvPr userDrawn="1"/>
        </p:nvSpPr>
        <p:spPr>
          <a:xfrm>
            <a:off x="1671996"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1670313"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3036003"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4533378"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4652280"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15" name="Picture Placeholder 19">
            <a:extLst>
              <a:ext uri="{FF2B5EF4-FFF2-40B4-BE49-F238E27FC236}">
                <a16:creationId xmlns="" xmlns:a16="http://schemas.microsoft.com/office/drawing/2014/main" id="{F42F61E4-95F5-45EB-A16E-986F5CC77182}"/>
              </a:ext>
            </a:extLst>
          </p:cNvPr>
          <p:cNvSpPr>
            <a:spLocks noGrp="1"/>
          </p:cNvSpPr>
          <p:nvPr>
            <p:ph type="pic" sz="quarter" idx="12" hasCustomPrompt="1"/>
          </p:nvPr>
        </p:nvSpPr>
        <p:spPr>
          <a:xfrm>
            <a:off x="7554041"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3" name="Text Placeholder 2">
            <a:extLst>
              <a:ext uri="{FF2B5EF4-FFF2-40B4-BE49-F238E27FC236}">
                <a16:creationId xmlns="" xmlns:a16="http://schemas.microsoft.com/office/drawing/2014/main" id="{69DB7E39-16D3-4AAF-8DB5-F05C74688C93}"/>
              </a:ext>
            </a:extLst>
          </p:cNvPr>
          <p:cNvSpPr>
            <a:spLocks noGrp="1"/>
          </p:cNvSpPr>
          <p:nvPr>
            <p:ph type="body" sz="quarter" idx="13" hasCustomPrompt="1"/>
          </p:nvPr>
        </p:nvSpPr>
        <p:spPr>
          <a:xfrm>
            <a:off x="7420040"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43" name="Picture Placeholder 19">
            <a:extLst>
              <a:ext uri="{FF2B5EF4-FFF2-40B4-BE49-F238E27FC236}">
                <a16:creationId xmlns="" xmlns:a16="http://schemas.microsoft.com/office/drawing/2014/main" id="{125CEFA6-05AE-45D8-A1A3-F1D0A0552692}"/>
              </a:ext>
            </a:extLst>
          </p:cNvPr>
          <p:cNvSpPr>
            <a:spLocks noGrp="1"/>
          </p:cNvSpPr>
          <p:nvPr>
            <p:ph type="pic" sz="quarter" idx="14" hasCustomPrompt="1"/>
          </p:nvPr>
        </p:nvSpPr>
        <p:spPr>
          <a:xfrm>
            <a:off x="8491033"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4" name="Text Placeholder 2">
            <a:extLst>
              <a:ext uri="{FF2B5EF4-FFF2-40B4-BE49-F238E27FC236}">
                <a16:creationId xmlns="" xmlns:a16="http://schemas.microsoft.com/office/drawing/2014/main" id="{ACA2B04E-D901-4211-A62E-E7960290CB86}"/>
              </a:ext>
            </a:extLst>
          </p:cNvPr>
          <p:cNvSpPr>
            <a:spLocks noGrp="1"/>
          </p:cNvSpPr>
          <p:nvPr>
            <p:ph type="body" sz="quarter" idx="15" hasCustomPrompt="1"/>
          </p:nvPr>
        </p:nvSpPr>
        <p:spPr>
          <a:xfrm>
            <a:off x="8357032"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45" name="Picture Placeholder 19">
            <a:extLst>
              <a:ext uri="{FF2B5EF4-FFF2-40B4-BE49-F238E27FC236}">
                <a16:creationId xmlns="" xmlns:a16="http://schemas.microsoft.com/office/drawing/2014/main" id="{A68CD03B-FB07-4CDC-B7B8-4F39D0ECF4FA}"/>
              </a:ext>
            </a:extLst>
          </p:cNvPr>
          <p:cNvSpPr>
            <a:spLocks noGrp="1"/>
          </p:cNvSpPr>
          <p:nvPr>
            <p:ph type="pic" sz="quarter" idx="16" hasCustomPrompt="1"/>
          </p:nvPr>
        </p:nvSpPr>
        <p:spPr>
          <a:xfrm>
            <a:off x="9428025"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6" name="Text Placeholder 2">
            <a:extLst>
              <a:ext uri="{FF2B5EF4-FFF2-40B4-BE49-F238E27FC236}">
                <a16:creationId xmlns="" xmlns:a16="http://schemas.microsoft.com/office/drawing/2014/main" id="{57AE09AE-6FDA-4085-9804-E01790BF677C}"/>
              </a:ext>
            </a:extLst>
          </p:cNvPr>
          <p:cNvSpPr>
            <a:spLocks noGrp="1"/>
          </p:cNvSpPr>
          <p:nvPr>
            <p:ph type="body" sz="quarter" idx="17" hasCustomPrompt="1"/>
          </p:nvPr>
        </p:nvSpPr>
        <p:spPr>
          <a:xfrm>
            <a:off x="9294024"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47" name="Picture Placeholder 19">
            <a:extLst>
              <a:ext uri="{FF2B5EF4-FFF2-40B4-BE49-F238E27FC236}">
                <a16:creationId xmlns="" xmlns:a16="http://schemas.microsoft.com/office/drawing/2014/main" id="{792FB7E5-DBD8-47F7-92B3-B15C657815D4}"/>
              </a:ext>
            </a:extLst>
          </p:cNvPr>
          <p:cNvSpPr>
            <a:spLocks noGrp="1"/>
          </p:cNvSpPr>
          <p:nvPr>
            <p:ph type="pic" sz="quarter" idx="18" hasCustomPrompt="1"/>
          </p:nvPr>
        </p:nvSpPr>
        <p:spPr>
          <a:xfrm>
            <a:off x="10365017"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8" name="Text Placeholder 2">
            <a:extLst>
              <a:ext uri="{FF2B5EF4-FFF2-40B4-BE49-F238E27FC236}">
                <a16:creationId xmlns="" xmlns:a16="http://schemas.microsoft.com/office/drawing/2014/main" id="{62CACE4C-2D9A-4D8C-AD8B-53F5FDBC2020}"/>
              </a:ext>
            </a:extLst>
          </p:cNvPr>
          <p:cNvSpPr>
            <a:spLocks noGrp="1"/>
          </p:cNvSpPr>
          <p:nvPr>
            <p:ph type="body" sz="quarter" idx="19" hasCustomPrompt="1"/>
          </p:nvPr>
        </p:nvSpPr>
        <p:spPr>
          <a:xfrm>
            <a:off x="10231016"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29" name="Picture Placeholder 2">
            <a:extLst>
              <a:ext uri="{FF2B5EF4-FFF2-40B4-BE49-F238E27FC236}">
                <a16:creationId xmlns="" xmlns:a16="http://schemas.microsoft.com/office/drawing/2014/main" id="{BD41828A-6710-494A-826C-128A666EFB8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0" name="Picture Placeholder 19">
            <a:extLst>
              <a:ext uri="{FF2B5EF4-FFF2-40B4-BE49-F238E27FC236}">
                <a16:creationId xmlns="" xmlns:a16="http://schemas.microsoft.com/office/drawing/2014/main" id="{C56FA7D8-298C-485F-ADF4-A3B54BC3F47A}"/>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latin typeface="+mn-lt"/>
              </a:defRPr>
            </a:lvl1pPr>
          </a:lstStyle>
          <a:p>
            <a:r>
              <a:rPr lang="en-US" dirty="0"/>
              <a:t>Click on the picture icon</a:t>
            </a:r>
            <a:br>
              <a:rPr lang="en-US" dirty="0"/>
            </a:br>
            <a:r>
              <a:rPr lang="en-US" dirty="0"/>
              <a:t>to insert the Partner logo</a:t>
            </a:r>
          </a:p>
        </p:txBody>
      </p:sp>
    </p:spTree>
    <p:extLst>
      <p:ext uri="{BB962C8B-B14F-4D97-AF65-F5344CB8AC3E}">
        <p14:creationId xmlns:p14="http://schemas.microsoft.com/office/powerpoint/2010/main" val="1931379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a:t>DDD, MMM YY</a:t>
            </a:r>
          </a:p>
        </p:txBody>
      </p:sp>
      <p:pic>
        <p:nvPicPr>
          <p:cNvPr id="13" name="Picture Placeholder 2">
            <a:extLst>
              <a:ext uri="{FF2B5EF4-FFF2-40B4-BE49-F238E27FC236}">
                <a16:creationId xmlns="" xmlns:a16="http://schemas.microsoft.com/office/drawing/2014/main" id="{45E66EA5-B756-4646-B7D3-9131530179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 xmlns:a16="http://schemas.microsoft.com/office/drawing/2014/main"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604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with Presenters">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 xmlns:a16="http://schemas.microsoft.com/office/drawing/2014/main"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 xmlns:a16="http://schemas.microsoft.com/office/drawing/2014/main"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 xmlns:a16="http://schemas.microsoft.com/office/drawing/2014/main"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 xmlns:a16="http://schemas.microsoft.com/office/drawing/2014/main"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 xmlns:a16="http://schemas.microsoft.com/office/drawing/2014/main"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 xmlns:a16="http://schemas.microsoft.com/office/drawing/2014/main"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 xmlns:a16="http://schemas.microsoft.com/office/drawing/2014/main"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 xmlns:a16="http://schemas.microsoft.com/office/drawing/2014/main" id="{2B49ED0D-8D93-4049-BB9F-EA207C4E35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 xmlns:a16="http://schemas.microsoft.com/office/drawing/2014/main"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324653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pic>
        <p:nvPicPr>
          <p:cNvPr id="13" name="Picture Placeholder 2">
            <a:extLst>
              <a:ext uri="{FF2B5EF4-FFF2-40B4-BE49-F238E27FC236}">
                <a16:creationId xmlns="" xmlns:a16="http://schemas.microsoft.com/office/drawing/2014/main" id="{45E66EA5-B756-4646-B7D3-9131530179B7}"/>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 xmlns:a16="http://schemas.microsoft.com/office/drawing/2014/main"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03193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 with Presenters">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 xmlns:a16="http://schemas.microsoft.com/office/drawing/2014/main"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 xmlns:a16="http://schemas.microsoft.com/office/drawing/2014/main"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 xmlns:a16="http://schemas.microsoft.com/office/drawing/2014/main"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 xmlns:a16="http://schemas.microsoft.com/office/drawing/2014/main"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 xmlns:a16="http://schemas.microsoft.com/office/drawing/2014/main"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 xmlns:a16="http://schemas.microsoft.com/office/drawing/2014/main"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 xmlns:a16="http://schemas.microsoft.com/office/drawing/2014/main"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 xmlns:a16="http://schemas.microsoft.com/office/drawing/2014/main" id="{2B49ED0D-8D93-4049-BB9F-EA207C4E35D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 xmlns:a16="http://schemas.microsoft.com/office/drawing/2014/main"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507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 xmlns:a16="http://schemas.microsoft.com/office/drawing/2014/main"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1" name="Oval 40">
            <a:extLst>
              <a:ext uri="{FF2B5EF4-FFF2-40B4-BE49-F238E27FC236}">
                <a16:creationId xmlns="" xmlns:a16="http://schemas.microsoft.com/office/drawing/2014/main" id="{77C9A1D9-D296-458E-ACEC-E778E5EE2E32}"/>
              </a:ext>
            </a:extLst>
          </p:cNvPr>
          <p:cNvSpPr/>
          <p:nvPr userDrawn="1"/>
        </p:nvSpPr>
        <p:spPr>
          <a:xfrm>
            <a:off x="6822950" y="4186866"/>
            <a:ext cx="1598118" cy="159770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2" name="Subtitle 2">
            <a:extLst>
              <a:ext uri="{FF2B5EF4-FFF2-40B4-BE49-F238E27FC236}">
                <a16:creationId xmlns="" xmlns:a16="http://schemas.microsoft.com/office/drawing/2014/main" id="{3C5D5E26-EC47-4A53-A976-2798FA731462}"/>
              </a:ext>
            </a:extLst>
          </p:cNvPr>
          <p:cNvSpPr>
            <a:spLocks noGrp="1"/>
          </p:cNvSpPr>
          <p:nvPr>
            <p:ph type="subTitle" idx="1" hasCustomPrompt="1"/>
          </p:nvPr>
        </p:nvSpPr>
        <p:spPr>
          <a:xfrm>
            <a:off x="6943430" y="4363043"/>
            <a:ext cx="1357157" cy="1245348"/>
          </a:xfrm>
          <a:prstGeom prst="rect">
            <a:avLst/>
          </a:prstGeom>
        </p:spPr>
        <p:txBody>
          <a:bodyPr wrap="square" anchor="ctr">
            <a:noAutofit/>
          </a:bodyPr>
          <a:lstStyle>
            <a:lvl1pPr marL="0" indent="0" algn="ctr">
              <a:lnSpc>
                <a:spcPct val="90000"/>
              </a:lnSpc>
              <a:spcBef>
                <a:spcPts val="0"/>
              </a:spcBef>
              <a:buNone/>
              <a:defRPr sz="12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3" name="Text Placeholder 2">
            <a:extLst>
              <a:ext uri="{FF2B5EF4-FFF2-40B4-BE49-F238E27FC236}">
                <a16:creationId xmlns="" xmlns:a16="http://schemas.microsoft.com/office/drawing/2014/main"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64998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out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 xmlns:a16="http://schemas.microsoft.com/office/drawing/2014/main"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3" name="Text Placeholder 2">
            <a:extLst>
              <a:ext uri="{FF2B5EF4-FFF2-40B4-BE49-F238E27FC236}">
                <a16:creationId xmlns="" xmlns:a16="http://schemas.microsoft.com/office/drawing/2014/main"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06648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v2">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69570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v3">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24223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v4">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155789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v1">
    <p:spTree>
      <p:nvGrpSpPr>
        <p:cNvPr id="1" name=""/>
        <p:cNvGrpSpPr/>
        <p:nvPr/>
      </p:nvGrpSpPr>
      <p:grpSpPr>
        <a:xfrm>
          <a:off x="0" y="0"/>
          <a:ext cx="0" cy="0"/>
          <a:chOff x="0" y="0"/>
          <a:chExt cx="0" cy="0"/>
        </a:xfrm>
      </p:grpSpPr>
      <p:pic>
        <p:nvPicPr>
          <p:cNvPr id="32" name="Picture 31">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 xmlns:a16="http://schemas.microsoft.com/office/drawing/2014/main" id="{9B8F19A3-252D-4851-BB1A-796986E51EF6}"/>
              </a:ext>
            </a:extLst>
          </p:cNvPr>
          <p:cNvSpPr>
            <a:spLocks noGrp="1"/>
          </p:cNvSpPr>
          <p:nvPr>
            <p:ph type="body" sz="quarter" idx="18" hasCustomPrompt="1"/>
          </p:nvPr>
        </p:nvSpPr>
        <p:spPr>
          <a:xfrm>
            <a:off x="94088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2" name="Text Placeholder 2">
            <a:extLst>
              <a:ext uri="{FF2B5EF4-FFF2-40B4-BE49-F238E27FC236}">
                <a16:creationId xmlns="" xmlns:a16="http://schemas.microsoft.com/office/drawing/2014/main" id="{BFFF5094-6ED3-40C7-BD93-86A550C2B1EA}"/>
              </a:ext>
            </a:extLst>
          </p:cNvPr>
          <p:cNvSpPr>
            <a:spLocks noGrp="1"/>
          </p:cNvSpPr>
          <p:nvPr>
            <p:ph type="body" sz="quarter" idx="13" hasCustomPrompt="1"/>
          </p:nvPr>
        </p:nvSpPr>
        <p:spPr>
          <a:xfrm>
            <a:off x="940886"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01</a:t>
            </a:r>
          </a:p>
        </p:txBody>
      </p:sp>
      <p:sp>
        <p:nvSpPr>
          <p:cNvPr id="23" name="Text Placeholder 2">
            <a:extLst>
              <a:ext uri="{FF2B5EF4-FFF2-40B4-BE49-F238E27FC236}">
                <a16:creationId xmlns="" xmlns:a16="http://schemas.microsoft.com/office/drawing/2014/main" id="{AE10F525-8785-40CE-95A6-6D01A7714D79}"/>
              </a:ext>
            </a:extLst>
          </p:cNvPr>
          <p:cNvSpPr>
            <a:spLocks noGrp="1"/>
          </p:cNvSpPr>
          <p:nvPr>
            <p:ph type="body" sz="quarter" idx="14" hasCustomPrompt="1"/>
          </p:nvPr>
        </p:nvSpPr>
        <p:spPr>
          <a:xfrm>
            <a:off x="3242540"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02</a:t>
            </a:r>
          </a:p>
        </p:txBody>
      </p:sp>
      <p:sp>
        <p:nvSpPr>
          <p:cNvPr id="24" name="Text Placeholder 2">
            <a:extLst>
              <a:ext uri="{FF2B5EF4-FFF2-40B4-BE49-F238E27FC236}">
                <a16:creationId xmlns="" xmlns:a16="http://schemas.microsoft.com/office/drawing/2014/main" id="{D36914D6-A688-48A8-B471-081AF08A391F}"/>
              </a:ext>
            </a:extLst>
          </p:cNvPr>
          <p:cNvSpPr>
            <a:spLocks noGrp="1"/>
          </p:cNvSpPr>
          <p:nvPr>
            <p:ph type="body" sz="quarter" idx="15" hasCustomPrompt="1"/>
          </p:nvPr>
        </p:nvSpPr>
        <p:spPr>
          <a:xfrm>
            <a:off x="5544195"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03</a:t>
            </a:r>
          </a:p>
        </p:txBody>
      </p:sp>
      <p:sp>
        <p:nvSpPr>
          <p:cNvPr id="25" name="Text Placeholder 2">
            <a:extLst>
              <a:ext uri="{FF2B5EF4-FFF2-40B4-BE49-F238E27FC236}">
                <a16:creationId xmlns="" xmlns:a16="http://schemas.microsoft.com/office/drawing/2014/main" id="{56673962-E048-4984-88F8-74B5C5793C52}"/>
              </a:ext>
            </a:extLst>
          </p:cNvPr>
          <p:cNvSpPr>
            <a:spLocks noGrp="1"/>
          </p:cNvSpPr>
          <p:nvPr>
            <p:ph type="body" sz="quarter" idx="16" hasCustomPrompt="1"/>
          </p:nvPr>
        </p:nvSpPr>
        <p:spPr>
          <a:xfrm>
            <a:off x="7845849"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04</a:t>
            </a:r>
          </a:p>
        </p:txBody>
      </p:sp>
      <p:sp>
        <p:nvSpPr>
          <p:cNvPr id="26" name="Text Placeholder 2">
            <a:extLst>
              <a:ext uri="{FF2B5EF4-FFF2-40B4-BE49-F238E27FC236}">
                <a16:creationId xmlns="" xmlns:a16="http://schemas.microsoft.com/office/drawing/2014/main" id="{02A799DF-1979-4FDB-A256-951A4204AF87}"/>
              </a:ext>
            </a:extLst>
          </p:cNvPr>
          <p:cNvSpPr>
            <a:spLocks noGrp="1"/>
          </p:cNvSpPr>
          <p:nvPr>
            <p:ph type="body" sz="quarter" idx="17" hasCustomPrompt="1"/>
          </p:nvPr>
        </p:nvSpPr>
        <p:spPr>
          <a:xfrm>
            <a:off x="10147504"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05</a:t>
            </a:r>
          </a:p>
        </p:txBody>
      </p:sp>
      <p:sp>
        <p:nvSpPr>
          <p:cNvPr id="28" name="Text Placeholder 2">
            <a:extLst>
              <a:ext uri="{FF2B5EF4-FFF2-40B4-BE49-F238E27FC236}">
                <a16:creationId xmlns="" xmlns:a16="http://schemas.microsoft.com/office/drawing/2014/main" id="{F339E161-0E60-4C55-BC72-7E29650E6436}"/>
              </a:ext>
            </a:extLst>
          </p:cNvPr>
          <p:cNvSpPr>
            <a:spLocks noGrp="1"/>
          </p:cNvSpPr>
          <p:nvPr>
            <p:ph type="body" sz="quarter" idx="19" hasCustomPrompt="1"/>
          </p:nvPr>
        </p:nvSpPr>
        <p:spPr>
          <a:xfrm>
            <a:off x="324254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9" name="Text Placeholder 2">
            <a:extLst>
              <a:ext uri="{FF2B5EF4-FFF2-40B4-BE49-F238E27FC236}">
                <a16:creationId xmlns="" xmlns:a16="http://schemas.microsoft.com/office/drawing/2014/main" id="{C7FC7771-48D6-4488-A089-A4699B8C9BB9}"/>
              </a:ext>
            </a:extLst>
          </p:cNvPr>
          <p:cNvSpPr>
            <a:spLocks noGrp="1"/>
          </p:cNvSpPr>
          <p:nvPr>
            <p:ph type="body" sz="quarter" idx="20" hasCustomPrompt="1"/>
          </p:nvPr>
        </p:nvSpPr>
        <p:spPr>
          <a:xfrm>
            <a:off x="5544196"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0" name="Text Placeholder 2">
            <a:extLst>
              <a:ext uri="{FF2B5EF4-FFF2-40B4-BE49-F238E27FC236}">
                <a16:creationId xmlns="" xmlns:a16="http://schemas.microsoft.com/office/drawing/2014/main" id="{A7DDF1D5-1765-4836-BBE1-849DFAB37631}"/>
              </a:ext>
            </a:extLst>
          </p:cNvPr>
          <p:cNvSpPr>
            <a:spLocks noGrp="1"/>
          </p:cNvSpPr>
          <p:nvPr>
            <p:ph type="body" sz="quarter" idx="21" hasCustomPrompt="1"/>
          </p:nvPr>
        </p:nvSpPr>
        <p:spPr>
          <a:xfrm>
            <a:off x="784585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1" name="Text Placeholder 2">
            <a:extLst>
              <a:ext uri="{FF2B5EF4-FFF2-40B4-BE49-F238E27FC236}">
                <a16:creationId xmlns="" xmlns:a16="http://schemas.microsoft.com/office/drawing/2014/main" id="{35D57064-67A8-4717-8F76-9AF1A1455ADB}"/>
              </a:ext>
            </a:extLst>
          </p:cNvPr>
          <p:cNvSpPr>
            <a:spLocks noGrp="1"/>
          </p:cNvSpPr>
          <p:nvPr>
            <p:ph type="body" sz="quarter" idx="22" hasCustomPrompt="1"/>
          </p:nvPr>
        </p:nvSpPr>
        <p:spPr>
          <a:xfrm>
            <a:off x="1014750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 name="Title 2">
            <a:extLst>
              <a:ext uri="{FF2B5EF4-FFF2-40B4-BE49-F238E27FC236}">
                <a16:creationId xmlns="" xmlns:a16="http://schemas.microsoft.com/office/drawing/2014/main" id="{D0D0F5C5-1FDE-456D-9C67-6F0A07724C6B}"/>
              </a:ext>
            </a:extLst>
          </p:cNvPr>
          <p:cNvSpPr>
            <a:spLocks noGrp="1"/>
          </p:cNvSpPr>
          <p:nvPr>
            <p:ph type="title" hasCustomPrompt="1"/>
          </p:nvPr>
        </p:nvSpPr>
        <p:spPr/>
        <p:txBody>
          <a:bodyPr/>
          <a:lstStyle>
            <a:lvl1pPr>
              <a:defRPr baseline="0"/>
            </a:lvl1pPr>
          </a:lstStyle>
          <a:p>
            <a:r>
              <a:rPr lang="en-US" dirty="0"/>
              <a:t>SECTION HEADING</a:t>
            </a:r>
          </a:p>
        </p:txBody>
      </p:sp>
    </p:spTree>
    <p:extLst>
      <p:ext uri="{BB962C8B-B14F-4D97-AF65-F5344CB8AC3E}">
        <p14:creationId xmlns:p14="http://schemas.microsoft.com/office/powerpoint/2010/main" val="2862327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v2">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 xmlns:a16="http://schemas.microsoft.com/office/drawing/2014/main" id="{9B8F19A3-252D-4851-BB1A-796986E51EF6}"/>
              </a:ext>
            </a:extLst>
          </p:cNvPr>
          <p:cNvSpPr>
            <a:spLocks noGrp="1"/>
          </p:cNvSpPr>
          <p:nvPr>
            <p:ph type="body" sz="quarter" idx="18" hasCustomPrompt="1"/>
          </p:nvPr>
        </p:nvSpPr>
        <p:spPr>
          <a:xfrm>
            <a:off x="7569694" y="1714958"/>
            <a:ext cx="1609763" cy="3870342"/>
          </a:xfrm>
        </p:spPr>
        <p:txBody>
          <a:bodyPr lIns="0" tIns="0" rIns="0" bIns="0" anchor="t">
            <a:noAutofit/>
          </a:bodyPr>
          <a:lstStyle>
            <a:lvl1pPr marL="0" indent="0" algn="l">
              <a:spcBef>
                <a:spcPts val="800"/>
              </a:spcBef>
              <a:buNone/>
              <a:defRPr sz="1400" b="0">
                <a:solidFill>
                  <a:schemeClr val="tx1"/>
                </a:solidFill>
              </a:defRPr>
            </a:lvl1pPr>
          </a:lstStyle>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34" name="Text Placeholder 2">
            <a:extLst>
              <a:ext uri="{FF2B5EF4-FFF2-40B4-BE49-F238E27FC236}">
                <a16:creationId xmlns="" xmlns:a16="http://schemas.microsoft.com/office/drawing/2014/main" id="{45886A50-D64D-414B-BB34-2694E084C2E5}"/>
              </a:ext>
            </a:extLst>
          </p:cNvPr>
          <p:cNvSpPr>
            <a:spLocks noGrp="1"/>
          </p:cNvSpPr>
          <p:nvPr>
            <p:ph type="body" sz="quarter" idx="19" hasCustomPrompt="1"/>
          </p:nvPr>
        </p:nvSpPr>
        <p:spPr>
          <a:xfrm>
            <a:off x="9388231" y="1714958"/>
            <a:ext cx="452813" cy="3870342"/>
          </a:xfrm>
        </p:spPr>
        <p:txBody>
          <a:bodyPr lIns="0" tIns="0" rIns="0" bIns="0" anchor="t">
            <a:noAutofit/>
          </a:bodyPr>
          <a:lstStyle>
            <a:lvl1pPr marL="0" indent="0" algn="ctr">
              <a:spcBef>
                <a:spcPts val="800"/>
              </a:spcBef>
              <a:buNone/>
              <a:defRPr sz="1400" b="0">
                <a:solidFill>
                  <a:schemeClr val="bg2"/>
                </a:solidFill>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a:p>
            <a:pPr lvl="0"/>
            <a:r>
              <a:rPr lang="en-US" dirty="0"/>
              <a:t>10</a:t>
            </a:r>
          </a:p>
          <a:p>
            <a:pPr lvl="0"/>
            <a:r>
              <a:rPr lang="en-US" dirty="0"/>
              <a:t>11</a:t>
            </a:r>
          </a:p>
          <a:p>
            <a:pPr lvl="0"/>
            <a:r>
              <a:rPr lang="en-US" dirty="0"/>
              <a:t>12</a:t>
            </a:r>
          </a:p>
        </p:txBody>
      </p:sp>
    </p:spTree>
    <p:extLst>
      <p:ext uri="{BB962C8B-B14F-4D97-AF65-F5344CB8AC3E}">
        <p14:creationId xmlns:p14="http://schemas.microsoft.com/office/powerpoint/2010/main" val="928312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info">
    <p:spTree>
      <p:nvGrpSpPr>
        <p:cNvPr id="1" name=""/>
        <p:cNvGrpSpPr/>
        <p:nvPr/>
      </p:nvGrpSpPr>
      <p:grpSpPr>
        <a:xfrm>
          <a:off x="0" y="0"/>
          <a:ext cx="0" cy="0"/>
          <a:chOff x="0" y="0"/>
          <a:chExt cx="0" cy="0"/>
        </a:xfrm>
      </p:grpSpPr>
      <p:pic>
        <p:nvPicPr>
          <p:cNvPr id="27" name="Picture 26">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4" name="Picture Placeholder 19">
            <a:extLst>
              <a:ext uri="{FF2B5EF4-FFF2-40B4-BE49-F238E27FC236}">
                <a16:creationId xmlns="" xmlns:a16="http://schemas.microsoft.com/office/drawing/2014/main" id="{59269AFB-DEBB-4608-96E8-324707728B11}"/>
              </a:ext>
            </a:extLst>
          </p:cNvPr>
          <p:cNvSpPr>
            <a:spLocks noGrp="1"/>
          </p:cNvSpPr>
          <p:nvPr>
            <p:ph type="pic" sz="quarter" idx="15" hasCustomPrompt="1"/>
          </p:nvPr>
        </p:nvSpPr>
        <p:spPr>
          <a:xfrm>
            <a:off x="6363124"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5" name="Text Placeholder 2">
            <a:extLst>
              <a:ext uri="{FF2B5EF4-FFF2-40B4-BE49-F238E27FC236}">
                <a16:creationId xmlns="" xmlns:a16="http://schemas.microsoft.com/office/drawing/2014/main" id="{686E8F45-9142-4263-B45A-EC0ECAA59FAE}"/>
              </a:ext>
            </a:extLst>
          </p:cNvPr>
          <p:cNvSpPr>
            <a:spLocks noGrp="1"/>
          </p:cNvSpPr>
          <p:nvPr>
            <p:ph type="body" sz="quarter" idx="16" hasCustomPrompt="1"/>
          </p:nvPr>
        </p:nvSpPr>
        <p:spPr>
          <a:xfrm>
            <a:off x="7693651"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2</a:t>
            </a:r>
          </a:p>
        </p:txBody>
      </p:sp>
      <p:sp>
        <p:nvSpPr>
          <p:cNvPr id="16" name="Text Placeholder 2">
            <a:extLst>
              <a:ext uri="{FF2B5EF4-FFF2-40B4-BE49-F238E27FC236}">
                <a16:creationId xmlns="" xmlns:a16="http://schemas.microsoft.com/office/drawing/2014/main" id="{4DC11626-0644-4E2D-9226-6EB9E83BA064}"/>
              </a:ext>
            </a:extLst>
          </p:cNvPr>
          <p:cNvSpPr>
            <a:spLocks noGrp="1"/>
          </p:cNvSpPr>
          <p:nvPr>
            <p:ph type="body" sz="quarter" idx="17" hasCustomPrompt="1"/>
          </p:nvPr>
        </p:nvSpPr>
        <p:spPr>
          <a:xfrm>
            <a:off x="7693651"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5" name="Picture Placeholder 19">
            <a:extLst>
              <a:ext uri="{FF2B5EF4-FFF2-40B4-BE49-F238E27FC236}">
                <a16:creationId xmlns="" xmlns:a16="http://schemas.microsoft.com/office/drawing/2014/main" id="{A323A45E-FC75-4F7E-95A9-DB2AB53001BA}"/>
              </a:ext>
            </a:extLst>
          </p:cNvPr>
          <p:cNvSpPr>
            <a:spLocks noGrp="1"/>
          </p:cNvSpPr>
          <p:nvPr>
            <p:ph type="pic" sz="quarter" idx="12" hasCustomPrompt="1"/>
          </p:nvPr>
        </p:nvSpPr>
        <p:spPr>
          <a:xfrm>
            <a:off x="1758340"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7" name="Text Placeholder 2">
            <a:extLst>
              <a:ext uri="{FF2B5EF4-FFF2-40B4-BE49-F238E27FC236}">
                <a16:creationId xmlns="" xmlns:a16="http://schemas.microsoft.com/office/drawing/2014/main" id="{CC419ED4-1DC0-4B8A-B81D-02CC53DE3339}"/>
              </a:ext>
            </a:extLst>
          </p:cNvPr>
          <p:cNvSpPr>
            <a:spLocks noGrp="1"/>
          </p:cNvSpPr>
          <p:nvPr>
            <p:ph type="body" sz="quarter" idx="13" hasCustomPrompt="1"/>
          </p:nvPr>
        </p:nvSpPr>
        <p:spPr>
          <a:xfrm>
            <a:off x="3088867"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1</a:t>
            </a:r>
          </a:p>
        </p:txBody>
      </p:sp>
      <p:sp>
        <p:nvSpPr>
          <p:cNvPr id="12" name="Text Placeholder 2">
            <a:extLst>
              <a:ext uri="{FF2B5EF4-FFF2-40B4-BE49-F238E27FC236}">
                <a16:creationId xmlns="" xmlns:a16="http://schemas.microsoft.com/office/drawing/2014/main" id="{39191F7B-B907-4330-A0D0-AE2346533DD8}"/>
              </a:ext>
            </a:extLst>
          </p:cNvPr>
          <p:cNvSpPr>
            <a:spLocks noGrp="1"/>
          </p:cNvSpPr>
          <p:nvPr>
            <p:ph type="body" sz="quarter" idx="14" hasCustomPrompt="1"/>
          </p:nvPr>
        </p:nvSpPr>
        <p:spPr>
          <a:xfrm>
            <a:off x="3088867"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17" name="Picture Placeholder 19">
            <a:extLst>
              <a:ext uri="{FF2B5EF4-FFF2-40B4-BE49-F238E27FC236}">
                <a16:creationId xmlns="" xmlns:a16="http://schemas.microsoft.com/office/drawing/2014/main" id="{F983CCE9-9F44-4F5C-8034-00D82367E68F}"/>
              </a:ext>
            </a:extLst>
          </p:cNvPr>
          <p:cNvSpPr>
            <a:spLocks noGrp="1"/>
          </p:cNvSpPr>
          <p:nvPr>
            <p:ph type="pic" sz="quarter" idx="18" hasCustomPrompt="1"/>
          </p:nvPr>
        </p:nvSpPr>
        <p:spPr>
          <a:xfrm>
            <a:off x="6363124"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1E02564C-71B0-404A-81D5-CBADB443DACA}"/>
              </a:ext>
            </a:extLst>
          </p:cNvPr>
          <p:cNvSpPr>
            <a:spLocks noGrp="1"/>
          </p:cNvSpPr>
          <p:nvPr>
            <p:ph type="body" sz="quarter" idx="19" hasCustomPrompt="1"/>
          </p:nvPr>
        </p:nvSpPr>
        <p:spPr>
          <a:xfrm>
            <a:off x="7693651"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4</a:t>
            </a:r>
          </a:p>
        </p:txBody>
      </p:sp>
      <p:sp>
        <p:nvSpPr>
          <p:cNvPr id="19" name="Text Placeholder 2">
            <a:extLst>
              <a:ext uri="{FF2B5EF4-FFF2-40B4-BE49-F238E27FC236}">
                <a16:creationId xmlns="" xmlns:a16="http://schemas.microsoft.com/office/drawing/2014/main" id="{37CB87B8-C293-4172-92CB-5A6B260A9911}"/>
              </a:ext>
            </a:extLst>
          </p:cNvPr>
          <p:cNvSpPr>
            <a:spLocks noGrp="1"/>
          </p:cNvSpPr>
          <p:nvPr>
            <p:ph type="body" sz="quarter" idx="20" hasCustomPrompt="1"/>
          </p:nvPr>
        </p:nvSpPr>
        <p:spPr>
          <a:xfrm>
            <a:off x="7693651"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0" name="Picture Placeholder 19">
            <a:extLst>
              <a:ext uri="{FF2B5EF4-FFF2-40B4-BE49-F238E27FC236}">
                <a16:creationId xmlns="" xmlns:a16="http://schemas.microsoft.com/office/drawing/2014/main" id="{3E8E0044-A58D-43FE-A641-0CAFFC620062}"/>
              </a:ext>
            </a:extLst>
          </p:cNvPr>
          <p:cNvSpPr>
            <a:spLocks noGrp="1"/>
          </p:cNvSpPr>
          <p:nvPr>
            <p:ph type="pic" sz="quarter" idx="21" hasCustomPrompt="1"/>
          </p:nvPr>
        </p:nvSpPr>
        <p:spPr>
          <a:xfrm>
            <a:off x="1758340"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1" name="Text Placeholder 2">
            <a:extLst>
              <a:ext uri="{FF2B5EF4-FFF2-40B4-BE49-F238E27FC236}">
                <a16:creationId xmlns="" xmlns:a16="http://schemas.microsoft.com/office/drawing/2014/main" id="{43E28C56-5783-4337-9D96-698FE5582A2E}"/>
              </a:ext>
            </a:extLst>
          </p:cNvPr>
          <p:cNvSpPr>
            <a:spLocks noGrp="1"/>
          </p:cNvSpPr>
          <p:nvPr>
            <p:ph type="body" sz="quarter" idx="22" hasCustomPrompt="1"/>
          </p:nvPr>
        </p:nvSpPr>
        <p:spPr>
          <a:xfrm>
            <a:off x="3088867"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3</a:t>
            </a:r>
          </a:p>
        </p:txBody>
      </p:sp>
      <p:sp>
        <p:nvSpPr>
          <p:cNvPr id="22" name="Text Placeholder 2">
            <a:extLst>
              <a:ext uri="{FF2B5EF4-FFF2-40B4-BE49-F238E27FC236}">
                <a16:creationId xmlns="" xmlns:a16="http://schemas.microsoft.com/office/drawing/2014/main" id="{03DD8706-19CE-4B18-B435-1B8EBC9D6F63}"/>
              </a:ext>
            </a:extLst>
          </p:cNvPr>
          <p:cNvSpPr>
            <a:spLocks noGrp="1"/>
          </p:cNvSpPr>
          <p:nvPr>
            <p:ph type="body" sz="quarter" idx="23" hasCustomPrompt="1"/>
          </p:nvPr>
        </p:nvSpPr>
        <p:spPr>
          <a:xfrm>
            <a:off x="3088867"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3" name="Picture Placeholder 19">
            <a:extLst>
              <a:ext uri="{FF2B5EF4-FFF2-40B4-BE49-F238E27FC236}">
                <a16:creationId xmlns="" xmlns:a16="http://schemas.microsoft.com/office/drawing/2014/main" id="{154DC02C-DF49-4166-8E8C-83B92BB515A3}"/>
              </a:ext>
            </a:extLst>
          </p:cNvPr>
          <p:cNvSpPr>
            <a:spLocks noGrp="1"/>
          </p:cNvSpPr>
          <p:nvPr>
            <p:ph type="pic" sz="quarter" idx="24" hasCustomPrompt="1"/>
          </p:nvPr>
        </p:nvSpPr>
        <p:spPr>
          <a:xfrm>
            <a:off x="6363124"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4" name="Text Placeholder 2">
            <a:extLst>
              <a:ext uri="{FF2B5EF4-FFF2-40B4-BE49-F238E27FC236}">
                <a16:creationId xmlns="" xmlns:a16="http://schemas.microsoft.com/office/drawing/2014/main" id="{0D389855-D3A3-4DEB-8A46-31D137D6F97D}"/>
              </a:ext>
            </a:extLst>
          </p:cNvPr>
          <p:cNvSpPr>
            <a:spLocks noGrp="1"/>
          </p:cNvSpPr>
          <p:nvPr>
            <p:ph type="body" sz="quarter" idx="25" hasCustomPrompt="1"/>
          </p:nvPr>
        </p:nvSpPr>
        <p:spPr>
          <a:xfrm>
            <a:off x="7693651"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6</a:t>
            </a:r>
          </a:p>
        </p:txBody>
      </p:sp>
      <p:sp>
        <p:nvSpPr>
          <p:cNvPr id="25" name="Text Placeholder 2">
            <a:extLst>
              <a:ext uri="{FF2B5EF4-FFF2-40B4-BE49-F238E27FC236}">
                <a16:creationId xmlns="" xmlns:a16="http://schemas.microsoft.com/office/drawing/2014/main" id="{8525DE8D-D94B-47A4-90AD-21FCC945217A}"/>
              </a:ext>
            </a:extLst>
          </p:cNvPr>
          <p:cNvSpPr>
            <a:spLocks noGrp="1"/>
          </p:cNvSpPr>
          <p:nvPr>
            <p:ph type="body" sz="quarter" idx="26" hasCustomPrompt="1"/>
          </p:nvPr>
        </p:nvSpPr>
        <p:spPr>
          <a:xfrm>
            <a:off x="7693651"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6" name="Picture Placeholder 19">
            <a:extLst>
              <a:ext uri="{FF2B5EF4-FFF2-40B4-BE49-F238E27FC236}">
                <a16:creationId xmlns="" xmlns:a16="http://schemas.microsoft.com/office/drawing/2014/main" id="{84F6A77C-9582-4BB2-90CC-4DC51D7549AE}"/>
              </a:ext>
            </a:extLst>
          </p:cNvPr>
          <p:cNvSpPr>
            <a:spLocks noGrp="1"/>
          </p:cNvSpPr>
          <p:nvPr>
            <p:ph type="pic" sz="quarter" idx="27" hasCustomPrompt="1"/>
          </p:nvPr>
        </p:nvSpPr>
        <p:spPr>
          <a:xfrm>
            <a:off x="1758340"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8" name="Text Placeholder 2">
            <a:extLst>
              <a:ext uri="{FF2B5EF4-FFF2-40B4-BE49-F238E27FC236}">
                <a16:creationId xmlns="" xmlns:a16="http://schemas.microsoft.com/office/drawing/2014/main" id="{29A25E6F-1680-44EA-B113-5C16F4728915}"/>
              </a:ext>
            </a:extLst>
          </p:cNvPr>
          <p:cNvSpPr>
            <a:spLocks noGrp="1"/>
          </p:cNvSpPr>
          <p:nvPr>
            <p:ph type="body" sz="quarter" idx="28" hasCustomPrompt="1"/>
          </p:nvPr>
        </p:nvSpPr>
        <p:spPr>
          <a:xfrm>
            <a:off x="3088867"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5</a:t>
            </a:r>
          </a:p>
        </p:txBody>
      </p:sp>
      <p:sp>
        <p:nvSpPr>
          <p:cNvPr id="29" name="Text Placeholder 2">
            <a:extLst>
              <a:ext uri="{FF2B5EF4-FFF2-40B4-BE49-F238E27FC236}">
                <a16:creationId xmlns="" xmlns:a16="http://schemas.microsoft.com/office/drawing/2014/main" id="{4D883057-323F-4A58-B78E-59B10B92544C}"/>
              </a:ext>
            </a:extLst>
          </p:cNvPr>
          <p:cNvSpPr>
            <a:spLocks noGrp="1"/>
          </p:cNvSpPr>
          <p:nvPr>
            <p:ph type="body" sz="quarter" idx="29" hasCustomPrompt="1"/>
          </p:nvPr>
        </p:nvSpPr>
        <p:spPr>
          <a:xfrm>
            <a:off x="3088867"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Tree>
    <p:extLst>
      <p:ext uri="{BB962C8B-B14F-4D97-AF65-F5344CB8AC3E}">
        <p14:creationId xmlns:p14="http://schemas.microsoft.com/office/powerpoint/2010/main" val="2261981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v1">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535966"/>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2139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032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v3">
    <p:spTree>
      <p:nvGrpSpPr>
        <p:cNvPr id="1" name=""/>
        <p:cNvGrpSpPr/>
        <p:nvPr/>
      </p:nvGrpSpPr>
      <p:grpSpPr>
        <a:xfrm>
          <a:off x="0" y="0"/>
          <a:ext cx="0" cy="0"/>
          <a:chOff x="0" y="0"/>
          <a:chExt cx="0" cy="0"/>
        </a:xfrm>
      </p:grpSpPr>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3" name="Text Placeholder 2"/>
          <p:cNvSpPr>
            <a:spLocks noGrp="1"/>
          </p:cNvSpPr>
          <p:nvPr>
            <p:ph type="body" sz="quarter" idx="14"/>
          </p:nvPr>
        </p:nvSpPr>
        <p:spPr>
          <a:xfrm>
            <a:off x="4038064" y="1409702"/>
            <a:ext cx="3658553" cy="475488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7" name="Text Placeholder 6"/>
          <p:cNvSpPr>
            <a:spLocks noGrp="1"/>
          </p:cNvSpPr>
          <p:nvPr>
            <p:ph type="body" sz="quarter" idx="15"/>
          </p:nvPr>
        </p:nvSpPr>
        <p:spPr>
          <a:xfrm>
            <a:off x="8188235" y="1409703"/>
            <a:ext cx="3658553" cy="475488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2695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v1">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17921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647565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4098452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p:nvPr userDrawn="1"/>
        </p:nvCxnSpPr>
        <p:spPr>
          <a:xfrm>
            <a:off x="617066"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 xmlns:a16="http://schemas.microsoft.com/office/drawing/2014/main" id="{10380C48-5BEB-4A6E-9DAB-A6429A58BD37}"/>
              </a:ext>
            </a:extLst>
          </p:cNvPr>
          <p:cNvSpPr/>
          <p:nvPr userDrawn="1"/>
        </p:nvSpPr>
        <p:spPr>
          <a:xfrm>
            <a:off x="6266733"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 xmlns:a16="http://schemas.microsoft.com/office/drawing/2014/main" id="{84C5DFFB-6FF4-4318-9D0D-9CD77029DABD}"/>
              </a:ext>
            </a:extLst>
          </p:cNvPr>
          <p:cNvSpPr>
            <a:spLocks noGrp="1"/>
          </p:cNvSpPr>
          <p:nvPr>
            <p:ph type="body" sz="quarter" idx="16" hasCustomPrompt="1"/>
          </p:nvPr>
        </p:nvSpPr>
        <p:spPr>
          <a:xfrm>
            <a:off x="6266733"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 xmlns:a16="http://schemas.microsoft.com/office/drawing/2014/main" id="{D142C5A8-D7C7-4F2D-9CDF-834CB6B5513A}"/>
              </a:ext>
            </a:extLst>
          </p:cNvPr>
          <p:cNvCxnSpPr/>
          <p:nvPr userDrawn="1"/>
        </p:nvCxnSpPr>
        <p:spPr>
          <a:xfrm>
            <a:off x="6444837"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7"/>
          </p:nvPr>
        </p:nvSpPr>
        <p:spPr>
          <a:xfrm>
            <a:off x="438962" y="2016668"/>
            <a:ext cx="5487829" cy="411743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8"/>
          </p:nvPr>
        </p:nvSpPr>
        <p:spPr>
          <a:xfrm>
            <a:off x="6266733" y="2016667"/>
            <a:ext cx="5487829" cy="411743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40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601009"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 xmlns:a16="http://schemas.microsoft.com/office/drawing/2014/main" id="{911F2DDC-FE3D-47F1-B151-80B9AC9A2B70}"/>
              </a:ext>
            </a:extLst>
          </p:cNvPr>
          <p:cNvSpPr/>
          <p:nvPr userDrawn="1"/>
        </p:nvSpPr>
        <p:spPr>
          <a:xfrm>
            <a:off x="4267866"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0" name="Text Placeholder 4">
            <a:extLst>
              <a:ext uri="{FF2B5EF4-FFF2-40B4-BE49-F238E27FC236}">
                <a16:creationId xmlns="" xmlns:a16="http://schemas.microsoft.com/office/drawing/2014/main" id="{2FF590C8-B23E-4B58-825C-94072533798E}"/>
              </a:ext>
            </a:extLst>
          </p:cNvPr>
          <p:cNvSpPr>
            <a:spLocks noGrp="1"/>
          </p:cNvSpPr>
          <p:nvPr>
            <p:ph type="body" sz="quarter" idx="16" hasCustomPrompt="1"/>
          </p:nvPr>
        </p:nvSpPr>
        <p:spPr>
          <a:xfrm>
            <a:off x="4267866"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1" name="Straight Connector 30">
            <a:extLst>
              <a:ext uri="{FF2B5EF4-FFF2-40B4-BE49-F238E27FC236}">
                <a16:creationId xmlns="" xmlns:a16="http://schemas.microsoft.com/office/drawing/2014/main" id="{28967DD9-FE47-4475-A9A7-067F0E21789F}"/>
              </a:ext>
            </a:extLst>
          </p:cNvPr>
          <p:cNvCxnSpPr>
            <a:cxnSpLocks/>
          </p:cNvCxnSpPr>
          <p:nvPr userDrawn="1"/>
        </p:nvCxnSpPr>
        <p:spPr>
          <a:xfrm>
            <a:off x="4429913"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 xmlns:a16="http://schemas.microsoft.com/office/drawing/2014/main" id="{C08E1826-9545-4505-B223-4C2468E7AED3}"/>
              </a:ext>
            </a:extLst>
          </p:cNvPr>
          <p:cNvSpPr/>
          <p:nvPr userDrawn="1"/>
        </p:nvSpPr>
        <p:spPr>
          <a:xfrm>
            <a:off x="8096771"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ext Placeholder 4">
            <a:extLst>
              <a:ext uri="{FF2B5EF4-FFF2-40B4-BE49-F238E27FC236}">
                <a16:creationId xmlns="" xmlns:a16="http://schemas.microsoft.com/office/drawing/2014/main" id="{BB585001-9257-45A9-92E7-3BCA73D57E9C}"/>
              </a:ext>
            </a:extLst>
          </p:cNvPr>
          <p:cNvSpPr>
            <a:spLocks noGrp="1"/>
          </p:cNvSpPr>
          <p:nvPr>
            <p:ph type="body" sz="quarter" idx="18" hasCustomPrompt="1"/>
          </p:nvPr>
        </p:nvSpPr>
        <p:spPr>
          <a:xfrm>
            <a:off x="8096771"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5" name="Straight Connector 34">
            <a:extLst>
              <a:ext uri="{FF2B5EF4-FFF2-40B4-BE49-F238E27FC236}">
                <a16:creationId xmlns="" xmlns:a16="http://schemas.microsoft.com/office/drawing/2014/main" id="{7945B1CF-4234-4EE4-9371-9C94C1D05433}"/>
              </a:ext>
            </a:extLst>
          </p:cNvPr>
          <p:cNvCxnSpPr>
            <a:cxnSpLocks/>
          </p:cNvCxnSpPr>
          <p:nvPr userDrawn="1"/>
        </p:nvCxnSpPr>
        <p:spPr>
          <a:xfrm>
            <a:off x="8258818"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9"/>
          </p:nvPr>
        </p:nvSpPr>
        <p:spPr>
          <a:xfrm>
            <a:off x="438962" y="2019416"/>
            <a:ext cx="3658553"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0"/>
          </p:nvPr>
        </p:nvSpPr>
        <p:spPr>
          <a:xfrm>
            <a:off x="4267866" y="2019416"/>
            <a:ext cx="365855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1"/>
          </p:nvPr>
        </p:nvSpPr>
        <p:spPr>
          <a:xfrm>
            <a:off x="8096771" y="2019416"/>
            <a:ext cx="3658554"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9304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1"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548017"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 xmlns:a16="http://schemas.microsoft.com/office/drawing/2014/main" id="{27ADBF00-25EC-4063-A5A1-A28DFBEFA8FB}"/>
              </a:ext>
            </a:extLst>
          </p:cNvPr>
          <p:cNvSpPr/>
          <p:nvPr userDrawn="1"/>
        </p:nvSpPr>
        <p:spPr>
          <a:xfrm>
            <a:off x="3311688"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5" name="Text Placeholder 4">
            <a:extLst>
              <a:ext uri="{FF2B5EF4-FFF2-40B4-BE49-F238E27FC236}">
                <a16:creationId xmlns="" xmlns:a16="http://schemas.microsoft.com/office/drawing/2014/main" id="{9782D4D5-C774-4C2F-A646-929DB1D5A813}"/>
              </a:ext>
            </a:extLst>
          </p:cNvPr>
          <p:cNvSpPr>
            <a:spLocks noGrp="1"/>
          </p:cNvSpPr>
          <p:nvPr>
            <p:ph type="body" sz="quarter" idx="16" hasCustomPrompt="1"/>
          </p:nvPr>
        </p:nvSpPr>
        <p:spPr>
          <a:xfrm>
            <a:off x="3311688"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57" name="Rectangle 56">
            <a:extLst>
              <a:ext uri="{FF2B5EF4-FFF2-40B4-BE49-F238E27FC236}">
                <a16:creationId xmlns="" xmlns:a16="http://schemas.microsoft.com/office/drawing/2014/main" id="{863DC7F1-9A08-485D-AB4F-EBA24FAD873D}"/>
              </a:ext>
            </a:extLst>
          </p:cNvPr>
          <p:cNvSpPr/>
          <p:nvPr userDrawn="1"/>
        </p:nvSpPr>
        <p:spPr>
          <a:xfrm>
            <a:off x="6184414"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9" name="Text Placeholder 4">
            <a:extLst>
              <a:ext uri="{FF2B5EF4-FFF2-40B4-BE49-F238E27FC236}">
                <a16:creationId xmlns="" xmlns:a16="http://schemas.microsoft.com/office/drawing/2014/main" id="{5BB687B2-DC0F-4085-A36C-576A4E6F0D3E}"/>
              </a:ext>
            </a:extLst>
          </p:cNvPr>
          <p:cNvSpPr>
            <a:spLocks noGrp="1"/>
          </p:cNvSpPr>
          <p:nvPr>
            <p:ph type="body" sz="quarter" idx="18" hasCustomPrompt="1"/>
          </p:nvPr>
        </p:nvSpPr>
        <p:spPr>
          <a:xfrm>
            <a:off x="6184414"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61" name="Rectangle 60">
            <a:extLst>
              <a:ext uri="{FF2B5EF4-FFF2-40B4-BE49-F238E27FC236}">
                <a16:creationId xmlns="" xmlns:a16="http://schemas.microsoft.com/office/drawing/2014/main" id="{E7FA196A-9199-4FCC-9468-1A6324910F10}"/>
              </a:ext>
            </a:extLst>
          </p:cNvPr>
          <p:cNvSpPr/>
          <p:nvPr userDrawn="1"/>
        </p:nvSpPr>
        <p:spPr>
          <a:xfrm>
            <a:off x="9057141"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3" name="Text Placeholder 4">
            <a:extLst>
              <a:ext uri="{FF2B5EF4-FFF2-40B4-BE49-F238E27FC236}">
                <a16:creationId xmlns="" xmlns:a16="http://schemas.microsoft.com/office/drawing/2014/main" id="{068DA545-6794-4A0B-B242-4603AC0E98DA}"/>
              </a:ext>
            </a:extLst>
          </p:cNvPr>
          <p:cNvSpPr>
            <a:spLocks noGrp="1"/>
          </p:cNvSpPr>
          <p:nvPr>
            <p:ph type="body" sz="quarter" idx="20" hasCustomPrompt="1"/>
          </p:nvPr>
        </p:nvSpPr>
        <p:spPr>
          <a:xfrm>
            <a:off x="9057141"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66" name="Straight Connector 65">
            <a:extLst>
              <a:ext uri="{FF2B5EF4-FFF2-40B4-BE49-F238E27FC236}">
                <a16:creationId xmlns="" xmlns:a16="http://schemas.microsoft.com/office/drawing/2014/main" id="{043053F1-B968-43EE-871F-8A29BE96FB96}"/>
              </a:ext>
            </a:extLst>
          </p:cNvPr>
          <p:cNvCxnSpPr>
            <a:cxnSpLocks/>
          </p:cNvCxnSpPr>
          <p:nvPr userDrawn="1"/>
        </p:nvCxnSpPr>
        <p:spPr>
          <a:xfrm>
            <a:off x="3420743"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 xmlns:a16="http://schemas.microsoft.com/office/drawing/2014/main" id="{EBF23B40-1E61-4543-B8B5-9D1F8DB33C7B}"/>
              </a:ext>
            </a:extLst>
          </p:cNvPr>
          <p:cNvCxnSpPr>
            <a:cxnSpLocks/>
          </p:cNvCxnSpPr>
          <p:nvPr userDrawn="1"/>
        </p:nvCxnSpPr>
        <p:spPr>
          <a:xfrm>
            <a:off x="6293469"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 xmlns:a16="http://schemas.microsoft.com/office/drawing/2014/main" id="{FA912EC7-D485-416D-9148-096803B58069}"/>
              </a:ext>
            </a:extLst>
          </p:cNvPr>
          <p:cNvCxnSpPr>
            <a:cxnSpLocks/>
          </p:cNvCxnSpPr>
          <p:nvPr userDrawn="1"/>
        </p:nvCxnSpPr>
        <p:spPr>
          <a:xfrm>
            <a:off x="9166196"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2019416"/>
            <a:ext cx="2698182"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3311686" y="2019416"/>
            <a:ext cx="2698185"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3"/>
          </p:nvPr>
        </p:nvSpPr>
        <p:spPr>
          <a:xfrm>
            <a:off x="6184414" y="2019417"/>
            <a:ext cx="269818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p:cNvSpPr>
            <a:spLocks noGrp="1"/>
          </p:cNvSpPr>
          <p:nvPr>
            <p:ph type="body" sz="quarter" idx="24"/>
          </p:nvPr>
        </p:nvSpPr>
        <p:spPr>
          <a:xfrm>
            <a:off x="9057458" y="2019416"/>
            <a:ext cx="2697866"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3023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grid text layout">
    <p:spTree>
      <p:nvGrpSpPr>
        <p:cNvPr id="1" name=""/>
        <p:cNvGrpSpPr/>
        <p:nvPr/>
      </p:nvGrpSpPr>
      <p:grpSpPr>
        <a:xfrm>
          <a:off x="0" y="0"/>
          <a:ext cx="0" cy="0"/>
          <a:chOff x="0" y="0"/>
          <a:chExt cx="0" cy="0"/>
        </a:xfrm>
      </p:grpSpPr>
      <p:sp>
        <p:nvSpPr>
          <p:cNvPr id="31" name="Rectangle 30">
            <a:extLst>
              <a:ext uri="{FF2B5EF4-FFF2-40B4-BE49-F238E27FC236}">
                <a16:creationId xmlns="" xmlns:a16="http://schemas.microsoft.com/office/drawing/2014/main" id="{E2608241-4E05-46E8-9D0E-8DBE082943F4}"/>
              </a:ext>
            </a:extLst>
          </p:cNvPr>
          <p:cNvSpPr/>
          <p:nvPr userDrawn="1"/>
        </p:nvSpPr>
        <p:spPr>
          <a:xfrm>
            <a:off x="438962"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a:extLst>
              <a:ext uri="{FF2B5EF4-FFF2-40B4-BE49-F238E27FC236}">
                <a16:creationId xmlns="" xmlns:a16="http://schemas.microsoft.com/office/drawing/2014/main" id="{ED14D64C-114A-4518-B391-E06AA8DAFFD2}"/>
              </a:ext>
            </a:extLst>
          </p:cNvPr>
          <p:cNvSpPr/>
          <p:nvPr userDrawn="1"/>
        </p:nvSpPr>
        <p:spPr>
          <a:xfrm>
            <a:off x="6266733"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617066"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 xmlns:a16="http://schemas.microsoft.com/office/drawing/2014/main" id="{10380C48-5BEB-4A6E-9DAB-A6429A58BD37}"/>
              </a:ext>
            </a:extLst>
          </p:cNvPr>
          <p:cNvSpPr/>
          <p:nvPr userDrawn="1"/>
        </p:nvSpPr>
        <p:spPr>
          <a:xfrm>
            <a:off x="6266733"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 xmlns:a16="http://schemas.microsoft.com/office/drawing/2014/main" id="{84C5DFFB-6FF4-4318-9D0D-9CD77029DABD}"/>
              </a:ext>
            </a:extLst>
          </p:cNvPr>
          <p:cNvSpPr>
            <a:spLocks noGrp="1"/>
          </p:cNvSpPr>
          <p:nvPr>
            <p:ph type="body" sz="quarter" idx="16" hasCustomPrompt="1"/>
          </p:nvPr>
        </p:nvSpPr>
        <p:spPr>
          <a:xfrm>
            <a:off x="6266733"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 xmlns:a16="http://schemas.microsoft.com/office/drawing/2014/main" id="{D142C5A8-D7C7-4F2D-9CDF-834CB6B5513A}"/>
              </a:ext>
            </a:extLst>
          </p:cNvPr>
          <p:cNvCxnSpPr>
            <a:cxnSpLocks/>
          </p:cNvCxnSpPr>
          <p:nvPr userDrawn="1"/>
        </p:nvCxnSpPr>
        <p:spPr>
          <a:xfrm>
            <a:off x="6444837"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2" name="Text Placeholder 4">
            <a:extLst>
              <a:ext uri="{FF2B5EF4-FFF2-40B4-BE49-F238E27FC236}">
                <a16:creationId xmlns="" xmlns:a16="http://schemas.microsoft.com/office/drawing/2014/main" id="{5C66F760-3895-44D3-9634-42CF098615A8}"/>
              </a:ext>
            </a:extLst>
          </p:cNvPr>
          <p:cNvSpPr>
            <a:spLocks noGrp="1"/>
          </p:cNvSpPr>
          <p:nvPr>
            <p:ph type="body" sz="quarter" idx="18" hasCustomPrompt="1"/>
          </p:nvPr>
        </p:nvSpPr>
        <p:spPr>
          <a:xfrm>
            <a:off x="438962"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3" name="Straight Connector 22">
            <a:extLst>
              <a:ext uri="{FF2B5EF4-FFF2-40B4-BE49-F238E27FC236}">
                <a16:creationId xmlns="" xmlns:a16="http://schemas.microsoft.com/office/drawing/2014/main" id="{5290E210-1D03-48FC-908F-C4D29CCF1398}"/>
              </a:ext>
            </a:extLst>
          </p:cNvPr>
          <p:cNvCxnSpPr>
            <a:cxnSpLocks/>
          </p:cNvCxnSpPr>
          <p:nvPr userDrawn="1"/>
        </p:nvCxnSpPr>
        <p:spPr>
          <a:xfrm>
            <a:off x="617066"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5" name="Text Placeholder 4">
            <a:extLst>
              <a:ext uri="{FF2B5EF4-FFF2-40B4-BE49-F238E27FC236}">
                <a16:creationId xmlns="" xmlns:a16="http://schemas.microsoft.com/office/drawing/2014/main" id="{04F20230-7417-458C-90FE-3DF401E4D1D5}"/>
              </a:ext>
            </a:extLst>
          </p:cNvPr>
          <p:cNvSpPr>
            <a:spLocks noGrp="1"/>
          </p:cNvSpPr>
          <p:nvPr>
            <p:ph type="body" sz="quarter" idx="20" hasCustomPrompt="1"/>
          </p:nvPr>
        </p:nvSpPr>
        <p:spPr>
          <a:xfrm>
            <a:off x="6266733"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0" name="Straight Connector 29">
            <a:extLst>
              <a:ext uri="{FF2B5EF4-FFF2-40B4-BE49-F238E27FC236}">
                <a16:creationId xmlns="" xmlns:a16="http://schemas.microsoft.com/office/drawing/2014/main" id="{E85F50F5-008F-4B71-8FA6-64E17A0CF360}"/>
              </a:ext>
            </a:extLst>
          </p:cNvPr>
          <p:cNvCxnSpPr>
            <a:cxnSpLocks/>
          </p:cNvCxnSpPr>
          <p:nvPr userDrawn="1"/>
        </p:nvCxnSpPr>
        <p:spPr>
          <a:xfrm>
            <a:off x="6444837"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6266733"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3"/>
          </p:nvPr>
        </p:nvSpPr>
        <p:spPr>
          <a:xfrm>
            <a:off x="6266733" y="4500507"/>
            <a:ext cx="5487829" cy="1638272"/>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4"/>
          </p:nvPr>
        </p:nvSpPr>
        <p:spPr>
          <a:xfrm>
            <a:off x="438962" y="4505384"/>
            <a:ext cx="5487829" cy="1633395"/>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039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 on left">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8188236" y="1409703"/>
            <a:ext cx="3564801" cy="1009033"/>
          </a:xfrm>
        </p:spPr>
        <p:txBody>
          <a:bodyPr lIns="0" tIns="0" rIns="0" bIns="0" anchor="b">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 on the right with images…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8188236" y="2568887"/>
            <a:ext cx="3564801" cy="640080"/>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8188235" y="3302080"/>
            <a:ext cx="3567089" cy="2982173"/>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7" name="TextBox 6">
            <a:extLst>
              <a:ext uri="{FF2B5EF4-FFF2-40B4-BE49-F238E27FC236}">
                <a16:creationId xmlns="" xmlns:a16="http://schemas.microsoft.com/office/drawing/2014/main" id="{627C5B98-7084-40B5-BEB1-C88745735293}"/>
              </a:ext>
            </a:extLst>
          </p:cNvPr>
          <p:cNvSpPr txBox="1"/>
          <p:nvPr userDrawn="1"/>
        </p:nvSpPr>
        <p:spPr>
          <a:xfrm>
            <a:off x="11470597" y="6596679"/>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Avenir Roman"/>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Avenir Roman"/>
              <a:cs typeface="Avenir Roman"/>
            </a:endParaRPr>
          </a:p>
        </p:txBody>
      </p:sp>
      <p:sp>
        <p:nvSpPr>
          <p:cNvPr id="3" name="Picture Placeholder 2">
            <a:extLst>
              <a:ext uri="{FF2B5EF4-FFF2-40B4-BE49-F238E27FC236}">
                <a16:creationId xmlns="" xmlns:a16="http://schemas.microsoft.com/office/drawing/2014/main" id="{B481D2D6-D3F9-47BA-B7FD-5810A8C443CC}"/>
              </a:ext>
            </a:extLst>
          </p:cNvPr>
          <p:cNvSpPr>
            <a:spLocks noGrp="1"/>
          </p:cNvSpPr>
          <p:nvPr>
            <p:ph type="pic" sz="quarter" idx="14" hasCustomPrompt="1"/>
          </p:nvPr>
        </p:nvSpPr>
        <p:spPr>
          <a:xfrm>
            <a:off x="1" y="0"/>
            <a:ext cx="7745842" cy="6858000"/>
          </a:xfrm>
        </p:spPr>
        <p:txBody>
          <a:bodyPr tIns="914400" bIns="91440" anchor="ctr">
            <a:normAutofit/>
          </a:bodyPr>
          <a:lstStyle>
            <a:lvl1pPr marL="0" indent="0" algn="ctr">
              <a:buNone/>
              <a:defRPr sz="1800" i="0"/>
            </a:lvl1pPr>
          </a:lstStyle>
          <a:p>
            <a:r>
              <a:rPr lang="en-US" dirty="0"/>
              <a:t>Click to add picture</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139596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ph on righ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left</a:t>
            </a:r>
          </a:p>
          <a:p>
            <a:pPr lvl="0"/>
            <a:r>
              <a:rPr lang="en-US" dirty="0"/>
              <a:t>with graphs…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804180"/>
            <a:ext cx="2835378"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436675" y="3418610"/>
            <a:ext cx="2835378"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 xmlns:a16="http://schemas.microsoft.com/office/drawing/2014/main" id="{E08AC9F2-845D-4282-82E8-B51C55688597}"/>
              </a:ext>
            </a:extLst>
          </p:cNvPr>
          <p:cNvSpPr>
            <a:spLocks noGrp="1"/>
          </p:cNvSpPr>
          <p:nvPr>
            <p:ph sz="quarter" idx="13" hasCustomPrompt="1"/>
          </p:nvPr>
        </p:nvSpPr>
        <p:spPr>
          <a:xfrm>
            <a:off x="4038064" y="1409700"/>
            <a:ext cx="7717260" cy="4354492"/>
          </a:xfrm>
        </p:spPr>
        <p:txBody>
          <a:bodyPr tIns="1554480" bIns="9144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2937393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on lef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8958632" y="1409703"/>
            <a:ext cx="2796693"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right</a:t>
            </a:r>
          </a:p>
          <a:p>
            <a:pPr lvl="0"/>
            <a:r>
              <a:rPr lang="en-US" dirty="0"/>
              <a:t>with graphs…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8958632" y="2804180"/>
            <a:ext cx="2796693"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8958632" y="3418610"/>
            <a:ext cx="2796693"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 xmlns:a16="http://schemas.microsoft.com/office/drawing/2014/main" id="{E08AC9F2-845D-4282-82E8-B51C55688597}"/>
              </a:ext>
            </a:extLst>
          </p:cNvPr>
          <p:cNvSpPr>
            <a:spLocks noGrp="1"/>
          </p:cNvSpPr>
          <p:nvPr>
            <p:ph sz="quarter" idx="13" hasCustomPrompt="1"/>
          </p:nvPr>
        </p:nvSpPr>
        <p:spPr>
          <a:xfrm>
            <a:off x="438962" y="1409700"/>
            <a:ext cx="7717260" cy="4354492"/>
          </a:xfrm>
        </p:spPr>
        <p:txBody>
          <a:bodyPr tIns="155448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1115162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layout">
    <p:spTree>
      <p:nvGrpSpPr>
        <p:cNvPr id="1" name=""/>
        <p:cNvGrpSpPr/>
        <p:nvPr/>
      </p:nvGrpSpPr>
      <p:grpSpPr>
        <a:xfrm>
          <a:off x="0" y="0"/>
          <a:ext cx="0" cy="0"/>
          <a:chOff x="0" y="0"/>
          <a:chExt cx="0" cy="0"/>
        </a:xfrm>
      </p:grpSpPr>
      <p:sp>
        <p:nvSpPr>
          <p:cNvPr id="4" name="Media Placeholder 3">
            <a:extLst>
              <a:ext uri="{FF2B5EF4-FFF2-40B4-BE49-F238E27FC236}">
                <a16:creationId xmlns="" xmlns:a16="http://schemas.microsoft.com/office/drawing/2014/main" id="{57F838CA-1797-4E5B-8118-8D29A3E14884}"/>
              </a:ext>
            </a:extLst>
          </p:cNvPr>
          <p:cNvSpPr>
            <a:spLocks noGrp="1"/>
          </p:cNvSpPr>
          <p:nvPr>
            <p:ph type="media" sz="quarter" idx="14" hasCustomPrompt="1"/>
          </p:nvPr>
        </p:nvSpPr>
        <p:spPr>
          <a:xfrm>
            <a:off x="1" y="0"/>
            <a:ext cx="12192000" cy="6858000"/>
          </a:xfrm>
        </p:spPr>
        <p:txBody>
          <a:bodyPr tIns="731520" anchor="ctr">
            <a:normAutofit/>
          </a:bodyPr>
          <a:lstStyle>
            <a:lvl1pPr marL="0" indent="0" algn="ctr">
              <a:buNone/>
              <a:defRPr sz="1600"/>
            </a:lvl1pPr>
          </a:lstStyle>
          <a:p>
            <a:r>
              <a:rPr lang="en-US" dirty="0"/>
              <a:t>Click to add video</a:t>
            </a:r>
          </a:p>
        </p:txBody>
      </p:sp>
    </p:spTree>
    <p:extLst>
      <p:ext uri="{BB962C8B-B14F-4D97-AF65-F5344CB8AC3E}">
        <p14:creationId xmlns:p14="http://schemas.microsoft.com/office/powerpoint/2010/main" val="219852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layout">
    <p:spTree>
      <p:nvGrpSpPr>
        <p:cNvPr id="1" name=""/>
        <p:cNvGrpSpPr/>
        <p:nvPr/>
      </p:nvGrpSpPr>
      <p:grpSpPr>
        <a:xfrm>
          <a:off x="0" y="0"/>
          <a:ext cx="0" cy="0"/>
          <a:chOff x="0" y="0"/>
          <a:chExt cx="0" cy="0"/>
        </a:xfrm>
      </p:grpSpPr>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Single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4038064" y="1409702"/>
            <a:ext cx="7717260"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Tree>
    <p:extLst>
      <p:ext uri="{BB962C8B-B14F-4D97-AF65-F5344CB8AC3E}">
        <p14:creationId xmlns:p14="http://schemas.microsoft.com/office/powerpoint/2010/main" val="2669832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ouble column text layou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403806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818823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771229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2" name="Picture 81"/>
          <p:cNvPicPr>
            <a:picLocks noChangeAspect="1"/>
          </p:cNvPicPr>
          <p:nvPr userDrawn="1"/>
        </p:nvPicPr>
        <p:blipFill rotWithShape="1">
          <a:blip r:embed="rId2" cstate="print">
            <a:alphaModFix amt="4000"/>
            <a:extLst>
              <a:ext uri="{28A0092B-C50C-407E-A947-70E740481C1C}">
                <a14:useLocalDpi xmlns:a14="http://schemas.microsoft.com/office/drawing/2010/main" val="0"/>
              </a:ext>
            </a:extLst>
          </a:blip>
          <a:srcRect/>
          <a:stretch/>
        </p:blipFill>
        <p:spPr>
          <a:xfrm>
            <a:off x="7604521" y="0"/>
            <a:ext cx="4591311" cy="6858000"/>
          </a:xfrm>
          <a:prstGeom prst="rect">
            <a:avLst/>
          </a:prstGeom>
        </p:spPr>
      </p:pic>
      <p:pic>
        <p:nvPicPr>
          <p:cNvPr id="83" name="Picture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216767" cy="6858000"/>
          </a:xfrm>
          <a:prstGeom prst="rect">
            <a:avLst/>
          </a:prstGeom>
        </p:spPr>
      </p:pic>
      <p:sp>
        <p:nvSpPr>
          <p:cNvPr id="55" name="Rectangle 54"/>
          <p:cNvSpPr/>
          <p:nvPr userDrawn="1"/>
        </p:nvSpPr>
        <p:spPr>
          <a:xfrm>
            <a:off x="1" y="2"/>
            <a:ext cx="12192000" cy="6486377"/>
          </a:xfrm>
          <a:prstGeom prst="rect">
            <a:avLst/>
          </a:prstGeom>
          <a:gradFill>
            <a:gsLst>
              <a:gs pos="100000">
                <a:schemeClr val="bg1">
                  <a:alpha val="0"/>
                </a:schemeClr>
              </a:gs>
              <a:gs pos="34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Rectangle 1"/>
          <p:cNvSpPr/>
          <p:nvPr userDrawn="1"/>
        </p:nvSpPr>
        <p:spPr>
          <a:xfrm>
            <a:off x="7573465" y="0"/>
            <a:ext cx="4618536" cy="6858000"/>
          </a:xfrm>
          <a:prstGeom prst="rect">
            <a:avLst/>
          </a:prstGeom>
          <a:solidFill>
            <a:srgbClr val="1B4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p:cNvSpPr txBox="1"/>
          <p:nvPr userDrawn="1"/>
        </p:nvSpPr>
        <p:spPr>
          <a:xfrm>
            <a:off x="7775369"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Infogain Corporation, HQ</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485 Alberto Way</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100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Los Gatos, CA 95032</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408-355-6000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9" name="TextBox 8"/>
          <p:cNvSpPr txBox="1"/>
          <p:nvPr userDrawn="1"/>
        </p:nvSpPr>
        <p:spPr>
          <a:xfrm>
            <a:off x="7775371" y="283434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111 W. Anderson Lane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E336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 TX 78752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512-212-4070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0" name="TextBox 9"/>
          <p:cNvSpPr txBox="1"/>
          <p:nvPr userDrawn="1"/>
        </p:nvSpPr>
        <p:spPr>
          <a:xfrm>
            <a:off x="9921983"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A-16 &amp; 21, Sector 60</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Gautam Budh Nagar </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 – 201 301, India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12 0244 5144</a:t>
            </a:r>
          </a:p>
        </p:txBody>
      </p:sp>
      <p:sp>
        <p:nvSpPr>
          <p:cNvPr id="11" name="TextBox 10"/>
          <p:cNvSpPr txBox="1"/>
          <p:nvPr userDrawn="1"/>
        </p:nvSpPr>
        <p:spPr>
          <a:xfrm>
            <a:off x="9909581" y="1760105"/>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Unit No. 74, 2</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nd</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Floor, SDF 3</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SEEPZ, Andheri East</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 – 400 096,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22 6114 6969</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2" name="TextBox 11"/>
          <p:cNvSpPr txBox="1"/>
          <p:nvPr userDrawn="1"/>
        </p:nvSpPr>
        <p:spPr>
          <a:xfrm>
            <a:off x="7775370" y="176166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41 Corporate Park</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390</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 CA 92606</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949-223-5100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3" name="TextBox 12"/>
          <p:cNvSpPr txBox="1"/>
          <p:nvPr userDrawn="1"/>
        </p:nvSpPr>
        <p:spPr>
          <a:xfrm>
            <a:off x="9879784" y="2832222"/>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#7, 18th Main Road, 7th Block</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err="1">
                <a:ln>
                  <a:noFill/>
                </a:ln>
                <a:solidFill>
                  <a:srgbClr val="FFFFFF"/>
                </a:solidFill>
                <a:effectLst/>
                <a:uLnTx/>
                <a:uFillTx/>
                <a:latin typeface="Avenir Roman" panose="020B0503020203020204"/>
                <a:ea typeface="Lato" charset="0"/>
                <a:cs typeface="Lato" charset="0"/>
              </a:rPr>
              <a:t>Koramangala</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 - 560 095,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80 4110 4560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6" name="TextBox 35"/>
          <p:cNvSpPr txBox="1"/>
          <p:nvPr userDrawn="1"/>
        </p:nvSpPr>
        <p:spPr>
          <a:xfrm>
            <a:off x="7775369" y="4976456"/>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Millbank Tower, Citibase 21-24 Millbank, office no 1.7</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 SW1P 4DP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+44 (0)20 3355 7594</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7" name="TextBox 36"/>
          <p:cNvSpPr txBox="1"/>
          <p:nvPr userDrawn="1"/>
        </p:nvSpPr>
        <p:spPr>
          <a:xfrm>
            <a:off x="9909581" y="3904340"/>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a:t>
            </a:r>
            <a:endPar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Office No. 255, Building No. 17 Dubai Internet City</a:t>
            </a:r>
            <a:b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UAE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+971-4-458-7336</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6" name="TextBox 55"/>
          <p:cNvSpPr txBox="1"/>
          <p:nvPr userDrawn="1"/>
        </p:nvSpPr>
        <p:spPr>
          <a:xfrm>
            <a:off x="7775370" y="3908673"/>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21410 North 19</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th</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Ave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114</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 AZ 85027</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602-455-1860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7" name="TextBox 56"/>
          <p:cNvSpPr txBox="1"/>
          <p:nvPr userDrawn="1"/>
        </p:nvSpPr>
        <p:spPr>
          <a:xfrm>
            <a:off x="9879784" y="4976456"/>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144 Robinson Road, #13-01 Robinson Square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 068908</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+65 62741455</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1732" y="4529860"/>
            <a:ext cx="2648305" cy="1076706"/>
          </a:xfrm>
          <a:prstGeom prst="rect">
            <a:avLst/>
          </a:prstGeom>
        </p:spPr>
      </p:pic>
      <p:sp>
        <p:nvSpPr>
          <p:cNvPr id="85" name="TextBox 84">
            <a:extLst>
              <a:ext uri="{FF2B5EF4-FFF2-40B4-BE49-F238E27FC236}">
                <a16:creationId xmlns="" xmlns:a16="http://schemas.microsoft.com/office/drawing/2014/main" id="{3230B90F-242E-4EDF-94F3-70B9791F7EF3}"/>
              </a:ext>
            </a:extLst>
          </p:cNvPr>
          <p:cNvSpPr txBox="1"/>
          <p:nvPr userDrawn="1"/>
        </p:nvSpPr>
        <p:spPr>
          <a:xfrm>
            <a:off x="11511853" y="6569254"/>
            <a:ext cx="325815" cy="230832"/>
          </a:xfrm>
          <a:prstGeom prst="rect">
            <a:avLst/>
          </a:prstGeom>
        </p:spPr>
        <p:txBody>
          <a:bodyPr wrap="none">
            <a:spAutoFit/>
          </a:bodyPr>
          <a:lstStyle>
            <a:defPPr>
              <a:defRPr lang="en-US"/>
            </a:defPPr>
            <a:lvl1pPr>
              <a:defRPr sz="900">
                <a:solidFill>
                  <a:prstClr val="white">
                    <a:lumMod val="50000"/>
                  </a:prstClr>
                </a:solidFill>
                <a:latin typeface="Avenir Roman"/>
                <a:cs typeface="Avenir Roman"/>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32B1299-5D1F-4CF7-9AC0-55CF30817FA5}" type="slidenum">
              <a:rPr kumimoji="0" lang="en-US" sz="900" b="0" i="0" u="none" strike="noStrike" kern="1200" cap="none" spc="0" normalizeH="0" baseline="0" noProof="0" smtClean="0">
                <a:ln>
                  <a:noFill/>
                </a:ln>
                <a:solidFill>
                  <a:prstClr val="white">
                    <a:lumMod val="50000"/>
                  </a:prstClr>
                </a:solidFill>
                <a:effectLst/>
                <a:uLnTx/>
                <a:uFillTx/>
                <a:latin typeface="Avenir Roman"/>
                <a:ea typeface="+mn-ea"/>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lumMod val="50000"/>
                </a:prstClr>
              </a:solidFill>
              <a:effectLst/>
              <a:uLnTx/>
              <a:uFillTx/>
              <a:latin typeface="Avenir Roman"/>
              <a:ea typeface="+mn-ea"/>
            </a:endParaRPr>
          </a:p>
        </p:txBody>
      </p:sp>
      <p:grpSp>
        <p:nvGrpSpPr>
          <p:cNvPr id="84" name="Group 83"/>
          <p:cNvGrpSpPr/>
          <p:nvPr userDrawn="1"/>
        </p:nvGrpSpPr>
        <p:grpSpPr>
          <a:xfrm>
            <a:off x="311395" y="493922"/>
            <a:ext cx="7115217" cy="3544058"/>
            <a:chOff x="415233" y="658562"/>
            <a:chExt cx="9487883" cy="4725411"/>
          </a:xfrm>
        </p:grpSpPr>
        <p:pic>
          <p:nvPicPr>
            <p:cNvPr id="86" name="Picture 85"/>
            <p:cNvPicPr>
              <a:picLocks noChangeAspect="1"/>
            </p:cNvPicPr>
            <p:nvPr userDrawn="1"/>
          </p:nvPicPr>
          <p:blipFill>
            <a:blip r:embed="rId5">
              <a:alphaModFix amt="60000"/>
              <a:extLst>
                <a:ext uri="{28A0092B-C50C-407E-A947-70E740481C1C}">
                  <a14:useLocalDpi xmlns:a14="http://schemas.microsoft.com/office/drawing/2010/main" val="0"/>
                </a:ext>
              </a:extLst>
            </a:blip>
            <a:stretch>
              <a:fillRect/>
            </a:stretch>
          </p:blipFill>
          <p:spPr>
            <a:xfrm>
              <a:off x="415233" y="658562"/>
              <a:ext cx="9487883" cy="4725411"/>
            </a:xfrm>
            <a:prstGeom prst="trapezoid">
              <a:avLst>
                <a:gd name="adj" fmla="val 0"/>
              </a:avLst>
            </a:prstGeom>
          </p:spPr>
        </p:pic>
        <p:grpSp>
          <p:nvGrpSpPr>
            <p:cNvPr id="87" name="Group 86"/>
            <p:cNvGrpSpPr/>
            <p:nvPr userDrawn="1"/>
          </p:nvGrpSpPr>
          <p:grpSpPr>
            <a:xfrm>
              <a:off x="1674327" y="2274851"/>
              <a:ext cx="188768" cy="361833"/>
              <a:chOff x="-1994126" y="1399268"/>
              <a:chExt cx="525462" cy="985838"/>
            </a:xfrm>
          </p:grpSpPr>
          <p:sp>
            <p:nvSpPr>
              <p:cNvPr id="115" name="Freeform 5"/>
              <p:cNvSpPr>
                <a:spLocks/>
              </p:cNvSpPr>
              <p:nvPr/>
            </p:nvSpPr>
            <p:spPr bwMode="auto">
              <a:xfrm>
                <a:off x="-1994126" y="1399268"/>
                <a:ext cx="525462" cy="985838"/>
              </a:xfrm>
              <a:custGeom>
                <a:avLst/>
                <a:gdLst>
                  <a:gd name="T0" fmla="*/ 140 w 140"/>
                  <a:gd name="T1" fmla="*/ 70 h 262"/>
                  <a:gd name="T2" fmla="*/ 136 w 140"/>
                  <a:gd name="T3" fmla="*/ 95 h 262"/>
                  <a:gd name="T4" fmla="*/ 66 w 140"/>
                  <a:gd name="T5" fmla="*/ 262 h 262"/>
                  <a:gd name="T6" fmla="*/ 4 w 140"/>
                  <a:gd name="T7" fmla="*/ 92 h 262"/>
                  <a:gd name="T8" fmla="*/ 0 w 140"/>
                  <a:gd name="T9" fmla="*/ 70 h 262"/>
                  <a:gd name="T10" fmla="*/ 70 w 140"/>
                  <a:gd name="T11" fmla="*/ 0 h 262"/>
                  <a:gd name="T12" fmla="*/ 140 w 140"/>
                  <a:gd name="T13" fmla="*/ 70 h 262"/>
                </a:gdLst>
                <a:ahLst/>
                <a:cxnLst>
                  <a:cxn ang="0">
                    <a:pos x="T0" y="T1"/>
                  </a:cxn>
                  <a:cxn ang="0">
                    <a:pos x="T2" y="T3"/>
                  </a:cxn>
                  <a:cxn ang="0">
                    <a:pos x="T4" y="T5"/>
                  </a:cxn>
                  <a:cxn ang="0">
                    <a:pos x="T6" y="T7"/>
                  </a:cxn>
                  <a:cxn ang="0">
                    <a:pos x="T8" y="T9"/>
                  </a:cxn>
                  <a:cxn ang="0">
                    <a:pos x="T10" y="T11"/>
                  </a:cxn>
                  <a:cxn ang="0">
                    <a:pos x="T12" y="T13"/>
                  </a:cxn>
                </a:cxnLst>
                <a:rect l="0" t="0" r="r" b="b"/>
                <a:pathLst>
                  <a:path w="140" h="262">
                    <a:moveTo>
                      <a:pt x="140" y="70"/>
                    </a:moveTo>
                    <a:cubicBezTo>
                      <a:pt x="140" y="79"/>
                      <a:pt x="139" y="87"/>
                      <a:pt x="136" y="95"/>
                    </a:cubicBezTo>
                    <a:cubicBezTo>
                      <a:pt x="127" y="122"/>
                      <a:pt x="66" y="262"/>
                      <a:pt x="66" y="262"/>
                    </a:cubicBezTo>
                    <a:cubicBezTo>
                      <a:pt x="66" y="262"/>
                      <a:pt x="9" y="109"/>
                      <a:pt x="4" y="92"/>
                    </a:cubicBezTo>
                    <a:cubicBezTo>
                      <a:pt x="2" y="85"/>
                      <a:pt x="0" y="78"/>
                      <a:pt x="0" y="70"/>
                    </a:cubicBezTo>
                    <a:cubicBezTo>
                      <a:pt x="0" y="31"/>
                      <a:pt x="32" y="0"/>
                      <a:pt x="70" y="0"/>
                    </a:cubicBezTo>
                    <a:cubicBezTo>
                      <a:pt x="109" y="0"/>
                      <a:pt x="140" y="31"/>
                      <a:pt x="140" y="70"/>
                    </a:cubicBezTo>
                    <a:close/>
                  </a:path>
                </a:pathLst>
              </a:custGeom>
              <a:solidFill>
                <a:srgbClr val="E15D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6" name="Oval 6"/>
              <p:cNvSpPr>
                <a:spLocks noChangeArrowheads="1"/>
              </p:cNvSpPr>
              <p:nvPr/>
            </p:nvSpPr>
            <p:spPr bwMode="auto">
              <a:xfrm>
                <a:off x="-1863952" y="1531031"/>
                <a:ext cx="268287"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8" name="Group 87"/>
            <p:cNvGrpSpPr/>
            <p:nvPr userDrawn="1"/>
          </p:nvGrpSpPr>
          <p:grpSpPr>
            <a:xfrm>
              <a:off x="1740462" y="2443835"/>
              <a:ext cx="187035" cy="360245"/>
              <a:chOff x="1387249" y="1191305"/>
              <a:chExt cx="525462" cy="990600"/>
            </a:xfrm>
          </p:grpSpPr>
          <p:sp>
            <p:nvSpPr>
              <p:cNvPr id="11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EBB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9" name="Group 88"/>
            <p:cNvGrpSpPr/>
            <p:nvPr userDrawn="1"/>
          </p:nvGrpSpPr>
          <p:grpSpPr>
            <a:xfrm>
              <a:off x="2235524" y="2500361"/>
              <a:ext cx="187035" cy="360245"/>
              <a:chOff x="1086061" y="1463637"/>
              <a:chExt cx="525462" cy="990599"/>
            </a:xfrm>
          </p:grpSpPr>
          <p:sp>
            <p:nvSpPr>
              <p:cNvPr id="111" name="Freeform 11"/>
              <p:cNvSpPr>
                <a:spLocks/>
              </p:cNvSpPr>
              <p:nvPr/>
            </p:nvSpPr>
            <p:spPr bwMode="auto">
              <a:xfrm>
                <a:off x="1086061" y="1463637"/>
                <a:ext cx="525462" cy="990599"/>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1B41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2" name="Oval 12"/>
              <p:cNvSpPr>
                <a:spLocks noChangeArrowheads="1"/>
              </p:cNvSpPr>
              <p:nvPr/>
            </p:nvSpPr>
            <p:spPr bwMode="auto">
              <a:xfrm>
                <a:off x="1217823" y="1595401"/>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0" name="Group 89"/>
            <p:cNvGrpSpPr/>
            <p:nvPr userDrawn="1"/>
          </p:nvGrpSpPr>
          <p:grpSpPr>
            <a:xfrm>
              <a:off x="6224559" y="2767033"/>
              <a:ext cx="187035" cy="360245"/>
              <a:chOff x="2073854" y="1134222"/>
              <a:chExt cx="525462" cy="990600"/>
            </a:xfrm>
          </p:grpSpPr>
          <p:sp>
            <p:nvSpPr>
              <p:cNvPr id="109" name="Freeform 11"/>
              <p:cNvSpPr>
                <a:spLocks/>
              </p:cNvSpPr>
              <p:nvPr/>
            </p:nvSpPr>
            <p:spPr bwMode="auto">
              <a:xfrm>
                <a:off x="2073854" y="1134222"/>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0" name="Oval 12"/>
              <p:cNvSpPr>
                <a:spLocks noChangeArrowheads="1"/>
              </p:cNvSpPr>
              <p:nvPr/>
            </p:nvSpPr>
            <p:spPr bwMode="auto">
              <a:xfrm>
                <a:off x="2205616" y="1265984"/>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1" name="Group 90"/>
            <p:cNvGrpSpPr/>
            <p:nvPr userDrawn="1"/>
          </p:nvGrpSpPr>
          <p:grpSpPr>
            <a:xfrm>
              <a:off x="6857006" y="2767033"/>
              <a:ext cx="187035" cy="360245"/>
              <a:chOff x="1387249" y="1191305"/>
              <a:chExt cx="525462" cy="990600"/>
            </a:xfrm>
          </p:grpSpPr>
          <p:sp>
            <p:nvSpPr>
              <p:cNvPr id="10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2" name="Group 91"/>
            <p:cNvGrpSpPr/>
            <p:nvPr userDrawn="1"/>
          </p:nvGrpSpPr>
          <p:grpSpPr>
            <a:xfrm>
              <a:off x="6775924" y="2916688"/>
              <a:ext cx="187035" cy="360245"/>
              <a:chOff x="1387249" y="1191305"/>
              <a:chExt cx="525462" cy="990600"/>
            </a:xfrm>
          </p:grpSpPr>
          <p:sp>
            <p:nvSpPr>
              <p:cNvPr id="105"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9A53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6"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3" name="Group 92"/>
            <p:cNvGrpSpPr/>
            <p:nvPr userDrawn="1"/>
          </p:nvGrpSpPr>
          <p:grpSpPr>
            <a:xfrm>
              <a:off x="4713704" y="1743233"/>
              <a:ext cx="187035" cy="360245"/>
              <a:chOff x="1387249" y="1191305"/>
              <a:chExt cx="525462" cy="990600"/>
            </a:xfrm>
          </p:grpSpPr>
          <p:sp>
            <p:nvSpPr>
              <p:cNvPr id="10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703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4" name="Group 93"/>
            <p:cNvGrpSpPr/>
            <p:nvPr userDrawn="1"/>
          </p:nvGrpSpPr>
          <p:grpSpPr>
            <a:xfrm>
              <a:off x="7562750" y="3424057"/>
              <a:ext cx="187035" cy="360245"/>
              <a:chOff x="1387249" y="1191305"/>
              <a:chExt cx="525462" cy="990600"/>
            </a:xfrm>
          </p:grpSpPr>
          <p:sp>
            <p:nvSpPr>
              <p:cNvPr id="101"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2"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5" name="Group 94"/>
            <p:cNvGrpSpPr/>
            <p:nvPr userDrawn="1"/>
          </p:nvGrpSpPr>
          <p:grpSpPr>
            <a:xfrm>
              <a:off x="6843791" y="2905166"/>
              <a:ext cx="187035" cy="360245"/>
              <a:chOff x="1387249" y="1191305"/>
              <a:chExt cx="525462" cy="990600"/>
            </a:xfrm>
          </p:grpSpPr>
          <p:sp>
            <p:nvSpPr>
              <p:cNvPr id="99"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0"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6" name="Group 95"/>
            <p:cNvGrpSpPr/>
            <p:nvPr userDrawn="1"/>
          </p:nvGrpSpPr>
          <p:grpSpPr>
            <a:xfrm>
              <a:off x="6857005" y="3004321"/>
              <a:ext cx="187035" cy="360245"/>
              <a:chOff x="1387249" y="1191305"/>
              <a:chExt cx="525462" cy="990600"/>
            </a:xfrm>
          </p:grpSpPr>
          <p:sp>
            <p:nvSpPr>
              <p:cNvPr id="9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9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sp>
        <p:nvSpPr>
          <p:cNvPr id="135" name="TextBox 134"/>
          <p:cNvSpPr txBox="1"/>
          <p:nvPr userDrawn="1"/>
        </p:nvSpPr>
        <p:spPr>
          <a:xfrm>
            <a:off x="3898270" y="4596825"/>
            <a:ext cx="1172834" cy="210965"/>
          </a:xfrm>
          <a:prstGeom prst="rect">
            <a:avLst/>
          </a:prstGeom>
        </p:spPr>
        <p:txBody>
          <a:bodyPr vert="horz" wrap="none" lIns="76065" tIns="38032" rIns="76065" bIns="38032" rtlCol="0" anchor="ctr">
            <a:noAutofit/>
          </a:bodyPr>
          <a:lstStyle/>
          <a:p>
            <a:pPr algn="l"/>
            <a:r>
              <a:rPr lang="en-IN" sz="1331" b="0" i="0" dirty="0">
                <a:solidFill>
                  <a:srgbClr val="1B417B"/>
                </a:solidFill>
                <a:latin typeface="Avenir Roman" panose="020B0503020203020204"/>
                <a:ea typeface="Lato" charset="0"/>
                <a:cs typeface="Lato" charset="0"/>
              </a:rPr>
              <a:t>Contact :</a:t>
            </a:r>
          </a:p>
        </p:txBody>
      </p:sp>
      <p:cxnSp>
        <p:nvCxnSpPr>
          <p:cNvPr id="136" name="Straight Connector 135"/>
          <p:cNvCxnSpPr/>
          <p:nvPr userDrawn="1"/>
        </p:nvCxnSpPr>
        <p:spPr>
          <a:xfrm>
            <a:off x="3898269" y="5302574"/>
            <a:ext cx="2740078" cy="0"/>
          </a:xfrm>
          <a:prstGeom prst="line">
            <a:avLst/>
          </a:prstGeom>
          <a:ln w="12700">
            <a:solidFill>
              <a:srgbClr val="1B417B"/>
            </a:solidFill>
            <a:prstDash val="solid"/>
          </a:ln>
        </p:spPr>
        <p:style>
          <a:lnRef idx="1">
            <a:schemeClr val="dk1"/>
          </a:lnRef>
          <a:fillRef idx="0">
            <a:schemeClr val="dk1"/>
          </a:fillRef>
          <a:effectRef idx="0">
            <a:schemeClr val="dk1"/>
          </a:effectRef>
          <a:fontRef idx="minor">
            <a:schemeClr val="tx1"/>
          </a:fontRef>
        </p:style>
      </p:cxnSp>
      <p:sp>
        <p:nvSpPr>
          <p:cNvPr id="137" name="Text Placeholder 23"/>
          <p:cNvSpPr>
            <a:spLocks noGrp="1"/>
          </p:cNvSpPr>
          <p:nvPr>
            <p:ph type="body" sz="quarter" idx="13"/>
          </p:nvPr>
        </p:nvSpPr>
        <p:spPr>
          <a:xfrm>
            <a:off x="3898269" y="4899493"/>
            <a:ext cx="2740078" cy="339328"/>
          </a:xfrm>
          <a:prstGeom prst="rect">
            <a:avLst/>
          </a:prstGeom>
        </p:spPr>
        <p:txBody>
          <a:bodyPr/>
          <a:lstStyle>
            <a:lvl1pPr marL="0" indent="0">
              <a:buNone/>
              <a:defRPr sz="1499" b="1" i="0">
                <a:solidFill>
                  <a:srgbClr val="1B417B"/>
                </a:solidFill>
                <a:latin typeface="Avenir Roman" panose="020B0503020203020204"/>
                <a:ea typeface="Avenir Roman" panose="020B0503020203020204"/>
                <a:cs typeface="Avenir Roman" panose="020B0503020203020204"/>
              </a:defRPr>
            </a:lvl1pPr>
            <a:lvl2pPr marL="457006" indent="0">
              <a:buNone/>
              <a:defRPr sz="1200"/>
            </a:lvl2pPr>
            <a:lvl3pPr marL="914012" indent="0">
              <a:buNone/>
              <a:defRPr sz="1050"/>
            </a:lvl3pPr>
            <a:lvl4pPr marL="1371018" indent="0">
              <a:buNone/>
              <a:defRPr sz="900"/>
            </a:lvl4pPr>
            <a:lvl5pPr marL="1828023" indent="0">
              <a:buNone/>
              <a:defRPr sz="900"/>
            </a:lvl5pPr>
          </a:lstStyle>
          <a:p>
            <a:pPr lvl="0"/>
            <a:r>
              <a:rPr lang="en-US" dirty="0"/>
              <a:t>Click to edit Master text styles</a:t>
            </a:r>
          </a:p>
        </p:txBody>
      </p:sp>
      <p:sp>
        <p:nvSpPr>
          <p:cNvPr id="138" name="Text Placeholder 27"/>
          <p:cNvSpPr>
            <a:spLocks noGrp="1"/>
          </p:cNvSpPr>
          <p:nvPr>
            <p:ph type="body" sz="quarter" idx="15" hasCustomPrompt="1"/>
          </p:nvPr>
        </p:nvSpPr>
        <p:spPr>
          <a:xfrm>
            <a:off x="3898712" y="5414817"/>
            <a:ext cx="2739635" cy="741760"/>
          </a:xfrm>
          <a:prstGeom prst="rect">
            <a:avLst/>
          </a:prstGeom>
        </p:spPr>
        <p:txBody>
          <a:bodyPr/>
          <a:lstStyle>
            <a:lvl1pPr marL="0" indent="0">
              <a:lnSpc>
                <a:spcPct val="100000"/>
              </a:lnSpc>
              <a:spcAft>
                <a:spcPts val="1349"/>
              </a:spcAft>
              <a:buNone/>
              <a:defRPr sz="1349" baseline="0">
                <a:solidFill>
                  <a:srgbClr val="1B417B"/>
                </a:solidFill>
                <a:latin typeface="Avenir Roman" panose="020B0503020203020204"/>
              </a:defRPr>
            </a:lvl1pPr>
            <a:lvl2pPr marL="457006" indent="0">
              <a:buNone/>
              <a:defRPr sz="1349">
                <a:solidFill>
                  <a:schemeClr val="bg1"/>
                </a:solidFill>
              </a:defRPr>
            </a:lvl2pPr>
            <a:lvl3pPr marL="914012" indent="0">
              <a:buNone/>
              <a:defRPr sz="1200">
                <a:solidFill>
                  <a:schemeClr val="bg1"/>
                </a:solidFill>
              </a:defRPr>
            </a:lvl3pPr>
            <a:lvl4pPr marL="1371018" indent="0">
              <a:buNone/>
              <a:defRPr sz="1050">
                <a:solidFill>
                  <a:schemeClr val="bg1"/>
                </a:solidFill>
              </a:defRPr>
            </a:lvl4pPr>
            <a:lvl5pPr marL="1828023" indent="0">
              <a:buNone/>
              <a:defRPr sz="1050">
                <a:solidFill>
                  <a:schemeClr val="bg1"/>
                </a:solidFill>
              </a:defRPr>
            </a:lvl5pPr>
          </a:lstStyle>
          <a:p>
            <a:pPr lvl="0"/>
            <a:r>
              <a:rPr lang="en-US" dirty="0"/>
              <a:t>Designation, </a:t>
            </a:r>
            <a:br>
              <a:rPr lang="en-US" dirty="0"/>
            </a:br>
            <a:r>
              <a:rPr lang="en-US" dirty="0"/>
              <a:t>Email address</a:t>
            </a:r>
          </a:p>
        </p:txBody>
      </p:sp>
    </p:spTree>
    <p:extLst>
      <p:ext uri="{BB962C8B-B14F-4D97-AF65-F5344CB8AC3E}">
        <p14:creationId xmlns:p14="http://schemas.microsoft.com/office/powerpoint/2010/main" val="3412036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1" name="Content Placeholder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524"/>
            <a:ext cx="12188950" cy="6857999"/>
          </a:xfrm>
          <a:prstGeom prst="rect">
            <a:avLst/>
          </a:prstGeom>
        </p:spPr>
      </p:pic>
      <p:sp>
        <p:nvSpPr>
          <p:cNvPr id="8" name="Rectangle 7"/>
          <p:cNvSpPr/>
          <p:nvPr userDrawn="1"/>
        </p:nvSpPr>
        <p:spPr>
          <a:xfrm>
            <a:off x="11484429" y="6565557"/>
            <a:ext cx="276260" cy="292443"/>
          </a:xfrm>
          <a:prstGeom prst="rect">
            <a:avLst/>
          </a:prstGeom>
          <a:solidFill>
            <a:srgbClr val="26A8DF"/>
          </a:solidFill>
          <a:ln>
            <a:noFill/>
          </a:ln>
          <a:effectLst>
            <a:outerShdw blurRad="50800" dist="38100" dir="162000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0F1269E9-5B8B-4D8F-B9F6-F90DDC202404}" type="slidenum">
              <a:rPr lang="en-US" sz="1000" smtClean="0"/>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1100" dirty="0"/>
          </a:p>
        </p:txBody>
      </p:sp>
      <p:sp>
        <p:nvSpPr>
          <p:cNvPr id="2" name="Title 1"/>
          <p:cNvSpPr>
            <a:spLocks noGrp="1"/>
          </p:cNvSpPr>
          <p:nvPr>
            <p:ph type="title"/>
          </p:nvPr>
        </p:nvSpPr>
        <p:spPr>
          <a:xfrm>
            <a:off x="224588" y="1"/>
            <a:ext cx="9986211" cy="1002632"/>
          </a:xfrm>
        </p:spPr>
        <p:txBody>
          <a:bodyPr>
            <a:normAutofit/>
          </a:bodyPr>
          <a:lstStyle>
            <a:lvl1pPr>
              <a:defRPr sz="3200">
                <a:solidFill>
                  <a:srgbClr val="27AAE2"/>
                </a:solidFill>
                <a:latin typeface="+mj-lt"/>
              </a:defRPr>
            </a:lvl1pPr>
          </a:lstStyle>
          <a:p>
            <a:r>
              <a:rPr lang="en-US" dirty="0"/>
              <a:t>Click to edit Master title style</a:t>
            </a:r>
          </a:p>
        </p:txBody>
      </p:sp>
      <p:sp>
        <p:nvSpPr>
          <p:cNvPr id="3" name="Content Placeholder 2"/>
          <p:cNvSpPr>
            <a:spLocks noGrp="1"/>
          </p:cNvSpPr>
          <p:nvPr>
            <p:ph idx="1"/>
          </p:nvPr>
        </p:nvSpPr>
        <p:spPr>
          <a:xfrm>
            <a:off x="224587" y="1167898"/>
            <a:ext cx="11606465" cy="5051927"/>
          </a:xfrm>
        </p:spPr>
        <p:txBody>
          <a:bodyPr>
            <a:normAutofit/>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368842" y="299372"/>
            <a:ext cx="1391847" cy="435398"/>
          </a:xfrm>
          <a:prstGeom prst="rect">
            <a:avLst/>
          </a:prstGeom>
        </p:spPr>
      </p:pic>
      <p:sp>
        <p:nvSpPr>
          <p:cNvPr id="12" name="TextBox 11"/>
          <p:cNvSpPr txBox="1"/>
          <p:nvPr userDrawn="1"/>
        </p:nvSpPr>
        <p:spPr>
          <a:xfrm>
            <a:off x="10451136" y="683192"/>
            <a:ext cx="1391871" cy="405555"/>
          </a:xfrm>
          <a:prstGeom prst="rect">
            <a:avLst/>
          </a:prstGeom>
          <a:noFill/>
        </p:spPr>
        <p:txBody>
          <a:bodyPr wrap="square" rtlCol="0">
            <a:spAutoFit/>
          </a:bodyPr>
          <a:lstStyle/>
          <a:p>
            <a:r>
              <a:rPr lang="en-IN" sz="1200" dirty="0">
                <a:hlinkClick r:id="rId4"/>
              </a:rPr>
              <a:t>www.infogain.com</a:t>
            </a:r>
            <a:endParaRPr lang="en-IN" sz="1200" dirty="0"/>
          </a:p>
        </p:txBody>
      </p:sp>
    </p:spTree>
    <p:extLst>
      <p:ext uri="{BB962C8B-B14F-4D97-AF65-F5344CB8AC3E}">
        <p14:creationId xmlns:p14="http://schemas.microsoft.com/office/powerpoint/2010/main" val="42870992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83"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40189337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07"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627033950"/>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31"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31874927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55"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337637966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79"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324480706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303"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80346318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27"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 xmlns:a16="http://schemas.microsoft.com/office/drawing/2014/main"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44420419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51"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 xmlns:a16="http://schemas.microsoft.com/office/drawing/2014/main"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80181211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7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t>Text </a:t>
            </a:r>
          </a:p>
          <a:p>
            <a:pPr algn="ctr"/>
            <a:r>
              <a:rPr lang="en-US" sz="13800"/>
              <a:t>layouts</a:t>
            </a:r>
          </a:p>
        </p:txBody>
      </p:sp>
    </p:spTree>
    <p:extLst>
      <p:ext uri="{BB962C8B-B14F-4D97-AF65-F5344CB8AC3E}">
        <p14:creationId xmlns:p14="http://schemas.microsoft.com/office/powerpoint/2010/main" val="1732654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9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1635391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2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35692891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4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 xmlns:a16="http://schemas.microsoft.com/office/drawing/2014/main"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 xmlns:a16="http://schemas.microsoft.com/office/drawing/2014/main"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6" name="TextBox 5">
            <a:extLst>
              <a:ext uri="{FF2B5EF4-FFF2-40B4-BE49-F238E27FC236}">
                <a16:creationId xmlns="" xmlns:a16="http://schemas.microsoft.com/office/drawing/2014/main"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9883796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7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37099050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9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13036893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1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 xmlns:a16="http://schemas.microsoft.com/office/drawing/2014/main"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633417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4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2539613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56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1746288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59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 xmlns:a16="http://schemas.microsoft.com/office/drawing/2014/main"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8314453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561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2774555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663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950739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766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 xmlns:a16="http://schemas.microsoft.com/office/drawing/2014/main"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1451874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868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4634704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971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 xmlns:a16="http://schemas.microsoft.com/office/drawing/2014/main"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3" name="Page# static">
            <a:extLst>
              <a:ext uri="{FF2B5EF4-FFF2-40B4-BE49-F238E27FC236}">
                <a16:creationId xmlns="" xmlns:a16="http://schemas.microsoft.com/office/drawing/2014/main"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4" name="TextBox 3">
            <a:extLst>
              <a:ext uri="{FF2B5EF4-FFF2-40B4-BE49-F238E27FC236}">
                <a16:creationId xmlns="" xmlns:a16="http://schemas.microsoft.com/office/drawing/2014/main"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5" name="TextBox 4">
            <a:extLst>
              <a:ext uri="{FF2B5EF4-FFF2-40B4-BE49-F238E27FC236}">
                <a16:creationId xmlns="" xmlns:a16="http://schemas.microsoft.com/office/drawing/2014/main"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102819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73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61700184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175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 xmlns:a16="http://schemas.microsoft.com/office/drawing/2014/main"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9574089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278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 xmlns:a16="http://schemas.microsoft.com/office/drawing/2014/main"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197281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380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908824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483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99625074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585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583850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687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0802680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790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937589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892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11219420"/>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995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276125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097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03785534"/>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199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 xmlns:a16="http://schemas.microsoft.com/office/drawing/2014/main"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7668371"/>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2903842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302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 xmlns:a16="http://schemas.microsoft.com/office/drawing/2014/main"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68536738"/>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404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3383325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507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14145648"/>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7332928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2991110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682477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82887658"/>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609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Data</a:t>
            </a:r>
          </a:p>
          <a:p>
            <a:pPr algn="ctr"/>
            <a:r>
              <a:rPr lang="en-US" sz="13800"/>
              <a:t>layouts</a:t>
            </a:r>
          </a:p>
        </p:txBody>
      </p:sp>
    </p:spTree>
    <p:extLst>
      <p:ext uri="{BB962C8B-B14F-4D97-AF65-F5344CB8AC3E}">
        <p14:creationId xmlns:p14="http://schemas.microsoft.com/office/powerpoint/2010/main" val="10240267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0923216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711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 xmlns:a16="http://schemas.microsoft.com/office/drawing/2014/main"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6918366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99115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814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 xmlns:a16="http://schemas.microsoft.com/office/drawing/2014/main"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67999480"/>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916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190706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019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84486658"/>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646814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66620873"/>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121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t>Section divider</a:t>
            </a:r>
          </a:p>
          <a:p>
            <a:pPr algn="ctr"/>
            <a:r>
              <a:rPr lang="en-US" sz="13800"/>
              <a:t>layouts</a:t>
            </a:r>
          </a:p>
        </p:txBody>
      </p:sp>
    </p:spTree>
    <p:extLst>
      <p:ext uri="{BB962C8B-B14F-4D97-AF65-F5344CB8AC3E}">
        <p14:creationId xmlns:p14="http://schemas.microsoft.com/office/powerpoint/2010/main" val="7920213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747132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2239"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4137114648"/>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63066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3263"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82189056"/>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1897438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4287"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627735879"/>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072492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5311"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765093722"/>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4281334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6335"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85114311"/>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03139182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7359"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2077188696"/>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0996986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8383"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87393522"/>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6089008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9407"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177267"/>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043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t>Large text </a:t>
            </a:r>
          </a:p>
          <a:p>
            <a:pPr algn="ctr"/>
            <a:r>
              <a:rPr lang="en-US" sz="13800"/>
              <a:t>layouts</a:t>
            </a:r>
          </a:p>
        </p:txBody>
      </p:sp>
    </p:spTree>
    <p:extLst>
      <p:ext uri="{BB962C8B-B14F-4D97-AF65-F5344CB8AC3E}">
        <p14:creationId xmlns:p14="http://schemas.microsoft.com/office/powerpoint/2010/main" val="2680907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45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4549101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247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611418797"/>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350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575330997"/>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222163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452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703D0EC0-800C-017B-115C-E6C2A79F739E}"/>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 xmlns:a16="http://schemas.microsoft.com/office/drawing/2014/main"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 xmlns:a16="http://schemas.microsoft.com/office/drawing/2014/main"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1084336887"/>
      </p:ext>
    </p:extLst>
  </p:cSld>
  <p:clrMapOvr>
    <a:overrideClrMapping bg1="lt1" tx1="dk1" bg2="lt2" tx2="dk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884868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555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 xmlns:a16="http://schemas.microsoft.com/office/drawing/2014/main" id="{0EAE06A4-0CF9-D5F6-2C1C-A4EA49DA41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 xmlns:a16="http://schemas.microsoft.com/office/drawing/2014/main"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 xmlns:a16="http://schemas.microsoft.com/office/drawing/2014/main"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2585207842"/>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657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663239371"/>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759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510580788"/>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862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353556208"/>
      </p:ext>
    </p:extLst>
  </p:cSld>
  <p:clrMapOvr>
    <a:overrideClrMapping bg1="dk1" tx1="lt1" bg2="dk2" tx2="lt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964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009917161"/>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067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t>Text + Image</a:t>
            </a:r>
          </a:p>
          <a:p>
            <a:pPr algn="ctr"/>
            <a:r>
              <a:rPr lang="en-US" sz="13800"/>
              <a:t>layouts</a:t>
            </a:r>
          </a:p>
        </p:txBody>
      </p:sp>
    </p:spTree>
    <p:extLst>
      <p:ext uri="{BB962C8B-B14F-4D97-AF65-F5344CB8AC3E}">
        <p14:creationId xmlns:p14="http://schemas.microsoft.com/office/powerpoint/2010/main" val="9798020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6967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69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9959411"/>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7492535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271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09982044"/>
      </p:ext>
    </p:extLst>
  </p:cSld>
  <p:clrMapOvr>
    <a:overrideClrMapping bg1="dk1" tx1="lt1" bg2="dk2" tx2="lt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199539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374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07908238"/>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386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476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86828760"/>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842018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5791"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 xmlns:a16="http://schemas.microsoft.com/office/drawing/2014/main"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 xmlns:a16="http://schemas.microsoft.com/office/drawing/2014/main"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4684710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1661710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6815"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 xmlns:a16="http://schemas.microsoft.com/office/drawing/2014/main"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7549"/>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8797977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7839"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89017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63858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8863"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71719178"/>
      </p:ext>
    </p:extLst>
  </p:cSld>
  <p:clrMapOvr>
    <a:overrideClrMapping bg1="dk1" tx1="lt1" bg2="dk2" tx2="lt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9887"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5305243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0911"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1210422"/>
      </p:ext>
    </p:extLst>
  </p:cSld>
  <p:clrMapOvr>
    <a:overrideClrMapping bg1="dk1" tx1="lt1" bg2="dk2" tx2="lt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1935"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549800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959"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43544058"/>
      </p:ext>
    </p:extLst>
  </p:cSld>
  <p:clrMapOvr>
    <a:overrideClrMapping bg1="dk1" tx1="lt1" bg2="dk2" tx2="lt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3983"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708258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5007"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2937839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603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Case</a:t>
            </a:r>
          </a:p>
          <a:p>
            <a:pPr algn="ctr"/>
            <a:r>
              <a:rPr lang="en-US" sz="13800"/>
              <a:t>layouts</a:t>
            </a:r>
          </a:p>
        </p:txBody>
      </p:sp>
    </p:spTree>
    <p:extLst>
      <p:ext uri="{BB962C8B-B14F-4D97-AF65-F5344CB8AC3E}">
        <p14:creationId xmlns:p14="http://schemas.microsoft.com/office/powerpoint/2010/main" val="8925711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 xmlns:a16="http://schemas.microsoft.com/office/drawing/2014/main"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68"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69"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 xmlns:a16="http://schemas.microsoft.com/office/drawing/2014/main"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415062511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92"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93"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 xmlns:a16="http://schemas.microsoft.com/office/drawing/2014/main"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10886434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 xmlns:a16="http://schemas.microsoft.com/office/drawing/2014/main"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16"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17"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 xmlns:a16="http://schemas.microsoft.com/office/drawing/2014/main"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lumMod val="50000"/>
                  </a:schemeClr>
                </a:solidFill>
              </a:rPr>
              <a:t>Tenarai</a:t>
            </a:r>
          </a:p>
        </p:txBody>
      </p:sp>
    </p:spTree>
    <p:extLst>
      <p:ext uri="{BB962C8B-B14F-4D97-AF65-F5344CB8AC3E}">
        <p14:creationId xmlns:p14="http://schemas.microsoft.com/office/powerpoint/2010/main" val="316528525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40"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1" name="Straight Connector 10">
            <a:extLst>
              <a:ext uri="{FF2B5EF4-FFF2-40B4-BE49-F238E27FC236}">
                <a16:creationId xmlns="" xmlns:a16="http://schemas.microsoft.com/office/drawing/2014/main"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 xmlns:a16="http://schemas.microsoft.com/office/drawing/2014/main"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 xmlns:a16="http://schemas.microsoft.com/office/drawing/2014/main"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 xmlns:a16="http://schemas.microsoft.com/office/drawing/2014/main"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 xmlns:a16="http://schemas.microsoft.com/office/drawing/2014/main"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 xmlns:a16="http://schemas.microsoft.com/office/drawing/2014/main"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 xmlns:a16="http://schemas.microsoft.com/office/drawing/2014/main"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 xmlns:a16="http://schemas.microsoft.com/office/drawing/2014/main"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41" name="think-cell Slide" r:id="rId10" imgW="7772400" imgH="10058400" progId="TCLayout.ActiveDocument.1">
                  <p:embed/>
                </p:oleObj>
              </mc:Choice>
              <mc:Fallback>
                <p:oleObj name="think-cell Slide" r:id="rId10"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7" name="Straight Connector 16">
            <a:extLst>
              <a:ext uri="{FF2B5EF4-FFF2-40B4-BE49-F238E27FC236}">
                <a16:creationId xmlns="" xmlns:a16="http://schemas.microsoft.com/office/drawing/2014/main"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 xmlns:a16="http://schemas.microsoft.com/office/drawing/2014/main"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 xmlns:a16="http://schemas.microsoft.com/office/drawing/2014/main"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 xmlns:a16="http://schemas.microsoft.com/office/drawing/2014/main"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 xmlns:a16="http://schemas.microsoft.com/office/drawing/2014/main"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 xmlns:a16="http://schemas.microsoft.com/office/drawing/2014/main"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85594309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1151"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1162957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175"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 xmlns:a16="http://schemas.microsoft.com/office/drawing/2014/main"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0409587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160943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3199"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 xmlns:a16="http://schemas.microsoft.com/office/drawing/2014/main"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1247471693"/>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4223"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848515806"/>
      </p:ext>
    </p:extLst>
  </p:cSld>
  <p:clrMapOvr>
    <a:overrideClrMapping bg1="lt1" tx1="dk1" bg2="lt2" tx2="dk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5247"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903302158"/>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6271"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84322370"/>
      </p:ext>
    </p:extLst>
  </p:cSld>
  <p:clrMapOvr>
    <a:overrideClrMapping bg1="lt1" tx1="dk1" bg2="lt2" tx2="dk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7295"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313964574"/>
      </p:ext>
    </p:extLst>
  </p:cSld>
  <p:clrMapOvr>
    <a:overrideClrMapping bg1="dk1" tx1="lt1" bg2="dk2" tx2="lt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8319"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989882" y="1768475"/>
            <a:ext cx="2956893" cy="3721606"/>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6249613" y="1768475"/>
            <a:ext cx="2956893" cy="3721606"/>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69850" y="1768475"/>
            <a:ext cx="2956893" cy="3721606"/>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10956709"/>
      </p:ext>
    </p:extLst>
  </p:cSld>
  <p:clrMapOvr>
    <a:overrideClrMapping bg1="lt1" tx1="dk1" bg2="lt2" tx2="dk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9343"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73249528"/>
      </p:ext>
    </p:extLst>
  </p:cSld>
  <p:clrMapOvr>
    <a:overrideClrMapping bg1="dk1" tx1="lt1" bg2="dk2" tx2="lt2" accent1="accent1" accent2="accent2" accent3="accent3" accent4="accent4" accent5="accent5" accent6="accent6" hlink="hlink" folHlink="folHlink"/>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036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Agenda</a:t>
            </a:r>
          </a:p>
          <a:p>
            <a:pPr algn="ctr"/>
            <a:r>
              <a:rPr lang="en-US" sz="13800"/>
              <a:t>layouts</a:t>
            </a:r>
          </a:p>
        </p:txBody>
      </p:sp>
    </p:spTree>
    <p:extLst>
      <p:ext uri="{BB962C8B-B14F-4D97-AF65-F5344CB8AC3E}">
        <p14:creationId xmlns:p14="http://schemas.microsoft.com/office/powerpoint/2010/main" val="199065623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139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34187149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41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8100926"/>
      </p:ext>
    </p:extLst>
  </p:cSld>
  <p:clrMapOvr>
    <a:overrideClrMapping bg1="dk1" tx1="lt1" bg2="dk2" tx2="lt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343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8174385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446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2519235016"/>
      </p:ext>
    </p:extLst>
  </p:cSld>
  <p:clrMapOvr>
    <a:overrideClrMapping bg1="dk1" tx1="lt1" bg2="dk2" tx2="lt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548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t>Speakers</a:t>
            </a:r>
          </a:p>
          <a:p>
            <a:pPr algn="ctr"/>
            <a:r>
              <a:rPr lang="en-US" sz="13800"/>
              <a:t>layouts</a:t>
            </a:r>
          </a:p>
        </p:txBody>
      </p:sp>
    </p:spTree>
    <p:extLst>
      <p:ext uri="{BB962C8B-B14F-4D97-AF65-F5344CB8AC3E}">
        <p14:creationId xmlns:p14="http://schemas.microsoft.com/office/powerpoint/2010/main" val="197226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651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 xmlns:a16="http://schemas.microsoft.com/office/drawing/2014/main"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90859321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26845016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753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 xmlns:a16="http://schemas.microsoft.com/office/drawing/2014/main"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 xmlns:a16="http://schemas.microsoft.com/office/drawing/2014/main"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320484196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855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8527830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958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 xmlns:a16="http://schemas.microsoft.com/office/drawing/2014/main"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 xmlns:a16="http://schemas.microsoft.com/office/drawing/2014/main"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07628307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4344101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060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 xmlns:a16="http://schemas.microsoft.com/office/drawing/2014/main"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 xmlns:a16="http://schemas.microsoft.com/office/drawing/2014/main"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 xmlns:a16="http://schemas.microsoft.com/office/drawing/2014/main"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 xmlns:a16="http://schemas.microsoft.com/office/drawing/2014/main"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 xmlns:a16="http://schemas.microsoft.com/office/drawing/2014/main"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 xmlns:a16="http://schemas.microsoft.com/office/drawing/2014/main"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 xmlns:a16="http://schemas.microsoft.com/office/drawing/2014/main"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 xmlns:a16="http://schemas.microsoft.com/office/drawing/2014/main"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 xmlns:a16="http://schemas.microsoft.com/office/drawing/2014/main"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 xmlns:a16="http://schemas.microsoft.com/office/drawing/2014/main"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 xmlns:a16="http://schemas.microsoft.com/office/drawing/2014/main"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 xmlns:a16="http://schemas.microsoft.com/office/drawing/2014/main"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14311521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163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 xmlns:a16="http://schemas.microsoft.com/office/drawing/2014/main"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 xmlns:a16="http://schemas.microsoft.com/office/drawing/2014/main"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 xmlns:a16="http://schemas.microsoft.com/office/drawing/2014/main"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 xmlns:a16="http://schemas.microsoft.com/office/drawing/2014/main"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 xmlns:a16="http://schemas.microsoft.com/office/drawing/2014/main"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 xmlns:a16="http://schemas.microsoft.com/office/drawing/2014/main"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 xmlns:a16="http://schemas.microsoft.com/office/drawing/2014/main"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 xmlns:a16="http://schemas.microsoft.com/office/drawing/2014/main"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 xmlns:a16="http://schemas.microsoft.com/office/drawing/2014/main"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 xmlns:a16="http://schemas.microsoft.com/office/drawing/2014/main"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 xmlns:a16="http://schemas.microsoft.com/office/drawing/2014/main"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 xmlns:a16="http://schemas.microsoft.com/office/drawing/2014/main"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 xmlns:a16="http://schemas.microsoft.com/office/drawing/2014/main"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 xmlns:a16="http://schemas.microsoft.com/office/drawing/2014/main"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 xmlns:a16="http://schemas.microsoft.com/office/drawing/2014/main"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 xmlns:a16="http://schemas.microsoft.com/office/drawing/2014/main"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 xmlns:a16="http://schemas.microsoft.com/office/drawing/2014/main"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4512540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65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Closing</a:t>
            </a:r>
          </a:p>
          <a:p>
            <a:pPr algn="ctr"/>
            <a:r>
              <a:rPr lang="en-US" sz="13800"/>
              <a:t>layouts</a:t>
            </a:r>
          </a:p>
        </p:txBody>
      </p:sp>
    </p:spTree>
    <p:extLst>
      <p:ext uri="{BB962C8B-B14F-4D97-AF65-F5344CB8AC3E}">
        <p14:creationId xmlns:p14="http://schemas.microsoft.com/office/powerpoint/2010/main" val="53043754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 xmlns:a16="http://schemas.microsoft.com/office/drawing/2014/main" id="{F0E82741-EECD-7D5E-DA50-894B61C9F926}"/>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3679"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lumMod val="65000"/>
                    <a:lumOff val="35000"/>
                  </a:schemeClr>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2" name="TextBox 1">
            <a:extLst>
              <a:ext uri="{FF2B5EF4-FFF2-40B4-BE49-F238E27FC236}">
                <a16:creationId xmlns="" xmlns:a16="http://schemas.microsoft.com/office/drawing/2014/main"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tx1"/>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tx1"/>
                </a:solidFill>
              </a:rPr>
              <a:t>Tenarai</a:t>
            </a:r>
            <a:endParaRPr lang="en-US" sz="1000" b="1">
              <a:solidFill>
                <a:schemeClr val="tx1"/>
              </a:solidFill>
            </a:endParaRPr>
          </a:p>
        </p:txBody>
      </p:sp>
      <p:sp>
        <p:nvSpPr>
          <p:cNvPr id="7" name="Text Placeholder 5">
            <a:extLst>
              <a:ext uri="{FF2B5EF4-FFF2-40B4-BE49-F238E27FC236}">
                <a16:creationId xmlns="" xmlns:a16="http://schemas.microsoft.com/office/drawing/2014/main"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58427825"/>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4703"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201907076"/>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5727"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3929069579"/>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675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 xmlns:a16="http://schemas.microsoft.com/office/drawing/2014/main"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459494033"/>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777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 xmlns:a16="http://schemas.microsoft.com/office/drawing/2014/main"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145878913"/>
      </p:ext>
    </p:extLst>
  </p:cSld>
  <p:clrMapOvr>
    <a:overrideClrMapping bg1="dk1" tx1="lt1" bg2="dk2" tx2="lt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8799"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t>If you see any </a:t>
            </a:r>
            <a:r>
              <a:rPr lang="en-US" sz="3600" b="1" i="1"/>
              <a:t>layouts after this one</a:t>
            </a:r>
            <a:r>
              <a:rPr lang="en-US" sz="3600" i="1"/>
              <a:t>,</a:t>
            </a:r>
            <a:r>
              <a:rPr lang="en-US" sz="3600"/>
              <a:t> do not use them. These layouts </a:t>
            </a:r>
            <a:r>
              <a:rPr lang="en-US" sz="3600" b="1" i="1"/>
              <a:t>are not </a:t>
            </a:r>
            <a:r>
              <a:rPr lang="en-US" sz="3600"/>
              <a:t>part of our template.</a:t>
            </a:r>
          </a:p>
          <a:p>
            <a:pPr algn="ctr"/>
            <a:r>
              <a:rPr lang="en-US" sz="13800" b="1" i="0"/>
              <a:t>Do not use</a:t>
            </a:r>
            <a:endParaRPr lang="en-US" sz="2000"/>
          </a:p>
          <a:p>
            <a:pPr algn="ctr"/>
            <a:r>
              <a:rPr lang="en-US" sz="2000"/>
              <a:t>Due to PowerPoint’s standard Copy/Paste functionality extra undesirable layouts can appear.</a:t>
            </a:r>
          </a:p>
          <a:p>
            <a:pPr algn="ctr">
              <a:spcBef>
                <a:spcPts val="600"/>
              </a:spcBef>
              <a:buClr>
                <a:srgbClr val="003755"/>
              </a:buClr>
            </a:pPr>
            <a:r>
              <a:rPr lang="en-US" sz="2000"/>
              <a:t>Also notice: Layouts after this might contain potential confidential information.</a:t>
            </a:r>
          </a:p>
        </p:txBody>
      </p:sp>
      <p:sp>
        <p:nvSpPr>
          <p:cNvPr id="2" name="Chevron 1">
            <a:extLst>
              <a:ext uri="{FF2B5EF4-FFF2-40B4-BE49-F238E27FC236}">
                <a16:creationId xmlns="" xmlns:a16="http://schemas.microsoft.com/office/drawing/2014/main"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64874352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19799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835504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903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2409037093"/>
      </p:ext>
    </p:extLst>
  </p:cSld>
  <p:clrMapOvr>
    <a:overrideClrMapping bg1="lt1" tx1="dk1" bg2="lt2" tx2="dk2" accent1="accent1" accent2="accent2" accent3="accent3" accent4="accent4" accent5="accent5" accent6="accent6" hlink="hlink" folHlink="folHlink"/>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496490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005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36376758"/>
      </p:ext>
    </p:extLst>
  </p:cSld>
  <p:clrMapOvr>
    <a:overrideClrMapping bg1="dk1" tx1="lt1" bg2="dk2" tx2="lt2" accent1="accent1" accent2="accent2" accent3="accent3" accent4="accent4" accent5="accent5" accent6="accent6" hlink="hlink" folHlink="folHlink"/>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273405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108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844913178"/>
      </p:ext>
    </p:extLst>
  </p:cSld>
  <p:clrMapOvr>
    <a:overrideClrMapping bg1="lt1" tx1="dk1" bg2="lt2" tx2="dk2" accent1="accent1" accent2="accent2" accent3="accent3" accent4="accent4" accent5="accent5" accent6="accent6" hlink="hlink" folHlink="folHlink"/>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757955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210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1396411958"/>
      </p:ext>
    </p:extLst>
  </p:cSld>
  <p:clrMapOvr>
    <a:overrideClrMapping bg1="lt1" tx1="dk1" bg2="lt2" tx2="dk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2225906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13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1199896033"/>
      </p:ext>
    </p:extLst>
  </p:cSld>
  <p:clrMapOvr>
    <a:overrideClrMapping bg1="lt1" tx1="dk1" bg2="lt2" tx2="dk2" accent1="accent1" accent2="accent2" accent3="accent3" accent4="accent4" accent5="accent5" accent6="accent6" hlink="hlink" folHlink="folHlink"/>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0520871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415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87606196"/>
      </p:ext>
    </p:extLst>
  </p:cSld>
  <p:clrMapOvr>
    <a:overrideClrMapping bg1="dk1" tx1="lt1" bg2="dk2" tx2="lt2" accent1="accent1" accent2="accent2" accent3="accent3" accent4="accent4" accent5="accent5" accent6="accent6" hlink="hlink" folHlink="folHlink"/>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41860562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517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 xmlns:a16="http://schemas.microsoft.com/office/drawing/2014/main"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522280710"/>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516075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620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 xmlns:a16="http://schemas.microsoft.com/office/drawing/2014/main"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758978719"/>
      </p:ext>
    </p:extLst>
  </p:cSld>
  <p:clrMapOvr>
    <a:overrideClrMapping bg1="dk1" tx1="lt1" bg2="dk2" tx2="lt2" accent1="accent1" accent2="accent2" accent3="accent3" accent4="accent4" accent5="accent5" accent6="accent6" hlink="hlink" folHlink="folHlink"/>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4029495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722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solidFill>
                  <a:srgbClr val="000000"/>
                </a:solidFill>
              </a:rPr>
              <a:t>Text </a:t>
            </a:r>
          </a:p>
          <a:p>
            <a:pPr algn="ctr"/>
            <a:r>
              <a:rPr lang="en-US" sz="13800">
                <a:solidFill>
                  <a:srgbClr val="000000"/>
                </a:solidFill>
              </a:rPr>
              <a:t>layouts</a:t>
            </a:r>
          </a:p>
        </p:txBody>
      </p:sp>
    </p:spTree>
    <p:extLst>
      <p:ext uri="{BB962C8B-B14F-4D97-AF65-F5344CB8AC3E}">
        <p14:creationId xmlns:p14="http://schemas.microsoft.com/office/powerpoint/2010/main" val="200757298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865401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825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46729574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654605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927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71500156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1144295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029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 xmlns:a16="http://schemas.microsoft.com/office/drawing/2014/main"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5" name="TextBox 4">
            <a:extLst>
              <a:ext uri="{FF2B5EF4-FFF2-40B4-BE49-F238E27FC236}">
                <a16:creationId xmlns="" xmlns:a16="http://schemas.microsoft.com/office/drawing/2014/main"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6" name="TextBox 5">
            <a:extLst>
              <a:ext uri="{FF2B5EF4-FFF2-40B4-BE49-F238E27FC236}">
                <a16:creationId xmlns="" xmlns:a16="http://schemas.microsoft.com/office/drawing/2014/main"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55676225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067179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132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7402966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2087468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234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8767110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13644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37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 xmlns:a16="http://schemas.microsoft.com/office/drawing/2014/main"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5" name="Page# static">
            <a:extLst>
              <a:ext uri="{FF2B5EF4-FFF2-40B4-BE49-F238E27FC236}">
                <a16:creationId xmlns="" xmlns:a16="http://schemas.microsoft.com/office/drawing/2014/main"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991162542"/>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24004135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439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031401250"/>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4037478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541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422242047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5591038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644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 xmlns:a16="http://schemas.microsoft.com/office/drawing/2014/main"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426968390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556236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746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60739720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83322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849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8997164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9666371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951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 xmlns:a16="http://schemas.microsoft.com/office/drawing/2014/main"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172182689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924186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053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277642047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7531111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156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 xmlns:a16="http://schemas.microsoft.com/office/drawing/2014/main"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3" name="Page# static">
            <a:extLst>
              <a:ext uri="{FF2B5EF4-FFF2-40B4-BE49-F238E27FC236}">
                <a16:creationId xmlns="" xmlns:a16="http://schemas.microsoft.com/office/drawing/2014/main"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4" name="TextBox 3">
            <a:extLst>
              <a:ext uri="{FF2B5EF4-FFF2-40B4-BE49-F238E27FC236}">
                <a16:creationId xmlns="" xmlns:a16="http://schemas.microsoft.com/office/drawing/2014/main"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5" name="TextBox 4">
            <a:extLst>
              <a:ext uri="{FF2B5EF4-FFF2-40B4-BE49-F238E27FC236}">
                <a16:creationId xmlns="" xmlns:a16="http://schemas.microsoft.com/office/drawing/2014/main"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15628807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9026484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258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60574860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7377150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61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 xmlns:a16="http://schemas.microsoft.com/office/drawing/2014/main"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5710636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4591491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463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 xmlns:a16="http://schemas.microsoft.com/office/drawing/2014/main"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808994887"/>
      </p:ext>
    </p:extLst>
  </p:cSld>
  <p:clrMapOvr>
    <a:overrideClrMapping bg1="dk1" tx1="lt1" bg2="dk2" tx2="lt2" accent1="accent1" accent2="accent2" accent3="accent3" accent4="accent4" accent5="accent5" accent6="accent6" hlink="hlink" folHlink="folHlink"/>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9506502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565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7637489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60064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668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817145116"/>
      </p:ext>
    </p:extLst>
  </p:cSld>
  <p:clrMapOvr>
    <a:overrideClrMapping bg1="dk1" tx1="lt1" bg2="dk2" tx2="lt2" accent1="accent1" accent2="accent2" accent3="accent3" accent4="accent4" accent5="accent5" accent6="accent6" hlink="hlink" folHlink="folHlink"/>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742971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770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0829610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9810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873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15266619"/>
      </p:ext>
    </p:extLst>
  </p:cSld>
  <p:clrMapOvr>
    <a:overrideClrMapping bg1="dk1" tx1="lt1" bg2="dk2" tx2="lt2" accent1="accent1" accent2="accent2" accent3="accent3" accent4="accent4" accent5="accent5" accent6="accent6" hlink="hlink" folHlink="folHlink"/>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40742744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975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50851367"/>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7371605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077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47770894"/>
      </p:ext>
    </p:extLst>
  </p:cSld>
  <p:clrMapOvr>
    <a:overrideClrMapping bg1="dk1" tx1="lt1" bg2="dk2" tx2="lt2" accent1="accent1" accent2="accent2" accent3="accent3" accent4="accent4" accent5="accent5" accent6="accent6" hlink="hlink" folHlink="folHlink"/>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702214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180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257739"/>
      </p:ext>
    </p:extLst>
  </p:cSld>
  <p:clrMapOvr>
    <a:overrideClrMapping bg1="lt1" tx1="dk1" bg2="lt2" tx2="dk2" accent1="accent1" accent2="accent2" accent3="accent3" accent4="accent4" accent5="accent5" accent6="accent6" hlink="hlink" folHlink="folHlink"/>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4511950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282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53931655"/>
      </p:ext>
    </p:extLst>
  </p:cSld>
  <p:clrMapOvr>
    <a:overrideClrMapping bg1="dk1" tx1="lt1" bg2="dk2" tx2="lt2" accent1="accent1" accent2="accent2" accent3="accent3" accent4="accent4" accent5="accent5" accent6="accent6" hlink="hlink" folHlink="folHlink"/>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39314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85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 xmlns:a16="http://schemas.microsoft.com/office/drawing/2014/main"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72168082"/>
      </p:ext>
    </p:extLst>
  </p:cSld>
  <p:clrMapOvr>
    <a:overrideClrMapping bg1="lt1" tx1="dk1" bg2="lt2" tx2="dk2" accent1="accent1" accent2="accent2" accent3="accent3" accent4="accent4" accent5="accent5" accent6="accent6" hlink="hlink" folHlink="folHlink"/>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18433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87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 xmlns:a16="http://schemas.microsoft.com/office/drawing/2014/main"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93845289"/>
      </p:ext>
    </p:extLst>
  </p:cSld>
  <p:clrMapOvr>
    <a:overrideClrMapping bg1="dk1" tx1="lt1" bg2="dk2" tx2="lt2" accent1="accent1" accent2="accent2" accent3="accent3" accent4="accent4" accent5="accent5" accent6="accent6" hlink="hlink" folHlink="folHlink"/>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3210731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589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4561728"/>
      </p:ext>
    </p:extLst>
  </p:cSld>
  <p:clrMapOvr>
    <a:overrideClrMapping bg1="lt1" tx1="dk1" bg2="lt2" tx2="dk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30740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692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29942715"/>
      </p:ext>
    </p:extLst>
  </p:cSld>
  <p:clrMapOvr>
    <a:overrideClrMapping bg1="dk1" tx1="lt1" bg2="dk2" tx2="lt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2639635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47269123"/>
      </p:ext>
    </p:extLst>
  </p:cSld>
  <p:clrMapOvr>
    <a:overrideClrMapping bg1="dk1" tx1="lt1" bg2="dk2" tx2="lt2" accent1="accent1" accent2="accent2" accent3="accent3" accent4="accent4" accent5="accent5" accent6="accent6" hlink="hlink" folHlink="folHlink"/>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02115820"/>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60849756"/>
      </p:ext>
    </p:extLst>
  </p:cSld>
  <p:clrMapOvr>
    <a:overrideClrMapping bg1="dk1" tx1="lt1" bg2="dk2" tx2="lt2" accent1="accent1" accent2="accent2" accent3="accent3" accent4="accent4" accent5="accent5" accent6="accent6" hlink="hlink" folHlink="folHlink"/>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18658860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794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Data</a:t>
            </a:r>
          </a:p>
          <a:p>
            <a:pPr algn="ctr"/>
            <a:r>
              <a:rPr lang="en-US" sz="13800">
                <a:solidFill>
                  <a:srgbClr val="000000"/>
                </a:solidFill>
              </a:rPr>
              <a:t>layouts</a:t>
            </a:r>
          </a:p>
        </p:txBody>
      </p:sp>
    </p:spTree>
    <p:extLst>
      <p:ext uri="{BB962C8B-B14F-4D97-AF65-F5344CB8AC3E}">
        <p14:creationId xmlns:p14="http://schemas.microsoft.com/office/powerpoint/2010/main" val="186860177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6984567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897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 xmlns:a16="http://schemas.microsoft.com/office/drawing/2014/main"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825738098"/>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4505495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999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 xmlns:a16="http://schemas.microsoft.com/office/drawing/2014/main"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16866649"/>
      </p:ext>
    </p:extLst>
  </p:cSld>
  <p:clrMapOvr>
    <a:overrideClrMapping bg1="dk1" tx1="lt1" bg2="dk2" tx2="lt2" accent1="accent1" accent2="accent2" accent3="accent3" accent4="accent4" accent5="accent5" accent6="accent6" hlink="hlink" folHlink="folHlink"/>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7912736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101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8849285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650710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204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35597385"/>
      </p:ext>
    </p:extLst>
  </p:cSld>
  <p:clrMapOvr>
    <a:overrideClrMapping bg1="dk1" tx1="lt1" bg2="dk2" tx2="lt2" accent1="accent1" accent2="accent2" accent3="accent3" accent4="accent4" accent5="accent5" accent6="accent6" hlink="hlink" folHlink="folHlink"/>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425428598"/>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91196068"/>
      </p:ext>
    </p:extLst>
  </p:cSld>
  <p:clrMapOvr>
    <a:overrideClrMapping bg1="dk1" tx1="lt1" bg2="dk2" tx2="lt2" accent1="accent1" accent2="accent2" accent3="accent3" accent4="accent4" accent5="accent5" accent6="accent6" hlink="hlink" folHlink="folHlink"/>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704587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306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solidFill>
                  <a:srgbClr val="000000"/>
                </a:solidFill>
              </a:rPr>
              <a:t>Section divider</a:t>
            </a:r>
          </a:p>
          <a:p>
            <a:pPr algn="ctr"/>
            <a:r>
              <a:rPr lang="en-US" sz="13800">
                <a:solidFill>
                  <a:srgbClr val="000000"/>
                </a:solidFill>
              </a:rPr>
              <a:t>layouts</a:t>
            </a:r>
          </a:p>
        </p:txBody>
      </p:sp>
    </p:spTree>
    <p:extLst>
      <p:ext uri="{BB962C8B-B14F-4D97-AF65-F5344CB8AC3E}">
        <p14:creationId xmlns:p14="http://schemas.microsoft.com/office/powerpoint/2010/main" val="317858611"/>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93764051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09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030584707"/>
      </p:ext>
    </p:extLst>
  </p:cSld>
  <p:clrMapOvr>
    <a:overrideClrMapping bg1="lt1" tx1="dk1" bg2="lt2" tx2="dk2" accent1="accent1" accent2="accent2" accent3="accent3" accent4="accent4" accent5="accent5" accent6="accent6" hlink="hlink" folHlink="folHlink"/>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86762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511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4780283"/>
      </p:ext>
    </p:extLst>
  </p:cSld>
  <p:clrMapOvr>
    <a:overrideClrMapping bg1="lt1" tx1="dk1" bg2="lt2" tx2="dk2" accent1="accent1" accent2="accent2" accent3="accent3" accent4="accent4" accent5="accent5" accent6="accent6" hlink="hlink" folHlink="folHlink"/>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5449044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613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45421116"/>
      </p:ext>
    </p:extLst>
  </p:cSld>
  <p:clrMapOvr>
    <a:overrideClrMapping bg1="dk1" tx1="lt1" bg2="dk2" tx2="lt2" accent1="accent1" accent2="accent2" accent3="accent3" accent4="accent4" accent5="accent5" accent6="accent6" hlink="hlink" folHlink="folHlink"/>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7233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716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966480769"/>
      </p:ext>
    </p:extLst>
  </p:cSld>
  <p:clrMapOvr>
    <a:overrideClrMapping bg1="dk1" tx1="lt1" bg2="dk2" tx2="lt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3994218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818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13068390"/>
      </p:ext>
    </p:extLst>
  </p:cSld>
  <p:clrMapOvr>
    <a:overrideClrMapping bg1="dk1" tx1="lt1" bg2="dk2" tx2="lt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40277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921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73199204"/>
      </p:ext>
    </p:extLst>
  </p:cSld>
  <p:clrMapOvr>
    <a:overrideClrMapping bg1="dk1" tx1="lt1" bg2="dk2" tx2="lt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60608033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023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573496620"/>
      </p:ext>
    </p:extLst>
  </p:cSld>
  <p:clrMapOvr>
    <a:overrideClrMapping bg1="dk1" tx1="lt1" bg2="dk2" tx2="lt2" accent1="accent1" accent2="accent2" accent3="accent3" accent4="accent4" accent5="accent5" accent6="accent6" hlink="hlink" folHlink="folHlink"/>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2849229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125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25901173"/>
      </p:ext>
    </p:extLst>
  </p:cSld>
  <p:clrMapOvr>
    <a:overrideClrMapping bg1="dk1" tx1="lt1" bg2="dk2" tx2="lt2" accent1="accent1" accent2="accent2" accent3="accent3" accent4="accent4" accent5="accent5" accent6="accent6" hlink="hlink" folHlink="folHlink"/>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416879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228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solidFill>
                  <a:srgbClr val="000000"/>
                </a:solidFill>
              </a:rPr>
              <a:t>Large text </a:t>
            </a:r>
          </a:p>
          <a:p>
            <a:pPr algn="ctr"/>
            <a:r>
              <a:rPr lang="en-US" sz="13800">
                <a:solidFill>
                  <a:srgbClr val="000000"/>
                </a:solidFill>
              </a:rPr>
              <a:t>layouts</a:t>
            </a:r>
          </a:p>
        </p:txBody>
      </p:sp>
    </p:spTree>
    <p:extLst>
      <p:ext uri="{BB962C8B-B14F-4D97-AF65-F5344CB8AC3E}">
        <p14:creationId xmlns:p14="http://schemas.microsoft.com/office/powerpoint/2010/main" val="990869071"/>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58332353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330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101737479"/>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9860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33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939919774"/>
      </p:ext>
    </p:extLst>
  </p:cSld>
  <p:clrMapOvr>
    <a:overrideClrMapping bg1="lt1" tx1="dk1" bg2="lt2" tx2="dk2" accent1="accent1" accent2="accent2" accent3="accent3" accent4="accent4" accent5="accent5" accent6="accent6" hlink="hlink" folHlink="folHlink"/>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6198646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535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516569473"/>
      </p:ext>
    </p:extLst>
  </p:cSld>
  <p:clrMapOvr>
    <a:overrideClrMapping bg1="dk1" tx1="lt1" bg2="dk2" tx2="lt2" accent1="accent1" accent2="accent2" accent3="accent3" accent4="accent4" accent5="accent5" accent6="accent6" hlink="hlink" folHlink="folHlink"/>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511300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637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703D0EC0-800C-017B-115C-E6C2A79F739E}"/>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 xmlns:a16="http://schemas.microsoft.com/office/drawing/2014/main"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3" name="TextBox 2">
            <a:extLst>
              <a:ext uri="{FF2B5EF4-FFF2-40B4-BE49-F238E27FC236}">
                <a16:creationId xmlns="" xmlns:a16="http://schemas.microsoft.com/office/drawing/2014/main"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722347694"/>
      </p:ext>
    </p:extLst>
  </p:cSld>
  <p:clrMapOvr>
    <a:overrideClrMapping bg1="lt1" tx1="dk1" bg2="lt2" tx2="dk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772626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740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 xmlns:a16="http://schemas.microsoft.com/office/drawing/2014/main" id="{0EAE06A4-0CF9-D5F6-2C1C-A4EA49DA41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 xmlns:a16="http://schemas.microsoft.com/office/drawing/2014/main"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3" name="TextBox 2">
            <a:extLst>
              <a:ext uri="{FF2B5EF4-FFF2-40B4-BE49-F238E27FC236}">
                <a16:creationId xmlns="" xmlns:a16="http://schemas.microsoft.com/office/drawing/2014/main"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Tree>
    <p:extLst>
      <p:ext uri="{BB962C8B-B14F-4D97-AF65-F5344CB8AC3E}">
        <p14:creationId xmlns:p14="http://schemas.microsoft.com/office/powerpoint/2010/main" val="408292974"/>
      </p:ext>
    </p:extLst>
  </p:cSld>
  <p:clrMapOvr>
    <a:overrideClrMapping bg1="dk1" tx1="lt1" bg2="dk2" tx2="lt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017360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842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812478625"/>
      </p:ext>
    </p:extLst>
  </p:cSld>
  <p:clrMapOvr>
    <a:overrideClrMapping bg1="lt1" tx1="dk1" bg2="lt2" tx2="dk2" accent1="accent1" accent2="accent2" accent3="accent3" accent4="accent4" accent5="accent5" accent6="accent6" hlink="hlink" folHlink="folHlink"/>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619208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945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868610825"/>
      </p:ext>
    </p:extLst>
  </p:cSld>
  <p:clrMapOvr>
    <a:overrideClrMapping bg1="dk1" tx1="lt1" bg2="dk2" tx2="lt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6440497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047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278801549"/>
      </p:ext>
    </p:extLst>
  </p:cSld>
  <p:clrMapOvr>
    <a:overrideClrMapping bg1="dk1" tx1="lt1" bg2="dk2" tx2="lt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096057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149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4055401298"/>
      </p:ext>
    </p:extLst>
  </p:cSld>
  <p:clrMapOvr>
    <a:overrideClrMapping bg1="lt1" tx1="dk1" bg2="lt2" tx2="dk2" accent1="accent1" accent2="accent2" accent3="accent3" accent4="accent4" accent5="accent5" accent6="accent6" hlink="hlink" folHlink="folHlink"/>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821064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252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solidFill>
                  <a:srgbClr val="000000"/>
                </a:solidFill>
              </a:rPr>
              <a:t>Text + Image</a:t>
            </a:r>
          </a:p>
          <a:p>
            <a:pPr algn="ctr"/>
            <a:r>
              <a:rPr lang="en-US" sz="13800">
                <a:solidFill>
                  <a:srgbClr val="000000"/>
                </a:solidFill>
              </a:rPr>
              <a:t>layouts</a:t>
            </a:r>
          </a:p>
        </p:txBody>
      </p:sp>
    </p:spTree>
    <p:extLst>
      <p:ext uri="{BB962C8B-B14F-4D97-AF65-F5344CB8AC3E}">
        <p14:creationId xmlns:p14="http://schemas.microsoft.com/office/powerpoint/2010/main" val="1289946805"/>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0406977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354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423848775"/>
      </p:ext>
    </p:extLst>
  </p:cSld>
  <p:clrMapOvr>
    <a:overrideClrMapping bg1="lt1" tx1="dk1" bg2="lt2" tx2="dk2" accent1="accent1" accent2="accent2" accent3="accent3" accent4="accent4" accent5="accent5" accent6="accent6" hlink="hlink" folHlink="folHlink"/>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8332014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57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037260919"/>
      </p:ext>
    </p:extLst>
  </p:cSld>
  <p:clrMapOvr>
    <a:overrideClrMapping bg1="dk1" tx1="lt1" bg2="dk2" tx2="lt2" accent1="accent1" accent2="accent2" accent3="accent3" accent4="accent4" accent5="accent5" accent6="accent6" hlink="hlink" folHlink="folHlink"/>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3124998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559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206523961"/>
      </p:ext>
    </p:extLst>
  </p:cSld>
  <p:clrMapOvr>
    <a:overrideClrMapping bg1="dk1" tx1="lt1" bg2="dk2" tx2="lt2" accent1="accent1" accent2="accent2" accent3="accent3" accent4="accent4" accent5="accent5" accent6="accent6" hlink="hlink" folHlink="folHlink"/>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19263180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661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521226675"/>
      </p:ext>
    </p:extLst>
  </p:cSld>
  <p:clrMapOvr>
    <a:overrideClrMapping bg1="dk1" tx1="lt1" bg2="dk2" tx2="lt2" accent1="accent1" accent2="accent2" accent3="accent3" accent4="accent4" accent5="accent5" accent6="accent6" hlink="hlink" folHlink="folHlink"/>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1306974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764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 xmlns:a16="http://schemas.microsoft.com/office/drawing/2014/main"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 xmlns:a16="http://schemas.microsoft.com/office/drawing/2014/main"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412312467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403986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866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 xmlns:a16="http://schemas.microsoft.com/office/drawing/2014/main"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799683860"/>
      </p:ext>
    </p:extLst>
  </p:cSld>
  <p:clrMapOvr>
    <a:overrideClrMapping bg1="dk1" tx1="lt1" bg2="dk2" tx2="lt2" accent1="accent1" accent2="accent2" accent3="accent3" accent4="accent4" accent5="accent5" accent6="accent6" hlink="hlink" folHlink="folHlink"/>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7496910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969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37250338"/>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245650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071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96937857"/>
      </p:ext>
    </p:extLst>
  </p:cSld>
  <p:clrMapOvr>
    <a:overrideClrMapping bg1="dk1" tx1="lt1" bg2="dk2" tx2="lt2" accent1="accent1" accent2="accent2" accent3="accent3" accent4="accent4" accent5="accent5" accent6="accent6" hlink="hlink" folHlink="folHlink"/>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199639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173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5691103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46793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276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33383088"/>
      </p:ext>
    </p:extLst>
  </p:cSld>
  <p:clrMapOvr>
    <a:overrideClrMapping bg1="dk1" tx1="lt1" bg2="dk2" tx2="lt2" accent1="accent1" accent2="accent2" accent3="accent3" accent4="accent4" accent5="accent5" accent6="accent6" hlink="hlink" folHlink="folHlink"/>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772871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378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992022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871044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81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0336317"/>
      </p:ext>
    </p:extLst>
  </p:cSld>
  <p:clrMapOvr>
    <a:overrideClrMapping bg1="dk1" tx1="lt1" bg2="dk2" tx2="lt2" accent1="accent1" accent2="accent2" accent3="accent3" accent4="accent4" accent5="accent5" accent6="accent6" hlink="hlink" folHlink="folHlink"/>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335989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583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5891793"/>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50747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685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8871333"/>
      </p:ext>
    </p:extLst>
  </p:cSld>
  <p:clrMapOvr>
    <a:overrideClrMapping bg1="dk1" tx1="lt1" bg2="dk2" tx2="lt2" accent1="accent1" accent2="accent2" accent3="accent3" accent4="accent4" accent5="accent5" accent6="accent6" hlink="hlink" folHlink="folHlink"/>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3750861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788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Case</a:t>
            </a:r>
          </a:p>
          <a:p>
            <a:pPr algn="ctr"/>
            <a:r>
              <a:rPr lang="en-US" sz="13800">
                <a:solidFill>
                  <a:srgbClr val="000000"/>
                </a:solidFill>
              </a:rPr>
              <a:t>layouts</a:t>
            </a:r>
          </a:p>
        </p:txBody>
      </p:sp>
    </p:spTree>
    <p:extLst>
      <p:ext uri="{BB962C8B-B14F-4D97-AF65-F5344CB8AC3E}">
        <p14:creationId xmlns:p14="http://schemas.microsoft.com/office/powerpoint/2010/main" val="46553107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6" name="Rectangle 45">
            <a:extLst>
              <a:ext uri="{FF2B5EF4-FFF2-40B4-BE49-F238E27FC236}">
                <a16:creationId xmlns="" xmlns:a16="http://schemas.microsoft.com/office/drawing/2014/main"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5399766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16"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407613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17"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 xmlns:a16="http://schemas.microsoft.com/office/drawing/2014/main"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930839048"/>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 xmlns:a16="http://schemas.microsoft.com/office/drawing/2014/main"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3150028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40"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6820632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41"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 xmlns:a16="http://schemas.microsoft.com/office/drawing/2014/main"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2072111206"/>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 xmlns:a16="http://schemas.microsoft.com/office/drawing/2014/main"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2429785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64"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solidFill>
                  <a:srgbClr val="FFFFFF">
                    <a:lumMod val="50000"/>
                  </a:srgbClr>
                </a:solidFill>
              </a:rPr>
              <a:pPr/>
              <a:t>‹#›</a:t>
            </a:fld>
            <a:endParaRPr lang="en-US">
              <a:solidFill>
                <a:srgbClr val="FFFFFF">
                  <a:lumMod val="50000"/>
                </a:srgbClr>
              </a:solidFill>
            </a:endParaRPr>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91778956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65"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 xmlns:a16="http://schemas.microsoft.com/office/drawing/2014/main"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lumMod val="50000"/>
                  </a:srgbClr>
                </a:solidFill>
              </a:rPr>
              <a:t>Tenarai</a:t>
            </a:r>
          </a:p>
        </p:txBody>
      </p:sp>
    </p:spTree>
    <p:extLst>
      <p:ext uri="{BB962C8B-B14F-4D97-AF65-F5344CB8AC3E}">
        <p14:creationId xmlns:p14="http://schemas.microsoft.com/office/powerpoint/2010/main" val="1149561108"/>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9672831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88"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1" name="Straight Connector 10">
            <a:extLst>
              <a:ext uri="{FF2B5EF4-FFF2-40B4-BE49-F238E27FC236}">
                <a16:creationId xmlns="" xmlns:a16="http://schemas.microsoft.com/office/drawing/2014/main"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 xmlns:a16="http://schemas.microsoft.com/office/drawing/2014/main"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 xmlns:a16="http://schemas.microsoft.com/office/drawing/2014/main"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 xmlns:a16="http://schemas.microsoft.com/office/drawing/2014/main"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 xmlns:a16="http://schemas.microsoft.com/office/drawing/2014/main"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 xmlns:a16="http://schemas.microsoft.com/office/drawing/2014/main"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 xmlns:a16="http://schemas.microsoft.com/office/drawing/2014/main"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 xmlns:a16="http://schemas.microsoft.com/office/drawing/2014/main"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21073819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89" name="think-cell Slide" r:id="rId10" imgW="7772400" imgH="10058400" progId="TCLayout.ActiveDocument.1">
                  <p:embed/>
                </p:oleObj>
              </mc:Choice>
              <mc:Fallback>
                <p:oleObj name="think-cell Slide" r:id="rId10"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7" name="Straight Connector 16">
            <a:extLst>
              <a:ext uri="{FF2B5EF4-FFF2-40B4-BE49-F238E27FC236}">
                <a16:creationId xmlns="" xmlns:a16="http://schemas.microsoft.com/office/drawing/2014/main"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 xmlns:a16="http://schemas.microsoft.com/office/drawing/2014/main"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 xmlns:a16="http://schemas.microsoft.com/office/drawing/2014/main"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 xmlns:a16="http://schemas.microsoft.com/office/drawing/2014/main"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 xmlns:a16="http://schemas.microsoft.com/office/drawing/2014/main"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 xmlns:a16="http://schemas.microsoft.com/office/drawing/2014/main"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4223079547"/>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545785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300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7461660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740252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402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 xmlns:a16="http://schemas.microsoft.com/office/drawing/2014/main"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91070875"/>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799680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05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 xmlns:a16="http://schemas.microsoft.com/office/drawing/2014/main"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808329495"/>
      </p:ext>
    </p:extLst>
  </p:cSld>
  <p:clrMapOvr>
    <a:overrideClrMapping bg1="dk1" tx1="lt1" bg2="dk2" tx2="lt2" accent1="accent1" accent2="accent2" accent3="accent3" accent4="accent4" accent5="accent5" accent6="accent6" hlink="hlink" folHlink="folHlink"/>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2113273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607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784746153"/>
      </p:ext>
    </p:extLst>
  </p:cSld>
  <p:clrMapOvr>
    <a:overrideClrMapping bg1="lt1" tx1="dk1" bg2="lt2" tx2="dk2" accent1="accent1" accent2="accent2" accent3="accent3" accent4="accent4" accent5="accent5" accent6="accent6" hlink="hlink" folHlink="folHlink"/>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90394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709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493304497"/>
      </p:ext>
    </p:extLst>
  </p:cSld>
  <p:clrMapOvr>
    <a:overrideClrMapping bg1="dk1" tx1="lt1" bg2="dk2" tx2="lt2" accent1="accent1" accent2="accent2" accent3="accent3" accent4="accent4" accent5="accent5" accent6="accent6" hlink="hlink" folHlink="folHlink"/>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6229219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812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842190896"/>
      </p:ext>
    </p:extLst>
  </p:cSld>
  <p:clrMapOvr>
    <a:overrideClrMapping bg1="lt1" tx1="dk1" bg2="lt2" tx2="dk2" accent1="accent1" accent2="accent2" accent3="accent3" accent4="accent4" accent5="accent5" accent6="accent6" hlink="hlink" folHlink="folHlink"/>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740578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914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28778206"/>
      </p:ext>
    </p:extLst>
  </p:cSld>
  <p:clrMapOvr>
    <a:overrideClrMapping bg1="dk1" tx1="lt1" bg2="dk2" tx2="lt2" accent1="accent1" accent2="accent2" accent3="accent3" accent4="accent4" accent5="accent5" accent6="accent6" hlink="hlink" folHlink="folHlink"/>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33452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017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989882" y="1768475"/>
            <a:ext cx="2956893" cy="3721606"/>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6249613" y="1768475"/>
            <a:ext cx="2956893" cy="3721606"/>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69850" y="1768475"/>
            <a:ext cx="2956893" cy="3721606"/>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029430402"/>
      </p:ext>
    </p:extLst>
  </p:cSld>
  <p:clrMapOvr>
    <a:overrideClrMapping bg1="lt1" tx1="dk1" bg2="lt2" tx2="dk2" accent1="accent1" accent2="accent2" accent3="accent3" accent4="accent4" accent5="accent5" accent6="accent6" hlink="hlink" folHlink="folHlink"/>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083130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119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45686510"/>
      </p:ext>
    </p:extLst>
  </p:cSld>
  <p:clrMapOvr>
    <a:overrideClrMapping bg1="dk1" tx1="lt1" bg2="dk2" tx2="lt2" accent1="accent1" accent2="accent2" accent3="accent3" accent4="accent4" accent5="accent5" accent6="accent6" hlink="hlink" folHlink="folHlink"/>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5508961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221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Agenda</a:t>
            </a:r>
          </a:p>
          <a:p>
            <a:pPr algn="ctr"/>
            <a:r>
              <a:rPr lang="en-US" sz="13800">
                <a:solidFill>
                  <a:srgbClr val="000000"/>
                </a:solidFill>
              </a:rPr>
              <a:t>layouts</a:t>
            </a:r>
          </a:p>
        </p:txBody>
      </p:sp>
    </p:spTree>
    <p:extLst>
      <p:ext uri="{BB962C8B-B14F-4D97-AF65-F5344CB8AC3E}">
        <p14:creationId xmlns:p14="http://schemas.microsoft.com/office/powerpoint/2010/main" val="591938669"/>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21890325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324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4266721279"/>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30273486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426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0701100"/>
      </p:ext>
    </p:extLst>
  </p:cSld>
  <p:clrMapOvr>
    <a:overrideClrMapping bg1="dk1" tx1="lt1" bg2="dk2" tx2="lt2" accent1="accent1" accent2="accent2" accent3="accent3" accent4="accent4" accent5="accent5" accent6="accent6" hlink="hlink" folHlink="folHlink"/>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8193786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29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1343137585"/>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38214433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631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715954589"/>
      </p:ext>
    </p:extLst>
  </p:cSld>
  <p:clrMapOvr>
    <a:overrideClrMapping bg1="dk1" tx1="lt1" bg2="dk2" tx2="lt2" accent1="accent1" accent2="accent2" accent3="accent3" accent4="accent4" accent5="accent5" accent6="accent6" hlink="hlink" folHlink="folHlink"/>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029620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733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solidFill>
                  <a:srgbClr val="000000"/>
                </a:solidFill>
              </a:rPr>
              <a:t>Speakers</a:t>
            </a:r>
          </a:p>
          <a:p>
            <a:pPr algn="ctr"/>
            <a:r>
              <a:rPr lang="en-US" sz="13800">
                <a:solidFill>
                  <a:srgbClr val="000000"/>
                </a:solidFill>
              </a:rPr>
              <a:t>layouts</a:t>
            </a:r>
          </a:p>
        </p:txBody>
      </p:sp>
    </p:spTree>
    <p:extLst>
      <p:ext uri="{BB962C8B-B14F-4D97-AF65-F5344CB8AC3E}">
        <p14:creationId xmlns:p14="http://schemas.microsoft.com/office/powerpoint/2010/main" val="27654430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0372888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836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 xmlns:a16="http://schemas.microsoft.com/office/drawing/2014/main"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459879857"/>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4367657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938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 xmlns:a16="http://schemas.microsoft.com/office/drawing/2014/main"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 xmlns:a16="http://schemas.microsoft.com/office/drawing/2014/main"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524254148"/>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355295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041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45786142"/>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6303326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143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 xmlns:a16="http://schemas.microsoft.com/office/drawing/2014/main"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 xmlns:a16="http://schemas.microsoft.com/office/drawing/2014/main"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786960867"/>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10031900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245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 xmlns:a16="http://schemas.microsoft.com/office/drawing/2014/main"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 xmlns:a16="http://schemas.microsoft.com/office/drawing/2014/main"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 xmlns:a16="http://schemas.microsoft.com/office/drawing/2014/main"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 xmlns:a16="http://schemas.microsoft.com/office/drawing/2014/main"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 xmlns:a16="http://schemas.microsoft.com/office/drawing/2014/main"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 xmlns:a16="http://schemas.microsoft.com/office/drawing/2014/main"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 xmlns:a16="http://schemas.microsoft.com/office/drawing/2014/main"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 xmlns:a16="http://schemas.microsoft.com/office/drawing/2014/main"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 xmlns:a16="http://schemas.microsoft.com/office/drawing/2014/main"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 xmlns:a16="http://schemas.microsoft.com/office/drawing/2014/main"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 xmlns:a16="http://schemas.microsoft.com/office/drawing/2014/main"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 xmlns:a16="http://schemas.microsoft.com/office/drawing/2014/main"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07823552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902009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348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 xmlns:a16="http://schemas.microsoft.com/office/drawing/2014/main"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 xmlns:a16="http://schemas.microsoft.com/office/drawing/2014/main"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 xmlns:a16="http://schemas.microsoft.com/office/drawing/2014/main"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 xmlns:a16="http://schemas.microsoft.com/office/drawing/2014/main"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 xmlns:a16="http://schemas.microsoft.com/office/drawing/2014/main"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 xmlns:a16="http://schemas.microsoft.com/office/drawing/2014/main"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 xmlns:a16="http://schemas.microsoft.com/office/drawing/2014/main"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 xmlns:a16="http://schemas.microsoft.com/office/drawing/2014/main"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 xmlns:a16="http://schemas.microsoft.com/office/drawing/2014/main"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 xmlns:a16="http://schemas.microsoft.com/office/drawing/2014/main"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 xmlns:a16="http://schemas.microsoft.com/office/drawing/2014/main"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 xmlns:a16="http://schemas.microsoft.com/office/drawing/2014/main"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 xmlns:a16="http://schemas.microsoft.com/office/drawing/2014/main"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 xmlns:a16="http://schemas.microsoft.com/office/drawing/2014/main"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 xmlns:a16="http://schemas.microsoft.com/office/drawing/2014/main"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 xmlns:a16="http://schemas.microsoft.com/office/drawing/2014/main"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 xmlns:a16="http://schemas.microsoft.com/office/drawing/2014/main"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181779623"/>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1425352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450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Closing</a:t>
            </a:r>
          </a:p>
          <a:p>
            <a:pPr algn="ctr"/>
            <a:r>
              <a:rPr lang="en-US" sz="13800">
                <a:solidFill>
                  <a:srgbClr val="000000"/>
                </a:solidFill>
              </a:rPr>
              <a:t>layouts</a:t>
            </a:r>
          </a:p>
        </p:txBody>
      </p:sp>
    </p:spTree>
    <p:extLst>
      <p:ext uri="{BB962C8B-B14F-4D97-AF65-F5344CB8AC3E}">
        <p14:creationId xmlns:p14="http://schemas.microsoft.com/office/powerpoint/2010/main" val="1933230681"/>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 xmlns:a16="http://schemas.microsoft.com/office/drawing/2014/main" id="{F0E82741-EECD-7D5E-DA50-894B61C9F926}"/>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342190216"/>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5531"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000000">
                    <a:lumMod val="65000"/>
                    <a:lumOff val="35000"/>
                  </a:srgbClr>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2" name="TextBox 1">
            <a:extLst>
              <a:ext uri="{FF2B5EF4-FFF2-40B4-BE49-F238E27FC236}">
                <a16:creationId xmlns="" xmlns:a16="http://schemas.microsoft.com/office/drawing/2014/main"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FFFFFF"/>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FFFFFF"/>
                </a:solidFill>
              </a:rPr>
              <a:t>Tenarai</a:t>
            </a:r>
            <a:endParaRPr lang="en-US" sz="1000" b="1">
              <a:solidFill>
                <a:srgbClr val="FFFFFF"/>
              </a:solidFill>
            </a:endParaRPr>
          </a:p>
        </p:txBody>
      </p:sp>
      <p:sp>
        <p:nvSpPr>
          <p:cNvPr id="7" name="Text Placeholder 5">
            <a:extLst>
              <a:ext uri="{FF2B5EF4-FFF2-40B4-BE49-F238E27FC236}">
                <a16:creationId xmlns="" xmlns:a16="http://schemas.microsoft.com/office/drawing/2014/main"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132776825"/>
      </p:ext>
    </p:extLst>
  </p:cSld>
  <p:clrMapOvr>
    <a:overrideClrMapping bg1="dk1" tx1="lt1" bg2="dk2" tx2="lt2" accent1="accent1" accent2="accent2" accent3="accent3" accent4="accent4" accent5="accent5" accent6="accent6" hlink="hlink" folHlink="folHlink"/>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855751468"/>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6555"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810136954"/>
      </p:ext>
    </p:extLst>
  </p:cSld>
  <p:clrMapOvr>
    <a:overrideClrMapping bg1="dk1" tx1="lt1" bg2="dk2" tx2="lt2" accent1="accent1" accent2="accent2" accent3="accent3" accent4="accent4" accent5="accent5" accent6="accent6" hlink="hlink" folHlink="folHlink"/>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366624365"/>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7579"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126235597"/>
      </p:ext>
    </p:extLst>
  </p:cSld>
  <p:clrMapOvr>
    <a:overrideClrMapping bg1="dk1" tx1="lt1" bg2="dk2" tx2="lt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4921417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860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 xmlns:a16="http://schemas.microsoft.com/office/drawing/2014/main"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943036629"/>
      </p:ext>
    </p:extLst>
  </p:cSld>
  <p:clrMapOvr>
    <a:overrideClrMapping bg1="lt1" tx1="dk1" bg2="lt2" tx2="dk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2930656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962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 xmlns:a16="http://schemas.microsoft.com/office/drawing/2014/main"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627362940"/>
      </p:ext>
    </p:extLst>
  </p:cSld>
  <p:clrMapOvr>
    <a:overrideClrMapping bg1="dk1" tx1="lt1" bg2="dk2" tx2="lt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241431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065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solidFill>
                  <a:srgbClr val="000000"/>
                </a:solidFill>
              </a:rPr>
              <a:t>If you see any </a:t>
            </a:r>
            <a:r>
              <a:rPr lang="en-US" sz="3600" b="1" i="1">
                <a:solidFill>
                  <a:srgbClr val="000000"/>
                </a:solidFill>
              </a:rPr>
              <a:t>layouts after this one</a:t>
            </a:r>
            <a:r>
              <a:rPr lang="en-US" sz="3600" i="1">
                <a:solidFill>
                  <a:srgbClr val="000000"/>
                </a:solidFill>
              </a:rPr>
              <a:t>,</a:t>
            </a:r>
            <a:r>
              <a:rPr lang="en-US" sz="3600">
                <a:solidFill>
                  <a:srgbClr val="000000"/>
                </a:solidFill>
              </a:rPr>
              <a:t> do not use them. These layouts </a:t>
            </a:r>
            <a:r>
              <a:rPr lang="en-US" sz="3600" b="1" i="1">
                <a:solidFill>
                  <a:srgbClr val="000000"/>
                </a:solidFill>
              </a:rPr>
              <a:t>are not </a:t>
            </a:r>
            <a:r>
              <a:rPr lang="en-US" sz="3600">
                <a:solidFill>
                  <a:srgbClr val="000000"/>
                </a:solidFill>
              </a:rPr>
              <a:t>part of our template.</a:t>
            </a:r>
          </a:p>
          <a:p>
            <a:pPr algn="ctr"/>
            <a:r>
              <a:rPr lang="en-US" sz="13800" b="1">
                <a:solidFill>
                  <a:srgbClr val="000000"/>
                </a:solidFill>
              </a:rPr>
              <a:t>Do not use</a:t>
            </a:r>
            <a:endParaRPr lang="en-US" sz="2000">
              <a:solidFill>
                <a:srgbClr val="000000"/>
              </a:solidFill>
            </a:endParaRPr>
          </a:p>
          <a:p>
            <a:pPr algn="ctr"/>
            <a:r>
              <a:rPr lang="en-US" sz="2000">
                <a:solidFill>
                  <a:srgbClr val="000000"/>
                </a:solidFill>
              </a:rPr>
              <a:t>Due to PowerPoint’s standard Copy/Paste functionality extra undesirable layouts can appear.</a:t>
            </a:r>
          </a:p>
          <a:p>
            <a:pPr algn="ctr">
              <a:spcBef>
                <a:spcPts val="600"/>
              </a:spcBef>
              <a:buClr>
                <a:srgbClr val="003755"/>
              </a:buClr>
            </a:pPr>
            <a:r>
              <a:rPr lang="en-US" sz="2000">
                <a:solidFill>
                  <a:srgbClr val="000000"/>
                </a:solidFill>
              </a:rPr>
              <a:t>Also notice: Layouts after this might contain potential confidential information.</a:t>
            </a:r>
          </a:p>
        </p:txBody>
      </p:sp>
      <p:sp>
        <p:nvSpPr>
          <p:cNvPr id="2" name="Chevron 1">
            <a:extLst>
              <a:ext uri="{FF2B5EF4-FFF2-40B4-BE49-F238E27FC236}">
                <a16:creationId xmlns="" xmlns:a16="http://schemas.microsoft.com/office/drawing/2014/main"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endParaRPr>
          </a:p>
        </p:txBody>
      </p:sp>
    </p:spTree>
    <p:extLst>
      <p:ext uri="{BB962C8B-B14F-4D97-AF65-F5344CB8AC3E}">
        <p14:creationId xmlns:p14="http://schemas.microsoft.com/office/powerpoint/2010/main" val="328098989"/>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535852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xmlns="" id="{C4DC091D-E20B-43AF-85A6-D06B098A5765}"/>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21.07.2026</a:t>
            </a:fld>
            <a:endParaRPr lang="ru-RU">
              <a:solidFill>
                <a:srgbClr val="000000"/>
              </a:solidFill>
            </a:endParaRPr>
          </a:p>
        </p:txBody>
      </p:sp>
      <p:sp>
        <p:nvSpPr>
          <p:cNvPr id="3" name="Нижний колонтитул 2">
            <a:extLst>
              <a:ext uri="{FF2B5EF4-FFF2-40B4-BE49-F238E27FC236}">
                <a16:creationId xmlns:a16="http://schemas.microsoft.com/office/drawing/2014/main" xmlns="" id="{7256F216-F3C5-4473-B251-72A6A8FB0A56}"/>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4" name="Номер слайда 3">
            <a:extLst>
              <a:ext uri="{FF2B5EF4-FFF2-40B4-BE49-F238E27FC236}">
                <a16:creationId xmlns:a16="http://schemas.microsoft.com/office/drawing/2014/main" xmlns="" id="{0510FE17-D12B-4940-A9BA-F5142885EE84}"/>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1458587628"/>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BD785E31-5EE4-4031-8DAA-64044DE0836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xmlns="" id="{EAAB51F7-AD05-4812-9AEE-F0A7A18CE34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CE39D8A6-338D-4A25-B834-B4A942E94EFE}"/>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21.07.2026</a:t>
            </a:fld>
            <a:endParaRPr lang="ru-RU">
              <a:solidFill>
                <a:srgbClr val="000000"/>
              </a:solidFill>
            </a:endParaRPr>
          </a:p>
        </p:txBody>
      </p:sp>
      <p:sp>
        <p:nvSpPr>
          <p:cNvPr id="5" name="Нижний колонтитул 4">
            <a:extLst>
              <a:ext uri="{FF2B5EF4-FFF2-40B4-BE49-F238E27FC236}">
                <a16:creationId xmlns:a16="http://schemas.microsoft.com/office/drawing/2014/main" xmlns="" id="{CC93547E-E0C5-4326-ADC3-C43A6781B1A5}"/>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a16="http://schemas.microsoft.com/office/drawing/2014/main" xmlns="" id="{C267DB44-D3F4-429C-AB2C-E561CB263BD7}"/>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3346919047"/>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itle">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570CF9D4-6142-441F-9CC7-B111E5F3C8F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xmlns="" id="{A8BD84C9-C47B-4688-9E12-08B97B78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xmlns="" id="{83306C19-EDB8-45AC-A06D-1C6E7A4688A4}"/>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21.07.2026</a:t>
            </a:fld>
            <a:endParaRPr lang="ru-RU">
              <a:solidFill>
                <a:srgbClr val="000000"/>
              </a:solidFill>
            </a:endParaRPr>
          </a:p>
        </p:txBody>
      </p:sp>
      <p:sp>
        <p:nvSpPr>
          <p:cNvPr id="5" name="Нижний колонтитул 4">
            <a:extLst>
              <a:ext uri="{FF2B5EF4-FFF2-40B4-BE49-F238E27FC236}">
                <a16:creationId xmlns:a16="http://schemas.microsoft.com/office/drawing/2014/main" xmlns="" id="{19420566-273E-44F3-9CE4-498C94861A3E}"/>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a16="http://schemas.microsoft.com/office/drawing/2014/main" xmlns="" id="{B96D2815-D915-46BB-8E74-27731C3228F5}"/>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83350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8.xml"/><Relationship Id="rId117" Type="http://schemas.openxmlformats.org/officeDocument/2006/relationships/slideLayout" Target="../slideLayouts/slideLayout149.xml"/><Relationship Id="rId21" Type="http://schemas.openxmlformats.org/officeDocument/2006/relationships/slideLayout" Target="../slideLayouts/slideLayout53.xml"/><Relationship Id="rId42" Type="http://schemas.openxmlformats.org/officeDocument/2006/relationships/slideLayout" Target="../slideLayouts/slideLayout74.xml"/><Relationship Id="rId47" Type="http://schemas.openxmlformats.org/officeDocument/2006/relationships/slideLayout" Target="../slideLayouts/slideLayout79.xml"/><Relationship Id="rId63" Type="http://schemas.openxmlformats.org/officeDocument/2006/relationships/slideLayout" Target="../slideLayouts/slideLayout95.xml"/><Relationship Id="rId68" Type="http://schemas.openxmlformats.org/officeDocument/2006/relationships/slideLayout" Target="../slideLayouts/slideLayout100.xml"/><Relationship Id="rId84" Type="http://schemas.openxmlformats.org/officeDocument/2006/relationships/slideLayout" Target="../slideLayouts/slideLayout116.xml"/><Relationship Id="rId89" Type="http://schemas.openxmlformats.org/officeDocument/2006/relationships/slideLayout" Target="../slideLayouts/slideLayout121.xml"/><Relationship Id="rId112" Type="http://schemas.openxmlformats.org/officeDocument/2006/relationships/slideLayout" Target="../slideLayouts/slideLayout144.xml"/><Relationship Id="rId16" Type="http://schemas.openxmlformats.org/officeDocument/2006/relationships/slideLayout" Target="../slideLayouts/slideLayout48.xml"/><Relationship Id="rId107" Type="http://schemas.openxmlformats.org/officeDocument/2006/relationships/slideLayout" Target="../slideLayouts/slideLayout139.xml"/><Relationship Id="rId11" Type="http://schemas.openxmlformats.org/officeDocument/2006/relationships/slideLayout" Target="../slideLayouts/slideLayout43.xml"/><Relationship Id="rId32" Type="http://schemas.openxmlformats.org/officeDocument/2006/relationships/slideLayout" Target="../slideLayouts/slideLayout64.xml"/><Relationship Id="rId37" Type="http://schemas.openxmlformats.org/officeDocument/2006/relationships/slideLayout" Target="../slideLayouts/slideLayout69.xml"/><Relationship Id="rId53" Type="http://schemas.openxmlformats.org/officeDocument/2006/relationships/slideLayout" Target="../slideLayouts/slideLayout85.xml"/><Relationship Id="rId58" Type="http://schemas.openxmlformats.org/officeDocument/2006/relationships/slideLayout" Target="../slideLayouts/slideLayout90.xml"/><Relationship Id="rId74" Type="http://schemas.openxmlformats.org/officeDocument/2006/relationships/slideLayout" Target="../slideLayouts/slideLayout106.xml"/><Relationship Id="rId79" Type="http://schemas.openxmlformats.org/officeDocument/2006/relationships/slideLayout" Target="../slideLayouts/slideLayout111.xml"/><Relationship Id="rId102" Type="http://schemas.openxmlformats.org/officeDocument/2006/relationships/slideLayout" Target="../slideLayouts/slideLayout134.xml"/><Relationship Id="rId5" Type="http://schemas.openxmlformats.org/officeDocument/2006/relationships/slideLayout" Target="../slideLayouts/slideLayout37.xml"/><Relationship Id="rId61" Type="http://schemas.openxmlformats.org/officeDocument/2006/relationships/slideLayout" Target="../slideLayouts/slideLayout93.xml"/><Relationship Id="rId82" Type="http://schemas.openxmlformats.org/officeDocument/2006/relationships/slideLayout" Target="../slideLayouts/slideLayout114.xml"/><Relationship Id="rId90" Type="http://schemas.openxmlformats.org/officeDocument/2006/relationships/slideLayout" Target="../slideLayouts/slideLayout122.xml"/><Relationship Id="rId95" Type="http://schemas.openxmlformats.org/officeDocument/2006/relationships/slideLayout" Target="../slideLayouts/slideLayout127.xml"/><Relationship Id="rId19" Type="http://schemas.openxmlformats.org/officeDocument/2006/relationships/slideLayout" Target="../slideLayouts/slideLayout5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43" Type="http://schemas.openxmlformats.org/officeDocument/2006/relationships/slideLayout" Target="../slideLayouts/slideLayout75.xml"/><Relationship Id="rId48" Type="http://schemas.openxmlformats.org/officeDocument/2006/relationships/slideLayout" Target="../slideLayouts/slideLayout80.xml"/><Relationship Id="rId56" Type="http://schemas.openxmlformats.org/officeDocument/2006/relationships/slideLayout" Target="../slideLayouts/slideLayout88.xml"/><Relationship Id="rId64" Type="http://schemas.openxmlformats.org/officeDocument/2006/relationships/slideLayout" Target="../slideLayouts/slideLayout96.xml"/><Relationship Id="rId69" Type="http://schemas.openxmlformats.org/officeDocument/2006/relationships/slideLayout" Target="../slideLayouts/slideLayout101.xml"/><Relationship Id="rId77" Type="http://schemas.openxmlformats.org/officeDocument/2006/relationships/slideLayout" Target="../slideLayouts/slideLayout109.xml"/><Relationship Id="rId100" Type="http://schemas.openxmlformats.org/officeDocument/2006/relationships/slideLayout" Target="../slideLayouts/slideLayout132.xml"/><Relationship Id="rId105" Type="http://schemas.openxmlformats.org/officeDocument/2006/relationships/slideLayout" Target="../slideLayouts/slideLayout137.xml"/><Relationship Id="rId113" Type="http://schemas.openxmlformats.org/officeDocument/2006/relationships/slideLayout" Target="../slideLayouts/slideLayout145.xml"/><Relationship Id="rId118" Type="http://schemas.openxmlformats.org/officeDocument/2006/relationships/theme" Target="../theme/theme2.xml"/><Relationship Id="rId8" Type="http://schemas.openxmlformats.org/officeDocument/2006/relationships/slideLayout" Target="../slideLayouts/slideLayout40.xml"/><Relationship Id="rId51" Type="http://schemas.openxmlformats.org/officeDocument/2006/relationships/slideLayout" Target="../slideLayouts/slideLayout83.xml"/><Relationship Id="rId72" Type="http://schemas.openxmlformats.org/officeDocument/2006/relationships/slideLayout" Target="../slideLayouts/slideLayout104.xml"/><Relationship Id="rId80" Type="http://schemas.openxmlformats.org/officeDocument/2006/relationships/slideLayout" Target="../slideLayouts/slideLayout112.xml"/><Relationship Id="rId85" Type="http://schemas.openxmlformats.org/officeDocument/2006/relationships/slideLayout" Target="../slideLayouts/slideLayout117.xml"/><Relationship Id="rId93" Type="http://schemas.openxmlformats.org/officeDocument/2006/relationships/slideLayout" Target="../slideLayouts/slideLayout125.xml"/><Relationship Id="rId98" Type="http://schemas.openxmlformats.org/officeDocument/2006/relationships/slideLayout" Target="../slideLayouts/slideLayout130.xml"/><Relationship Id="rId121" Type="http://schemas.openxmlformats.org/officeDocument/2006/relationships/oleObject" Target="../embeddings/oleObject1.bin"/><Relationship Id="rId3" Type="http://schemas.openxmlformats.org/officeDocument/2006/relationships/slideLayout" Target="../slideLayouts/slideLayout35.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slideLayout" Target="../slideLayouts/slideLayout70.xml"/><Relationship Id="rId46" Type="http://schemas.openxmlformats.org/officeDocument/2006/relationships/slideLayout" Target="../slideLayouts/slideLayout78.xml"/><Relationship Id="rId59" Type="http://schemas.openxmlformats.org/officeDocument/2006/relationships/slideLayout" Target="../slideLayouts/slideLayout91.xml"/><Relationship Id="rId67" Type="http://schemas.openxmlformats.org/officeDocument/2006/relationships/slideLayout" Target="../slideLayouts/slideLayout99.xml"/><Relationship Id="rId103" Type="http://schemas.openxmlformats.org/officeDocument/2006/relationships/slideLayout" Target="../slideLayouts/slideLayout135.xml"/><Relationship Id="rId108" Type="http://schemas.openxmlformats.org/officeDocument/2006/relationships/slideLayout" Target="../slideLayouts/slideLayout140.xml"/><Relationship Id="rId116" Type="http://schemas.openxmlformats.org/officeDocument/2006/relationships/slideLayout" Target="../slideLayouts/slideLayout148.xml"/><Relationship Id="rId20" Type="http://schemas.openxmlformats.org/officeDocument/2006/relationships/slideLayout" Target="../slideLayouts/slideLayout52.xml"/><Relationship Id="rId41" Type="http://schemas.openxmlformats.org/officeDocument/2006/relationships/slideLayout" Target="../slideLayouts/slideLayout73.xml"/><Relationship Id="rId54" Type="http://schemas.openxmlformats.org/officeDocument/2006/relationships/slideLayout" Target="../slideLayouts/slideLayout86.xml"/><Relationship Id="rId62" Type="http://schemas.openxmlformats.org/officeDocument/2006/relationships/slideLayout" Target="../slideLayouts/slideLayout94.xml"/><Relationship Id="rId70" Type="http://schemas.openxmlformats.org/officeDocument/2006/relationships/slideLayout" Target="../slideLayouts/slideLayout102.xml"/><Relationship Id="rId75" Type="http://schemas.openxmlformats.org/officeDocument/2006/relationships/slideLayout" Target="../slideLayouts/slideLayout107.xml"/><Relationship Id="rId83" Type="http://schemas.openxmlformats.org/officeDocument/2006/relationships/slideLayout" Target="../slideLayouts/slideLayout115.xml"/><Relationship Id="rId88" Type="http://schemas.openxmlformats.org/officeDocument/2006/relationships/slideLayout" Target="../slideLayouts/slideLayout120.xml"/><Relationship Id="rId91" Type="http://schemas.openxmlformats.org/officeDocument/2006/relationships/slideLayout" Target="../slideLayouts/slideLayout123.xml"/><Relationship Id="rId96" Type="http://schemas.openxmlformats.org/officeDocument/2006/relationships/slideLayout" Target="../slideLayouts/slideLayout128.xml"/><Relationship Id="rId111" Type="http://schemas.openxmlformats.org/officeDocument/2006/relationships/slideLayout" Target="../slideLayouts/slideLayout14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49" Type="http://schemas.openxmlformats.org/officeDocument/2006/relationships/slideLayout" Target="../slideLayouts/slideLayout81.xml"/><Relationship Id="rId57" Type="http://schemas.openxmlformats.org/officeDocument/2006/relationships/slideLayout" Target="../slideLayouts/slideLayout89.xml"/><Relationship Id="rId106" Type="http://schemas.openxmlformats.org/officeDocument/2006/relationships/slideLayout" Target="../slideLayouts/slideLayout138.xml"/><Relationship Id="rId114" Type="http://schemas.openxmlformats.org/officeDocument/2006/relationships/slideLayout" Target="../slideLayouts/slideLayout146.xml"/><Relationship Id="rId119" Type="http://schemas.openxmlformats.org/officeDocument/2006/relationships/vmlDrawing" Target="../drawings/vmlDrawing1.vml"/><Relationship Id="rId10" Type="http://schemas.openxmlformats.org/officeDocument/2006/relationships/slideLayout" Target="../slideLayouts/slideLayout42.xml"/><Relationship Id="rId31" Type="http://schemas.openxmlformats.org/officeDocument/2006/relationships/slideLayout" Target="../slideLayouts/slideLayout63.xml"/><Relationship Id="rId44" Type="http://schemas.openxmlformats.org/officeDocument/2006/relationships/slideLayout" Target="../slideLayouts/slideLayout76.xml"/><Relationship Id="rId52" Type="http://schemas.openxmlformats.org/officeDocument/2006/relationships/slideLayout" Target="../slideLayouts/slideLayout84.xml"/><Relationship Id="rId60" Type="http://schemas.openxmlformats.org/officeDocument/2006/relationships/slideLayout" Target="../slideLayouts/slideLayout92.xml"/><Relationship Id="rId65" Type="http://schemas.openxmlformats.org/officeDocument/2006/relationships/slideLayout" Target="../slideLayouts/slideLayout97.xml"/><Relationship Id="rId73" Type="http://schemas.openxmlformats.org/officeDocument/2006/relationships/slideLayout" Target="../slideLayouts/slideLayout105.xml"/><Relationship Id="rId78" Type="http://schemas.openxmlformats.org/officeDocument/2006/relationships/slideLayout" Target="../slideLayouts/slideLayout110.xml"/><Relationship Id="rId81" Type="http://schemas.openxmlformats.org/officeDocument/2006/relationships/slideLayout" Target="../slideLayouts/slideLayout113.xml"/><Relationship Id="rId86" Type="http://schemas.openxmlformats.org/officeDocument/2006/relationships/slideLayout" Target="../slideLayouts/slideLayout118.xml"/><Relationship Id="rId94" Type="http://schemas.openxmlformats.org/officeDocument/2006/relationships/slideLayout" Target="../slideLayouts/slideLayout126.xml"/><Relationship Id="rId99" Type="http://schemas.openxmlformats.org/officeDocument/2006/relationships/slideLayout" Target="../slideLayouts/slideLayout131.xml"/><Relationship Id="rId101" Type="http://schemas.openxmlformats.org/officeDocument/2006/relationships/slideLayout" Target="../slideLayouts/slideLayout133.xml"/><Relationship Id="rId122" Type="http://schemas.openxmlformats.org/officeDocument/2006/relationships/image" Target="../media/image14.emf"/><Relationship Id="rId4" Type="http://schemas.openxmlformats.org/officeDocument/2006/relationships/slideLayout" Target="../slideLayouts/slideLayout36.xml"/><Relationship Id="rId9" Type="http://schemas.openxmlformats.org/officeDocument/2006/relationships/slideLayout" Target="../slideLayouts/slideLayout41.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9" Type="http://schemas.openxmlformats.org/officeDocument/2006/relationships/slideLayout" Target="../slideLayouts/slideLayout71.xml"/><Relationship Id="rId109" Type="http://schemas.openxmlformats.org/officeDocument/2006/relationships/slideLayout" Target="../slideLayouts/slideLayout141.xml"/><Relationship Id="rId34" Type="http://schemas.openxmlformats.org/officeDocument/2006/relationships/slideLayout" Target="../slideLayouts/slideLayout66.xml"/><Relationship Id="rId50" Type="http://schemas.openxmlformats.org/officeDocument/2006/relationships/slideLayout" Target="../slideLayouts/slideLayout82.xml"/><Relationship Id="rId55" Type="http://schemas.openxmlformats.org/officeDocument/2006/relationships/slideLayout" Target="../slideLayouts/slideLayout87.xml"/><Relationship Id="rId76" Type="http://schemas.openxmlformats.org/officeDocument/2006/relationships/slideLayout" Target="../slideLayouts/slideLayout108.xml"/><Relationship Id="rId97" Type="http://schemas.openxmlformats.org/officeDocument/2006/relationships/slideLayout" Target="../slideLayouts/slideLayout129.xml"/><Relationship Id="rId104" Type="http://schemas.openxmlformats.org/officeDocument/2006/relationships/slideLayout" Target="../slideLayouts/slideLayout136.xml"/><Relationship Id="rId120" Type="http://schemas.openxmlformats.org/officeDocument/2006/relationships/tags" Target="../tags/tag2.xml"/><Relationship Id="rId7" Type="http://schemas.openxmlformats.org/officeDocument/2006/relationships/slideLayout" Target="../slideLayouts/slideLayout39.xml"/><Relationship Id="rId71" Type="http://schemas.openxmlformats.org/officeDocument/2006/relationships/slideLayout" Target="../slideLayouts/slideLayout103.xml"/><Relationship Id="rId92" Type="http://schemas.openxmlformats.org/officeDocument/2006/relationships/slideLayout" Target="../slideLayouts/slideLayout124.xml"/><Relationship Id="rId2" Type="http://schemas.openxmlformats.org/officeDocument/2006/relationships/slideLayout" Target="../slideLayouts/slideLayout34.xml"/><Relationship Id="rId29" Type="http://schemas.openxmlformats.org/officeDocument/2006/relationships/slideLayout" Target="../slideLayouts/slideLayout61.xml"/><Relationship Id="rId24" Type="http://schemas.openxmlformats.org/officeDocument/2006/relationships/slideLayout" Target="../slideLayouts/slideLayout56.xml"/><Relationship Id="rId40" Type="http://schemas.openxmlformats.org/officeDocument/2006/relationships/slideLayout" Target="../slideLayouts/slideLayout72.xml"/><Relationship Id="rId45" Type="http://schemas.openxmlformats.org/officeDocument/2006/relationships/slideLayout" Target="../slideLayouts/slideLayout77.xml"/><Relationship Id="rId66" Type="http://schemas.openxmlformats.org/officeDocument/2006/relationships/slideLayout" Target="../slideLayouts/slideLayout98.xml"/><Relationship Id="rId87" Type="http://schemas.openxmlformats.org/officeDocument/2006/relationships/slideLayout" Target="../slideLayouts/slideLayout119.xml"/><Relationship Id="rId110" Type="http://schemas.openxmlformats.org/officeDocument/2006/relationships/slideLayout" Target="../slideLayouts/slideLayout142.xml"/><Relationship Id="rId115" Type="http://schemas.openxmlformats.org/officeDocument/2006/relationships/slideLayout" Target="../slideLayouts/slideLayout14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75.xml"/><Relationship Id="rId117" Type="http://schemas.openxmlformats.org/officeDocument/2006/relationships/slideLayout" Target="../slideLayouts/slideLayout266.xml"/><Relationship Id="rId21" Type="http://schemas.openxmlformats.org/officeDocument/2006/relationships/slideLayout" Target="../slideLayouts/slideLayout170.xml"/><Relationship Id="rId42" Type="http://schemas.openxmlformats.org/officeDocument/2006/relationships/slideLayout" Target="../slideLayouts/slideLayout191.xml"/><Relationship Id="rId47" Type="http://schemas.openxmlformats.org/officeDocument/2006/relationships/slideLayout" Target="../slideLayouts/slideLayout196.xml"/><Relationship Id="rId63" Type="http://schemas.openxmlformats.org/officeDocument/2006/relationships/slideLayout" Target="../slideLayouts/slideLayout212.xml"/><Relationship Id="rId68" Type="http://schemas.openxmlformats.org/officeDocument/2006/relationships/slideLayout" Target="../slideLayouts/slideLayout217.xml"/><Relationship Id="rId84" Type="http://schemas.openxmlformats.org/officeDocument/2006/relationships/slideLayout" Target="../slideLayouts/slideLayout233.xml"/><Relationship Id="rId89" Type="http://schemas.openxmlformats.org/officeDocument/2006/relationships/slideLayout" Target="../slideLayouts/slideLayout238.xml"/><Relationship Id="rId112" Type="http://schemas.openxmlformats.org/officeDocument/2006/relationships/slideLayout" Target="../slideLayouts/slideLayout261.xml"/><Relationship Id="rId16" Type="http://schemas.openxmlformats.org/officeDocument/2006/relationships/slideLayout" Target="../slideLayouts/slideLayout165.xml"/><Relationship Id="rId107" Type="http://schemas.openxmlformats.org/officeDocument/2006/relationships/slideLayout" Target="../slideLayouts/slideLayout256.xml"/><Relationship Id="rId11" Type="http://schemas.openxmlformats.org/officeDocument/2006/relationships/slideLayout" Target="../slideLayouts/slideLayout160.xml"/><Relationship Id="rId32" Type="http://schemas.openxmlformats.org/officeDocument/2006/relationships/slideLayout" Target="../slideLayouts/slideLayout181.xml"/><Relationship Id="rId37" Type="http://schemas.openxmlformats.org/officeDocument/2006/relationships/slideLayout" Target="../slideLayouts/slideLayout186.xml"/><Relationship Id="rId53" Type="http://schemas.openxmlformats.org/officeDocument/2006/relationships/slideLayout" Target="../slideLayouts/slideLayout202.xml"/><Relationship Id="rId58" Type="http://schemas.openxmlformats.org/officeDocument/2006/relationships/slideLayout" Target="../slideLayouts/slideLayout207.xml"/><Relationship Id="rId74" Type="http://schemas.openxmlformats.org/officeDocument/2006/relationships/slideLayout" Target="../slideLayouts/slideLayout223.xml"/><Relationship Id="rId79" Type="http://schemas.openxmlformats.org/officeDocument/2006/relationships/slideLayout" Target="../slideLayouts/slideLayout228.xml"/><Relationship Id="rId102" Type="http://schemas.openxmlformats.org/officeDocument/2006/relationships/slideLayout" Target="../slideLayouts/slideLayout251.xml"/><Relationship Id="rId123" Type="http://schemas.openxmlformats.org/officeDocument/2006/relationships/tags" Target="../tags/tag117.xml"/><Relationship Id="rId5" Type="http://schemas.openxmlformats.org/officeDocument/2006/relationships/slideLayout" Target="../slideLayouts/slideLayout154.xml"/><Relationship Id="rId61" Type="http://schemas.openxmlformats.org/officeDocument/2006/relationships/slideLayout" Target="../slideLayouts/slideLayout210.xml"/><Relationship Id="rId82" Type="http://schemas.openxmlformats.org/officeDocument/2006/relationships/slideLayout" Target="../slideLayouts/slideLayout231.xml"/><Relationship Id="rId90" Type="http://schemas.openxmlformats.org/officeDocument/2006/relationships/slideLayout" Target="../slideLayouts/slideLayout239.xml"/><Relationship Id="rId95" Type="http://schemas.openxmlformats.org/officeDocument/2006/relationships/slideLayout" Target="../slideLayouts/slideLayout244.xml"/><Relationship Id="rId19" Type="http://schemas.openxmlformats.org/officeDocument/2006/relationships/slideLayout" Target="../slideLayouts/slideLayout168.xml"/><Relationship Id="rId14" Type="http://schemas.openxmlformats.org/officeDocument/2006/relationships/slideLayout" Target="../slideLayouts/slideLayout163.xml"/><Relationship Id="rId22" Type="http://schemas.openxmlformats.org/officeDocument/2006/relationships/slideLayout" Target="../slideLayouts/slideLayout171.xml"/><Relationship Id="rId27" Type="http://schemas.openxmlformats.org/officeDocument/2006/relationships/slideLayout" Target="../slideLayouts/slideLayout176.xml"/><Relationship Id="rId30" Type="http://schemas.openxmlformats.org/officeDocument/2006/relationships/slideLayout" Target="../slideLayouts/slideLayout179.xml"/><Relationship Id="rId35" Type="http://schemas.openxmlformats.org/officeDocument/2006/relationships/slideLayout" Target="../slideLayouts/slideLayout184.xml"/><Relationship Id="rId43" Type="http://schemas.openxmlformats.org/officeDocument/2006/relationships/slideLayout" Target="../slideLayouts/slideLayout192.xml"/><Relationship Id="rId48" Type="http://schemas.openxmlformats.org/officeDocument/2006/relationships/slideLayout" Target="../slideLayouts/slideLayout197.xml"/><Relationship Id="rId56" Type="http://schemas.openxmlformats.org/officeDocument/2006/relationships/slideLayout" Target="../slideLayouts/slideLayout205.xml"/><Relationship Id="rId64" Type="http://schemas.openxmlformats.org/officeDocument/2006/relationships/slideLayout" Target="../slideLayouts/slideLayout213.xml"/><Relationship Id="rId69" Type="http://schemas.openxmlformats.org/officeDocument/2006/relationships/slideLayout" Target="../slideLayouts/slideLayout218.xml"/><Relationship Id="rId77" Type="http://schemas.openxmlformats.org/officeDocument/2006/relationships/slideLayout" Target="../slideLayouts/slideLayout226.xml"/><Relationship Id="rId100" Type="http://schemas.openxmlformats.org/officeDocument/2006/relationships/slideLayout" Target="../slideLayouts/slideLayout249.xml"/><Relationship Id="rId105" Type="http://schemas.openxmlformats.org/officeDocument/2006/relationships/slideLayout" Target="../slideLayouts/slideLayout254.xml"/><Relationship Id="rId113" Type="http://schemas.openxmlformats.org/officeDocument/2006/relationships/slideLayout" Target="../slideLayouts/slideLayout262.xml"/><Relationship Id="rId118" Type="http://schemas.openxmlformats.org/officeDocument/2006/relationships/slideLayout" Target="../slideLayouts/slideLayout267.xml"/><Relationship Id="rId8" Type="http://schemas.openxmlformats.org/officeDocument/2006/relationships/slideLayout" Target="../slideLayouts/slideLayout157.xml"/><Relationship Id="rId51" Type="http://schemas.openxmlformats.org/officeDocument/2006/relationships/slideLayout" Target="../slideLayouts/slideLayout200.xml"/><Relationship Id="rId72" Type="http://schemas.openxmlformats.org/officeDocument/2006/relationships/slideLayout" Target="../slideLayouts/slideLayout221.xml"/><Relationship Id="rId80" Type="http://schemas.openxmlformats.org/officeDocument/2006/relationships/slideLayout" Target="../slideLayouts/slideLayout229.xml"/><Relationship Id="rId85" Type="http://schemas.openxmlformats.org/officeDocument/2006/relationships/slideLayout" Target="../slideLayouts/slideLayout234.xml"/><Relationship Id="rId93" Type="http://schemas.openxmlformats.org/officeDocument/2006/relationships/slideLayout" Target="../slideLayouts/slideLayout242.xml"/><Relationship Id="rId98" Type="http://schemas.openxmlformats.org/officeDocument/2006/relationships/slideLayout" Target="../slideLayouts/slideLayout247.xml"/><Relationship Id="rId121" Type="http://schemas.openxmlformats.org/officeDocument/2006/relationships/theme" Target="../theme/theme3.xml"/><Relationship Id="rId3" Type="http://schemas.openxmlformats.org/officeDocument/2006/relationships/slideLayout" Target="../slideLayouts/slideLayout152.xml"/><Relationship Id="rId12" Type="http://schemas.openxmlformats.org/officeDocument/2006/relationships/slideLayout" Target="../slideLayouts/slideLayout161.xml"/><Relationship Id="rId17" Type="http://schemas.openxmlformats.org/officeDocument/2006/relationships/slideLayout" Target="../slideLayouts/slideLayout166.xml"/><Relationship Id="rId25" Type="http://schemas.openxmlformats.org/officeDocument/2006/relationships/slideLayout" Target="../slideLayouts/slideLayout174.xml"/><Relationship Id="rId33" Type="http://schemas.openxmlformats.org/officeDocument/2006/relationships/slideLayout" Target="../slideLayouts/slideLayout182.xml"/><Relationship Id="rId38" Type="http://schemas.openxmlformats.org/officeDocument/2006/relationships/slideLayout" Target="../slideLayouts/slideLayout187.xml"/><Relationship Id="rId46" Type="http://schemas.openxmlformats.org/officeDocument/2006/relationships/slideLayout" Target="../slideLayouts/slideLayout195.xml"/><Relationship Id="rId59" Type="http://schemas.openxmlformats.org/officeDocument/2006/relationships/slideLayout" Target="../slideLayouts/slideLayout208.xml"/><Relationship Id="rId67" Type="http://schemas.openxmlformats.org/officeDocument/2006/relationships/slideLayout" Target="../slideLayouts/slideLayout216.xml"/><Relationship Id="rId103" Type="http://schemas.openxmlformats.org/officeDocument/2006/relationships/slideLayout" Target="../slideLayouts/slideLayout252.xml"/><Relationship Id="rId108" Type="http://schemas.openxmlformats.org/officeDocument/2006/relationships/slideLayout" Target="../slideLayouts/slideLayout257.xml"/><Relationship Id="rId116" Type="http://schemas.openxmlformats.org/officeDocument/2006/relationships/slideLayout" Target="../slideLayouts/slideLayout265.xml"/><Relationship Id="rId124" Type="http://schemas.openxmlformats.org/officeDocument/2006/relationships/oleObject" Target="../embeddings/oleObject116.bin"/><Relationship Id="rId20" Type="http://schemas.openxmlformats.org/officeDocument/2006/relationships/slideLayout" Target="../slideLayouts/slideLayout169.xml"/><Relationship Id="rId41" Type="http://schemas.openxmlformats.org/officeDocument/2006/relationships/slideLayout" Target="../slideLayouts/slideLayout190.xml"/><Relationship Id="rId54" Type="http://schemas.openxmlformats.org/officeDocument/2006/relationships/slideLayout" Target="../slideLayouts/slideLayout203.xml"/><Relationship Id="rId62" Type="http://schemas.openxmlformats.org/officeDocument/2006/relationships/slideLayout" Target="../slideLayouts/slideLayout211.xml"/><Relationship Id="rId70" Type="http://schemas.openxmlformats.org/officeDocument/2006/relationships/slideLayout" Target="../slideLayouts/slideLayout219.xml"/><Relationship Id="rId75" Type="http://schemas.openxmlformats.org/officeDocument/2006/relationships/slideLayout" Target="../slideLayouts/slideLayout224.xml"/><Relationship Id="rId83" Type="http://schemas.openxmlformats.org/officeDocument/2006/relationships/slideLayout" Target="../slideLayouts/slideLayout232.xml"/><Relationship Id="rId88" Type="http://schemas.openxmlformats.org/officeDocument/2006/relationships/slideLayout" Target="../slideLayouts/slideLayout237.xml"/><Relationship Id="rId91" Type="http://schemas.openxmlformats.org/officeDocument/2006/relationships/slideLayout" Target="../slideLayouts/slideLayout240.xml"/><Relationship Id="rId96" Type="http://schemas.openxmlformats.org/officeDocument/2006/relationships/slideLayout" Target="../slideLayouts/slideLayout245.xml"/><Relationship Id="rId111" Type="http://schemas.openxmlformats.org/officeDocument/2006/relationships/slideLayout" Target="../slideLayouts/slideLayout260.xml"/><Relationship Id="rId1" Type="http://schemas.openxmlformats.org/officeDocument/2006/relationships/slideLayout" Target="../slideLayouts/slideLayout150.xml"/><Relationship Id="rId6" Type="http://schemas.openxmlformats.org/officeDocument/2006/relationships/slideLayout" Target="../slideLayouts/slideLayout155.xml"/><Relationship Id="rId15" Type="http://schemas.openxmlformats.org/officeDocument/2006/relationships/slideLayout" Target="../slideLayouts/slideLayout164.xml"/><Relationship Id="rId23" Type="http://schemas.openxmlformats.org/officeDocument/2006/relationships/slideLayout" Target="../slideLayouts/slideLayout172.xml"/><Relationship Id="rId28" Type="http://schemas.openxmlformats.org/officeDocument/2006/relationships/slideLayout" Target="../slideLayouts/slideLayout177.xml"/><Relationship Id="rId36" Type="http://schemas.openxmlformats.org/officeDocument/2006/relationships/slideLayout" Target="../slideLayouts/slideLayout185.xml"/><Relationship Id="rId49" Type="http://schemas.openxmlformats.org/officeDocument/2006/relationships/slideLayout" Target="../slideLayouts/slideLayout198.xml"/><Relationship Id="rId57" Type="http://schemas.openxmlformats.org/officeDocument/2006/relationships/slideLayout" Target="../slideLayouts/slideLayout206.xml"/><Relationship Id="rId106" Type="http://schemas.openxmlformats.org/officeDocument/2006/relationships/slideLayout" Target="../slideLayouts/slideLayout255.xml"/><Relationship Id="rId114" Type="http://schemas.openxmlformats.org/officeDocument/2006/relationships/slideLayout" Target="../slideLayouts/slideLayout263.xml"/><Relationship Id="rId119" Type="http://schemas.openxmlformats.org/officeDocument/2006/relationships/slideLayout" Target="../slideLayouts/slideLayout268.xml"/><Relationship Id="rId10" Type="http://schemas.openxmlformats.org/officeDocument/2006/relationships/slideLayout" Target="../slideLayouts/slideLayout159.xml"/><Relationship Id="rId31" Type="http://schemas.openxmlformats.org/officeDocument/2006/relationships/slideLayout" Target="../slideLayouts/slideLayout180.xml"/><Relationship Id="rId44" Type="http://schemas.openxmlformats.org/officeDocument/2006/relationships/slideLayout" Target="../slideLayouts/slideLayout193.xml"/><Relationship Id="rId52" Type="http://schemas.openxmlformats.org/officeDocument/2006/relationships/slideLayout" Target="../slideLayouts/slideLayout201.xml"/><Relationship Id="rId60" Type="http://schemas.openxmlformats.org/officeDocument/2006/relationships/slideLayout" Target="../slideLayouts/slideLayout209.xml"/><Relationship Id="rId65" Type="http://schemas.openxmlformats.org/officeDocument/2006/relationships/slideLayout" Target="../slideLayouts/slideLayout214.xml"/><Relationship Id="rId73" Type="http://schemas.openxmlformats.org/officeDocument/2006/relationships/slideLayout" Target="../slideLayouts/slideLayout222.xml"/><Relationship Id="rId78" Type="http://schemas.openxmlformats.org/officeDocument/2006/relationships/slideLayout" Target="../slideLayouts/slideLayout227.xml"/><Relationship Id="rId81" Type="http://schemas.openxmlformats.org/officeDocument/2006/relationships/slideLayout" Target="../slideLayouts/slideLayout230.xml"/><Relationship Id="rId86" Type="http://schemas.openxmlformats.org/officeDocument/2006/relationships/slideLayout" Target="../slideLayouts/slideLayout235.xml"/><Relationship Id="rId94" Type="http://schemas.openxmlformats.org/officeDocument/2006/relationships/slideLayout" Target="../slideLayouts/slideLayout243.xml"/><Relationship Id="rId99" Type="http://schemas.openxmlformats.org/officeDocument/2006/relationships/slideLayout" Target="../slideLayouts/slideLayout248.xml"/><Relationship Id="rId101" Type="http://schemas.openxmlformats.org/officeDocument/2006/relationships/slideLayout" Target="../slideLayouts/slideLayout250.xml"/><Relationship Id="rId122" Type="http://schemas.openxmlformats.org/officeDocument/2006/relationships/vmlDrawing" Target="../drawings/vmlDrawing112.vml"/><Relationship Id="rId4" Type="http://schemas.openxmlformats.org/officeDocument/2006/relationships/slideLayout" Target="../slideLayouts/slideLayout153.xml"/><Relationship Id="rId9" Type="http://schemas.openxmlformats.org/officeDocument/2006/relationships/slideLayout" Target="../slideLayouts/slideLayout158.xml"/><Relationship Id="rId13" Type="http://schemas.openxmlformats.org/officeDocument/2006/relationships/slideLayout" Target="../slideLayouts/slideLayout162.xml"/><Relationship Id="rId18" Type="http://schemas.openxmlformats.org/officeDocument/2006/relationships/slideLayout" Target="../slideLayouts/slideLayout167.xml"/><Relationship Id="rId39" Type="http://schemas.openxmlformats.org/officeDocument/2006/relationships/slideLayout" Target="../slideLayouts/slideLayout188.xml"/><Relationship Id="rId109" Type="http://schemas.openxmlformats.org/officeDocument/2006/relationships/slideLayout" Target="../slideLayouts/slideLayout258.xml"/><Relationship Id="rId34" Type="http://schemas.openxmlformats.org/officeDocument/2006/relationships/slideLayout" Target="../slideLayouts/slideLayout183.xml"/><Relationship Id="rId50" Type="http://schemas.openxmlformats.org/officeDocument/2006/relationships/slideLayout" Target="../slideLayouts/slideLayout199.xml"/><Relationship Id="rId55" Type="http://schemas.openxmlformats.org/officeDocument/2006/relationships/slideLayout" Target="../slideLayouts/slideLayout204.xml"/><Relationship Id="rId76" Type="http://schemas.openxmlformats.org/officeDocument/2006/relationships/slideLayout" Target="../slideLayouts/slideLayout225.xml"/><Relationship Id="rId97" Type="http://schemas.openxmlformats.org/officeDocument/2006/relationships/slideLayout" Target="../slideLayouts/slideLayout246.xml"/><Relationship Id="rId104" Type="http://schemas.openxmlformats.org/officeDocument/2006/relationships/slideLayout" Target="../slideLayouts/slideLayout253.xml"/><Relationship Id="rId120" Type="http://schemas.openxmlformats.org/officeDocument/2006/relationships/slideLayout" Target="../slideLayouts/slideLayout269.xml"/><Relationship Id="rId125" Type="http://schemas.openxmlformats.org/officeDocument/2006/relationships/image" Target="../media/image14.emf"/><Relationship Id="rId7" Type="http://schemas.openxmlformats.org/officeDocument/2006/relationships/slideLayout" Target="../slideLayouts/slideLayout156.xml"/><Relationship Id="rId71" Type="http://schemas.openxmlformats.org/officeDocument/2006/relationships/slideLayout" Target="../slideLayouts/slideLayout220.xml"/><Relationship Id="rId92" Type="http://schemas.openxmlformats.org/officeDocument/2006/relationships/slideLayout" Target="../slideLayouts/slideLayout241.xml"/><Relationship Id="rId2" Type="http://schemas.openxmlformats.org/officeDocument/2006/relationships/slideLayout" Target="../slideLayouts/slideLayout151.xml"/><Relationship Id="rId29" Type="http://schemas.openxmlformats.org/officeDocument/2006/relationships/slideLayout" Target="../slideLayouts/slideLayout178.xml"/><Relationship Id="rId24" Type="http://schemas.openxmlformats.org/officeDocument/2006/relationships/slideLayout" Target="../slideLayouts/slideLayout173.xml"/><Relationship Id="rId40" Type="http://schemas.openxmlformats.org/officeDocument/2006/relationships/slideLayout" Target="../slideLayouts/slideLayout189.xml"/><Relationship Id="rId45" Type="http://schemas.openxmlformats.org/officeDocument/2006/relationships/slideLayout" Target="../slideLayouts/slideLayout194.xml"/><Relationship Id="rId66" Type="http://schemas.openxmlformats.org/officeDocument/2006/relationships/slideLayout" Target="../slideLayouts/slideLayout215.xml"/><Relationship Id="rId87" Type="http://schemas.openxmlformats.org/officeDocument/2006/relationships/slideLayout" Target="../slideLayouts/slideLayout236.xml"/><Relationship Id="rId110" Type="http://schemas.openxmlformats.org/officeDocument/2006/relationships/slideLayout" Target="../slideLayouts/slideLayout259.xml"/><Relationship Id="rId115" Type="http://schemas.openxmlformats.org/officeDocument/2006/relationships/slideLayout" Target="../slideLayouts/slideLayout26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962" y="245863"/>
            <a:ext cx="9050409" cy="315704"/>
          </a:xfrm>
          <a:prstGeom prst="rect">
            <a:avLst/>
          </a:prstGeom>
        </p:spPr>
        <p:txBody>
          <a:bodyPr vert="horz" wrap="square" lIns="0" tIns="0" rIns="0" bIns="0" rtlCol="0" anchor="b">
            <a:noAutofit/>
          </a:bodyPr>
          <a:lstStyle/>
          <a:p>
            <a:r>
              <a:rPr lang="en-US" dirty="0"/>
              <a:t>SECTION HEADING</a:t>
            </a:r>
          </a:p>
        </p:txBody>
      </p:sp>
      <p:sp>
        <p:nvSpPr>
          <p:cNvPr id="3" name="Text Placeholder 2"/>
          <p:cNvSpPr>
            <a:spLocks noGrp="1"/>
          </p:cNvSpPr>
          <p:nvPr>
            <p:ph type="body" idx="1"/>
          </p:nvPr>
        </p:nvSpPr>
        <p:spPr>
          <a:xfrm>
            <a:off x="456927" y="1066801"/>
            <a:ext cx="11296110" cy="5059365"/>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9" name="TextBox 8">
            <a:extLst>
              <a:ext uri="{FF2B5EF4-FFF2-40B4-BE49-F238E27FC236}">
                <a16:creationId xmlns="" xmlns:a16="http://schemas.microsoft.com/office/drawing/2014/main" id="{3230B90F-242E-4EDF-94F3-70B9791F7EF3}"/>
              </a:ext>
            </a:extLst>
          </p:cNvPr>
          <p:cNvSpPr txBox="1"/>
          <p:nvPr userDrawn="1"/>
        </p:nvSpPr>
        <p:spPr>
          <a:xfrm>
            <a:off x="11470597" y="6601381"/>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mj-lt"/>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mj-lt"/>
              <a:cs typeface="Avenir Roman"/>
            </a:endParaRPr>
          </a:p>
        </p:txBody>
      </p:sp>
      <p:sp>
        <p:nvSpPr>
          <p:cNvPr id="13" name="Rectangle 12">
            <a:extLst>
              <a:ext uri="{FF2B5EF4-FFF2-40B4-BE49-F238E27FC236}">
                <a16:creationId xmlns="" xmlns:a16="http://schemas.microsoft.com/office/drawing/2014/main" id="{8F56F0B2-4CBF-477D-95D0-F4A877A249B7}"/>
              </a:ext>
            </a:extLst>
          </p:cNvPr>
          <p:cNvSpPr/>
          <p:nvPr userDrawn="1"/>
        </p:nvSpPr>
        <p:spPr>
          <a:xfrm>
            <a:off x="351223" y="6569272"/>
            <a:ext cx="2999539" cy="230832"/>
          </a:xfrm>
          <a:prstGeom prst="rect">
            <a:avLst/>
          </a:prstGeom>
        </p:spPr>
        <p:txBody>
          <a:bodyPr wrap="none">
            <a:spAutoFit/>
          </a:bodyPr>
          <a:lstStyle/>
          <a:p>
            <a:r>
              <a:rPr lang="en-US" sz="900" b="0" dirty="0">
                <a:solidFill>
                  <a:schemeClr val="bg1">
                    <a:lumMod val="50000"/>
                  </a:schemeClr>
                </a:solidFill>
                <a:latin typeface="+mj-lt"/>
                <a:cs typeface="Avenir Roman"/>
              </a:rPr>
              <a:t>Copyright © 2026 Infogain Corporation. All Rights Reserved.</a:t>
            </a:r>
          </a:p>
        </p:txBody>
      </p:sp>
      <p:pic>
        <p:nvPicPr>
          <p:cNvPr id="8" name="Picture 7"/>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93755062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3" r:id="rId32"/>
  </p:sldLayoutIdLst>
  <p:txStyles>
    <p:titleStyle>
      <a:lvl1pPr algn="l" defTabSz="457200" rtl="0" eaLnBrk="1" latinLnBrk="0" hangingPunct="1">
        <a:spcBef>
          <a:spcPct val="0"/>
        </a:spcBef>
        <a:buNone/>
        <a:defRPr sz="1600" kern="1200" cap="all" spc="0" baseline="0">
          <a:solidFill>
            <a:schemeClr val="bg2"/>
          </a:solidFill>
          <a:latin typeface="+mj-lt"/>
          <a:ea typeface="+mj-ea"/>
          <a:cs typeface="+mj-cs"/>
        </a:defRPr>
      </a:lvl1pPr>
    </p:titleStyle>
    <p:bodyStyle>
      <a:lvl1pPr marL="342900" indent="-342900" algn="l" defTabSz="457200" rtl="0" eaLnBrk="1" latinLnBrk="0" hangingPunct="1">
        <a:spcBef>
          <a:spcPts val="1600"/>
        </a:spcBef>
        <a:buClr>
          <a:schemeClr val="bg2"/>
        </a:buClr>
        <a:buFontTx/>
        <a:buChar char="◌"/>
        <a:defRPr sz="1800" kern="1200">
          <a:solidFill>
            <a:schemeClr val="tx1"/>
          </a:solidFill>
          <a:latin typeface="+mn-lt"/>
          <a:ea typeface="+mn-ea"/>
          <a:cs typeface="+mn-cs"/>
        </a:defRPr>
      </a:lvl1pPr>
      <a:lvl2pPr marL="742950" indent="-285750" algn="l" defTabSz="457200" rtl="0" eaLnBrk="1" latinLnBrk="0" hangingPunct="1">
        <a:spcBef>
          <a:spcPts val="800"/>
        </a:spcBef>
        <a:buClr>
          <a:schemeClr val="bg2"/>
        </a:buClr>
        <a:buFontTx/>
        <a:buChar char="◌"/>
        <a:defRPr sz="1600" kern="1200">
          <a:solidFill>
            <a:schemeClr val="tx1"/>
          </a:solidFill>
          <a:latin typeface="+mn-lt"/>
          <a:ea typeface="+mn-ea"/>
          <a:cs typeface="+mn-cs"/>
        </a:defRPr>
      </a:lvl2pPr>
      <a:lvl3pPr marL="1143000" indent="-228600" algn="l" defTabSz="457200" rtl="0" eaLnBrk="1" latinLnBrk="0" hangingPunct="1">
        <a:spcBef>
          <a:spcPts val="600"/>
        </a:spcBef>
        <a:buClr>
          <a:schemeClr val="bg2"/>
        </a:buClr>
        <a:buFontTx/>
        <a:buChar char="◌"/>
        <a:defRPr sz="1400" kern="1200">
          <a:solidFill>
            <a:schemeClr val="tx1"/>
          </a:solidFill>
          <a:latin typeface="+mn-lt"/>
          <a:ea typeface="+mn-ea"/>
          <a:cs typeface="+mn-cs"/>
        </a:defRPr>
      </a:lvl3pPr>
      <a:lvl4pPr marL="16002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4pPr>
      <a:lvl5pPr marL="20574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672">
          <p15:clr>
            <a:srgbClr val="F26B43"/>
          </p15:clr>
        </p15:guide>
        <p15:guide id="2" pos="275">
          <p15:clr>
            <a:srgbClr val="F26B43"/>
          </p15:clr>
        </p15:guide>
        <p15:guide id="3" pos="7403">
          <p15:clr>
            <a:srgbClr val="F26B43"/>
          </p15:clr>
        </p15:guide>
        <p15:guide id="4" orient="horz" pos="3864">
          <p15:clr>
            <a:srgbClr val="F26B43"/>
          </p15:clr>
        </p15:guide>
        <p15:guide id="5" orient="horz" pos="888">
          <p15:clr>
            <a:srgbClr val="F26B43"/>
          </p15:clr>
        </p15:guide>
        <p15:guide id="6" pos="25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DC79CD5-1EA1-EEAF-4FD1-E9B0B275A370}"/>
              </a:ext>
            </a:extLst>
          </p:cNvPr>
          <p:cNvGraphicFramePr>
            <a:graphicFrameLocks noChangeAspect="1"/>
          </p:cNvGraphicFramePr>
          <p:nvPr userDrawn="1">
            <p:custDataLst>
              <p:tags r:id="rId120"/>
            </p:custDataLst>
            <p:extLst>
              <p:ext uri="{D42A27DB-BD31-4B8C-83A1-F6EECF244321}">
                <p14:modId xmlns:p14="http://schemas.microsoft.com/office/powerpoint/2010/main" val="3605708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59" name="think-cell Slide" r:id="rId121" imgW="7772400" imgH="10058400" progId="TCLayout.ActiveDocument.1">
                  <p:embed/>
                </p:oleObj>
              </mc:Choice>
              <mc:Fallback>
                <p:oleObj name="think-cell Slide" r:id="rId121" imgW="7772400" imgH="10058400" progId="TCLayout.ActiveDocument.1">
                  <p:embed/>
                  <p:pic>
                    <p:nvPicPr>
                      <p:cNvPr id="8" name="think-cell data - do not delete" hidden="1">
                        <a:extLst>
                          <a:ext uri="{FF2B5EF4-FFF2-40B4-BE49-F238E27FC236}">
                            <a16:creationId xmlns="" xmlns:a16="http://schemas.microsoft.com/office/drawing/2014/main" id="{8DC79CD5-1EA1-EEAF-4FD1-E9B0B275A370}"/>
                          </a:ext>
                        </a:extLst>
                      </p:cNvPr>
                      <p:cNvPicPr/>
                      <p:nvPr/>
                    </p:nvPicPr>
                    <p:blipFill>
                      <a:blip r:embed="rId122"/>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 xmlns:a16="http://schemas.microsoft.com/office/drawing/2014/main"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
        <p:nvSpPr>
          <p:cNvPr id="11" name="TextBox 10">
            <a:extLst>
              <a:ext uri="{FF2B5EF4-FFF2-40B4-BE49-F238E27FC236}">
                <a16:creationId xmlns="" xmlns:a16="http://schemas.microsoft.com/office/drawing/2014/main"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Tree>
    <p:extLst>
      <p:ext uri="{BB962C8B-B14F-4D97-AF65-F5344CB8AC3E}">
        <p14:creationId xmlns:p14="http://schemas.microsoft.com/office/powerpoint/2010/main" val="256652152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 id="2147483789" r:id="rId84"/>
    <p:sldLayoutId id="2147483790" r:id="rId85"/>
    <p:sldLayoutId id="2147483791" r:id="rId86"/>
    <p:sldLayoutId id="2147483792" r:id="rId87"/>
    <p:sldLayoutId id="2147483793" r:id="rId88"/>
    <p:sldLayoutId id="2147483794" r:id="rId89"/>
    <p:sldLayoutId id="2147483795" r:id="rId90"/>
    <p:sldLayoutId id="2147483796" r:id="rId91"/>
    <p:sldLayoutId id="2147483797" r:id="rId92"/>
    <p:sldLayoutId id="2147483798" r:id="rId93"/>
    <p:sldLayoutId id="2147483799" r:id="rId94"/>
    <p:sldLayoutId id="2147483800" r:id="rId95"/>
    <p:sldLayoutId id="2147483801" r:id="rId96"/>
    <p:sldLayoutId id="2147483802" r:id="rId97"/>
    <p:sldLayoutId id="2147483803" r:id="rId98"/>
    <p:sldLayoutId id="2147483804" r:id="rId99"/>
    <p:sldLayoutId id="2147483805" r:id="rId100"/>
    <p:sldLayoutId id="2147483806" r:id="rId101"/>
    <p:sldLayoutId id="2147483807" r:id="rId102"/>
    <p:sldLayoutId id="2147483808" r:id="rId103"/>
    <p:sldLayoutId id="2147483809" r:id="rId104"/>
    <p:sldLayoutId id="2147483810" r:id="rId105"/>
    <p:sldLayoutId id="2147483811" r:id="rId106"/>
    <p:sldLayoutId id="2147483812" r:id="rId107"/>
    <p:sldLayoutId id="2147483813" r:id="rId108"/>
    <p:sldLayoutId id="2147483814" r:id="rId109"/>
    <p:sldLayoutId id="2147483815" r:id="rId110"/>
    <p:sldLayoutId id="2147483816" r:id="rId111"/>
    <p:sldLayoutId id="2147483817" r:id="rId112"/>
    <p:sldLayoutId id="2147483818" r:id="rId113"/>
    <p:sldLayoutId id="2147483819" r:id="rId114"/>
    <p:sldLayoutId id="2147483820" r:id="rId115"/>
    <p:sldLayoutId id="2147483821" r:id="rId116"/>
    <p:sldLayoutId id="2147483822" r:id="rId117"/>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DC79CD5-1EA1-EEAF-4FD1-E9B0B275A370}"/>
              </a:ext>
            </a:extLst>
          </p:cNvPr>
          <p:cNvGraphicFramePr>
            <a:graphicFrameLocks noChangeAspect="1"/>
          </p:cNvGraphicFramePr>
          <p:nvPr userDrawn="1">
            <p:custDataLst>
              <p:tags r:id="rId123"/>
            </p:custDataLst>
            <p:extLst>
              <p:ext uri="{D42A27DB-BD31-4B8C-83A1-F6EECF244321}">
                <p14:modId xmlns:p14="http://schemas.microsoft.com/office/powerpoint/2010/main" val="623413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8011" name="think-cell Slide" r:id="rId124" imgW="7772400" imgH="10058400" progId="TCLayout.ActiveDocument.1">
                  <p:embed/>
                </p:oleObj>
              </mc:Choice>
              <mc:Fallback>
                <p:oleObj name="think-cell Slide" r:id="rId124" imgW="7772400" imgH="10058400" progId="TCLayout.ActiveDocument.1">
                  <p:embed/>
                  <p:pic>
                    <p:nvPicPr>
                      <p:cNvPr id="0" name=""/>
                      <p:cNvPicPr/>
                      <p:nvPr/>
                    </p:nvPicPr>
                    <p:blipFill>
                      <a:blip r:embed="rId125"/>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 xmlns:a16="http://schemas.microsoft.com/office/drawing/2014/main"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
        <p:nvSpPr>
          <p:cNvPr id="11" name="TextBox 10">
            <a:extLst>
              <a:ext uri="{FF2B5EF4-FFF2-40B4-BE49-F238E27FC236}">
                <a16:creationId xmlns="" xmlns:a16="http://schemas.microsoft.com/office/drawing/2014/main"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Tree>
    <p:extLst>
      <p:ext uri="{BB962C8B-B14F-4D97-AF65-F5344CB8AC3E}">
        <p14:creationId xmlns:p14="http://schemas.microsoft.com/office/powerpoint/2010/main" val="3381888689"/>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6" r:id="rId40"/>
    <p:sldLayoutId id="2147483867" r:id="rId41"/>
    <p:sldLayoutId id="2147483868" r:id="rId42"/>
    <p:sldLayoutId id="2147483869" r:id="rId43"/>
    <p:sldLayoutId id="2147483870" r:id="rId44"/>
    <p:sldLayoutId id="2147483871" r:id="rId45"/>
    <p:sldLayoutId id="2147483872" r:id="rId46"/>
    <p:sldLayoutId id="2147483873" r:id="rId47"/>
    <p:sldLayoutId id="2147483874" r:id="rId48"/>
    <p:sldLayoutId id="2147483875" r:id="rId49"/>
    <p:sldLayoutId id="2147483876" r:id="rId50"/>
    <p:sldLayoutId id="2147483877" r:id="rId51"/>
    <p:sldLayoutId id="2147483878" r:id="rId52"/>
    <p:sldLayoutId id="2147483879" r:id="rId53"/>
    <p:sldLayoutId id="2147483880" r:id="rId54"/>
    <p:sldLayoutId id="2147483881" r:id="rId55"/>
    <p:sldLayoutId id="2147483882" r:id="rId56"/>
    <p:sldLayoutId id="2147483883" r:id="rId57"/>
    <p:sldLayoutId id="2147483884" r:id="rId58"/>
    <p:sldLayoutId id="2147483885" r:id="rId59"/>
    <p:sldLayoutId id="2147483886" r:id="rId60"/>
    <p:sldLayoutId id="2147483887" r:id="rId61"/>
    <p:sldLayoutId id="2147483888" r:id="rId62"/>
    <p:sldLayoutId id="2147483889" r:id="rId63"/>
    <p:sldLayoutId id="2147483890" r:id="rId64"/>
    <p:sldLayoutId id="2147483891" r:id="rId65"/>
    <p:sldLayoutId id="2147483892" r:id="rId66"/>
    <p:sldLayoutId id="2147483893" r:id="rId67"/>
    <p:sldLayoutId id="2147483894" r:id="rId68"/>
    <p:sldLayoutId id="2147483895" r:id="rId69"/>
    <p:sldLayoutId id="2147483896" r:id="rId70"/>
    <p:sldLayoutId id="2147483897" r:id="rId71"/>
    <p:sldLayoutId id="2147483898" r:id="rId72"/>
    <p:sldLayoutId id="2147483899" r:id="rId73"/>
    <p:sldLayoutId id="2147483900" r:id="rId74"/>
    <p:sldLayoutId id="2147483901" r:id="rId75"/>
    <p:sldLayoutId id="2147483902" r:id="rId76"/>
    <p:sldLayoutId id="2147483903" r:id="rId77"/>
    <p:sldLayoutId id="2147483904" r:id="rId78"/>
    <p:sldLayoutId id="2147483905" r:id="rId79"/>
    <p:sldLayoutId id="2147483906" r:id="rId80"/>
    <p:sldLayoutId id="2147483907" r:id="rId81"/>
    <p:sldLayoutId id="2147483908" r:id="rId82"/>
    <p:sldLayoutId id="2147483909" r:id="rId83"/>
    <p:sldLayoutId id="2147483910" r:id="rId84"/>
    <p:sldLayoutId id="2147483911" r:id="rId85"/>
    <p:sldLayoutId id="2147483912" r:id="rId86"/>
    <p:sldLayoutId id="2147483913" r:id="rId87"/>
    <p:sldLayoutId id="2147483914" r:id="rId88"/>
    <p:sldLayoutId id="2147483915" r:id="rId89"/>
    <p:sldLayoutId id="2147483916" r:id="rId90"/>
    <p:sldLayoutId id="2147483917" r:id="rId91"/>
    <p:sldLayoutId id="2147483918" r:id="rId92"/>
    <p:sldLayoutId id="2147483919" r:id="rId93"/>
    <p:sldLayoutId id="2147483920" r:id="rId94"/>
    <p:sldLayoutId id="2147483921" r:id="rId95"/>
    <p:sldLayoutId id="2147483922" r:id="rId96"/>
    <p:sldLayoutId id="2147483923" r:id="rId97"/>
    <p:sldLayoutId id="2147483924" r:id="rId98"/>
    <p:sldLayoutId id="2147483925" r:id="rId99"/>
    <p:sldLayoutId id="2147483926" r:id="rId100"/>
    <p:sldLayoutId id="2147483927" r:id="rId101"/>
    <p:sldLayoutId id="2147483928" r:id="rId102"/>
    <p:sldLayoutId id="2147483929" r:id="rId103"/>
    <p:sldLayoutId id="2147483930" r:id="rId104"/>
    <p:sldLayoutId id="2147483931" r:id="rId105"/>
    <p:sldLayoutId id="2147483932" r:id="rId106"/>
    <p:sldLayoutId id="2147483933" r:id="rId107"/>
    <p:sldLayoutId id="2147483934" r:id="rId108"/>
    <p:sldLayoutId id="2147483935" r:id="rId109"/>
    <p:sldLayoutId id="2147483936" r:id="rId110"/>
    <p:sldLayoutId id="2147483937" r:id="rId111"/>
    <p:sldLayoutId id="2147483938" r:id="rId112"/>
    <p:sldLayoutId id="2147483939" r:id="rId113"/>
    <p:sldLayoutId id="2147483940" r:id="rId114"/>
    <p:sldLayoutId id="2147483941" r:id="rId115"/>
    <p:sldLayoutId id="2147483942" r:id="rId116"/>
    <p:sldLayoutId id="2147483943" r:id="rId117"/>
    <p:sldLayoutId id="2147483944" r:id="rId118"/>
    <p:sldLayoutId id="2147483945" r:id="rId119"/>
    <p:sldLayoutId id="2147483946" r:id="rId120"/>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232.xml"/><Relationship Id="rId1" Type="http://schemas.openxmlformats.org/officeDocument/2006/relationships/vmlDrawing" Target="../drawings/vmlDrawing223.v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23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9.xml"/></Relationships>
</file>

<file path=ppt/slides/_rels/slide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6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4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9.xml"/></Relationships>
</file>

<file path=ppt/slides/_rels/slide1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9.xml"/></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49.xml"/></Relationships>
</file>

<file path=ppt/slides/_rels/slide1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9.xml"/></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4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49.xml"/></Relationships>
</file>

<file path=ppt/slides/_rels/slide1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49.xml"/></Relationships>
</file>

<file path=ppt/slides/_rels/slide1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4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2C62F63-F613-65E8-461B-E30F9BECE5C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 xmlns:a16="http://schemas.microsoft.com/office/drawing/2014/main" id="{B35D352A-A569-4B0A-685A-75E03F950259}"/>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9823"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 xmlns:a16="http://schemas.microsoft.com/office/drawing/2014/main" id="{B35D352A-A569-4B0A-685A-75E03F9502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 name="Picture Placeholder 2">
            <a:extLst>
              <a:ext uri="{FF2B5EF4-FFF2-40B4-BE49-F238E27FC236}">
                <a16:creationId xmlns="" xmlns:a16="http://schemas.microsoft.com/office/drawing/2014/main" id="{7B23BA59-04E1-BCC3-F4FA-8A0B8E47883E}"/>
              </a:ext>
            </a:extLst>
          </p:cNvPr>
          <p:cNvPicPr>
            <a:picLocks noGrp="1" noChangeAspect="1"/>
          </p:cNvPicPr>
          <p:nvPr>
            <p:ph type="pic" sz="quarter" idx="10"/>
          </p:nvPr>
        </p:nvPicPr>
        <p:blipFill>
          <a:blip r:embed="rId6" cstate="print">
            <a:extLst>
              <a:ext uri="{28A0092B-C50C-407E-A947-70E740481C1C}">
                <a14:useLocalDpi xmlns:a14="http://schemas.microsoft.com/office/drawing/2010/main"/>
              </a:ext>
            </a:extLst>
          </a:blip>
          <a:srcRect/>
          <a:stretch/>
        </p:blipFill>
        <p:spPr>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rgbClr val="FFFFFF">
              <a:lumMod val="95000"/>
            </a:srgbClr>
          </a:solidFill>
        </p:spPr>
      </p:pic>
      <p:sp>
        <p:nvSpPr>
          <p:cNvPr id="7" name="Title 6">
            <a:extLst>
              <a:ext uri="{FF2B5EF4-FFF2-40B4-BE49-F238E27FC236}">
                <a16:creationId xmlns="" xmlns:a16="http://schemas.microsoft.com/office/drawing/2014/main" id="{8BCCF240-086B-DEFA-BC9A-4868CDC7DEA8}"/>
              </a:ext>
            </a:extLst>
          </p:cNvPr>
          <p:cNvSpPr>
            <a:spLocks noGrp="1"/>
          </p:cNvSpPr>
          <p:nvPr>
            <p:ph type="ctrTitle"/>
          </p:nvPr>
        </p:nvSpPr>
        <p:spPr/>
        <p:txBody>
          <a:bodyPr vert="horz"/>
          <a:lstStyle/>
          <a:p>
            <a:r>
              <a:rPr lang="en-US" dirty="0" smtClean="0"/>
              <a:t>AI/ML</a:t>
            </a:r>
            <a:br>
              <a:rPr lang="en-US" dirty="0" smtClean="0"/>
            </a:br>
            <a:r>
              <a:rPr lang="en-US" dirty="0" smtClean="0"/>
              <a:t>Part-02</a:t>
            </a:r>
            <a:endParaRPr lang="en-US" dirty="0"/>
          </a:p>
        </p:txBody>
      </p:sp>
      <p:sp>
        <p:nvSpPr>
          <p:cNvPr id="11" name="Subtitle 10">
            <a:extLst>
              <a:ext uri="{FF2B5EF4-FFF2-40B4-BE49-F238E27FC236}">
                <a16:creationId xmlns="" xmlns:a16="http://schemas.microsoft.com/office/drawing/2014/main" id="{04DAD340-52B1-7144-3B72-D95266398734}"/>
              </a:ext>
            </a:extLst>
          </p:cNvPr>
          <p:cNvSpPr>
            <a:spLocks noGrp="1"/>
          </p:cNvSpPr>
          <p:nvPr>
            <p:ph type="subTitle" idx="1"/>
          </p:nvPr>
        </p:nvSpPr>
        <p:spPr/>
        <p:txBody>
          <a:bodyPr/>
          <a:lstStyle/>
          <a:p>
            <a:r>
              <a:rPr lang="en-US"/>
              <a:t>Date</a:t>
            </a:r>
          </a:p>
          <a:p>
            <a:endParaRPr lang="en-US"/>
          </a:p>
          <a:p>
            <a:r>
              <a:rPr lang="en-US"/>
              <a:t>Name</a:t>
            </a:r>
          </a:p>
          <a:p>
            <a:r>
              <a:rPr lang="en-US"/>
              <a:t>Title</a:t>
            </a:r>
          </a:p>
        </p:txBody>
      </p:sp>
    </p:spTree>
    <p:extLst>
      <p:ext uri="{BB962C8B-B14F-4D97-AF65-F5344CB8AC3E}">
        <p14:creationId xmlns:p14="http://schemas.microsoft.com/office/powerpoint/2010/main" val="3501779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US" dirty="0"/>
              <a:t>Objectives</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3363998"/>
          </a:xfrm>
        </p:spPr>
        <p:txBody>
          <a:bodyPr/>
          <a:lstStyle/>
          <a:p>
            <a:pPr>
              <a:buClr>
                <a:srgbClr val="00B0F0"/>
              </a:buClr>
              <a:buFont typeface="Courier New" panose="02070309020205020404" pitchFamily="49" charset="0"/>
              <a:buChar char="o"/>
            </a:pPr>
            <a:r>
              <a:rPr lang="en-US" dirty="0" smtClean="0"/>
              <a:t>Understand </a:t>
            </a:r>
            <a:r>
              <a:rPr lang="en-US" dirty="0"/>
              <a:t>the concept and applications of linear regression</a:t>
            </a:r>
            <a:r>
              <a:rPr lang="en-US" dirty="0" smtClean="0"/>
              <a:t>.</a:t>
            </a:r>
          </a:p>
          <a:p>
            <a:pPr>
              <a:buClr>
                <a:srgbClr val="00B0F0"/>
              </a:buClr>
              <a:buFont typeface="Courier New" panose="02070309020205020404" pitchFamily="49" charset="0"/>
              <a:buChar char="o"/>
            </a:pPr>
            <a:r>
              <a:rPr lang="en-US" dirty="0" smtClean="0"/>
              <a:t>Learn </a:t>
            </a:r>
            <a:r>
              <a:rPr lang="en-US" dirty="0"/>
              <a:t>the mathematical foundation of regression models</a:t>
            </a:r>
            <a:r>
              <a:rPr lang="en-US" dirty="0" smtClean="0"/>
              <a:t>.</a:t>
            </a:r>
          </a:p>
          <a:p>
            <a:pPr>
              <a:buClr>
                <a:srgbClr val="00B0F0"/>
              </a:buClr>
              <a:buFont typeface="Courier New" panose="02070309020205020404" pitchFamily="49" charset="0"/>
              <a:buChar char="o"/>
            </a:pPr>
            <a:r>
              <a:rPr lang="en-US" dirty="0" smtClean="0"/>
              <a:t>Build </a:t>
            </a:r>
            <a:r>
              <a:rPr lang="en-US" dirty="0"/>
              <a:t>and train linear regression models using machine learning tools</a:t>
            </a:r>
            <a:r>
              <a:rPr lang="en-US" dirty="0" smtClean="0"/>
              <a:t>.</a:t>
            </a:r>
          </a:p>
          <a:p>
            <a:pPr>
              <a:buClr>
                <a:srgbClr val="00B0F0"/>
              </a:buClr>
              <a:buFont typeface="Courier New" panose="02070309020205020404" pitchFamily="49" charset="0"/>
              <a:buChar char="o"/>
            </a:pPr>
            <a:r>
              <a:rPr lang="en-US" dirty="0" smtClean="0"/>
              <a:t>Understand </a:t>
            </a:r>
            <a:r>
              <a:rPr lang="en-US" dirty="0"/>
              <a:t>cost functions and optimization techniques</a:t>
            </a:r>
            <a:r>
              <a:rPr lang="en-US" dirty="0" smtClean="0"/>
              <a:t>.</a:t>
            </a:r>
          </a:p>
          <a:p>
            <a:pPr>
              <a:buClr>
                <a:srgbClr val="00B0F0"/>
              </a:buClr>
              <a:buFont typeface="Courier New" panose="02070309020205020404" pitchFamily="49" charset="0"/>
              <a:buChar char="o"/>
            </a:pPr>
            <a:r>
              <a:rPr lang="en-US" dirty="0" smtClean="0"/>
              <a:t>Evaluate </a:t>
            </a:r>
            <a:r>
              <a:rPr lang="en-US" dirty="0"/>
              <a:t>model performance using regression metrics</a:t>
            </a:r>
            <a:r>
              <a:rPr lang="en-US" dirty="0" smtClean="0"/>
              <a:t>.</a:t>
            </a:r>
          </a:p>
          <a:p>
            <a:pPr>
              <a:buClr>
                <a:srgbClr val="00B0F0"/>
              </a:buClr>
              <a:buFont typeface="Courier New" panose="02070309020205020404" pitchFamily="49" charset="0"/>
              <a:buChar char="o"/>
            </a:pPr>
            <a:r>
              <a:rPr lang="en-US" dirty="0" smtClean="0"/>
              <a:t>Apply </a:t>
            </a:r>
            <a:r>
              <a:rPr lang="en-US" dirty="0"/>
              <a:t>linear regression to real-world prediction problems</a:t>
            </a:r>
            <a:r>
              <a:rPr lang="en-US" dirty="0" smtClean="0"/>
              <a:t>.</a:t>
            </a:r>
          </a:p>
          <a:p>
            <a:pPr>
              <a:buClr>
                <a:srgbClr val="00B0F0"/>
              </a:buClr>
              <a:buFont typeface="Courier New" panose="02070309020205020404" pitchFamily="49" charset="0"/>
              <a:buChar char="o"/>
            </a:pPr>
            <a:r>
              <a:rPr lang="en-US" dirty="0" smtClean="0"/>
              <a:t>Interpret </a:t>
            </a:r>
            <a:r>
              <a:rPr lang="en-US" dirty="0"/>
              <a:t>model coefficients and make data-driven decisions.</a:t>
            </a:r>
            <a:endParaRPr lang="en-US" dirty="0"/>
          </a:p>
        </p:txBody>
      </p:sp>
    </p:spTree>
    <p:extLst>
      <p:ext uri="{BB962C8B-B14F-4D97-AF65-F5344CB8AC3E}">
        <p14:creationId xmlns:p14="http://schemas.microsoft.com/office/powerpoint/2010/main" val="120967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Understanding Simple Linear Regression</a:t>
            </a: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648930"/>
          </a:xfrm>
        </p:spPr>
        <p:txBody>
          <a:bodyPr/>
          <a:lstStyle/>
          <a:p>
            <a:pPr>
              <a:buClr>
                <a:srgbClr val="00B0F0"/>
              </a:buClr>
              <a:buFont typeface="Courier New" panose="02070309020205020404" pitchFamily="49" charset="0"/>
              <a:buChar char="o"/>
            </a:pPr>
            <a:r>
              <a:rPr lang="en-US" dirty="0" smtClean="0"/>
              <a:t>Simple </a:t>
            </a:r>
            <a:r>
              <a:rPr lang="en-US" dirty="0"/>
              <a:t>Linear Regression is one of the most fundamental algorithms in machine learning. </a:t>
            </a:r>
            <a:endParaRPr lang="en-US" dirty="0" smtClean="0"/>
          </a:p>
          <a:p>
            <a:pPr>
              <a:buClr>
                <a:srgbClr val="00B0F0"/>
              </a:buClr>
              <a:buFont typeface="Courier New" panose="02070309020205020404" pitchFamily="49" charset="0"/>
              <a:buChar char="o"/>
            </a:pPr>
            <a:r>
              <a:rPr lang="en-US" dirty="0" smtClean="0"/>
              <a:t>It </a:t>
            </a:r>
            <a:r>
              <a:rPr lang="en-US" dirty="0"/>
              <a:t>helps us predict the value of one variable (the dependent variable) based on another variable (the independent variable</a:t>
            </a:r>
            <a:r>
              <a:rPr lang="en-US" dirty="0" smtClean="0"/>
              <a:t>).</a:t>
            </a:r>
          </a:p>
          <a:p>
            <a:pPr>
              <a:buClr>
                <a:srgbClr val="00B0F0"/>
              </a:buClr>
              <a:buFont typeface="Courier New" panose="02070309020205020404" pitchFamily="49" charset="0"/>
              <a:buChar char="o"/>
            </a:pPr>
            <a:r>
              <a:rPr lang="en-IN" b="1" u="sng" dirty="0"/>
              <a:t>The Simple Linear Regression Equation</a:t>
            </a:r>
            <a:endParaRPr lang="en-IN" dirty="0"/>
          </a:p>
          <a:p>
            <a:pPr>
              <a:buClr>
                <a:srgbClr val="00B0F0"/>
              </a:buClr>
              <a:buFont typeface="Courier New" panose="02070309020205020404" pitchFamily="49" charset="0"/>
              <a:buChar char="o"/>
            </a:pPr>
            <a:r>
              <a:rPr lang="en-IN" dirty="0"/>
              <a:t>The equation for simple linear regression is:</a:t>
            </a:r>
          </a:p>
          <a:p>
            <a:pPr>
              <a:buClr>
                <a:srgbClr val="00B0F0"/>
              </a:buClr>
              <a:buFont typeface="Courier New" panose="02070309020205020404" pitchFamily="49" charset="0"/>
              <a:buChar char="o"/>
            </a:pPr>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3641253" y="3724404"/>
            <a:ext cx="4143375" cy="2028825"/>
          </a:xfrm>
          <a:prstGeom prst="rect">
            <a:avLst/>
          </a:prstGeom>
          <a:noFill/>
          <a:ln>
            <a:noFill/>
          </a:ln>
        </p:spPr>
      </p:pic>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Example: Predicting Potato Yield</a:t>
            </a: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3091103"/>
          </a:xfrm>
        </p:spPr>
        <p:txBody>
          <a:bodyPr/>
          <a:lstStyle/>
          <a:p>
            <a:pPr>
              <a:buClr>
                <a:srgbClr val="00B0F0"/>
              </a:buClr>
              <a:buFont typeface="Courier New" panose="02070309020205020404" pitchFamily="49" charset="0"/>
              <a:buChar char="o"/>
            </a:pPr>
            <a:r>
              <a:rPr lang="en-US" dirty="0" smtClean="0"/>
              <a:t>Suppose </a:t>
            </a:r>
            <a:r>
              <a:rPr lang="en-US" dirty="0"/>
              <a:t>a farmer wants to predict the potato yield based on the amount of nitrogen fertilizer </a:t>
            </a:r>
            <a:r>
              <a:rPr lang="en-US" dirty="0" smtClean="0"/>
              <a:t>used.</a:t>
            </a:r>
          </a:p>
          <a:p>
            <a:pPr>
              <a:buClr>
                <a:srgbClr val="00B0F0"/>
              </a:buClr>
              <a:buFont typeface="Courier New" panose="02070309020205020404" pitchFamily="49" charset="0"/>
              <a:buChar char="o"/>
            </a:pPr>
            <a:r>
              <a:rPr lang="en-US" dirty="0" smtClean="0"/>
              <a:t>The </a:t>
            </a:r>
            <a:r>
              <a:rPr lang="en-US" dirty="0"/>
              <a:t>regression equation </a:t>
            </a:r>
            <a:r>
              <a:rPr lang="en-US" dirty="0" smtClean="0"/>
              <a:t>becomes:</a:t>
            </a:r>
          </a:p>
          <a:p>
            <a:pPr>
              <a:buClr>
                <a:srgbClr val="00B0F0"/>
              </a:buClr>
              <a:buFont typeface="Courier New" panose="02070309020205020404" pitchFamily="49" charset="0"/>
              <a:buChar char="o"/>
            </a:pPr>
            <a:r>
              <a:rPr lang="en-IN" dirty="0" smtClean="0"/>
              <a:t>After </a:t>
            </a:r>
            <a:r>
              <a:rPr lang="en-IN" dirty="0"/>
              <a:t>training the regression model on historical farm data, we </a:t>
            </a:r>
            <a:r>
              <a:rPr lang="en-IN" dirty="0" smtClean="0"/>
              <a:t>obtain:</a:t>
            </a:r>
          </a:p>
          <a:p>
            <a:pPr lvl="1">
              <a:buClr>
                <a:srgbClr val="00B0F0"/>
              </a:buClr>
              <a:buFont typeface="Courier New" panose="02070309020205020404" pitchFamily="49" charset="0"/>
              <a:buChar char="o"/>
            </a:pPr>
            <a:r>
              <a:rPr lang="en-IN" b="1" dirty="0" smtClean="0"/>
              <a:t>Intercept </a:t>
            </a:r>
            <a:r>
              <a:rPr lang="en-IN" b="1" dirty="0"/>
              <a:t>(b₀) = 8 tons</a:t>
            </a:r>
            <a:r>
              <a:rPr lang="en-IN" dirty="0"/>
              <a:t> </a:t>
            </a:r>
            <a:endParaRPr lang="en-IN" dirty="0" smtClean="0"/>
          </a:p>
          <a:p>
            <a:pPr lvl="1">
              <a:buClr>
                <a:srgbClr val="00B0F0"/>
              </a:buClr>
              <a:buFont typeface="Courier New" panose="02070309020205020404" pitchFamily="49" charset="0"/>
              <a:buChar char="o"/>
            </a:pPr>
            <a:r>
              <a:rPr lang="en-IN" b="1" dirty="0" smtClean="0"/>
              <a:t>Slope </a:t>
            </a:r>
            <a:r>
              <a:rPr lang="en-IN" b="1" dirty="0"/>
              <a:t>(b₁) = 3 tons per kilogram</a:t>
            </a:r>
            <a:r>
              <a:rPr lang="en-IN" dirty="0"/>
              <a:t> </a:t>
            </a:r>
            <a:endParaRPr lang="en-IN" dirty="0" smtClean="0"/>
          </a:p>
          <a:p>
            <a:pPr>
              <a:buClr>
                <a:srgbClr val="00B0F0"/>
              </a:buClr>
              <a:buFont typeface="Courier New" panose="02070309020205020404" pitchFamily="49" charset="0"/>
              <a:buChar char="o"/>
            </a:pPr>
            <a:r>
              <a:rPr lang="en-IN" dirty="0" smtClean="0"/>
              <a:t>So </a:t>
            </a:r>
            <a:r>
              <a:rPr lang="en-IN" dirty="0"/>
              <a:t>the equation becomes:</a:t>
            </a:r>
          </a:p>
          <a:p>
            <a:pPr>
              <a:buClr>
                <a:srgbClr val="00B0F0"/>
              </a:buClr>
              <a:buFont typeface="Courier New" panose="02070309020205020404" pitchFamily="49" charset="0"/>
              <a:buChar char="o"/>
            </a:pPr>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5770605" y="2693292"/>
            <a:ext cx="5271761" cy="3336805"/>
          </a:xfrm>
          <a:prstGeom prst="rect">
            <a:avLst/>
          </a:prstGeom>
          <a:noFill/>
          <a:ln>
            <a:noFill/>
          </a:ln>
        </p:spPr>
      </p:pic>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US" dirty="0"/>
              <a:t>What Do These Values Mean?</a:t>
            </a: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4074962"/>
          </a:xfrm>
        </p:spPr>
        <p:txBody>
          <a:bodyPr/>
          <a:lstStyle/>
          <a:p>
            <a:pPr>
              <a:buClr>
                <a:srgbClr val="00B0F0"/>
              </a:buClr>
              <a:buFont typeface="Courier New" panose="02070309020205020404" pitchFamily="49" charset="0"/>
              <a:buChar char="o"/>
            </a:pPr>
            <a:r>
              <a:rPr lang="en-IN" b="1" dirty="0" smtClean="0"/>
              <a:t>Intercept </a:t>
            </a:r>
            <a:r>
              <a:rPr lang="en-IN" b="1" dirty="0"/>
              <a:t>(b₀ = </a:t>
            </a:r>
            <a:r>
              <a:rPr lang="en-IN" b="1" dirty="0" smtClean="0"/>
              <a:t>8)</a:t>
            </a:r>
            <a:endParaRPr lang="en-IN" dirty="0"/>
          </a:p>
          <a:p>
            <a:pPr>
              <a:buClr>
                <a:srgbClr val="00B0F0"/>
              </a:buClr>
              <a:buFont typeface="Courier New" panose="02070309020205020404" pitchFamily="49" charset="0"/>
              <a:buChar char="o"/>
            </a:pPr>
            <a:r>
              <a:rPr lang="en-IN" dirty="0" smtClean="0"/>
              <a:t>The </a:t>
            </a:r>
            <a:r>
              <a:rPr lang="en-IN" dirty="0"/>
              <a:t>intercept represents the predicted potato yield when </a:t>
            </a:r>
            <a:r>
              <a:rPr lang="en-IN" b="1" dirty="0"/>
              <a:t>no fertilizer is </a:t>
            </a:r>
            <a:r>
              <a:rPr lang="en-IN" b="1" dirty="0" smtClean="0"/>
              <a:t>used</a:t>
            </a:r>
            <a:r>
              <a:rPr lang="en-IN" dirty="0" smtClean="0"/>
              <a:t>.</a:t>
            </a:r>
          </a:p>
          <a:p>
            <a:pPr lvl="1">
              <a:buClr>
                <a:srgbClr val="00B0F0"/>
              </a:buClr>
              <a:buFont typeface="Courier New" panose="02070309020205020404" pitchFamily="49" charset="0"/>
              <a:buChar char="o"/>
            </a:pPr>
            <a:r>
              <a:rPr lang="en-IN" dirty="0" smtClean="0"/>
              <a:t>If </a:t>
            </a:r>
            <a:r>
              <a:rPr lang="en-IN" dirty="0"/>
              <a:t>fertilizer = </a:t>
            </a:r>
            <a:r>
              <a:rPr lang="en-IN" b="1" dirty="0"/>
              <a:t>0 kg</a:t>
            </a:r>
            <a:r>
              <a:rPr lang="en-IN" dirty="0"/>
              <a:t> </a:t>
            </a:r>
            <a:endParaRPr lang="en-IN" dirty="0" smtClean="0"/>
          </a:p>
          <a:p>
            <a:pPr lvl="1">
              <a:buClr>
                <a:srgbClr val="00B0F0"/>
              </a:buClr>
              <a:buFont typeface="Courier New" panose="02070309020205020404" pitchFamily="49" charset="0"/>
              <a:buChar char="o"/>
            </a:pPr>
            <a:r>
              <a:rPr lang="en-IN" dirty="0" smtClean="0"/>
              <a:t>Predicted </a:t>
            </a:r>
            <a:r>
              <a:rPr lang="en-IN" dirty="0"/>
              <a:t>potato yield = </a:t>
            </a:r>
            <a:r>
              <a:rPr lang="en-IN" b="1" dirty="0"/>
              <a:t>8 tons</a:t>
            </a:r>
            <a:r>
              <a:rPr lang="en-IN" dirty="0"/>
              <a:t> </a:t>
            </a:r>
            <a:endParaRPr lang="en-IN" dirty="0" smtClean="0"/>
          </a:p>
          <a:p>
            <a:pPr>
              <a:buClr>
                <a:srgbClr val="00B0F0"/>
              </a:buClr>
              <a:buFont typeface="Courier New" panose="02070309020205020404" pitchFamily="49" charset="0"/>
              <a:buChar char="o"/>
            </a:pPr>
            <a:r>
              <a:rPr lang="en-IN" b="1" dirty="0" smtClean="0"/>
              <a:t>Slope </a:t>
            </a:r>
            <a:r>
              <a:rPr lang="en-IN" b="1" dirty="0"/>
              <a:t>(b₁ = </a:t>
            </a:r>
            <a:r>
              <a:rPr lang="en-IN" b="1" dirty="0" smtClean="0"/>
              <a:t>3)</a:t>
            </a:r>
            <a:endParaRPr lang="en-IN" dirty="0"/>
          </a:p>
          <a:p>
            <a:pPr lvl="1">
              <a:buClr>
                <a:srgbClr val="00B0F0"/>
              </a:buClr>
              <a:buFont typeface="Courier New" panose="02070309020205020404" pitchFamily="49" charset="0"/>
              <a:buChar char="o"/>
            </a:pPr>
            <a:r>
              <a:rPr lang="en-IN" dirty="0" smtClean="0"/>
              <a:t>The </a:t>
            </a:r>
            <a:r>
              <a:rPr lang="en-IN" dirty="0"/>
              <a:t>slope tells us how the potato yield changes with fertilizer </a:t>
            </a:r>
            <a:r>
              <a:rPr lang="en-IN" dirty="0" smtClean="0"/>
              <a:t>usage.</a:t>
            </a:r>
          </a:p>
          <a:p>
            <a:pPr lvl="1">
              <a:buClr>
                <a:srgbClr val="00B0F0"/>
              </a:buClr>
              <a:buFont typeface="Courier New" panose="02070309020205020404" pitchFamily="49" charset="0"/>
              <a:buChar char="o"/>
            </a:pPr>
            <a:r>
              <a:rPr lang="en-IN" dirty="0" smtClean="0"/>
              <a:t>A </a:t>
            </a:r>
            <a:r>
              <a:rPr lang="en-IN" dirty="0"/>
              <a:t>slope of </a:t>
            </a:r>
            <a:r>
              <a:rPr lang="en-IN" b="1" dirty="0"/>
              <a:t>3</a:t>
            </a:r>
            <a:r>
              <a:rPr lang="en-IN" dirty="0"/>
              <a:t> </a:t>
            </a:r>
            <a:r>
              <a:rPr lang="en-IN" dirty="0" smtClean="0"/>
              <a:t>means:</a:t>
            </a:r>
          </a:p>
          <a:p>
            <a:pPr lvl="1">
              <a:buClr>
                <a:srgbClr val="00B0F0"/>
              </a:buClr>
              <a:buFont typeface="Courier New" panose="02070309020205020404" pitchFamily="49" charset="0"/>
              <a:buChar char="o"/>
            </a:pPr>
            <a:r>
              <a:rPr lang="en-IN" dirty="0" smtClean="0"/>
              <a:t>For </a:t>
            </a:r>
            <a:r>
              <a:rPr lang="en-IN" dirty="0"/>
              <a:t>every additional </a:t>
            </a:r>
            <a:r>
              <a:rPr lang="en-IN" b="1" dirty="0"/>
              <a:t>1 kilogram</a:t>
            </a:r>
            <a:r>
              <a:rPr lang="en-IN" dirty="0"/>
              <a:t> of nitrogen fertilizer applied, the predicted potato yield increases by </a:t>
            </a:r>
            <a:r>
              <a:rPr lang="en-IN" b="1" dirty="0"/>
              <a:t>3 </a:t>
            </a:r>
            <a:r>
              <a:rPr lang="en-IN" b="1" dirty="0" smtClean="0"/>
              <a:t>tons</a:t>
            </a:r>
            <a:r>
              <a:rPr lang="en-IN" dirty="0" smtClean="0"/>
              <a:t>.</a:t>
            </a:r>
          </a:p>
          <a:p>
            <a:pPr lvl="1">
              <a:buClr>
                <a:srgbClr val="00B0F0"/>
              </a:buClr>
              <a:buFont typeface="Courier New" panose="02070309020205020404" pitchFamily="49" charset="0"/>
              <a:buChar char="o"/>
            </a:pPr>
            <a:r>
              <a:rPr lang="en-IN" dirty="0" smtClean="0"/>
              <a:t>This </a:t>
            </a:r>
            <a:r>
              <a:rPr lang="en-IN" dirty="0"/>
              <a:t>indicates a positive relationship between fertilizer usage and potato production.</a:t>
            </a:r>
          </a:p>
          <a:p>
            <a:r>
              <a:rPr lang="en-IN" dirty="0"/>
              <a:t> </a:t>
            </a:r>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Visual Interpretation</a:t>
            </a: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4074962"/>
          </a:xfrm>
        </p:spPr>
        <p:txBody>
          <a:bodyPr/>
          <a:lstStyle/>
          <a:p>
            <a:pPr>
              <a:buClr>
                <a:srgbClr val="00B0F0"/>
              </a:buClr>
              <a:buFont typeface="Courier New" panose="02070309020205020404" pitchFamily="49" charset="0"/>
              <a:buChar char="o"/>
            </a:pPr>
            <a:r>
              <a:rPr lang="en-US" dirty="0" smtClean="0"/>
              <a:t>Imagine </a:t>
            </a:r>
            <a:r>
              <a:rPr lang="en-US" dirty="0"/>
              <a:t>plotting the data on a graph:</a:t>
            </a:r>
          </a:p>
          <a:p>
            <a:pPr lvl="1">
              <a:buClr>
                <a:srgbClr val="00B0F0"/>
              </a:buClr>
              <a:buFont typeface="Courier New" panose="02070309020205020404" pitchFamily="49" charset="0"/>
              <a:buChar char="o"/>
            </a:pPr>
            <a:r>
              <a:rPr lang="en-US" dirty="0" smtClean="0"/>
              <a:t>X-axis</a:t>
            </a:r>
            <a:r>
              <a:rPr lang="en-US" dirty="0"/>
              <a:t>: Nitrogen fertilizer used (kg) </a:t>
            </a:r>
          </a:p>
          <a:p>
            <a:pPr lvl="1">
              <a:buClr>
                <a:srgbClr val="00B0F0"/>
              </a:buClr>
              <a:buFont typeface="Courier New" panose="02070309020205020404" pitchFamily="49" charset="0"/>
              <a:buChar char="o"/>
            </a:pPr>
            <a:r>
              <a:rPr lang="en-US" dirty="0" smtClean="0"/>
              <a:t>Y-axis</a:t>
            </a:r>
            <a:r>
              <a:rPr lang="en-US" dirty="0"/>
              <a:t>: Potato yield (tons) </a:t>
            </a:r>
          </a:p>
          <a:p>
            <a:pPr>
              <a:buClr>
                <a:srgbClr val="00B0F0"/>
              </a:buClr>
              <a:buFont typeface="Courier New" panose="02070309020205020404" pitchFamily="49" charset="0"/>
              <a:buChar char="o"/>
            </a:pPr>
            <a:r>
              <a:rPr lang="en-US" dirty="0"/>
              <a:t>Each point on the scatter plot represents a different harvest season. </a:t>
            </a:r>
          </a:p>
          <a:p>
            <a:pPr lvl="1">
              <a:buClr>
                <a:srgbClr val="00B0F0"/>
              </a:buClr>
              <a:buFont typeface="Courier New" panose="02070309020205020404" pitchFamily="49" charset="0"/>
              <a:buChar char="o"/>
            </a:pPr>
            <a:r>
              <a:rPr lang="en-US" dirty="0" smtClean="0"/>
              <a:t>How </a:t>
            </a:r>
            <a:r>
              <a:rPr lang="en-US" dirty="0"/>
              <a:t>much fertilizer was applied </a:t>
            </a:r>
          </a:p>
          <a:p>
            <a:pPr lvl="1">
              <a:buClr>
                <a:srgbClr val="00B0F0"/>
              </a:buClr>
              <a:buFont typeface="Courier New" panose="02070309020205020404" pitchFamily="49" charset="0"/>
              <a:buChar char="o"/>
            </a:pPr>
            <a:r>
              <a:rPr lang="en-US" dirty="0" smtClean="0"/>
              <a:t>How </a:t>
            </a:r>
            <a:r>
              <a:rPr lang="en-US" dirty="0"/>
              <a:t>many tons of potatoes were harvested </a:t>
            </a:r>
          </a:p>
          <a:p>
            <a:pPr>
              <a:buClr>
                <a:srgbClr val="00B0F0"/>
              </a:buClr>
              <a:buFont typeface="Courier New" panose="02070309020205020404" pitchFamily="49" charset="0"/>
              <a:buChar char="o"/>
            </a:pPr>
            <a:r>
              <a:rPr lang="en-US" dirty="0"/>
              <a:t>These observations form a collection of data points.</a:t>
            </a:r>
          </a:p>
          <a:p>
            <a:pPr>
              <a:buClr>
                <a:srgbClr val="00B0F0"/>
              </a:buClr>
              <a:buFont typeface="Courier New" panose="02070309020205020404" pitchFamily="49" charset="0"/>
              <a:buChar char="o"/>
            </a:pPr>
            <a:r>
              <a:rPr lang="en-US" dirty="0"/>
              <a:t>The linear regression algorithm then fits the best-fit straight line through these points.</a:t>
            </a:r>
          </a:p>
          <a:p>
            <a:pPr lvl="1">
              <a:buClr>
                <a:srgbClr val="00B0F0"/>
              </a:buClr>
              <a:buFont typeface="Courier New" panose="02070309020205020404" pitchFamily="49" charset="0"/>
              <a:buChar char="o"/>
            </a:pPr>
            <a:r>
              <a:rPr lang="en-US" dirty="0" smtClean="0"/>
              <a:t>The </a:t>
            </a:r>
            <a:r>
              <a:rPr lang="en-US" dirty="0"/>
              <a:t>line starts at the Y-intercept (8 tons). </a:t>
            </a:r>
          </a:p>
          <a:p>
            <a:pPr lvl="1">
              <a:buClr>
                <a:srgbClr val="00B0F0"/>
              </a:buClr>
              <a:buFont typeface="Courier New" panose="02070309020205020404" pitchFamily="49" charset="0"/>
              <a:buChar char="o"/>
            </a:pPr>
            <a:r>
              <a:rPr lang="en-US" dirty="0" smtClean="0"/>
              <a:t>It </a:t>
            </a:r>
            <a:r>
              <a:rPr lang="en-US" dirty="0"/>
              <a:t>rises with a slope of 3, meaning the predicted yield increases by 3 tons for every additional kilogram of fertilizer. </a:t>
            </a:r>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8119659" y="274655"/>
            <a:ext cx="3959860" cy="3244215"/>
          </a:xfrm>
          <a:prstGeom prst="rect">
            <a:avLst/>
          </a:prstGeom>
          <a:noFill/>
          <a:ln>
            <a:noFill/>
          </a:ln>
        </p:spPr>
      </p:pic>
    </p:spTree>
    <p:extLst>
      <p:ext uri="{BB962C8B-B14F-4D97-AF65-F5344CB8AC3E}">
        <p14:creationId xmlns:p14="http://schemas.microsoft.com/office/powerpoint/2010/main" val="36145866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Key Takeaways</a:t>
            </a:r>
            <a:r>
              <a:rPr lang="en-IN" dirty="0" smtClean="0"/>
              <a:t/>
            </a:r>
            <a:br>
              <a:rPr lang="en-IN" dirty="0" smtClean="0"/>
            </a:br>
            <a:endParaRPr lang="en-US" dirty="0" smtClean="0"/>
          </a:p>
          <a:p>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93797" y="1248032"/>
            <a:ext cx="11450409" cy="2648930"/>
          </a:xfrm>
        </p:spPr>
        <p:txBody>
          <a:bodyPr/>
          <a:lstStyle/>
          <a:p>
            <a:pPr>
              <a:buClr>
                <a:srgbClr val="00B0F0"/>
              </a:buClr>
              <a:buFont typeface="Courier New" panose="02070309020205020404" pitchFamily="49" charset="0"/>
              <a:buChar char="o"/>
            </a:pPr>
            <a:r>
              <a:rPr lang="en-US" dirty="0" smtClean="0"/>
              <a:t>The </a:t>
            </a:r>
            <a:r>
              <a:rPr lang="en-US" dirty="0"/>
              <a:t>dependent variable (Y) is the value being predicted. </a:t>
            </a:r>
            <a:endParaRPr lang="en-US" dirty="0" smtClean="0"/>
          </a:p>
          <a:p>
            <a:pPr>
              <a:buClr>
                <a:srgbClr val="00B0F0"/>
              </a:buClr>
              <a:buFont typeface="Courier New" panose="02070309020205020404" pitchFamily="49" charset="0"/>
              <a:buChar char="o"/>
            </a:pPr>
            <a:r>
              <a:rPr lang="en-US" dirty="0" smtClean="0"/>
              <a:t>The </a:t>
            </a:r>
            <a:r>
              <a:rPr lang="en-US" dirty="0"/>
              <a:t>independent variable (X) is the predictor. </a:t>
            </a:r>
            <a:endParaRPr lang="en-US" dirty="0" smtClean="0"/>
          </a:p>
          <a:p>
            <a:pPr>
              <a:buClr>
                <a:srgbClr val="00B0F0"/>
              </a:buClr>
              <a:buFont typeface="Courier New" panose="02070309020205020404" pitchFamily="49" charset="0"/>
              <a:buChar char="o"/>
            </a:pPr>
            <a:r>
              <a:rPr lang="en-US" dirty="0" smtClean="0"/>
              <a:t>The </a:t>
            </a:r>
            <a:r>
              <a:rPr lang="en-US" dirty="0"/>
              <a:t>intercept (b₀) is the predicted value of Y when X is zero. </a:t>
            </a:r>
            <a:endParaRPr lang="en-US" dirty="0" smtClean="0"/>
          </a:p>
          <a:p>
            <a:pPr>
              <a:buClr>
                <a:srgbClr val="00B0F0"/>
              </a:buClr>
              <a:buFont typeface="Courier New" panose="02070309020205020404" pitchFamily="49" charset="0"/>
              <a:buChar char="o"/>
            </a:pPr>
            <a:r>
              <a:rPr lang="en-US" dirty="0" smtClean="0"/>
              <a:t>The </a:t>
            </a:r>
            <a:r>
              <a:rPr lang="en-US" dirty="0"/>
              <a:t>slope (b₁) shows how much Y changes for each one-unit increase in X. </a:t>
            </a:r>
            <a:endParaRPr lang="en-US" dirty="0" smtClean="0"/>
          </a:p>
          <a:p>
            <a:pPr>
              <a:buClr>
                <a:srgbClr val="00B0F0"/>
              </a:buClr>
              <a:buFont typeface="Courier New" panose="02070309020205020404" pitchFamily="49" charset="0"/>
              <a:buChar char="o"/>
            </a:pPr>
            <a:r>
              <a:rPr lang="en-US" dirty="0" smtClean="0"/>
              <a:t>A </a:t>
            </a:r>
            <a:r>
              <a:rPr lang="en-US" dirty="0"/>
              <a:t>scatter plot visualizes the data, while the regression line represents the best linear relationship between the variables. </a:t>
            </a:r>
          </a:p>
        </p:txBody>
      </p:sp>
    </p:spTree>
    <p:extLst>
      <p:ext uri="{BB962C8B-B14F-4D97-AF65-F5344CB8AC3E}">
        <p14:creationId xmlns:p14="http://schemas.microsoft.com/office/powerpoint/2010/main" val="18599449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Ordinary Least Squares (OLS): Finding the Best Regression Line</a:t>
            </a:r>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6727996"/>
          </a:xfrm>
        </p:spPr>
        <p:txBody>
          <a:bodyPr/>
          <a:lstStyle/>
          <a:p>
            <a:pPr>
              <a:buClr>
                <a:srgbClr val="00B0F0"/>
              </a:buClr>
              <a:buFont typeface="Courier New" panose="02070309020205020404" pitchFamily="49" charset="0"/>
              <a:buChar char="o"/>
            </a:pPr>
            <a:r>
              <a:rPr lang="en-US" dirty="0" smtClean="0"/>
              <a:t>When </a:t>
            </a:r>
            <a:r>
              <a:rPr lang="en-US" dirty="0"/>
              <a:t>working with Simple Linear Regression, one important question </a:t>
            </a:r>
            <a:r>
              <a:rPr lang="en-US" dirty="0" smtClean="0"/>
              <a:t>arises:</a:t>
            </a:r>
          </a:p>
          <a:p>
            <a:pPr>
              <a:buClr>
                <a:srgbClr val="00B0F0"/>
              </a:buClr>
              <a:buFont typeface="Courier New" panose="02070309020205020404" pitchFamily="49" charset="0"/>
              <a:buChar char="o"/>
            </a:pPr>
            <a:r>
              <a:rPr lang="en-US" dirty="0" smtClean="0"/>
              <a:t>How </a:t>
            </a:r>
            <a:r>
              <a:rPr lang="en-US" dirty="0"/>
              <a:t>do we determine which regression line best fits the </a:t>
            </a:r>
            <a:r>
              <a:rPr lang="en-US" dirty="0" smtClean="0"/>
              <a:t>data?</a:t>
            </a:r>
          </a:p>
          <a:p>
            <a:pPr>
              <a:buClr>
                <a:srgbClr val="00B0F0"/>
              </a:buClr>
              <a:buFont typeface="Courier New" panose="02070309020205020404" pitchFamily="49" charset="0"/>
              <a:buChar char="o"/>
            </a:pPr>
            <a:r>
              <a:rPr lang="en-US" dirty="0" smtClean="0"/>
              <a:t>Since </a:t>
            </a:r>
            <a:r>
              <a:rPr lang="en-US" dirty="0"/>
              <a:t>multiple straight lines can be drawn through the same set of data points, we need a systematic way to identify the one that provides the most accurate predictions. </a:t>
            </a:r>
            <a:endParaRPr lang="en-US" dirty="0" smtClean="0"/>
          </a:p>
          <a:p>
            <a:pPr>
              <a:buClr>
                <a:srgbClr val="00B0F0"/>
              </a:buClr>
              <a:buFont typeface="Courier New" panose="02070309020205020404" pitchFamily="49" charset="0"/>
              <a:buChar char="o"/>
            </a:pPr>
            <a:r>
              <a:rPr lang="en-US" dirty="0" smtClean="0"/>
              <a:t>This </a:t>
            </a:r>
            <a:r>
              <a:rPr lang="en-US" dirty="0"/>
              <a:t>is where the Ordinary Least Squares (OLS) method comes into play.</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marL="0" indent="0">
              <a:buClr>
                <a:srgbClr val="00B0F0"/>
              </a:buClr>
              <a:buNone/>
            </a:pPr>
            <a:endParaRPr lang="en-US" dirty="0" smtClean="0"/>
          </a:p>
        </p:txBody>
      </p:sp>
    </p:spTree>
    <p:extLst>
      <p:ext uri="{BB962C8B-B14F-4D97-AF65-F5344CB8AC3E}">
        <p14:creationId xmlns:p14="http://schemas.microsoft.com/office/powerpoint/2010/main" val="16894380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Why Do We Need Ordinary Least Squares?</a:t>
            </a:r>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2953629"/>
          </a:xfrm>
        </p:spPr>
        <p:txBody>
          <a:bodyPr/>
          <a:lstStyle/>
          <a:p>
            <a:pPr>
              <a:buClr>
                <a:srgbClr val="00B0F0"/>
              </a:buClr>
              <a:buFont typeface="Courier New" panose="02070309020205020404" pitchFamily="49" charset="0"/>
              <a:buChar char="o"/>
            </a:pPr>
            <a:r>
              <a:rPr lang="en-US" dirty="0" smtClean="0"/>
              <a:t>Imagine </a:t>
            </a:r>
            <a:r>
              <a:rPr lang="en-US" dirty="0"/>
              <a:t>a scatter plot representing historical data. For </a:t>
            </a:r>
            <a:r>
              <a:rPr lang="en-US" dirty="0" smtClean="0"/>
              <a:t>example:</a:t>
            </a:r>
          </a:p>
          <a:p>
            <a:pPr>
              <a:buClr>
                <a:srgbClr val="00B0F0"/>
              </a:buClr>
              <a:buFont typeface="Courier New" panose="02070309020205020404" pitchFamily="49" charset="0"/>
              <a:buChar char="o"/>
            </a:pPr>
            <a:r>
              <a:rPr lang="en-US" dirty="0" smtClean="0"/>
              <a:t>X-axis</a:t>
            </a:r>
            <a:r>
              <a:rPr lang="en-US" dirty="0"/>
              <a:t>: Nitrogen fertilizer used (kg) </a:t>
            </a:r>
            <a:endParaRPr lang="en-US" dirty="0" smtClean="0"/>
          </a:p>
          <a:p>
            <a:pPr>
              <a:buClr>
                <a:srgbClr val="00B0F0"/>
              </a:buClr>
              <a:buFont typeface="Courier New" panose="02070309020205020404" pitchFamily="49" charset="0"/>
              <a:buChar char="o"/>
            </a:pPr>
            <a:r>
              <a:rPr lang="en-US" dirty="0" smtClean="0"/>
              <a:t>Y-axis</a:t>
            </a:r>
            <a:r>
              <a:rPr lang="en-US" dirty="0"/>
              <a:t>: Potato yield (tons) </a:t>
            </a:r>
            <a:endParaRPr lang="en-US" dirty="0" smtClean="0"/>
          </a:p>
          <a:p>
            <a:pPr>
              <a:buClr>
                <a:srgbClr val="00B0F0"/>
              </a:buClr>
              <a:buFont typeface="Courier New" panose="02070309020205020404" pitchFamily="49" charset="0"/>
              <a:buChar char="o"/>
            </a:pPr>
            <a:r>
              <a:rPr lang="en-US" dirty="0" smtClean="0"/>
              <a:t>Several </a:t>
            </a:r>
            <a:r>
              <a:rPr lang="en-US" dirty="0"/>
              <a:t>straight lines could potentially fit these data points. Some may be steeper, others flatter, and each one produces different predictions.</a:t>
            </a:r>
          </a:p>
          <a:p>
            <a:pPr marL="0" indent="0">
              <a:buClr>
                <a:srgbClr val="00B0F0"/>
              </a:buClr>
              <a:buNone/>
            </a:pPr>
            <a:r>
              <a:rPr lang="en-US" dirty="0" smtClean="0"/>
              <a:t/>
            </a:r>
            <a:br>
              <a:rPr lang="en-US" dirty="0" smtClean="0"/>
            </a:br>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4500561" y="3429000"/>
            <a:ext cx="3190875" cy="2381250"/>
          </a:xfrm>
          <a:prstGeom prst="rect">
            <a:avLst/>
          </a:prstGeom>
          <a:noFill/>
          <a:ln>
            <a:noFill/>
          </a:ln>
        </p:spPr>
      </p:pic>
    </p:spTree>
    <p:extLst>
      <p:ext uri="{BB962C8B-B14F-4D97-AF65-F5344CB8AC3E}">
        <p14:creationId xmlns:p14="http://schemas.microsoft.com/office/powerpoint/2010/main" val="22569530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Why Do We Need Ordinary Least Squares?</a:t>
            </a:r>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2680734"/>
          </a:xfrm>
        </p:spPr>
        <p:txBody>
          <a:bodyPr/>
          <a:lstStyle/>
          <a:p>
            <a:pPr>
              <a:buClr>
                <a:srgbClr val="00B0F0"/>
              </a:buClr>
              <a:buFont typeface="Courier New" panose="02070309020205020404" pitchFamily="49" charset="0"/>
              <a:buChar char="o"/>
            </a:pPr>
            <a:r>
              <a:rPr lang="en-US" dirty="0" smtClean="0"/>
              <a:t>The </a:t>
            </a:r>
            <a:r>
              <a:rPr lang="en-US" dirty="0"/>
              <a:t>challenge is to </a:t>
            </a:r>
            <a:r>
              <a:rPr lang="en-US" dirty="0" smtClean="0"/>
              <a:t>determine:</a:t>
            </a:r>
          </a:p>
          <a:p>
            <a:pPr lvl="1">
              <a:buClr>
                <a:srgbClr val="00B0F0"/>
              </a:buClr>
              <a:buFont typeface="Courier New" panose="02070309020205020404" pitchFamily="49" charset="0"/>
              <a:buChar char="o"/>
            </a:pPr>
            <a:r>
              <a:rPr lang="en-US" dirty="0" smtClean="0"/>
              <a:t>Which </a:t>
            </a:r>
            <a:r>
              <a:rPr lang="en-US" dirty="0"/>
              <a:t>line represents the data most accurately? </a:t>
            </a:r>
            <a:endParaRPr lang="en-US" dirty="0" smtClean="0"/>
          </a:p>
          <a:p>
            <a:pPr lvl="1">
              <a:buClr>
                <a:srgbClr val="00B0F0"/>
              </a:buClr>
              <a:buFont typeface="Courier New" panose="02070309020205020404" pitchFamily="49" charset="0"/>
              <a:buChar char="o"/>
            </a:pPr>
            <a:r>
              <a:rPr lang="en-US" dirty="0" smtClean="0"/>
              <a:t>How </a:t>
            </a:r>
            <a:r>
              <a:rPr lang="en-US" dirty="0"/>
              <a:t>do we define the "best" fit? </a:t>
            </a:r>
          </a:p>
          <a:p>
            <a:pPr>
              <a:buClr>
                <a:srgbClr val="00B0F0"/>
              </a:buClr>
              <a:buFont typeface="Courier New" panose="02070309020205020404" pitchFamily="49" charset="0"/>
              <a:buChar char="o"/>
            </a:pPr>
            <a:r>
              <a:rPr lang="en-US" dirty="0" smtClean="0"/>
              <a:t>The </a:t>
            </a:r>
            <a:r>
              <a:rPr lang="en-US" dirty="0"/>
              <a:t>Ordinary Least Squares (OLS) method provides the answer by measuring how well each candidate line predicts the observed data.</a:t>
            </a:r>
          </a:p>
          <a:p>
            <a:pPr marL="0" indent="0">
              <a:buClr>
                <a:srgbClr val="00B0F0"/>
              </a:buClr>
              <a:buNone/>
            </a:pPr>
            <a:r>
              <a:rPr lang="en-US" dirty="0" smtClean="0"/>
              <a:t/>
            </a:r>
            <a:br>
              <a:rPr lang="en-US" dirty="0" smtClean="0"/>
            </a:br>
            <a:endParaRPr lang="en-US" dirty="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3212757" y="3428999"/>
            <a:ext cx="4779361" cy="2539315"/>
          </a:xfrm>
          <a:prstGeom prst="rect">
            <a:avLst/>
          </a:prstGeom>
          <a:noFill/>
          <a:ln>
            <a:noFill/>
          </a:ln>
        </p:spPr>
      </p:pic>
    </p:spTree>
    <p:extLst>
      <p:ext uri="{BB962C8B-B14F-4D97-AF65-F5344CB8AC3E}">
        <p14:creationId xmlns:p14="http://schemas.microsoft.com/office/powerpoint/2010/main" val="386689565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What Is a Residual?</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08919" y="1173377"/>
            <a:ext cx="11450409" cy="5130635"/>
          </a:xfrm>
        </p:spPr>
        <p:txBody>
          <a:bodyPr/>
          <a:lstStyle/>
          <a:p>
            <a:pPr>
              <a:buClr>
                <a:srgbClr val="00B0F0"/>
              </a:buClr>
              <a:buFont typeface="Courier New" panose="02070309020205020404" pitchFamily="49" charset="0"/>
              <a:buChar char="o"/>
            </a:pPr>
            <a:r>
              <a:rPr lang="en-US" dirty="0" smtClean="0"/>
              <a:t>The </a:t>
            </a:r>
            <a:r>
              <a:rPr lang="en-US" dirty="0"/>
              <a:t>difference between the actual value and the predicted value is called the residual (or prediction error</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r>
              <a:rPr lang="en-US" dirty="0"/>
              <a:t>Using our example:</a:t>
            </a:r>
          </a:p>
          <a:p>
            <a:pPr lvl="1">
              <a:buClr>
                <a:srgbClr val="00B0F0"/>
              </a:buClr>
              <a:buFont typeface="Courier New" panose="02070309020205020404" pitchFamily="49" charset="0"/>
              <a:buChar char="o"/>
            </a:pPr>
            <a:r>
              <a:rPr lang="en-US" dirty="0" smtClean="0"/>
              <a:t>Actual </a:t>
            </a:r>
            <a:r>
              <a:rPr lang="en-US" dirty="0"/>
              <a:t>yield = 2 tons </a:t>
            </a:r>
          </a:p>
          <a:p>
            <a:pPr lvl="1">
              <a:buClr>
                <a:srgbClr val="00B0F0"/>
              </a:buClr>
              <a:buFont typeface="Courier New" panose="02070309020205020404" pitchFamily="49" charset="0"/>
              <a:buChar char="o"/>
            </a:pPr>
            <a:r>
              <a:rPr lang="en-US" dirty="0" smtClean="0"/>
              <a:t>Predicted </a:t>
            </a:r>
            <a:r>
              <a:rPr lang="en-US" dirty="0"/>
              <a:t>yield = 1.5 tons </a:t>
            </a:r>
          </a:p>
          <a:p>
            <a:pPr>
              <a:buClr>
                <a:srgbClr val="00B0F0"/>
              </a:buClr>
              <a:buFont typeface="Courier New" panose="02070309020205020404" pitchFamily="49" charset="0"/>
              <a:buChar char="o"/>
            </a:pPr>
            <a:r>
              <a:rPr lang="en-US" dirty="0"/>
              <a:t>Residual:</a:t>
            </a:r>
          </a:p>
          <a:p>
            <a:pPr lvl="1">
              <a:buClr>
                <a:srgbClr val="00B0F0"/>
              </a:buClr>
              <a:buFont typeface="Courier New" panose="02070309020205020404" pitchFamily="49" charset="0"/>
              <a:buChar char="o"/>
            </a:pPr>
            <a:r>
              <a:rPr lang="en-US" dirty="0"/>
              <a:t>2−1.5=0.5 </a:t>
            </a:r>
            <a:r>
              <a:rPr lang="en-US" dirty="0" smtClean="0"/>
              <a:t>tons</a:t>
            </a:r>
          </a:p>
          <a:p>
            <a:pPr>
              <a:buClr>
                <a:srgbClr val="00B0F0"/>
              </a:buClr>
              <a:buFont typeface="Courier New" panose="02070309020205020404" pitchFamily="49" charset="0"/>
              <a:buChar char="o"/>
            </a:pPr>
            <a:r>
              <a:rPr lang="en-IN" dirty="0"/>
              <a:t>A residual indicates how far the prediction is from the actual observation.</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3385743" y="1836215"/>
            <a:ext cx="1754668" cy="560996"/>
          </a:xfrm>
          <a:prstGeom prst="rect">
            <a:avLst/>
          </a:prstGeom>
          <a:noFill/>
          <a:ln>
            <a:noFill/>
          </a:ln>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6372036" y="1836215"/>
            <a:ext cx="5725160" cy="2273935"/>
          </a:xfrm>
          <a:prstGeom prst="rect">
            <a:avLst/>
          </a:prstGeom>
          <a:noFill/>
          <a:ln>
            <a:noFill/>
          </a:ln>
        </p:spPr>
      </p:pic>
    </p:spTree>
    <p:extLst>
      <p:ext uri="{BB962C8B-B14F-4D97-AF65-F5344CB8AC3E}">
        <p14:creationId xmlns:p14="http://schemas.microsoft.com/office/powerpoint/2010/main" val="23304442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Introduction to Multiple Linear Regression</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95416" y="1200667"/>
            <a:ext cx="10466173" cy="3158813"/>
          </a:xfrm>
        </p:spPr>
        <p:txBody>
          <a:bodyPr/>
          <a:lstStyle/>
          <a:p>
            <a:pPr>
              <a:buClr>
                <a:srgbClr val="00B0F0"/>
              </a:buClr>
              <a:buFont typeface="Courier New" panose="02070309020205020404" pitchFamily="49" charset="0"/>
              <a:buChar char="o"/>
            </a:pPr>
            <a:r>
              <a:rPr lang="en-IN" dirty="0" smtClean="0"/>
              <a:t>Multiple </a:t>
            </a:r>
            <a:r>
              <a:rPr lang="en-IN" dirty="0"/>
              <a:t>Linear Regression allows us to use </a:t>
            </a:r>
            <a:r>
              <a:rPr lang="en-IN" b="1" dirty="0"/>
              <a:t>multiple independent variables</a:t>
            </a:r>
            <a:r>
              <a:rPr lang="en-IN" dirty="0"/>
              <a:t> to make predictions</a:t>
            </a:r>
            <a:r>
              <a:rPr lang="en-IN" dirty="0" smtClean="0"/>
              <a:t>.</a:t>
            </a:r>
          </a:p>
          <a:p>
            <a:pPr>
              <a:buClr>
                <a:srgbClr val="00B0F0"/>
              </a:buClr>
              <a:buFont typeface="Courier New" panose="02070309020205020404" pitchFamily="49" charset="0"/>
              <a:buChar char="o"/>
            </a:pPr>
            <a:r>
              <a:rPr lang="en-US" dirty="0"/>
              <a:t>The Multiple Linear Regression Equation</a:t>
            </a:r>
          </a:p>
          <a:p>
            <a:pPr>
              <a:buClr>
                <a:srgbClr val="00B0F0"/>
              </a:buClr>
              <a:buFont typeface="Courier New" panose="02070309020205020404" pitchFamily="49" charset="0"/>
              <a:buChar char="o"/>
            </a:pPr>
            <a:r>
              <a:rPr lang="en-US" dirty="0"/>
              <a:t>The general equation for Multiple Linear Regression is:</a:t>
            </a:r>
          </a:p>
          <a:p>
            <a:pPr>
              <a:buClr>
                <a:srgbClr val="00B0F0"/>
              </a:buClr>
              <a:buFont typeface="Courier New" panose="02070309020205020404" pitchFamily="49" charset="0"/>
              <a:buChar char="o"/>
            </a:pPr>
            <a:endParaRPr lang="en-IN" dirty="0" smtClean="0"/>
          </a:p>
          <a:p>
            <a:pPr>
              <a:buClr>
                <a:srgbClr val="00B0F0"/>
              </a:buClr>
              <a:buFont typeface="Courier New" panose="02070309020205020404" pitchFamily="49" charset="0"/>
              <a:buChar char="o"/>
            </a:pPr>
            <a:endParaRPr lang="en-US" dirty="0"/>
          </a:p>
          <a:p>
            <a:r>
              <a:rPr lang="en-US" dirty="0"/>
              <a:t/>
            </a:r>
            <a:br>
              <a:rPr lang="en-US" dirty="0"/>
            </a:br>
            <a:endParaRPr lang="en-US" dirty="0"/>
          </a:p>
        </p:txBody>
      </p:sp>
      <p:pic>
        <p:nvPicPr>
          <p:cNvPr id="241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9274" y="2864450"/>
            <a:ext cx="5848350"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25553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b="1" dirty="0"/>
              <a:t>Example: Predicting Potato Yield</a:t>
            </a:r>
            <a:endParaRPr lang="en-IN" dirty="0"/>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506627" y="1287163"/>
            <a:ext cx="10898659" cy="5603585"/>
          </a:xfrm>
        </p:spPr>
        <p:txBody>
          <a:bodyPr/>
          <a:lstStyle/>
          <a:p>
            <a:pPr>
              <a:buClr>
                <a:srgbClr val="00B0F0"/>
              </a:buClr>
              <a:buFont typeface="Courier New" panose="02070309020205020404" pitchFamily="49" charset="0"/>
              <a:buChar char="o"/>
            </a:pPr>
            <a:r>
              <a:rPr lang="en-US" dirty="0" smtClean="0"/>
              <a:t>Suppose </a:t>
            </a:r>
            <a:r>
              <a:rPr lang="en-US" dirty="0"/>
              <a:t>we want to predict potato production based on three different factors:</a:t>
            </a:r>
          </a:p>
          <a:p>
            <a:pPr lvl="1">
              <a:buClr>
                <a:srgbClr val="00B0F0"/>
              </a:buClr>
              <a:buFont typeface="Courier New" panose="02070309020205020404" pitchFamily="49" charset="0"/>
              <a:buChar char="o"/>
            </a:pPr>
            <a:r>
              <a:rPr lang="en-US" dirty="0" smtClean="0"/>
              <a:t>Amount </a:t>
            </a:r>
            <a:r>
              <a:rPr lang="en-US" dirty="0"/>
              <a:t>of nitrogen fertilizer used </a:t>
            </a:r>
          </a:p>
          <a:p>
            <a:pPr lvl="1">
              <a:buClr>
                <a:srgbClr val="00B0F0"/>
              </a:buClr>
              <a:buFont typeface="Courier New" panose="02070309020205020404" pitchFamily="49" charset="0"/>
              <a:buChar char="o"/>
            </a:pPr>
            <a:r>
              <a:rPr lang="en-US" dirty="0" smtClean="0"/>
              <a:t>Average </a:t>
            </a:r>
            <a:r>
              <a:rPr lang="en-US" dirty="0"/>
              <a:t>temperature during the season </a:t>
            </a:r>
          </a:p>
          <a:p>
            <a:pPr lvl="1">
              <a:buClr>
                <a:srgbClr val="00B0F0"/>
              </a:buClr>
              <a:buFont typeface="Courier New" panose="02070309020205020404" pitchFamily="49" charset="0"/>
              <a:buChar char="o"/>
            </a:pPr>
            <a:r>
              <a:rPr lang="en-US" dirty="0" smtClean="0"/>
              <a:t>Amount </a:t>
            </a:r>
            <a:r>
              <a:rPr lang="en-US" dirty="0"/>
              <a:t>of rainfall received </a:t>
            </a:r>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r>
              <a:rPr lang="en-US" dirty="0" smtClean="0"/>
              <a:t>The </a:t>
            </a:r>
            <a:r>
              <a:rPr lang="en-US" dirty="0"/>
              <a:t>regression equation could look like:</a:t>
            </a:r>
          </a:p>
          <a:p>
            <a:r>
              <a:rPr lang="en-US" dirty="0"/>
              <a:t/>
            </a:r>
            <a:br>
              <a:rPr lang="en-US" dirty="0"/>
            </a:br>
            <a:endParaRPr lang="en-US" dirty="0"/>
          </a:p>
          <a:p>
            <a:r>
              <a:rPr lang="en-US" dirty="0"/>
              <a:t/>
            </a:r>
            <a:br>
              <a:rPr lang="en-US" dirty="0"/>
            </a:br>
            <a:endParaRPr lang="en-US" dirty="0"/>
          </a:p>
        </p:txBody>
      </p:sp>
      <p:pic>
        <p:nvPicPr>
          <p:cNvPr id="242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6668" y="3033586"/>
            <a:ext cx="6600825" cy="1414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p:nvPr/>
        </p:nvPicPr>
        <p:blipFill>
          <a:blip r:embed="rId3"/>
          <a:stretch>
            <a:fillRect/>
          </a:stretch>
        </p:blipFill>
        <p:spPr>
          <a:xfrm>
            <a:off x="2921326" y="5780182"/>
            <a:ext cx="5731510" cy="388620"/>
          </a:xfrm>
          <a:prstGeom prst="rect">
            <a:avLst/>
          </a:prstGeom>
        </p:spPr>
      </p:pic>
    </p:spTree>
    <p:extLst>
      <p:ext uri="{BB962C8B-B14F-4D97-AF65-F5344CB8AC3E}">
        <p14:creationId xmlns:p14="http://schemas.microsoft.com/office/powerpoint/2010/main" val="3107723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IN" dirty="0"/>
              <a:t>Interpreting the Equation</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3022366"/>
          </a:xfrm>
        </p:spPr>
        <p:txBody>
          <a:bodyPr/>
          <a:lstStyle/>
          <a:p>
            <a:pPr lvl="0">
              <a:buClr>
                <a:srgbClr val="00B0F0"/>
              </a:buClr>
              <a:buFont typeface="Courier New" panose="02070309020205020404" pitchFamily="49" charset="0"/>
              <a:buChar char="o"/>
            </a:pPr>
            <a:r>
              <a:rPr lang="en-US" dirty="0" smtClean="0"/>
              <a:t>The </a:t>
            </a:r>
            <a:r>
              <a:rPr lang="en-US" dirty="0"/>
              <a:t>diagram above illustrates the Machine Learning </a:t>
            </a:r>
            <a:r>
              <a:rPr lang="en-US" dirty="0" smtClean="0"/>
              <a:t>process.</a:t>
            </a:r>
          </a:p>
          <a:p>
            <a:pPr lvl="0">
              <a:buClr>
                <a:srgbClr val="00B0F0"/>
              </a:buClr>
              <a:buFont typeface="Courier New" panose="02070309020205020404" pitchFamily="49" charset="0"/>
              <a:buChar char="o"/>
            </a:pPr>
            <a:r>
              <a:rPr lang="en-US" b="1" dirty="0"/>
              <a:t>Intercept: 8 Tons</a:t>
            </a:r>
          </a:p>
          <a:p>
            <a:pPr lvl="1">
              <a:buClr>
                <a:srgbClr val="00B0F0"/>
              </a:buClr>
              <a:buFont typeface="Courier New" panose="02070309020205020404" pitchFamily="49" charset="0"/>
              <a:buChar char="o"/>
            </a:pPr>
            <a:r>
              <a:rPr lang="en-US" dirty="0"/>
              <a:t>The value 8 tons represents the predicted potato yield when all input variables are zero.</a:t>
            </a:r>
          </a:p>
          <a:p>
            <a:pPr lvl="0">
              <a:buClr>
                <a:srgbClr val="00B0F0"/>
              </a:buClr>
              <a:buFont typeface="Courier New" panose="02070309020205020404" pitchFamily="49" charset="0"/>
              <a:buChar char="o"/>
            </a:pPr>
            <a:r>
              <a:rPr lang="en-US" dirty="0"/>
              <a:t>This is the baseline value of the model.</a:t>
            </a:r>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4379170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IN" dirty="0"/>
              <a:t>Interpreting the Equation</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2443746"/>
          </a:xfrm>
        </p:spPr>
        <p:txBody>
          <a:bodyPr/>
          <a:lstStyle/>
          <a:p>
            <a:pPr lvl="0">
              <a:buClr>
                <a:srgbClr val="00B0F0"/>
              </a:buClr>
              <a:buFont typeface="Courier New" panose="02070309020205020404" pitchFamily="49" charset="0"/>
              <a:buChar char="o"/>
            </a:pPr>
            <a:r>
              <a:rPr lang="en-US" b="1" dirty="0" smtClean="0"/>
              <a:t>Fertilizer </a:t>
            </a:r>
            <a:r>
              <a:rPr lang="en-US" b="1" dirty="0"/>
              <a:t>Coefficient: 3 Tons per </a:t>
            </a:r>
            <a:r>
              <a:rPr lang="en-US" b="1" dirty="0" smtClean="0"/>
              <a:t>Kilogram</a:t>
            </a:r>
          </a:p>
          <a:p>
            <a:pPr lvl="0">
              <a:buClr>
                <a:srgbClr val="00B0F0"/>
              </a:buClr>
              <a:buFont typeface="Courier New" panose="02070309020205020404" pitchFamily="49" charset="0"/>
              <a:buChar char="o"/>
            </a:pPr>
            <a:r>
              <a:rPr lang="en-US" dirty="0"/>
              <a:t>For every additional kilogram of nitrogen fertilizer used, potato production increases by approximately 3 tons, assuming temperature and rainfall remain unchanged</a:t>
            </a:r>
            <a:r>
              <a:rPr lang="en-US" dirty="0" smtClean="0"/>
              <a:t>.</a:t>
            </a:r>
          </a:p>
          <a:p>
            <a:pPr lvl="0">
              <a:buClr>
                <a:srgbClr val="00B0F0"/>
              </a:buClr>
              <a:buFont typeface="Courier New" panose="02070309020205020404" pitchFamily="49" charset="0"/>
              <a:buChar char="o"/>
            </a:pPr>
            <a:r>
              <a:rPr lang="en-US" dirty="0" smtClean="0"/>
              <a:t>This </a:t>
            </a:r>
            <a:r>
              <a:rPr lang="en-US" dirty="0"/>
              <a:t>is a positive relationship.</a:t>
            </a:r>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3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7887" y="3576638"/>
            <a:ext cx="7896225"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32256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IN" dirty="0"/>
              <a:t>Interpreting the Equation</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2443746"/>
          </a:xfrm>
        </p:spPr>
        <p:txBody>
          <a:bodyPr/>
          <a:lstStyle/>
          <a:p>
            <a:pPr lvl="0">
              <a:buClr>
                <a:srgbClr val="00B0F0"/>
              </a:buClr>
              <a:buFont typeface="Courier New" panose="02070309020205020404" pitchFamily="49" charset="0"/>
              <a:buChar char="o"/>
            </a:pPr>
            <a:r>
              <a:rPr lang="en-US" b="1" dirty="0" smtClean="0"/>
              <a:t>Temperature </a:t>
            </a:r>
            <a:r>
              <a:rPr lang="en-US" b="1" dirty="0"/>
              <a:t>Coefficient: -0.54 Tons per Degree </a:t>
            </a:r>
            <a:r>
              <a:rPr lang="en-US" b="1" dirty="0" smtClean="0"/>
              <a:t>Celsius</a:t>
            </a:r>
          </a:p>
          <a:p>
            <a:pPr lvl="0">
              <a:buClr>
                <a:srgbClr val="00B0F0"/>
              </a:buClr>
              <a:buFont typeface="Courier New" panose="02070309020205020404" pitchFamily="49" charset="0"/>
              <a:buChar char="o"/>
            </a:pPr>
            <a:r>
              <a:rPr lang="en-US" dirty="0"/>
              <a:t>For every 1°C increase in temperature, potato production decreases by 0.54 tons, assuming fertilizer and rainfall remain constant</a:t>
            </a:r>
            <a:r>
              <a:rPr lang="en-US" dirty="0" smtClean="0"/>
              <a:t>.</a:t>
            </a:r>
          </a:p>
          <a:p>
            <a:pPr lvl="0">
              <a:buClr>
                <a:srgbClr val="00B0F0"/>
              </a:buClr>
              <a:buFont typeface="Courier New" panose="02070309020205020404" pitchFamily="49" charset="0"/>
              <a:buChar char="o"/>
            </a:pPr>
            <a:r>
              <a:rPr lang="en-US" dirty="0" smtClean="0"/>
              <a:t>The </a:t>
            </a:r>
            <a:r>
              <a:rPr lang="en-US" dirty="0"/>
              <a:t>negative value indicates an inverse relationship</a:t>
            </a:r>
            <a:r>
              <a:rPr lang="en-US" dirty="0" smtClean="0"/>
              <a:t>.</a:t>
            </a:r>
          </a:p>
          <a:p>
            <a:pPr lvl="0">
              <a:buClr>
                <a:srgbClr val="00B0F0"/>
              </a:buClr>
              <a:buFont typeface="Courier New" panose="02070309020205020404" pitchFamily="49" charset="0"/>
              <a:buChar char="o"/>
            </a:pPr>
            <a:r>
              <a:rPr lang="en-US" dirty="0" smtClean="0"/>
              <a:t>Higher </a:t>
            </a:r>
            <a:r>
              <a:rPr lang="en-US" dirty="0"/>
              <a:t>temperatures may reduce potato yield.</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3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7887" y="4330401"/>
            <a:ext cx="7896225"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62090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IN" dirty="0"/>
              <a:t>Interpreting the Equation</a:t>
            </a: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1629164"/>
          </a:xfrm>
        </p:spPr>
        <p:txBody>
          <a:bodyPr/>
          <a:lstStyle/>
          <a:p>
            <a:pPr lvl="0">
              <a:buClr>
                <a:srgbClr val="00B0F0"/>
              </a:buClr>
              <a:buFont typeface="Courier New" panose="02070309020205020404" pitchFamily="49" charset="0"/>
              <a:buChar char="o"/>
            </a:pPr>
            <a:r>
              <a:rPr lang="en-US" b="1" dirty="0" smtClean="0"/>
              <a:t>Rainfall </a:t>
            </a:r>
            <a:r>
              <a:rPr lang="en-US" b="1" dirty="0"/>
              <a:t>Coefficient: 0.04 Tons per </a:t>
            </a:r>
            <a:r>
              <a:rPr lang="en-US" b="1" dirty="0" smtClean="0"/>
              <a:t>Millimeter</a:t>
            </a:r>
          </a:p>
          <a:p>
            <a:pPr lvl="0">
              <a:buClr>
                <a:srgbClr val="00B0F0"/>
              </a:buClr>
              <a:buFont typeface="Courier New" panose="02070309020205020404" pitchFamily="49" charset="0"/>
              <a:buChar char="o"/>
            </a:pPr>
            <a:r>
              <a:rPr lang="en-US" dirty="0" smtClean="0"/>
              <a:t>Every </a:t>
            </a:r>
            <a:r>
              <a:rPr lang="en-US" dirty="0"/>
              <a:t>additional millimeter of rainfall increases the predicted potato yield by 0.04 tons, assuming other factors remain </a:t>
            </a:r>
            <a:r>
              <a:rPr lang="en-US" dirty="0" smtClean="0"/>
              <a:t>unchanged.</a:t>
            </a:r>
          </a:p>
          <a:p>
            <a:pPr lvl="0">
              <a:buClr>
                <a:srgbClr val="00B0F0"/>
              </a:buClr>
              <a:buFont typeface="Courier New" panose="02070309020205020404" pitchFamily="49" charset="0"/>
              <a:buChar char="o"/>
            </a:pPr>
            <a:r>
              <a:rPr lang="en-US" dirty="0" smtClean="0"/>
              <a:t>This </a:t>
            </a:r>
            <a:r>
              <a:rPr lang="en-US" dirty="0"/>
              <a:t>represents a positive relationship between rainfall and </a:t>
            </a:r>
            <a:r>
              <a:rPr lang="en-US" dirty="0" smtClean="0"/>
              <a:t>productio</a:t>
            </a:r>
            <a:r>
              <a:rPr lang="en-US" dirty="0"/>
              <a:t>n</a:t>
            </a:r>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3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7822" y="3711276"/>
            <a:ext cx="7896225"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26022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US" dirty="0"/>
              <a:t>Why Use Multiple Linear Regression?</a:t>
            </a:r>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3869777"/>
          </a:xfrm>
        </p:spPr>
        <p:txBody>
          <a:bodyPr/>
          <a:lstStyle/>
          <a:p>
            <a:pPr lvl="0">
              <a:buClr>
                <a:srgbClr val="00B0F0"/>
              </a:buClr>
              <a:buFont typeface="Courier New" panose="02070309020205020404" pitchFamily="49" charset="0"/>
              <a:buChar char="o"/>
            </a:pPr>
            <a:r>
              <a:rPr lang="en-US" dirty="0" smtClean="0"/>
              <a:t>Real-world </a:t>
            </a:r>
            <a:r>
              <a:rPr lang="en-US" dirty="0"/>
              <a:t>problems are rarely influenced by only one factor</a:t>
            </a:r>
            <a:r>
              <a:rPr lang="en-US" dirty="0" smtClean="0"/>
              <a:t>.</a:t>
            </a:r>
          </a:p>
          <a:p>
            <a:pPr lvl="0">
              <a:buClr>
                <a:srgbClr val="00B0F0"/>
              </a:buClr>
              <a:buFont typeface="Courier New" panose="02070309020205020404" pitchFamily="49" charset="0"/>
              <a:buChar char="o"/>
            </a:pPr>
            <a:r>
              <a:rPr lang="en-US" dirty="0" smtClean="0"/>
              <a:t>For </a:t>
            </a:r>
            <a:r>
              <a:rPr lang="en-US" dirty="0"/>
              <a:t>example, potato production depends on many environmental conditions</a:t>
            </a:r>
            <a:r>
              <a:rPr lang="en-US" dirty="0" smtClean="0"/>
              <a:t>:</a:t>
            </a:r>
          </a:p>
          <a:p>
            <a:pPr lvl="1">
              <a:buClr>
                <a:srgbClr val="00B0F0"/>
              </a:buClr>
              <a:buFont typeface="Courier New" panose="02070309020205020404" pitchFamily="49" charset="0"/>
              <a:buChar char="o"/>
            </a:pPr>
            <a:r>
              <a:rPr lang="en-US" dirty="0" smtClean="0"/>
              <a:t>Fertilizer usage</a:t>
            </a:r>
          </a:p>
          <a:p>
            <a:pPr lvl="1">
              <a:buClr>
                <a:srgbClr val="00B0F0"/>
              </a:buClr>
              <a:buFont typeface="Courier New" panose="02070309020205020404" pitchFamily="49" charset="0"/>
              <a:buChar char="o"/>
            </a:pPr>
            <a:r>
              <a:rPr lang="en-US" dirty="0" smtClean="0"/>
              <a:t>Temperature</a:t>
            </a:r>
          </a:p>
          <a:p>
            <a:pPr lvl="1">
              <a:buClr>
                <a:srgbClr val="00B0F0"/>
              </a:buClr>
              <a:buFont typeface="Courier New" panose="02070309020205020404" pitchFamily="49" charset="0"/>
              <a:buChar char="o"/>
            </a:pPr>
            <a:r>
              <a:rPr lang="en-US" dirty="0" smtClean="0"/>
              <a:t>Rainfall</a:t>
            </a:r>
          </a:p>
          <a:p>
            <a:pPr lvl="1">
              <a:buClr>
                <a:srgbClr val="00B0F0"/>
              </a:buClr>
              <a:buFont typeface="Courier New" panose="02070309020205020404" pitchFamily="49" charset="0"/>
              <a:buChar char="o"/>
            </a:pPr>
            <a:r>
              <a:rPr lang="en-US" dirty="0" smtClean="0"/>
              <a:t>Soil quality</a:t>
            </a:r>
          </a:p>
          <a:p>
            <a:pPr lvl="1">
              <a:buClr>
                <a:srgbClr val="00B0F0"/>
              </a:buClr>
              <a:buFont typeface="Courier New" panose="02070309020205020404" pitchFamily="49" charset="0"/>
              <a:buChar char="o"/>
            </a:pPr>
            <a:r>
              <a:rPr lang="en-US" dirty="0" smtClean="0"/>
              <a:t>Sunlight</a:t>
            </a:r>
          </a:p>
          <a:p>
            <a:pPr lvl="1">
              <a:buClr>
                <a:srgbClr val="00B0F0"/>
              </a:buClr>
              <a:buFont typeface="Courier New" panose="02070309020205020404" pitchFamily="49" charset="0"/>
              <a:buChar char="o"/>
            </a:pPr>
            <a:r>
              <a:rPr lang="en-US" dirty="0" smtClean="0"/>
              <a:t>Irrigation</a:t>
            </a: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7035144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BC70CE7-0D37-5108-516F-EBF9B13D6CD6}"/>
            </a:ext>
          </a:extLst>
        </p:cNvPr>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F5E0CFBC-9BB7-20A7-753C-D94285E24E14}"/>
              </a:ext>
            </a:extLst>
          </p:cNvPr>
          <p:cNvSpPr>
            <a:spLocks noGrp="1"/>
          </p:cNvSpPr>
          <p:nvPr>
            <p:ph type="body" sz="quarter" idx="11"/>
          </p:nvPr>
        </p:nvSpPr>
        <p:spPr/>
        <p:txBody>
          <a:bodyPr/>
          <a:lstStyle/>
          <a:p>
            <a:r>
              <a:rPr lang="en-US" dirty="0"/>
              <a:t>Thank you</a:t>
            </a:r>
          </a:p>
        </p:txBody>
      </p:sp>
    </p:spTree>
    <p:extLst>
      <p:ext uri="{BB962C8B-B14F-4D97-AF65-F5344CB8AC3E}">
        <p14:creationId xmlns:p14="http://schemas.microsoft.com/office/powerpoint/2010/main" val="371850475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12d2b23245341368fd0de0&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fogain Theme">
  <a:themeElements>
    <a:clrScheme name="Infogain">
      <a:dk1>
        <a:sysClr val="windowText" lastClr="000000"/>
      </a:dk1>
      <a:lt1>
        <a:sysClr val="window" lastClr="FFFFFF"/>
      </a:lt1>
      <a:dk2>
        <a:srgbClr val="4CA88A"/>
      </a:dk2>
      <a:lt2>
        <a:srgbClr val="00A9DA"/>
      </a:lt2>
      <a:accent1>
        <a:srgbClr val="E7513C"/>
      </a:accent1>
      <a:accent2>
        <a:srgbClr val="313437"/>
      </a:accent2>
      <a:accent3>
        <a:srgbClr val="5B719A"/>
      </a:accent3>
      <a:accent4>
        <a:srgbClr val="006BB1"/>
      </a:accent4>
      <a:accent5>
        <a:srgbClr val="174276"/>
      </a:accent5>
      <a:accent6>
        <a:srgbClr val="B0B2B5"/>
      </a:accent6>
      <a:hlink>
        <a:srgbClr val="0000FF"/>
      </a:hlink>
      <a:folHlink>
        <a:srgbClr val="800080"/>
      </a:folHlink>
    </a:clrScheme>
    <a:fontScheme name="Custom 11">
      <a:majorFont>
        <a:latin typeface="Avenir Roman"/>
        <a:ea typeface=""/>
        <a:cs typeface=""/>
      </a:majorFont>
      <a:minorFont>
        <a:latin typeface="Avenir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 xmlns:thm15="http://schemas.microsoft.com/office/thememl/2012/main" name="Tenarai_Template_20260310" id="{392C4E7A-B87B-0446-B2FC-59969B4EAB6B}" vid="{B3C127D8-8DD5-0840-A0C6-D9CC8662E7B3}"/>
    </a:ext>
  </a:extLst>
</a:theme>
</file>

<file path=ppt/theme/theme3.xml><?xml version="1.0" encoding="utf-8"?>
<a:theme xmlns:a="http://schemas.openxmlformats.org/drawingml/2006/main" name="1_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 xmlns:thm15="http://schemas.microsoft.com/office/thememl/2012/main" name="Tenarai_Template_20260310" id="{392C4E7A-B87B-0446-B2FC-59969B4EAB6B}" vid="{B3C127D8-8DD5-0840-A0C6-D9CC8662E7B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18301F54976BD40B3F8637F54C095B9" ma:contentTypeVersion="9" ma:contentTypeDescription="Create a new document." ma:contentTypeScope="" ma:versionID="7981c13eefe6da806c4b4d04fadbaee2">
  <xsd:schema xmlns:xsd="http://www.w3.org/2001/XMLSchema" xmlns:xs="http://www.w3.org/2001/XMLSchema" xmlns:p="http://schemas.microsoft.com/office/2006/metadata/properties" xmlns:ns2="863d8192-19c9-48ba-956d-c31701e6c360" targetNamespace="http://schemas.microsoft.com/office/2006/metadata/properties" ma:root="true" ma:fieldsID="47f719c559862e1b2a804745738a065f" ns2:_="">
    <xsd:import namespace="863d8192-19c9-48ba-956d-c31701e6c3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3d8192-19c9-48ba-956d-c31701e6c3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D26E52B-BE85-4589-9F0E-59F6B75FADEA}">
  <ds:schemaRefs>
    <ds:schemaRef ds:uri="http://schemas.microsoft.com/sharepoint/v3/contenttype/forms"/>
  </ds:schemaRefs>
</ds:datastoreItem>
</file>

<file path=customXml/itemProps2.xml><?xml version="1.0" encoding="utf-8"?>
<ds:datastoreItem xmlns:ds="http://schemas.openxmlformats.org/officeDocument/2006/customXml" ds:itemID="{91A8D693-52B0-4EC7-BA43-D2D78CB8FC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3d8192-19c9-48ba-956d-c31701e6c3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78CF0A-9D77-4FD2-A2D8-5E627661DB47}">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863d8192-19c9-48ba-956d-c31701e6c360"/>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49439</TotalTime>
  <Words>988</Words>
  <Application>Microsoft Office PowerPoint</Application>
  <PresentationFormat>Custom</PresentationFormat>
  <Paragraphs>139</Paragraphs>
  <Slides>19</Slides>
  <Notes>0</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19</vt:i4>
      </vt:variant>
    </vt:vector>
  </HeadingPairs>
  <TitlesOfParts>
    <vt:vector size="23" baseType="lpstr">
      <vt:lpstr>Infogain Theme</vt:lpstr>
      <vt:lpstr>Tenarai</vt:lpstr>
      <vt:lpstr>1_Tenarai</vt:lpstr>
      <vt:lpstr>think-cell Slide</vt:lpstr>
      <vt:lpstr>AI/ML Part-02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SOLUTIONS</dc:title>
  <dc:creator>Sushma V</dc:creator>
  <cp:lastModifiedBy>Hp</cp:lastModifiedBy>
  <cp:revision>995</cp:revision>
  <dcterms:created xsi:type="dcterms:W3CDTF">2016-11-03T07:42:20Z</dcterms:created>
  <dcterms:modified xsi:type="dcterms:W3CDTF">2026-07-21T09:09:17Z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0x010100C18301F54976BD40B3F8637F54C095B9</vt:lpwstr>
  </property>
</Properties>
</file>