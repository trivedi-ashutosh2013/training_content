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theme/theme3.xml" ContentType="application/vnd.openxmlformats-officedocument.theme+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heme/theme4.xml" ContentType="application/vnd.openxmlformats-officedocument.theme+xml"/>
  <Override PartName="/ppt/tags/tag23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4"/>
    <p:sldMasterId id="2147483705" r:id="rId5"/>
    <p:sldMasterId id="2147483826" r:id="rId6"/>
  </p:sldMasterIdLst>
  <p:notesMasterIdLst>
    <p:notesMasterId r:id="rId43"/>
  </p:notesMasterIdLst>
  <p:sldIdLst>
    <p:sldId id="360" r:id="rId7"/>
    <p:sldId id="846" r:id="rId8"/>
    <p:sldId id="821" r:id="rId9"/>
    <p:sldId id="822" r:id="rId10"/>
    <p:sldId id="823" r:id="rId11"/>
    <p:sldId id="804" r:id="rId12"/>
    <p:sldId id="843" r:id="rId13"/>
    <p:sldId id="742" r:id="rId14"/>
    <p:sldId id="743" r:id="rId15"/>
    <p:sldId id="805" r:id="rId16"/>
    <p:sldId id="839" r:id="rId17"/>
    <p:sldId id="744" r:id="rId18"/>
    <p:sldId id="845" r:id="rId19"/>
    <p:sldId id="844" r:id="rId20"/>
    <p:sldId id="787" r:id="rId21"/>
    <p:sldId id="807" r:id="rId22"/>
    <p:sldId id="824" r:id="rId23"/>
    <p:sldId id="840" r:id="rId24"/>
    <p:sldId id="841" r:id="rId25"/>
    <p:sldId id="842" r:id="rId26"/>
    <p:sldId id="809" r:id="rId27"/>
    <p:sldId id="825" r:id="rId28"/>
    <p:sldId id="826" r:id="rId29"/>
    <p:sldId id="827" r:id="rId30"/>
    <p:sldId id="828" r:id="rId31"/>
    <p:sldId id="829" r:id="rId32"/>
    <p:sldId id="830" r:id="rId33"/>
    <p:sldId id="831" r:id="rId34"/>
    <p:sldId id="832" r:id="rId35"/>
    <p:sldId id="833" r:id="rId36"/>
    <p:sldId id="834" r:id="rId37"/>
    <p:sldId id="838" r:id="rId38"/>
    <p:sldId id="835" r:id="rId39"/>
    <p:sldId id="836" r:id="rId40"/>
    <p:sldId id="837" r:id="rId41"/>
    <p:sldId id="390" r:id="rId42"/>
  </p:sldIdLst>
  <p:sldSz cx="12192000" cy="6858000"/>
  <p:notesSz cx="6858000" cy="9144000"/>
  <p:custDataLst>
    <p:tags r:id="rId4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Template" id="{F95B354D-98B6-4567-B21B-97DFBEE36FD2}">
          <p14:sldIdLst>
            <p14:sldId id="360"/>
            <p14:sldId id="846"/>
            <p14:sldId id="821"/>
            <p14:sldId id="822"/>
            <p14:sldId id="823"/>
            <p14:sldId id="804"/>
            <p14:sldId id="843"/>
            <p14:sldId id="742"/>
            <p14:sldId id="743"/>
            <p14:sldId id="805"/>
            <p14:sldId id="839"/>
            <p14:sldId id="744"/>
            <p14:sldId id="845"/>
            <p14:sldId id="844"/>
            <p14:sldId id="787"/>
            <p14:sldId id="807"/>
            <p14:sldId id="824"/>
            <p14:sldId id="840"/>
            <p14:sldId id="841"/>
            <p14:sldId id="842"/>
            <p14:sldId id="809"/>
            <p14:sldId id="825"/>
            <p14:sldId id="826"/>
            <p14:sldId id="827"/>
            <p14:sldId id="828"/>
            <p14:sldId id="829"/>
            <p14:sldId id="830"/>
            <p14:sldId id="831"/>
            <p14:sldId id="832"/>
            <p14:sldId id="833"/>
            <p14:sldId id="834"/>
            <p14:sldId id="838"/>
            <p14:sldId id="835"/>
            <p14:sldId id="836"/>
            <p14:sldId id="837"/>
            <p14:sldId id="390"/>
          </p14:sldIdLst>
        </p14:section>
      </p14:sectionLst>
    </p:ext>
    <p:ext uri="{EFAFB233-063F-42B5-8137-9DF3F51BA10A}">
      <p15:sldGuideLst xmlns="" xmlns:p15="http://schemas.microsoft.com/office/powerpoint/2012/main">
        <p15:guide id="1" orient="horz" pos="3288" userDrawn="1">
          <p15:clr>
            <a:srgbClr val="A4A3A4"/>
          </p15:clr>
        </p15:guide>
        <p15:guide id="2" pos="192" userDrawn="1">
          <p15:clr>
            <a:srgbClr val="A4A3A4"/>
          </p15:clr>
        </p15:guide>
        <p15:guide id="3" pos="7416" userDrawn="1">
          <p15:clr>
            <a:srgbClr val="A4A3A4"/>
          </p15:clr>
        </p15:guide>
        <p15:guide id="4" orient="horz" pos="9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0070C0"/>
    <a:srgbClr val="BDE3FF"/>
    <a:srgbClr val="0099CC"/>
    <a:srgbClr val="EAEFF7"/>
    <a:srgbClr val="000000"/>
    <a:srgbClr val="003366"/>
    <a:srgbClr val="5F5F5F"/>
    <a:srgbClr val="C7C7C7"/>
    <a:srgbClr val="8FA2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132" autoAdjust="0"/>
    <p:restoredTop sz="93543" autoAdjust="0"/>
  </p:normalViewPr>
  <p:slideViewPr>
    <p:cSldViewPr snapToGrid="0">
      <p:cViewPr>
        <p:scale>
          <a:sx n="77" d="100"/>
          <a:sy n="77" d="100"/>
        </p:scale>
        <p:origin x="-780" y="30"/>
      </p:cViewPr>
      <p:guideLst>
        <p:guide orient="horz" pos="3288"/>
        <p:guide orient="horz" pos="984"/>
        <p:guide pos="192"/>
        <p:guide pos="7416"/>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slide" Target="slides/slide35.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notesMaster" Target="notesMasters/notesMaster1.xml"/><Relationship Id="rId48"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0.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1.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2.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3.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65.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6.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7.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8.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9.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0.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1.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2.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3.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4.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5.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6.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7.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8.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9.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8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4.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5.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6.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8.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9.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3.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94.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95.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96.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97.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98.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99.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0.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1.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2.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3.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4.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06.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7.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8.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9.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10.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1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12.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13.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4.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5.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6.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7.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8.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9.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20.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2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2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8.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9.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0.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8.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1.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2.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3.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4.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5.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6.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7.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5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5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52.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3.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4.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5.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6.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57.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58.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59.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0.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1.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2.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3.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4.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6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67.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68.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69.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0.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1.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2.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3.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4.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76.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77.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78.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79.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80.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1.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2.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3.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4.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5.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6.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7.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8.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9.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9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9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4.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5.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6.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8.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9.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05.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206.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207.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208.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209.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10.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1.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2.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3.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4.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5.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6.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17.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18.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19.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20.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21.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22.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23.vml.rels><?xml version="1.0" encoding="UTF-8" standalone="yes"?>
<Relationships xmlns="http://schemas.openxmlformats.org/package/2006/relationships"><Relationship Id="rId1" Type="http://schemas.openxmlformats.org/officeDocument/2006/relationships/image" Target="../media/image3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8EC6BA1-DC03-4CEA-9050-1B4C09061324}" type="datetimeFigureOut">
              <a:rPr lang="en-IN" smtClean="0"/>
              <a:pPr/>
              <a:t>23-07-2026</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619FFEA-3951-4BA9-8398-FEC7047E1482}" type="slidenum">
              <a:rPr lang="en-IN" smtClean="0"/>
              <a:pPr/>
              <a:t>‹#›</a:t>
            </a:fld>
            <a:endParaRPr lang="en-IN"/>
          </a:p>
        </p:txBody>
      </p:sp>
    </p:spTree>
    <p:extLst>
      <p:ext uri="{BB962C8B-B14F-4D97-AF65-F5344CB8AC3E}">
        <p14:creationId xmlns:p14="http://schemas.microsoft.com/office/powerpoint/2010/main" val="4123224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1.png"/><Relationship Id="rId4" Type="http://schemas.openxmlformats.org/officeDocument/2006/relationships/image" Target="../media/image10.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hyperlink" Target="http://www.infogain.com/" TargetMode="External"/></Relationships>
</file>

<file path=ppt/slideLayouts/_rels/slideLayout3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xml"/><Relationship Id="rId1" Type="http://schemas.openxmlformats.org/officeDocument/2006/relationships/vmlDrawing" Target="../drawings/vmlDrawing2.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2.bin"/></Relationships>
</file>

<file path=ppt/slideLayouts/_rels/slideLayout3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xml"/><Relationship Id="rId1" Type="http://schemas.openxmlformats.org/officeDocument/2006/relationships/vmlDrawing" Target="../drawings/vmlDrawing3.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3.bin"/></Relationships>
</file>

<file path=ppt/slideLayouts/_rels/slideLayout3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xml"/><Relationship Id="rId1" Type="http://schemas.openxmlformats.org/officeDocument/2006/relationships/vmlDrawing" Target="../drawings/vmlDrawing4.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4.bin"/></Relationships>
</file>

<file path=ppt/slideLayouts/_rels/slideLayout3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xml"/><Relationship Id="rId1" Type="http://schemas.openxmlformats.org/officeDocument/2006/relationships/vmlDrawing" Target="../drawings/vmlDrawing5.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5.bin"/></Relationships>
</file>

<file path=ppt/slideLayouts/_rels/slideLayout3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xml"/><Relationship Id="rId1" Type="http://schemas.openxmlformats.org/officeDocument/2006/relationships/vmlDrawing" Target="../drawings/vmlDrawing6.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6.bin"/></Relationships>
</file>

<file path=ppt/slideLayouts/_rels/slideLayout3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xml"/><Relationship Id="rId1" Type="http://schemas.openxmlformats.org/officeDocument/2006/relationships/vmlDrawing" Target="../drawings/vmlDrawing7.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7.bin"/></Relationships>
</file>

<file path=ppt/slideLayouts/_rels/slideLayout3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xml"/><Relationship Id="rId1" Type="http://schemas.openxmlformats.org/officeDocument/2006/relationships/vmlDrawing" Target="../drawings/vmlDrawing8.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8.bin"/></Relationships>
</file>

<file path=ppt/slideLayouts/_rels/slideLayout4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xml"/><Relationship Id="rId1" Type="http://schemas.openxmlformats.org/officeDocument/2006/relationships/vmlDrawing" Target="../drawings/vmlDrawing9.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9.bin"/></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xml"/><Relationship Id="rId1" Type="http://schemas.openxmlformats.org/officeDocument/2006/relationships/vmlDrawing" Target="../drawings/vmlDrawing10.vml"/><Relationship Id="rId5" Type="http://schemas.openxmlformats.org/officeDocument/2006/relationships/image" Target="../media/image16.emf"/><Relationship Id="rId4" Type="http://schemas.openxmlformats.org/officeDocument/2006/relationships/oleObject" Target="../embeddings/oleObject10.bin"/></Relationships>
</file>

<file path=ppt/slideLayouts/_rels/slideLayout4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xml"/><Relationship Id="rId1" Type="http://schemas.openxmlformats.org/officeDocument/2006/relationships/vmlDrawing" Target="../drawings/vmlDrawing11.vml"/><Relationship Id="rId5" Type="http://schemas.openxmlformats.org/officeDocument/2006/relationships/image" Target="../media/image17.emf"/><Relationship Id="rId4" Type="http://schemas.openxmlformats.org/officeDocument/2006/relationships/oleObject" Target="../embeddings/oleObject11.bin"/></Relationships>
</file>

<file path=ppt/slideLayouts/_rels/slideLayout4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3.xml"/><Relationship Id="rId1" Type="http://schemas.openxmlformats.org/officeDocument/2006/relationships/vmlDrawing" Target="../drawings/vmlDrawing12.vml"/><Relationship Id="rId5" Type="http://schemas.openxmlformats.org/officeDocument/2006/relationships/image" Target="../media/image17.emf"/><Relationship Id="rId4" Type="http://schemas.openxmlformats.org/officeDocument/2006/relationships/oleObject" Target="../embeddings/oleObject12.bin"/></Relationships>
</file>

<file path=ppt/slideLayouts/_rels/slideLayout4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4.xml"/><Relationship Id="rId1" Type="http://schemas.openxmlformats.org/officeDocument/2006/relationships/vmlDrawing" Target="../drawings/vmlDrawing13.vml"/><Relationship Id="rId5" Type="http://schemas.openxmlformats.org/officeDocument/2006/relationships/image" Target="../media/image17.emf"/><Relationship Id="rId4" Type="http://schemas.openxmlformats.org/officeDocument/2006/relationships/oleObject" Target="../embeddings/oleObject13.bin"/></Relationships>
</file>

<file path=ppt/slideLayouts/_rels/slideLayout4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5.xml"/><Relationship Id="rId1" Type="http://schemas.openxmlformats.org/officeDocument/2006/relationships/vmlDrawing" Target="../drawings/vmlDrawing14.vml"/><Relationship Id="rId5" Type="http://schemas.openxmlformats.org/officeDocument/2006/relationships/image" Target="../media/image17.emf"/><Relationship Id="rId4" Type="http://schemas.openxmlformats.org/officeDocument/2006/relationships/oleObject" Target="../embeddings/oleObject14.bin"/></Relationships>
</file>

<file path=ppt/slideLayouts/_rels/slideLayout4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6.xml"/><Relationship Id="rId1" Type="http://schemas.openxmlformats.org/officeDocument/2006/relationships/vmlDrawing" Target="../drawings/vmlDrawing15.vml"/><Relationship Id="rId5" Type="http://schemas.openxmlformats.org/officeDocument/2006/relationships/image" Target="../media/image17.emf"/><Relationship Id="rId4" Type="http://schemas.openxmlformats.org/officeDocument/2006/relationships/oleObject" Target="../embeddings/oleObject15.bin"/></Relationships>
</file>

<file path=ppt/slideLayouts/_rels/slideLayout4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7.xml"/><Relationship Id="rId1" Type="http://schemas.openxmlformats.org/officeDocument/2006/relationships/vmlDrawing" Target="../drawings/vmlDrawing16.vml"/><Relationship Id="rId5" Type="http://schemas.openxmlformats.org/officeDocument/2006/relationships/image" Target="../media/image17.emf"/><Relationship Id="rId4" Type="http://schemas.openxmlformats.org/officeDocument/2006/relationships/oleObject" Target="../embeddings/oleObject16.bin"/></Relationships>
</file>

<file path=ppt/slideLayouts/_rels/slideLayout4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8.xml"/><Relationship Id="rId1" Type="http://schemas.openxmlformats.org/officeDocument/2006/relationships/vmlDrawing" Target="../drawings/vmlDrawing17.vml"/><Relationship Id="rId5" Type="http://schemas.openxmlformats.org/officeDocument/2006/relationships/image" Target="../media/image17.emf"/><Relationship Id="rId4" Type="http://schemas.openxmlformats.org/officeDocument/2006/relationships/oleObject" Target="../embeddings/oleObject17.bin"/></Relationships>
</file>

<file path=ppt/slideLayouts/_rels/slideLayout4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9.xml"/><Relationship Id="rId1" Type="http://schemas.openxmlformats.org/officeDocument/2006/relationships/vmlDrawing" Target="../drawings/vmlDrawing18.vml"/><Relationship Id="rId5" Type="http://schemas.openxmlformats.org/officeDocument/2006/relationships/image" Target="../media/image17.emf"/><Relationship Id="rId4" Type="http://schemas.openxmlformats.org/officeDocument/2006/relationships/oleObject" Target="../embeddings/oleObject18.bin"/></Relationships>
</file>

<file path=ppt/slideLayouts/_rels/slideLayout5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0.xml"/><Relationship Id="rId1" Type="http://schemas.openxmlformats.org/officeDocument/2006/relationships/vmlDrawing" Target="../drawings/vmlDrawing19.vml"/><Relationship Id="rId5" Type="http://schemas.openxmlformats.org/officeDocument/2006/relationships/image" Target="../media/image17.emf"/><Relationship Id="rId4" Type="http://schemas.openxmlformats.org/officeDocument/2006/relationships/oleObject" Target="../embeddings/oleObject19.bin"/></Relationships>
</file>

<file path=ppt/slideLayouts/_rels/slideLayout5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1.xml"/><Relationship Id="rId1" Type="http://schemas.openxmlformats.org/officeDocument/2006/relationships/vmlDrawing" Target="../drawings/vmlDrawing20.vml"/><Relationship Id="rId5" Type="http://schemas.openxmlformats.org/officeDocument/2006/relationships/image" Target="../media/image17.emf"/><Relationship Id="rId4" Type="http://schemas.openxmlformats.org/officeDocument/2006/relationships/oleObject" Target="../embeddings/oleObject20.bin"/></Relationships>
</file>

<file path=ppt/slideLayouts/_rels/slideLayout5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2.xml"/><Relationship Id="rId1" Type="http://schemas.openxmlformats.org/officeDocument/2006/relationships/vmlDrawing" Target="../drawings/vmlDrawing21.vml"/><Relationship Id="rId5" Type="http://schemas.openxmlformats.org/officeDocument/2006/relationships/image" Target="../media/image17.emf"/><Relationship Id="rId4" Type="http://schemas.openxmlformats.org/officeDocument/2006/relationships/oleObject" Target="../embeddings/oleObject21.bin"/></Relationships>
</file>

<file path=ppt/slideLayouts/_rels/slideLayout5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3.xml"/><Relationship Id="rId1" Type="http://schemas.openxmlformats.org/officeDocument/2006/relationships/vmlDrawing" Target="../drawings/vmlDrawing22.vml"/><Relationship Id="rId5" Type="http://schemas.openxmlformats.org/officeDocument/2006/relationships/image" Target="../media/image17.emf"/><Relationship Id="rId4" Type="http://schemas.openxmlformats.org/officeDocument/2006/relationships/oleObject" Target="../embeddings/oleObject22.bin"/></Relationships>
</file>

<file path=ppt/slideLayouts/_rels/slideLayout5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4.xml"/><Relationship Id="rId1" Type="http://schemas.openxmlformats.org/officeDocument/2006/relationships/vmlDrawing" Target="../drawings/vmlDrawing23.vml"/><Relationship Id="rId5" Type="http://schemas.openxmlformats.org/officeDocument/2006/relationships/image" Target="../media/image17.emf"/><Relationship Id="rId4" Type="http://schemas.openxmlformats.org/officeDocument/2006/relationships/oleObject" Target="../embeddings/oleObject23.bin"/></Relationships>
</file>

<file path=ppt/slideLayouts/_rels/slideLayout5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5.xml"/><Relationship Id="rId1" Type="http://schemas.openxmlformats.org/officeDocument/2006/relationships/vmlDrawing" Target="../drawings/vmlDrawing24.vml"/><Relationship Id="rId5" Type="http://schemas.openxmlformats.org/officeDocument/2006/relationships/image" Target="../media/image17.emf"/><Relationship Id="rId4" Type="http://schemas.openxmlformats.org/officeDocument/2006/relationships/oleObject" Target="../embeddings/oleObject24.bin"/></Relationships>
</file>

<file path=ppt/slideLayouts/_rels/slideLayout5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6.xml"/><Relationship Id="rId1" Type="http://schemas.openxmlformats.org/officeDocument/2006/relationships/vmlDrawing" Target="../drawings/vmlDrawing25.vml"/><Relationship Id="rId5" Type="http://schemas.openxmlformats.org/officeDocument/2006/relationships/image" Target="../media/image17.emf"/><Relationship Id="rId4" Type="http://schemas.openxmlformats.org/officeDocument/2006/relationships/oleObject" Target="../embeddings/oleObject25.bin"/></Relationships>
</file>

<file path=ppt/slideLayouts/_rels/slideLayout5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7.xml"/><Relationship Id="rId1" Type="http://schemas.openxmlformats.org/officeDocument/2006/relationships/vmlDrawing" Target="../drawings/vmlDrawing26.vml"/><Relationship Id="rId5" Type="http://schemas.openxmlformats.org/officeDocument/2006/relationships/image" Target="../media/image17.emf"/><Relationship Id="rId4" Type="http://schemas.openxmlformats.org/officeDocument/2006/relationships/oleObject" Target="../embeddings/oleObject26.bin"/></Relationships>
</file>

<file path=ppt/slideLayouts/_rels/slideLayout5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8.xml"/><Relationship Id="rId1" Type="http://schemas.openxmlformats.org/officeDocument/2006/relationships/vmlDrawing" Target="../drawings/vmlDrawing27.vml"/><Relationship Id="rId5" Type="http://schemas.openxmlformats.org/officeDocument/2006/relationships/image" Target="../media/image17.emf"/><Relationship Id="rId4" Type="http://schemas.openxmlformats.org/officeDocument/2006/relationships/oleObject" Target="../embeddings/oleObject27.bin"/></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9.xml"/><Relationship Id="rId1" Type="http://schemas.openxmlformats.org/officeDocument/2006/relationships/vmlDrawing" Target="../drawings/vmlDrawing28.vml"/><Relationship Id="rId5" Type="http://schemas.openxmlformats.org/officeDocument/2006/relationships/image" Target="../media/image18.emf"/><Relationship Id="rId4" Type="http://schemas.openxmlformats.org/officeDocument/2006/relationships/oleObject" Target="../embeddings/oleObject28.bin"/></Relationships>
</file>

<file path=ppt/slideLayouts/_rels/slideLayout6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0.xml"/><Relationship Id="rId1" Type="http://schemas.openxmlformats.org/officeDocument/2006/relationships/vmlDrawing" Target="../drawings/vmlDrawing29.vml"/><Relationship Id="rId5" Type="http://schemas.openxmlformats.org/officeDocument/2006/relationships/image" Target="../media/image18.emf"/><Relationship Id="rId4" Type="http://schemas.openxmlformats.org/officeDocument/2006/relationships/oleObject" Target="../embeddings/oleObject29.bin"/></Relationships>
</file>

<file path=ppt/slideLayouts/_rels/slideLayout6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1.xml"/><Relationship Id="rId1" Type="http://schemas.openxmlformats.org/officeDocument/2006/relationships/vmlDrawing" Target="../drawings/vmlDrawing30.vml"/><Relationship Id="rId5" Type="http://schemas.openxmlformats.org/officeDocument/2006/relationships/image" Target="../media/image18.emf"/><Relationship Id="rId4" Type="http://schemas.openxmlformats.org/officeDocument/2006/relationships/oleObject" Target="../embeddings/oleObject30.bin"/></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2.xml"/><Relationship Id="rId1" Type="http://schemas.openxmlformats.org/officeDocument/2006/relationships/vmlDrawing" Target="../drawings/vmlDrawing31.vml"/><Relationship Id="rId5" Type="http://schemas.openxmlformats.org/officeDocument/2006/relationships/image" Target="../media/image18.emf"/><Relationship Id="rId4" Type="http://schemas.openxmlformats.org/officeDocument/2006/relationships/oleObject" Target="../embeddings/oleObject31.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3.xml"/><Relationship Id="rId1" Type="http://schemas.openxmlformats.org/officeDocument/2006/relationships/vmlDrawing" Target="../drawings/vmlDrawing32.vml"/><Relationship Id="rId5" Type="http://schemas.openxmlformats.org/officeDocument/2006/relationships/image" Target="../media/image18.emf"/><Relationship Id="rId4" Type="http://schemas.openxmlformats.org/officeDocument/2006/relationships/oleObject" Target="../embeddings/oleObject32.bin"/></Relationships>
</file>

<file path=ppt/slideLayouts/_rels/slideLayout6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4.xml"/><Relationship Id="rId1" Type="http://schemas.openxmlformats.org/officeDocument/2006/relationships/vmlDrawing" Target="../drawings/vmlDrawing33.vml"/><Relationship Id="rId5" Type="http://schemas.openxmlformats.org/officeDocument/2006/relationships/image" Target="../media/image18.emf"/><Relationship Id="rId4" Type="http://schemas.openxmlformats.org/officeDocument/2006/relationships/oleObject" Target="../embeddings/oleObject33.bin"/></Relationships>
</file>

<file path=ppt/slideLayouts/_rels/slideLayout6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5.xml"/><Relationship Id="rId1" Type="http://schemas.openxmlformats.org/officeDocument/2006/relationships/vmlDrawing" Target="../drawings/vmlDrawing34.vml"/><Relationship Id="rId5" Type="http://schemas.openxmlformats.org/officeDocument/2006/relationships/image" Target="../media/image18.emf"/><Relationship Id="rId4" Type="http://schemas.openxmlformats.org/officeDocument/2006/relationships/oleObject" Target="../embeddings/oleObject34.bin"/></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6.xml"/><Relationship Id="rId1" Type="http://schemas.openxmlformats.org/officeDocument/2006/relationships/vmlDrawing" Target="../drawings/vmlDrawing35.vml"/><Relationship Id="rId5" Type="http://schemas.openxmlformats.org/officeDocument/2006/relationships/image" Target="../media/image18.emf"/><Relationship Id="rId4" Type="http://schemas.openxmlformats.org/officeDocument/2006/relationships/oleObject" Target="../embeddings/oleObject35.bin"/></Relationships>
</file>

<file path=ppt/slideLayouts/_rels/slideLayout6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7.xml"/><Relationship Id="rId1" Type="http://schemas.openxmlformats.org/officeDocument/2006/relationships/vmlDrawing" Target="../drawings/vmlDrawing36.vml"/><Relationship Id="rId5" Type="http://schemas.openxmlformats.org/officeDocument/2006/relationships/image" Target="../media/image18.emf"/><Relationship Id="rId4" Type="http://schemas.openxmlformats.org/officeDocument/2006/relationships/oleObject" Target="../embeddings/oleObject36.bin"/></Relationships>
</file>

<file path=ppt/slideLayouts/_rels/slideLayout6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8.xml"/><Relationship Id="rId1" Type="http://schemas.openxmlformats.org/officeDocument/2006/relationships/vmlDrawing" Target="../drawings/vmlDrawing37.vml"/><Relationship Id="rId5" Type="http://schemas.openxmlformats.org/officeDocument/2006/relationships/image" Target="../media/image18.emf"/><Relationship Id="rId4" Type="http://schemas.openxmlformats.org/officeDocument/2006/relationships/oleObject" Target="../embeddings/oleObject37.bin"/></Relationships>
</file>

<file path=ppt/slideLayouts/_rels/slideLayout6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9.xml"/><Relationship Id="rId1" Type="http://schemas.openxmlformats.org/officeDocument/2006/relationships/vmlDrawing" Target="../drawings/vmlDrawing38.vml"/><Relationship Id="rId5" Type="http://schemas.openxmlformats.org/officeDocument/2006/relationships/image" Target="../media/image18.emf"/><Relationship Id="rId4" Type="http://schemas.openxmlformats.org/officeDocument/2006/relationships/oleObject" Target="../embeddings/oleObject38.bin"/></Relationships>
</file>

<file path=ppt/slideLayouts/_rels/slideLayout7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0.xml"/><Relationship Id="rId1" Type="http://schemas.openxmlformats.org/officeDocument/2006/relationships/vmlDrawing" Target="../drawings/vmlDrawing39.vml"/><Relationship Id="rId5" Type="http://schemas.openxmlformats.org/officeDocument/2006/relationships/image" Target="../media/image18.emf"/><Relationship Id="rId4" Type="http://schemas.openxmlformats.org/officeDocument/2006/relationships/oleObject" Target="../embeddings/oleObject39.bin"/></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1.xml"/><Relationship Id="rId1" Type="http://schemas.openxmlformats.org/officeDocument/2006/relationships/vmlDrawing" Target="../drawings/vmlDrawing40.vml"/><Relationship Id="rId5" Type="http://schemas.openxmlformats.org/officeDocument/2006/relationships/image" Target="../media/image16.emf"/><Relationship Id="rId4" Type="http://schemas.openxmlformats.org/officeDocument/2006/relationships/oleObject" Target="../embeddings/oleObject40.bin"/></Relationships>
</file>

<file path=ppt/slideLayouts/_rels/slideLayout7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2.xml"/><Relationship Id="rId1" Type="http://schemas.openxmlformats.org/officeDocument/2006/relationships/vmlDrawing" Target="../drawings/vmlDrawing41.vml"/><Relationship Id="rId5" Type="http://schemas.openxmlformats.org/officeDocument/2006/relationships/image" Target="../media/image19.emf"/><Relationship Id="rId4" Type="http://schemas.openxmlformats.org/officeDocument/2006/relationships/oleObject" Target="../embeddings/oleObject41.bin"/></Relationships>
</file>

<file path=ppt/slideLayouts/_rels/slideLayout7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3.xml"/><Relationship Id="rId1" Type="http://schemas.openxmlformats.org/officeDocument/2006/relationships/vmlDrawing" Target="../drawings/vmlDrawing42.vml"/><Relationship Id="rId5" Type="http://schemas.openxmlformats.org/officeDocument/2006/relationships/image" Target="../media/image19.emf"/><Relationship Id="rId4" Type="http://schemas.openxmlformats.org/officeDocument/2006/relationships/oleObject" Target="../embeddings/oleObject42.bin"/></Relationships>
</file>

<file path=ppt/slideLayouts/_rels/slideLayout7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4.xml"/><Relationship Id="rId1" Type="http://schemas.openxmlformats.org/officeDocument/2006/relationships/vmlDrawing" Target="../drawings/vmlDrawing43.vml"/><Relationship Id="rId5" Type="http://schemas.openxmlformats.org/officeDocument/2006/relationships/image" Target="../media/image19.emf"/><Relationship Id="rId4" Type="http://schemas.openxmlformats.org/officeDocument/2006/relationships/oleObject" Target="../embeddings/oleObject43.bin"/></Relationships>
</file>

<file path=ppt/slideLayouts/_rels/slideLayout7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5.xml"/><Relationship Id="rId1" Type="http://schemas.openxmlformats.org/officeDocument/2006/relationships/vmlDrawing" Target="../drawings/vmlDrawing44.vml"/><Relationship Id="rId5" Type="http://schemas.openxmlformats.org/officeDocument/2006/relationships/image" Target="../media/image19.emf"/><Relationship Id="rId4" Type="http://schemas.openxmlformats.org/officeDocument/2006/relationships/oleObject" Target="../embeddings/oleObject44.bin"/></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6.xml"/><Relationship Id="rId1" Type="http://schemas.openxmlformats.org/officeDocument/2006/relationships/vmlDrawing" Target="../drawings/vmlDrawing45.vml"/><Relationship Id="rId5" Type="http://schemas.openxmlformats.org/officeDocument/2006/relationships/image" Target="../media/image16.emf"/><Relationship Id="rId4" Type="http://schemas.openxmlformats.org/officeDocument/2006/relationships/oleObject" Target="../embeddings/oleObject45.bin"/></Relationships>
</file>

<file path=ppt/slideLayouts/_rels/slideLayout8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7.xml"/><Relationship Id="rId1" Type="http://schemas.openxmlformats.org/officeDocument/2006/relationships/vmlDrawing" Target="../drawings/vmlDrawing46.vml"/><Relationship Id="rId5" Type="http://schemas.openxmlformats.org/officeDocument/2006/relationships/image" Target="../media/image20.emf"/><Relationship Id="rId4" Type="http://schemas.openxmlformats.org/officeDocument/2006/relationships/oleObject" Target="../embeddings/oleObject46.bin"/></Relationships>
</file>

<file path=ppt/slideLayouts/_rels/slideLayout8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8.xml"/><Relationship Id="rId1" Type="http://schemas.openxmlformats.org/officeDocument/2006/relationships/vmlDrawing" Target="../drawings/vmlDrawing47.vml"/><Relationship Id="rId5" Type="http://schemas.openxmlformats.org/officeDocument/2006/relationships/image" Target="../media/image20.emf"/><Relationship Id="rId4" Type="http://schemas.openxmlformats.org/officeDocument/2006/relationships/oleObject" Target="../embeddings/oleObject47.bin"/></Relationships>
</file>

<file path=ppt/slideLayouts/_rels/slideLayout8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9.xml"/><Relationship Id="rId1" Type="http://schemas.openxmlformats.org/officeDocument/2006/relationships/vmlDrawing" Target="../drawings/vmlDrawing48.vml"/><Relationship Id="rId5" Type="http://schemas.openxmlformats.org/officeDocument/2006/relationships/image" Target="../media/image20.emf"/><Relationship Id="rId4" Type="http://schemas.openxmlformats.org/officeDocument/2006/relationships/oleObject" Target="../embeddings/oleObject48.bin"/></Relationships>
</file>

<file path=ppt/slideLayouts/_rels/slideLayout8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0.xml"/><Relationship Id="rId1" Type="http://schemas.openxmlformats.org/officeDocument/2006/relationships/vmlDrawing" Target="../drawings/vmlDrawing49.vml"/><Relationship Id="rId5" Type="http://schemas.openxmlformats.org/officeDocument/2006/relationships/image" Target="../media/image20.emf"/><Relationship Id="rId4" Type="http://schemas.openxmlformats.org/officeDocument/2006/relationships/oleObject" Target="../embeddings/oleObject49.bin"/></Relationships>
</file>

<file path=ppt/slideLayouts/_rels/slideLayout8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1.xml"/><Relationship Id="rId1" Type="http://schemas.openxmlformats.org/officeDocument/2006/relationships/vmlDrawing" Target="../drawings/vmlDrawing50.vml"/><Relationship Id="rId5" Type="http://schemas.openxmlformats.org/officeDocument/2006/relationships/image" Target="../media/image20.emf"/><Relationship Id="rId4" Type="http://schemas.openxmlformats.org/officeDocument/2006/relationships/oleObject" Target="../embeddings/oleObject50.bin"/></Relationships>
</file>

<file path=ppt/slideLayouts/_rels/slideLayout8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2.xml"/><Relationship Id="rId1" Type="http://schemas.openxmlformats.org/officeDocument/2006/relationships/vmlDrawing" Target="../drawings/vmlDrawing51.vml"/><Relationship Id="rId5" Type="http://schemas.openxmlformats.org/officeDocument/2006/relationships/image" Target="../media/image20.emf"/><Relationship Id="rId4" Type="http://schemas.openxmlformats.org/officeDocument/2006/relationships/oleObject" Target="../embeddings/oleObject51.bin"/></Relationships>
</file>

<file path=ppt/slideLayouts/_rels/slideLayout8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3.xml"/><Relationship Id="rId1" Type="http://schemas.openxmlformats.org/officeDocument/2006/relationships/vmlDrawing" Target="../drawings/vmlDrawing52.vml"/><Relationship Id="rId5" Type="http://schemas.openxmlformats.org/officeDocument/2006/relationships/image" Target="../media/image20.emf"/><Relationship Id="rId4" Type="http://schemas.openxmlformats.org/officeDocument/2006/relationships/oleObject" Target="../embeddings/oleObject52.bin"/></Relationships>
</file>

<file path=ppt/slideLayouts/_rels/slideLayout9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4.xml"/><Relationship Id="rId1" Type="http://schemas.openxmlformats.org/officeDocument/2006/relationships/vmlDrawing" Target="../drawings/vmlDrawing53.vml"/><Relationship Id="rId5" Type="http://schemas.openxmlformats.org/officeDocument/2006/relationships/image" Target="../media/image20.emf"/><Relationship Id="rId4" Type="http://schemas.openxmlformats.org/officeDocument/2006/relationships/oleObject" Target="../embeddings/oleObject53.bin"/></Relationships>
</file>

<file path=ppt/slideLayouts/_rels/slideLayout9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5.xml"/><Relationship Id="rId1" Type="http://schemas.openxmlformats.org/officeDocument/2006/relationships/vmlDrawing" Target="../drawings/vmlDrawing54.vml"/><Relationship Id="rId5" Type="http://schemas.openxmlformats.org/officeDocument/2006/relationships/image" Target="../media/image16.emf"/><Relationship Id="rId4" Type="http://schemas.openxmlformats.org/officeDocument/2006/relationships/oleObject" Target="../embeddings/oleObject54.bin"/></Relationships>
</file>

<file path=ppt/slideLayouts/_rels/slideLayout9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6.xml"/><Relationship Id="rId1" Type="http://schemas.openxmlformats.org/officeDocument/2006/relationships/vmlDrawing" Target="../drawings/vmlDrawing55.vml"/><Relationship Id="rId5" Type="http://schemas.openxmlformats.org/officeDocument/2006/relationships/image" Target="../media/image21.emf"/><Relationship Id="rId4" Type="http://schemas.openxmlformats.org/officeDocument/2006/relationships/oleObject" Target="../embeddings/oleObject55.bin"/></Relationships>
</file>

<file path=ppt/slideLayouts/_rels/slideLayout9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7.xml"/><Relationship Id="rId1" Type="http://schemas.openxmlformats.org/officeDocument/2006/relationships/vmlDrawing" Target="../drawings/vmlDrawing56.vml"/><Relationship Id="rId5" Type="http://schemas.openxmlformats.org/officeDocument/2006/relationships/image" Target="../media/image21.emf"/><Relationship Id="rId4" Type="http://schemas.openxmlformats.org/officeDocument/2006/relationships/oleObject" Target="../embeddings/oleObject56.bin"/></Relationships>
</file>

<file path=ppt/slideLayouts/_rels/slideLayout9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8.xml"/><Relationship Id="rId1" Type="http://schemas.openxmlformats.org/officeDocument/2006/relationships/vmlDrawing" Target="../drawings/vmlDrawing57.vml"/><Relationship Id="rId5" Type="http://schemas.openxmlformats.org/officeDocument/2006/relationships/image" Target="../media/image21.emf"/><Relationship Id="rId4" Type="http://schemas.openxmlformats.org/officeDocument/2006/relationships/oleObject" Target="../embeddings/oleObject57.bin"/></Relationships>
</file>

<file path=ppt/slideLayouts/_rels/slideLayout9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9.xml"/><Relationship Id="rId1" Type="http://schemas.openxmlformats.org/officeDocument/2006/relationships/vmlDrawing" Target="../drawings/vmlDrawing58.vml"/><Relationship Id="rId6" Type="http://schemas.openxmlformats.org/officeDocument/2006/relationships/image" Target="../media/image23.svg"/><Relationship Id="rId5" Type="http://schemas.openxmlformats.org/officeDocument/2006/relationships/image" Target="../media/image21.emf"/><Relationship Id="rId4" Type="http://schemas.openxmlformats.org/officeDocument/2006/relationships/oleObject" Target="../embeddings/oleObject58.bin"/></Relationships>
</file>

<file path=ppt/slideLayouts/_rels/slideLayout9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0.xml"/><Relationship Id="rId1" Type="http://schemas.openxmlformats.org/officeDocument/2006/relationships/vmlDrawing" Target="../drawings/vmlDrawing59.vml"/><Relationship Id="rId6" Type="http://schemas.openxmlformats.org/officeDocument/2006/relationships/image" Target="../media/image24.svg"/><Relationship Id="rId5" Type="http://schemas.openxmlformats.org/officeDocument/2006/relationships/image" Target="../media/image21.emf"/><Relationship Id="rId4" Type="http://schemas.openxmlformats.org/officeDocument/2006/relationships/oleObject" Target="../embeddings/oleObject59.bin"/></Relationships>
</file>

<file path=ppt/slideLayouts/_rels/slideLayout9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1.xml"/><Relationship Id="rId1" Type="http://schemas.openxmlformats.org/officeDocument/2006/relationships/vmlDrawing" Target="../drawings/vmlDrawing60.vml"/><Relationship Id="rId5" Type="http://schemas.openxmlformats.org/officeDocument/2006/relationships/image" Target="../media/image21.emf"/><Relationship Id="rId4" Type="http://schemas.openxmlformats.org/officeDocument/2006/relationships/oleObject" Target="../embeddings/oleObject60.bin"/></Relationships>
</file>

<file path=ppt/slideLayouts/_rels/slideLayout9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2.xml"/><Relationship Id="rId1" Type="http://schemas.openxmlformats.org/officeDocument/2006/relationships/vmlDrawing" Target="../drawings/vmlDrawing61.vml"/><Relationship Id="rId5" Type="http://schemas.openxmlformats.org/officeDocument/2006/relationships/image" Target="../media/image21.emf"/><Relationship Id="rId4" Type="http://schemas.openxmlformats.org/officeDocument/2006/relationships/oleObject" Target="../embeddings/oleObject61.bin"/></Relationships>
</file>

<file path=ppt/slideLayouts/_rels/slideLayout9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3.xml"/><Relationship Id="rId1" Type="http://schemas.openxmlformats.org/officeDocument/2006/relationships/vmlDrawing" Target="../drawings/vmlDrawing62.vml"/><Relationship Id="rId5" Type="http://schemas.openxmlformats.org/officeDocument/2006/relationships/image" Target="../media/image21.emf"/><Relationship Id="rId4" Type="http://schemas.openxmlformats.org/officeDocument/2006/relationships/oleObject" Target="../embeddings/oleObject62.bin"/></Relationships>
</file>

<file path=ppt/slideLayouts/_rels/slideLayout10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4.xml"/><Relationship Id="rId1" Type="http://schemas.openxmlformats.org/officeDocument/2006/relationships/vmlDrawing" Target="../drawings/vmlDrawing63.vml"/><Relationship Id="rId5" Type="http://schemas.openxmlformats.org/officeDocument/2006/relationships/image" Target="../media/image21.emf"/><Relationship Id="rId4" Type="http://schemas.openxmlformats.org/officeDocument/2006/relationships/oleObject" Target="../embeddings/oleObject63.bin"/></Relationships>
</file>

<file path=ppt/slideLayouts/_rels/slideLayout10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5.xml"/><Relationship Id="rId1" Type="http://schemas.openxmlformats.org/officeDocument/2006/relationships/vmlDrawing" Target="../drawings/vmlDrawing64.vml"/><Relationship Id="rId5" Type="http://schemas.openxmlformats.org/officeDocument/2006/relationships/image" Target="../media/image16.emf"/><Relationship Id="rId4" Type="http://schemas.openxmlformats.org/officeDocument/2006/relationships/oleObject" Target="../embeddings/oleObject64.bin"/></Relationships>
</file>

<file path=ppt/slideLayouts/_rels/slideLayout10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6.xml"/><Relationship Id="rId1" Type="http://schemas.openxmlformats.org/officeDocument/2006/relationships/vmlDrawing" Target="../drawings/vmlDrawing65.vml"/><Relationship Id="rId5" Type="http://schemas.openxmlformats.org/officeDocument/2006/relationships/image" Target="../media/image22.emf"/><Relationship Id="rId4" Type="http://schemas.openxmlformats.org/officeDocument/2006/relationships/oleObject" Target="../embeddings/oleObject65.bin"/></Relationships>
</file>

<file path=ppt/slideLayouts/_rels/slideLayout10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7.xml"/><Relationship Id="rId1" Type="http://schemas.openxmlformats.org/officeDocument/2006/relationships/vmlDrawing" Target="../drawings/vmlDrawing66.vml"/><Relationship Id="rId5" Type="http://schemas.openxmlformats.org/officeDocument/2006/relationships/image" Target="../media/image22.emf"/><Relationship Id="rId4" Type="http://schemas.openxmlformats.org/officeDocument/2006/relationships/oleObject" Target="../embeddings/oleObject66.bin"/></Relationships>
</file>

<file path=ppt/slideLayouts/_rels/slideLayout10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8.xml"/><Relationship Id="rId1" Type="http://schemas.openxmlformats.org/officeDocument/2006/relationships/vmlDrawing" Target="../drawings/vmlDrawing67.vml"/><Relationship Id="rId5" Type="http://schemas.openxmlformats.org/officeDocument/2006/relationships/image" Target="../media/image22.emf"/><Relationship Id="rId4" Type="http://schemas.openxmlformats.org/officeDocument/2006/relationships/oleObject" Target="../embeddings/oleObject67.bin"/></Relationships>
</file>

<file path=ppt/slideLayouts/_rels/slideLayout10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9.xml"/><Relationship Id="rId1" Type="http://schemas.openxmlformats.org/officeDocument/2006/relationships/vmlDrawing" Target="../drawings/vmlDrawing68.vml"/><Relationship Id="rId5" Type="http://schemas.openxmlformats.org/officeDocument/2006/relationships/image" Target="../media/image22.emf"/><Relationship Id="rId4" Type="http://schemas.openxmlformats.org/officeDocument/2006/relationships/oleObject" Target="../embeddings/oleObject68.bin"/></Relationships>
</file>

<file path=ppt/slideLayouts/_rels/slideLayout10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0.xml"/><Relationship Id="rId1" Type="http://schemas.openxmlformats.org/officeDocument/2006/relationships/vmlDrawing" Target="../drawings/vmlDrawing69.vml"/><Relationship Id="rId5" Type="http://schemas.openxmlformats.org/officeDocument/2006/relationships/image" Target="../media/image23.emf"/><Relationship Id="rId4" Type="http://schemas.openxmlformats.org/officeDocument/2006/relationships/oleObject" Target="../embeddings/oleObject69.bin"/></Relationships>
</file>

<file path=ppt/slideLayouts/_rels/slideLayout10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1.xml"/><Relationship Id="rId1" Type="http://schemas.openxmlformats.org/officeDocument/2006/relationships/vmlDrawing" Target="../drawings/vmlDrawing70.vml"/><Relationship Id="rId5" Type="http://schemas.openxmlformats.org/officeDocument/2006/relationships/image" Target="../media/image23.emf"/><Relationship Id="rId4" Type="http://schemas.openxmlformats.org/officeDocument/2006/relationships/oleObject" Target="../embeddings/oleObject70.bin"/></Relationships>
</file>

<file path=ppt/slideLayouts/_rels/slideLayout10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2.xml"/><Relationship Id="rId1" Type="http://schemas.openxmlformats.org/officeDocument/2006/relationships/vmlDrawing" Target="../drawings/vmlDrawing71.vml"/><Relationship Id="rId5" Type="http://schemas.openxmlformats.org/officeDocument/2006/relationships/image" Target="../media/image23.emf"/><Relationship Id="rId4" Type="http://schemas.openxmlformats.org/officeDocument/2006/relationships/oleObject" Target="../embeddings/oleObject71.bin"/></Relationships>
</file>

<file path=ppt/slideLayouts/_rels/slideLayout10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3.xml"/><Relationship Id="rId1" Type="http://schemas.openxmlformats.org/officeDocument/2006/relationships/vmlDrawing" Target="../drawings/vmlDrawing72.vml"/><Relationship Id="rId5" Type="http://schemas.openxmlformats.org/officeDocument/2006/relationships/image" Target="../media/image23.emf"/><Relationship Id="rId4" Type="http://schemas.openxmlformats.org/officeDocument/2006/relationships/oleObject" Target="../embeddings/oleObject72.bin"/></Relationships>
</file>

<file path=ppt/slideLayouts/_rels/slideLayout11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4.xml"/><Relationship Id="rId1" Type="http://schemas.openxmlformats.org/officeDocument/2006/relationships/vmlDrawing" Target="../drawings/vmlDrawing73.vml"/><Relationship Id="rId5" Type="http://schemas.openxmlformats.org/officeDocument/2006/relationships/image" Target="../media/image23.emf"/><Relationship Id="rId4" Type="http://schemas.openxmlformats.org/officeDocument/2006/relationships/oleObject" Target="../embeddings/oleObject73.bin"/></Relationships>
</file>

<file path=ppt/slideLayouts/_rels/slideLayout11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5.xml"/><Relationship Id="rId1" Type="http://schemas.openxmlformats.org/officeDocument/2006/relationships/vmlDrawing" Target="../drawings/vmlDrawing74.vml"/><Relationship Id="rId5" Type="http://schemas.openxmlformats.org/officeDocument/2006/relationships/image" Target="../media/image23.emf"/><Relationship Id="rId4" Type="http://schemas.openxmlformats.org/officeDocument/2006/relationships/oleObject" Target="../embeddings/oleObject74.bin"/></Relationships>
</file>

<file path=ppt/slideLayouts/_rels/slideLayout11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6.xml"/><Relationship Id="rId1" Type="http://schemas.openxmlformats.org/officeDocument/2006/relationships/vmlDrawing" Target="../drawings/vmlDrawing75.vml"/><Relationship Id="rId5" Type="http://schemas.openxmlformats.org/officeDocument/2006/relationships/image" Target="../media/image23.emf"/><Relationship Id="rId4" Type="http://schemas.openxmlformats.org/officeDocument/2006/relationships/oleObject" Target="../embeddings/oleObject75.bin"/></Relationships>
</file>

<file path=ppt/slideLayouts/_rels/slideLayout11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7.xml"/><Relationship Id="rId1" Type="http://schemas.openxmlformats.org/officeDocument/2006/relationships/vmlDrawing" Target="../drawings/vmlDrawing76.vml"/><Relationship Id="rId5" Type="http://schemas.openxmlformats.org/officeDocument/2006/relationships/image" Target="../media/image23.emf"/><Relationship Id="rId4" Type="http://schemas.openxmlformats.org/officeDocument/2006/relationships/oleObject" Target="../embeddings/oleObject76.bin"/></Relationships>
</file>

<file path=ppt/slideLayouts/_rels/slideLayout11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8.xml"/><Relationship Id="rId1" Type="http://schemas.openxmlformats.org/officeDocument/2006/relationships/vmlDrawing" Target="../drawings/vmlDrawing77.vml"/><Relationship Id="rId5" Type="http://schemas.openxmlformats.org/officeDocument/2006/relationships/image" Target="../media/image23.emf"/><Relationship Id="rId4" Type="http://schemas.openxmlformats.org/officeDocument/2006/relationships/oleObject" Target="../embeddings/oleObject77.bin"/></Relationships>
</file>

<file path=ppt/slideLayouts/_rels/slideLayout11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9.xml"/><Relationship Id="rId1" Type="http://schemas.openxmlformats.org/officeDocument/2006/relationships/vmlDrawing" Target="../drawings/vmlDrawing78.vml"/><Relationship Id="rId5" Type="http://schemas.openxmlformats.org/officeDocument/2006/relationships/image" Target="../media/image23.emf"/><Relationship Id="rId4" Type="http://schemas.openxmlformats.org/officeDocument/2006/relationships/oleObject" Target="../embeddings/oleObject78.bin"/></Relationships>
</file>

<file path=ppt/slideLayouts/_rels/slideLayout11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0.xml"/><Relationship Id="rId1" Type="http://schemas.openxmlformats.org/officeDocument/2006/relationships/vmlDrawing" Target="../drawings/vmlDrawing79.vml"/><Relationship Id="rId5" Type="http://schemas.openxmlformats.org/officeDocument/2006/relationships/image" Target="../media/image16.emf"/><Relationship Id="rId4" Type="http://schemas.openxmlformats.org/officeDocument/2006/relationships/oleObject" Target="../embeddings/oleObject79.bin"/></Relationships>
</file>

<file path=ppt/slideLayouts/_rels/slideLayout117.xml.rels><?xml version="1.0" encoding="UTF-8" standalone="yes"?>
<Relationships xmlns="http://schemas.openxmlformats.org/package/2006/relationships"><Relationship Id="rId3" Type="http://schemas.openxmlformats.org/officeDocument/2006/relationships/tags" Target="../tags/tag82.xml"/><Relationship Id="rId7" Type="http://schemas.openxmlformats.org/officeDocument/2006/relationships/oleObject" Target="../embeddings/oleObject81.bin"/><Relationship Id="rId2" Type="http://schemas.openxmlformats.org/officeDocument/2006/relationships/tags" Target="../tags/tag81.xml"/><Relationship Id="rId1" Type="http://schemas.openxmlformats.org/officeDocument/2006/relationships/vmlDrawing" Target="../drawings/vmlDrawing80.vml"/><Relationship Id="rId6" Type="http://schemas.openxmlformats.org/officeDocument/2006/relationships/image" Target="../media/image24.emf"/><Relationship Id="rId5" Type="http://schemas.openxmlformats.org/officeDocument/2006/relationships/oleObject" Target="../embeddings/oleObject80.bin"/><Relationship Id="rId4"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3" Type="http://schemas.openxmlformats.org/officeDocument/2006/relationships/tags" Target="../tags/tag84.xml"/><Relationship Id="rId7" Type="http://schemas.openxmlformats.org/officeDocument/2006/relationships/oleObject" Target="../embeddings/oleObject83.bin"/><Relationship Id="rId2" Type="http://schemas.openxmlformats.org/officeDocument/2006/relationships/tags" Target="../tags/tag83.xml"/><Relationship Id="rId1" Type="http://schemas.openxmlformats.org/officeDocument/2006/relationships/vmlDrawing" Target="../drawings/vmlDrawing81.vml"/><Relationship Id="rId6" Type="http://schemas.openxmlformats.org/officeDocument/2006/relationships/image" Target="../media/image24.emf"/><Relationship Id="rId5" Type="http://schemas.openxmlformats.org/officeDocument/2006/relationships/oleObject" Target="../embeddings/oleObject82.bin"/><Relationship Id="rId4"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3" Type="http://schemas.openxmlformats.org/officeDocument/2006/relationships/tags" Target="../tags/tag86.xml"/><Relationship Id="rId7" Type="http://schemas.openxmlformats.org/officeDocument/2006/relationships/oleObject" Target="../embeddings/oleObject85.bin"/><Relationship Id="rId2" Type="http://schemas.openxmlformats.org/officeDocument/2006/relationships/tags" Target="../tags/tag85.xml"/><Relationship Id="rId1" Type="http://schemas.openxmlformats.org/officeDocument/2006/relationships/vmlDrawing" Target="../drawings/vmlDrawing82.vml"/><Relationship Id="rId6" Type="http://schemas.openxmlformats.org/officeDocument/2006/relationships/image" Target="../media/image24.emf"/><Relationship Id="rId5" Type="http://schemas.openxmlformats.org/officeDocument/2006/relationships/oleObject" Target="../embeddings/oleObject84.bin"/><Relationship Id="rId4"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tags" Target="../tags/tag88.xml"/><Relationship Id="rId7" Type="http://schemas.openxmlformats.org/officeDocument/2006/relationships/image" Target="../media/image25.png"/><Relationship Id="rId2" Type="http://schemas.openxmlformats.org/officeDocument/2006/relationships/tags" Target="../tags/tag87.xml"/><Relationship Id="rId1" Type="http://schemas.openxmlformats.org/officeDocument/2006/relationships/vmlDrawing" Target="../drawings/vmlDrawing83.vml"/><Relationship Id="rId6" Type="http://schemas.openxmlformats.org/officeDocument/2006/relationships/image" Target="../media/image24.emf"/><Relationship Id="rId5" Type="http://schemas.openxmlformats.org/officeDocument/2006/relationships/oleObject" Target="../embeddings/oleObject86.bin"/><Relationship Id="rId10" Type="http://schemas.openxmlformats.org/officeDocument/2006/relationships/oleObject" Target="../embeddings/oleObject87.bin"/><Relationship Id="rId4" Type="http://schemas.openxmlformats.org/officeDocument/2006/relationships/slideMaster" Target="../slideMasters/slideMaster2.xml"/><Relationship Id="rId9" Type="http://schemas.openxmlformats.org/officeDocument/2006/relationships/image" Target="../media/image27.png"/></Relationships>
</file>

<file path=ppt/slideLayouts/_rels/slideLayout12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9.xml"/><Relationship Id="rId1" Type="http://schemas.openxmlformats.org/officeDocument/2006/relationships/vmlDrawing" Target="../drawings/vmlDrawing84.vml"/><Relationship Id="rId5" Type="http://schemas.openxmlformats.org/officeDocument/2006/relationships/image" Target="../media/image24.emf"/><Relationship Id="rId4" Type="http://schemas.openxmlformats.org/officeDocument/2006/relationships/oleObject" Target="../embeddings/oleObject88.bin"/></Relationships>
</file>

<file path=ppt/slideLayouts/_rels/slideLayout12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0.xml"/><Relationship Id="rId1" Type="http://schemas.openxmlformats.org/officeDocument/2006/relationships/vmlDrawing" Target="../drawings/vmlDrawing85.vml"/><Relationship Id="rId5" Type="http://schemas.openxmlformats.org/officeDocument/2006/relationships/image" Target="../media/image24.emf"/><Relationship Id="rId4" Type="http://schemas.openxmlformats.org/officeDocument/2006/relationships/oleObject" Target="../embeddings/oleObject89.bin"/></Relationships>
</file>

<file path=ppt/slideLayouts/_rels/slideLayout12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1.xml"/><Relationship Id="rId1" Type="http://schemas.openxmlformats.org/officeDocument/2006/relationships/vmlDrawing" Target="../drawings/vmlDrawing86.vml"/><Relationship Id="rId5" Type="http://schemas.openxmlformats.org/officeDocument/2006/relationships/image" Target="../media/image24.emf"/><Relationship Id="rId4" Type="http://schemas.openxmlformats.org/officeDocument/2006/relationships/oleObject" Target="../embeddings/oleObject90.bin"/></Relationships>
</file>

<file path=ppt/slideLayouts/_rels/slideLayout12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2.xml"/><Relationship Id="rId1" Type="http://schemas.openxmlformats.org/officeDocument/2006/relationships/vmlDrawing" Target="../drawings/vmlDrawing87.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91.bin"/></Relationships>
</file>

<file path=ppt/slideLayouts/_rels/slideLayout12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3.xml"/><Relationship Id="rId1" Type="http://schemas.openxmlformats.org/officeDocument/2006/relationships/vmlDrawing" Target="../drawings/vmlDrawing88.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92.bin"/></Relationships>
</file>

<file path=ppt/slideLayouts/_rels/slideLayout12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4.xml"/><Relationship Id="rId1" Type="http://schemas.openxmlformats.org/officeDocument/2006/relationships/vmlDrawing" Target="../drawings/vmlDrawing89.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93.bin"/></Relationships>
</file>

<file path=ppt/slideLayouts/_rels/slideLayout12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5.xml"/><Relationship Id="rId1" Type="http://schemas.openxmlformats.org/officeDocument/2006/relationships/vmlDrawing" Target="../drawings/vmlDrawing90.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94.bin"/></Relationships>
</file>

<file path=ppt/slideLayouts/_rels/slideLayout12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6.xml"/><Relationship Id="rId1" Type="http://schemas.openxmlformats.org/officeDocument/2006/relationships/vmlDrawing" Target="../drawings/vmlDrawing91.vml"/><Relationship Id="rId6" Type="http://schemas.openxmlformats.org/officeDocument/2006/relationships/image" Target="../media/image33.svg"/><Relationship Id="rId5" Type="http://schemas.openxmlformats.org/officeDocument/2006/relationships/image" Target="../media/image24.emf"/><Relationship Id="rId4" Type="http://schemas.openxmlformats.org/officeDocument/2006/relationships/oleObject" Target="../embeddings/oleObject95.bin"/></Relationships>
</file>

<file path=ppt/slideLayouts/_rels/slideLayout12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7.xml"/><Relationship Id="rId1" Type="http://schemas.openxmlformats.org/officeDocument/2006/relationships/vmlDrawing" Target="../drawings/vmlDrawing92.vml"/><Relationship Id="rId6" Type="http://schemas.openxmlformats.org/officeDocument/2006/relationships/image" Target="../media/image34.svg"/><Relationship Id="rId5" Type="http://schemas.openxmlformats.org/officeDocument/2006/relationships/image" Target="../media/image24.emf"/><Relationship Id="rId4" Type="http://schemas.openxmlformats.org/officeDocument/2006/relationships/oleObject" Target="../embeddings/oleObject96.bin"/></Relationships>
</file>

<file path=ppt/slideLayouts/_rels/slideLayout13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8.xml"/><Relationship Id="rId1" Type="http://schemas.openxmlformats.org/officeDocument/2006/relationships/vmlDrawing" Target="../drawings/vmlDrawing93.vml"/><Relationship Id="rId5" Type="http://schemas.openxmlformats.org/officeDocument/2006/relationships/image" Target="../media/image16.emf"/><Relationship Id="rId4" Type="http://schemas.openxmlformats.org/officeDocument/2006/relationships/oleObject" Target="../embeddings/oleObject97.bin"/></Relationships>
</file>

<file path=ppt/slideLayouts/_rels/slideLayout13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9.xml"/><Relationship Id="rId1" Type="http://schemas.openxmlformats.org/officeDocument/2006/relationships/vmlDrawing" Target="../drawings/vmlDrawing94.vml"/><Relationship Id="rId5" Type="http://schemas.openxmlformats.org/officeDocument/2006/relationships/image" Target="../media/image30.emf"/><Relationship Id="rId4" Type="http://schemas.openxmlformats.org/officeDocument/2006/relationships/oleObject" Target="../embeddings/oleObject98.bin"/></Relationships>
</file>

<file path=ppt/slideLayouts/_rels/slideLayout13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0.xml"/><Relationship Id="rId1" Type="http://schemas.openxmlformats.org/officeDocument/2006/relationships/vmlDrawing" Target="../drawings/vmlDrawing95.vml"/><Relationship Id="rId5" Type="http://schemas.openxmlformats.org/officeDocument/2006/relationships/image" Target="../media/image30.emf"/><Relationship Id="rId4" Type="http://schemas.openxmlformats.org/officeDocument/2006/relationships/oleObject" Target="../embeddings/oleObject99.bin"/></Relationships>
</file>

<file path=ppt/slideLayouts/_rels/slideLayout13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1.xml"/><Relationship Id="rId1" Type="http://schemas.openxmlformats.org/officeDocument/2006/relationships/vmlDrawing" Target="../drawings/vmlDrawing96.vml"/><Relationship Id="rId5" Type="http://schemas.openxmlformats.org/officeDocument/2006/relationships/image" Target="../media/image31.emf"/><Relationship Id="rId4" Type="http://schemas.openxmlformats.org/officeDocument/2006/relationships/oleObject" Target="../embeddings/oleObject100.bin"/></Relationships>
</file>

<file path=ppt/slideLayouts/_rels/slideLayout13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2.xml"/><Relationship Id="rId1" Type="http://schemas.openxmlformats.org/officeDocument/2006/relationships/vmlDrawing" Target="../drawings/vmlDrawing97.vml"/><Relationship Id="rId5" Type="http://schemas.openxmlformats.org/officeDocument/2006/relationships/image" Target="../media/image31.emf"/><Relationship Id="rId4" Type="http://schemas.openxmlformats.org/officeDocument/2006/relationships/oleObject" Target="../embeddings/oleObject101.bin"/></Relationships>
</file>

<file path=ppt/slideLayouts/_rels/slideLayout13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3.xml"/><Relationship Id="rId1" Type="http://schemas.openxmlformats.org/officeDocument/2006/relationships/vmlDrawing" Target="../drawings/vmlDrawing98.vml"/><Relationship Id="rId5" Type="http://schemas.openxmlformats.org/officeDocument/2006/relationships/image" Target="../media/image16.emf"/><Relationship Id="rId4" Type="http://schemas.openxmlformats.org/officeDocument/2006/relationships/oleObject" Target="../embeddings/oleObject102.bin"/></Relationships>
</file>

<file path=ppt/slideLayouts/_rels/slideLayout13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4.xml"/><Relationship Id="rId1" Type="http://schemas.openxmlformats.org/officeDocument/2006/relationships/vmlDrawing" Target="../drawings/vmlDrawing99.vml"/><Relationship Id="rId5" Type="http://schemas.openxmlformats.org/officeDocument/2006/relationships/image" Target="../media/image32.emf"/><Relationship Id="rId4" Type="http://schemas.openxmlformats.org/officeDocument/2006/relationships/oleObject" Target="../embeddings/oleObject103.bin"/></Relationships>
</file>

<file path=ppt/slideLayouts/_rels/slideLayout13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5.xml"/><Relationship Id="rId1" Type="http://schemas.openxmlformats.org/officeDocument/2006/relationships/vmlDrawing" Target="../drawings/vmlDrawing100.vml"/><Relationship Id="rId5" Type="http://schemas.openxmlformats.org/officeDocument/2006/relationships/image" Target="../media/image32.emf"/><Relationship Id="rId4" Type="http://schemas.openxmlformats.org/officeDocument/2006/relationships/oleObject" Target="../embeddings/oleObject104.bin"/></Relationships>
</file>

<file path=ppt/slideLayouts/_rels/slideLayout13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6.xml"/><Relationship Id="rId1" Type="http://schemas.openxmlformats.org/officeDocument/2006/relationships/vmlDrawing" Target="../drawings/vmlDrawing101.vml"/><Relationship Id="rId5" Type="http://schemas.openxmlformats.org/officeDocument/2006/relationships/image" Target="../media/image32.emf"/><Relationship Id="rId4" Type="http://schemas.openxmlformats.org/officeDocument/2006/relationships/oleObject" Target="../embeddings/oleObject105.bin"/></Relationships>
</file>

<file path=ppt/slideLayouts/_rels/slideLayout13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7.xml"/><Relationship Id="rId1" Type="http://schemas.openxmlformats.org/officeDocument/2006/relationships/vmlDrawing" Target="../drawings/vmlDrawing102.vml"/><Relationship Id="rId5" Type="http://schemas.openxmlformats.org/officeDocument/2006/relationships/image" Target="../media/image32.emf"/><Relationship Id="rId4" Type="http://schemas.openxmlformats.org/officeDocument/2006/relationships/oleObject" Target="../embeddings/oleObject106.bin"/></Relationships>
</file>

<file path=ppt/slideLayouts/_rels/slideLayout14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8.xml"/><Relationship Id="rId1" Type="http://schemas.openxmlformats.org/officeDocument/2006/relationships/vmlDrawing" Target="../drawings/vmlDrawing103.vml"/><Relationship Id="rId5" Type="http://schemas.openxmlformats.org/officeDocument/2006/relationships/image" Target="../media/image32.emf"/><Relationship Id="rId4" Type="http://schemas.openxmlformats.org/officeDocument/2006/relationships/oleObject" Target="../embeddings/oleObject107.bin"/></Relationships>
</file>

<file path=ppt/slideLayouts/_rels/slideLayout14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9.xml"/><Relationship Id="rId1" Type="http://schemas.openxmlformats.org/officeDocument/2006/relationships/vmlDrawing" Target="../drawings/vmlDrawing104.vml"/><Relationship Id="rId5" Type="http://schemas.openxmlformats.org/officeDocument/2006/relationships/image" Target="../media/image32.emf"/><Relationship Id="rId4" Type="http://schemas.openxmlformats.org/officeDocument/2006/relationships/oleObject" Target="../embeddings/oleObject108.bin"/></Relationships>
</file>

<file path=ppt/slideLayouts/_rels/slideLayout14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0.xml"/><Relationship Id="rId1" Type="http://schemas.openxmlformats.org/officeDocument/2006/relationships/vmlDrawing" Target="../drawings/vmlDrawing105.vml"/><Relationship Id="rId5" Type="http://schemas.openxmlformats.org/officeDocument/2006/relationships/image" Target="../media/image16.emf"/><Relationship Id="rId4" Type="http://schemas.openxmlformats.org/officeDocument/2006/relationships/oleObject" Target="../embeddings/oleObject109.bin"/></Relationships>
</file>

<file path=ppt/slideLayouts/_rels/slideLayout143.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40.svg"/><Relationship Id="rId2" Type="http://schemas.openxmlformats.org/officeDocument/2006/relationships/tags" Target="../tags/tag111.xml"/><Relationship Id="rId1" Type="http://schemas.openxmlformats.org/officeDocument/2006/relationships/vmlDrawing" Target="../drawings/vmlDrawing106.vml"/><Relationship Id="rId6" Type="http://schemas.openxmlformats.org/officeDocument/2006/relationships/image" Target="../media/image33.emf"/><Relationship Id="rId5" Type="http://schemas.openxmlformats.org/officeDocument/2006/relationships/oleObject" Target="../embeddings/oleObject110.bin"/><Relationship Id="rId4" Type="http://schemas.openxmlformats.org/officeDocument/2006/relationships/image" Target="../media/image38.svg"/></Relationships>
</file>

<file path=ppt/slideLayouts/_rels/slideLayout14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40.svg"/><Relationship Id="rId2" Type="http://schemas.openxmlformats.org/officeDocument/2006/relationships/tags" Target="../tags/tag112.xml"/><Relationship Id="rId1" Type="http://schemas.openxmlformats.org/officeDocument/2006/relationships/vmlDrawing" Target="../drawings/vmlDrawing107.vml"/><Relationship Id="rId6" Type="http://schemas.openxmlformats.org/officeDocument/2006/relationships/image" Target="../media/image33.emf"/><Relationship Id="rId5" Type="http://schemas.openxmlformats.org/officeDocument/2006/relationships/oleObject" Target="../embeddings/oleObject111.bin"/><Relationship Id="rId4" Type="http://schemas.openxmlformats.org/officeDocument/2006/relationships/image" Target="../media/image23.svg"/></Relationships>
</file>

<file path=ppt/slideLayouts/_rels/slideLayout14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40.svg"/><Relationship Id="rId2" Type="http://schemas.openxmlformats.org/officeDocument/2006/relationships/tags" Target="../tags/tag113.xml"/><Relationship Id="rId1" Type="http://schemas.openxmlformats.org/officeDocument/2006/relationships/vmlDrawing" Target="../drawings/vmlDrawing108.vml"/><Relationship Id="rId6" Type="http://schemas.openxmlformats.org/officeDocument/2006/relationships/image" Target="../media/image33.emf"/><Relationship Id="rId5" Type="http://schemas.openxmlformats.org/officeDocument/2006/relationships/oleObject" Target="../embeddings/oleObject112.bin"/><Relationship Id="rId4" Type="http://schemas.openxmlformats.org/officeDocument/2006/relationships/image" Target="../media/image23.svg"/></Relationships>
</file>

<file path=ppt/slideLayouts/_rels/slideLayout14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4.xml"/><Relationship Id="rId1" Type="http://schemas.openxmlformats.org/officeDocument/2006/relationships/vmlDrawing" Target="../drawings/vmlDrawing109.vml"/><Relationship Id="rId6" Type="http://schemas.openxmlformats.org/officeDocument/2006/relationships/image" Target="../media/image41.svg"/><Relationship Id="rId5" Type="http://schemas.openxmlformats.org/officeDocument/2006/relationships/image" Target="../media/image33.emf"/><Relationship Id="rId4" Type="http://schemas.openxmlformats.org/officeDocument/2006/relationships/oleObject" Target="../embeddings/oleObject113.bin"/></Relationships>
</file>

<file path=ppt/slideLayouts/_rels/slideLayout14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5.xml"/><Relationship Id="rId1" Type="http://schemas.openxmlformats.org/officeDocument/2006/relationships/vmlDrawing" Target="../drawings/vmlDrawing110.vml"/><Relationship Id="rId6" Type="http://schemas.openxmlformats.org/officeDocument/2006/relationships/image" Target="../media/image42.svg"/><Relationship Id="rId5" Type="http://schemas.openxmlformats.org/officeDocument/2006/relationships/image" Target="../media/image33.emf"/><Relationship Id="rId4" Type="http://schemas.openxmlformats.org/officeDocument/2006/relationships/oleObject" Target="../embeddings/oleObject114.bin"/></Relationships>
</file>

<file path=ppt/slideLayouts/_rels/slideLayout14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6.xml"/><Relationship Id="rId1" Type="http://schemas.openxmlformats.org/officeDocument/2006/relationships/vmlDrawing" Target="../drawings/vmlDrawing111.vml"/><Relationship Id="rId5" Type="http://schemas.openxmlformats.org/officeDocument/2006/relationships/image" Target="../media/image16.emf"/><Relationship Id="rId4" Type="http://schemas.openxmlformats.org/officeDocument/2006/relationships/oleObject" Target="../embeddings/oleObject115.bin"/></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18.xml"/><Relationship Id="rId1" Type="http://schemas.openxmlformats.org/officeDocument/2006/relationships/vmlDrawing" Target="../drawings/vmlDrawing113.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17.bin"/></Relationships>
</file>

<file path=ppt/slideLayouts/_rels/slideLayout15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19.xml"/><Relationship Id="rId1" Type="http://schemas.openxmlformats.org/officeDocument/2006/relationships/vmlDrawing" Target="../drawings/vmlDrawing114.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18.bin"/></Relationships>
</file>

<file path=ppt/slideLayouts/_rels/slideLayout15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0.xml"/><Relationship Id="rId1" Type="http://schemas.openxmlformats.org/officeDocument/2006/relationships/vmlDrawing" Target="../drawings/vmlDrawing115.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19.bin"/></Relationships>
</file>

<file path=ppt/slideLayouts/_rels/slideLayout15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1.xml"/><Relationship Id="rId1" Type="http://schemas.openxmlformats.org/officeDocument/2006/relationships/vmlDrawing" Target="../drawings/vmlDrawing116.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0.bin"/></Relationships>
</file>

<file path=ppt/slideLayouts/_rels/slideLayout15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2.xml"/><Relationship Id="rId1" Type="http://schemas.openxmlformats.org/officeDocument/2006/relationships/vmlDrawing" Target="../drawings/vmlDrawing117.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1.bin"/></Relationships>
</file>

<file path=ppt/slideLayouts/_rels/slideLayout15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3.xml"/><Relationship Id="rId1" Type="http://schemas.openxmlformats.org/officeDocument/2006/relationships/vmlDrawing" Target="../drawings/vmlDrawing118.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2.bin"/></Relationships>
</file>

<file path=ppt/slideLayouts/_rels/slideLayout15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4.xml"/><Relationship Id="rId1" Type="http://schemas.openxmlformats.org/officeDocument/2006/relationships/vmlDrawing" Target="../drawings/vmlDrawing119.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3.bin"/></Relationships>
</file>

<file path=ppt/slideLayouts/_rels/slideLayout15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5.xml"/><Relationship Id="rId1" Type="http://schemas.openxmlformats.org/officeDocument/2006/relationships/vmlDrawing" Target="../drawings/vmlDrawing120.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4.bin"/></Relationships>
</file>

<file path=ppt/slideLayouts/_rels/slideLayout15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6.xml"/><Relationship Id="rId1" Type="http://schemas.openxmlformats.org/officeDocument/2006/relationships/vmlDrawing" Target="../drawings/vmlDrawing121.vml"/><Relationship Id="rId5" Type="http://schemas.openxmlformats.org/officeDocument/2006/relationships/image" Target="../media/image16.emf"/><Relationship Id="rId4" Type="http://schemas.openxmlformats.org/officeDocument/2006/relationships/oleObject" Target="../embeddings/oleObject125.bin"/></Relationships>
</file>

<file path=ppt/slideLayouts/_rels/slideLayout15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7.xml"/><Relationship Id="rId1" Type="http://schemas.openxmlformats.org/officeDocument/2006/relationships/vmlDrawing" Target="../drawings/vmlDrawing122.vml"/><Relationship Id="rId5" Type="http://schemas.openxmlformats.org/officeDocument/2006/relationships/image" Target="../media/image17.emf"/><Relationship Id="rId4" Type="http://schemas.openxmlformats.org/officeDocument/2006/relationships/oleObject" Target="../embeddings/oleObject126.bin"/></Relationships>
</file>

<file path=ppt/slideLayouts/_rels/slideLayout16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8.xml"/><Relationship Id="rId1" Type="http://schemas.openxmlformats.org/officeDocument/2006/relationships/vmlDrawing" Target="../drawings/vmlDrawing123.vml"/><Relationship Id="rId5" Type="http://schemas.openxmlformats.org/officeDocument/2006/relationships/image" Target="../media/image17.emf"/><Relationship Id="rId4" Type="http://schemas.openxmlformats.org/officeDocument/2006/relationships/oleObject" Target="../embeddings/oleObject127.bin"/></Relationships>
</file>

<file path=ppt/slideLayouts/_rels/slideLayout16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9.xml"/><Relationship Id="rId1" Type="http://schemas.openxmlformats.org/officeDocument/2006/relationships/vmlDrawing" Target="../drawings/vmlDrawing124.vml"/><Relationship Id="rId5" Type="http://schemas.openxmlformats.org/officeDocument/2006/relationships/image" Target="../media/image17.emf"/><Relationship Id="rId4" Type="http://schemas.openxmlformats.org/officeDocument/2006/relationships/oleObject" Target="../embeddings/oleObject128.bin"/></Relationships>
</file>

<file path=ppt/slideLayouts/_rels/slideLayout16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0.xml"/><Relationship Id="rId1" Type="http://schemas.openxmlformats.org/officeDocument/2006/relationships/vmlDrawing" Target="../drawings/vmlDrawing125.vml"/><Relationship Id="rId5" Type="http://schemas.openxmlformats.org/officeDocument/2006/relationships/image" Target="../media/image17.emf"/><Relationship Id="rId4" Type="http://schemas.openxmlformats.org/officeDocument/2006/relationships/oleObject" Target="../embeddings/oleObject129.bin"/></Relationships>
</file>

<file path=ppt/slideLayouts/_rels/slideLayout16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1.xml"/><Relationship Id="rId1" Type="http://schemas.openxmlformats.org/officeDocument/2006/relationships/vmlDrawing" Target="../drawings/vmlDrawing126.vml"/><Relationship Id="rId5" Type="http://schemas.openxmlformats.org/officeDocument/2006/relationships/image" Target="../media/image17.emf"/><Relationship Id="rId4" Type="http://schemas.openxmlformats.org/officeDocument/2006/relationships/oleObject" Target="../embeddings/oleObject130.bin"/></Relationships>
</file>

<file path=ppt/slideLayouts/_rels/slideLayout16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2.xml"/><Relationship Id="rId1" Type="http://schemas.openxmlformats.org/officeDocument/2006/relationships/vmlDrawing" Target="../drawings/vmlDrawing127.vml"/><Relationship Id="rId5" Type="http://schemas.openxmlformats.org/officeDocument/2006/relationships/image" Target="../media/image17.emf"/><Relationship Id="rId4" Type="http://schemas.openxmlformats.org/officeDocument/2006/relationships/oleObject" Target="../embeddings/oleObject131.bin"/></Relationships>
</file>

<file path=ppt/slideLayouts/_rels/slideLayout16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3.xml"/><Relationship Id="rId1" Type="http://schemas.openxmlformats.org/officeDocument/2006/relationships/vmlDrawing" Target="../drawings/vmlDrawing128.vml"/><Relationship Id="rId5" Type="http://schemas.openxmlformats.org/officeDocument/2006/relationships/image" Target="../media/image17.emf"/><Relationship Id="rId4" Type="http://schemas.openxmlformats.org/officeDocument/2006/relationships/oleObject" Target="../embeddings/oleObject132.bin"/></Relationships>
</file>

<file path=ppt/slideLayouts/_rels/slideLayout16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4.xml"/><Relationship Id="rId1" Type="http://schemas.openxmlformats.org/officeDocument/2006/relationships/vmlDrawing" Target="../drawings/vmlDrawing129.vml"/><Relationship Id="rId5" Type="http://schemas.openxmlformats.org/officeDocument/2006/relationships/image" Target="../media/image17.emf"/><Relationship Id="rId4" Type="http://schemas.openxmlformats.org/officeDocument/2006/relationships/oleObject" Target="../embeddings/oleObject133.bin"/></Relationships>
</file>

<file path=ppt/slideLayouts/_rels/slideLayout16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5.xml"/><Relationship Id="rId1" Type="http://schemas.openxmlformats.org/officeDocument/2006/relationships/vmlDrawing" Target="../drawings/vmlDrawing130.vml"/><Relationship Id="rId5" Type="http://schemas.openxmlformats.org/officeDocument/2006/relationships/image" Target="../media/image17.emf"/><Relationship Id="rId4" Type="http://schemas.openxmlformats.org/officeDocument/2006/relationships/oleObject" Target="../embeddings/oleObject134.bin"/></Relationships>
</file>

<file path=ppt/slideLayouts/_rels/slideLayout16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6.xml"/><Relationship Id="rId1" Type="http://schemas.openxmlformats.org/officeDocument/2006/relationships/vmlDrawing" Target="../drawings/vmlDrawing131.vml"/><Relationship Id="rId5" Type="http://schemas.openxmlformats.org/officeDocument/2006/relationships/image" Target="../media/image17.emf"/><Relationship Id="rId4" Type="http://schemas.openxmlformats.org/officeDocument/2006/relationships/oleObject" Target="../embeddings/oleObject135.bin"/></Relationships>
</file>

<file path=ppt/slideLayouts/_rels/slideLayout16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7.xml"/><Relationship Id="rId1" Type="http://schemas.openxmlformats.org/officeDocument/2006/relationships/vmlDrawing" Target="../drawings/vmlDrawing132.vml"/><Relationship Id="rId5" Type="http://schemas.openxmlformats.org/officeDocument/2006/relationships/image" Target="../media/image17.emf"/><Relationship Id="rId4" Type="http://schemas.openxmlformats.org/officeDocument/2006/relationships/oleObject" Target="../embeddings/oleObject136.bin"/></Relationships>
</file>

<file path=ppt/slideLayouts/_rels/slideLayout17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8.xml"/><Relationship Id="rId1" Type="http://schemas.openxmlformats.org/officeDocument/2006/relationships/vmlDrawing" Target="../drawings/vmlDrawing133.vml"/><Relationship Id="rId5" Type="http://schemas.openxmlformats.org/officeDocument/2006/relationships/image" Target="../media/image17.emf"/><Relationship Id="rId4" Type="http://schemas.openxmlformats.org/officeDocument/2006/relationships/oleObject" Target="../embeddings/oleObject137.bin"/></Relationships>
</file>

<file path=ppt/slideLayouts/_rels/slideLayout17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9.xml"/><Relationship Id="rId1" Type="http://schemas.openxmlformats.org/officeDocument/2006/relationships/vmlDrawing" Target="../drawings/vmlDrawing134.vml"/><Relationship Id="rId5" Type="http://schemas.openxmlformats.org/officeDocument/2006/relationships/image" Target="../media/image17.emf"/><Relationship Id="rId4" Type="http://schemas.openxmlformats.org/officeDocument/2006/relationships/oleObject" Target="../embeddings/oleObject138.bin"/></Relationships>
</file>

<file path=ppt/slideLayouts/_rels/slideLayout17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0.xml"/><Relationship Id="rId1" Type="http://schemas.openxmlformats.org/officeDocument/2006/relationships/vmlDrawing" Target="../drawings/vmlDrawing135.vml"/><Relationship Id="rId5" Type="http://schemas.openxmlformats.org/officeDocument/2006/relationships/image" Target="../media/image17.emf"/><Relationship Id="rId4" Type="http://schemas.openxmlformats.org/officeDocument/2006/relationships/oleObject" Target="../embeddings/oleObject139.bin"/></Relationships>
</file>

<file path=ppt/slideLayouts/_rels/slideLayout17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1.xml"/><Relationship Id="rId1" Type="http://schemas.openxmlformats.org/officeDocument/2006/relationships/vmlDrawing" Target="../drawings/vmlDrawing136.vml"/><Relationship Id="rId5" Type="http://schemas.openxmlformats.org/officeDocument/2006/relationships/image" Target="../media/image17.emf"/><Relationship Id="rId4" Type="http://schemas.openxmlformats.org/officeDocument/2006/relationships/oleObject" Target="../embeddings/oleObject140.bin"/></Relationships>
</file>

<file path=ppt/slideLayouts/_rels/slideLayout17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2.xml"/><Relationship Id="rId1" Type="http://schemas.openxmlformats.org/officeDocument/2006/relationships/vmlDrawing" Target="../drawings/vmlDrawing137.vml"/><Relationship Id="rId5" Type="http://schemas.openxmlformats.org/officeDocument/2006/relationships/image" Target="../media/image17.emf"/><Relationship Id="rId4" Type="http://schemas.openxmlformats.org/officeDocument/2006/relationships/oleObject" Target="../embeddings/oleObject141.bin"/></Relationships>
</file>

<file path=ppt/slideLayouts/_rels/slideLayout17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3.xml"/><Relationship Id="rId1" Type="http://schemas.openxmlformats.org/officeDocument/2006/relationships/vmlDrawing" Target="../drawings/vmlDrawing138.vml"/><Relationship Id="rId5" Type="http://schemas.openxmlformats.org/officeDocument/2006/relationships/image" Target="../media/image17.emf"/><Relationship Id="rId4" Type="http://schemas.openxmlformats.org/officeDocument/2006/relationships/oleObject" Target="../embeddings/oleObject142.bin"/></Relationships>
</file>

<file path=ppt/slideLayouts/_rels/slideLayout17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4.xml"/><Relationship Id="rId1" Type="http://schemas.openxmlformats.org/officeDocument/2006/relationships/vmlDrawing" Target="../drawings/vmlDrawing139.vml"/><Relationship Id="rId5" Type="http://schemas.openxmlformats.org/officeDocument/2006/relationships/image" Target="../media/image18.emf"/><Relationship Id="rId4" Type="http://schemas.openxmlformats.org/officeDocument/2006/relationships/oleObject" Target="../embeddings/oleObject143.bin"/></Relationships>
</file>

<file path=ppt/slideLayouts/_rels/slideLayout17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5.xml"/><Relationship Id="rId1" Type="http://schemas.openxmlformats.org/officeDocument/2006/relationships/vmlDrawing" Target="../drawings/vmlDrawing140.vml"/><Relationship Id="rId5" Type="http://schemas.openxmlformats.org/officeDocument/2006/relationships/image" Target="../media/image18.emf"/><Relationship Id="rId4" Type="http://schemas.openxmlformats.org/officeDocument/2006/relationships/oleObject" Target="../embeddings/oleObject144.bin"/></Relationships>
</file>

<file path=ppt/slideLayouts/_rels/slideLayout17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6.xml"/><Relationship Id="rId1" Type="http://schemas.openxmlformats.org/officeDocument/2006/relationships/vmlDrawing" Target="../drawings/vmlDrawing141.vml"/><Relationship Id="rId5" Type="http://schemas.openxmlformats.org/officeDocument/2006/relationships/image" Target="../media/image18.emf"/><Relationship Id="rId4" Type="http://schemas.openxmlformats.org/officeDocument/2006/relationships/oleObject" Target="../embeddings/oleObject145.bin"/></Relationships>
</file>

<file path=ppt/slideLayouts/_rels/slideLayout17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7.xml"/><Relationship Id="rId1" Type="http://schemas.openxmlformats.org/officeDocument/2006/relationships/vmlDrawing" Target="../drawings/vmlDrawing142.vml"/><Relationship Id="rId5" Type="http://schemas.openxmlformats.org/officeDocument/2006/relationships/image" Target="../media/image18.emf"/><Relationship Id="rId4" Type="http://schemas.openxmlformats.org/officeDocument/2006/relationships/oleObject" Target="../embeddings/oleObject146.bin"/></Relationships>
</file>

<file path=ppt/slideLayouts/_rels/slideLayout18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8.xml"/><Relationship Id="rId1" Type="http://schemas.openxmlformats.org/officeDocument/2006/relationships/vmlDrawing" Target="../drawings/vmlDrawing143.vml"/><Relationship Id="rId5" Type="http://schemas.openxmlformats.org/officeDocument/2006/relationships/image" Target="../media/image18.emf"/><Relationship Id="rId4" Type="http://schemas.openxmlformats.org/officeDocument/2006/relationships/oleObject" Target="../embeddings/oleObject147.bin"/></Relationships>
</file>

<file path=ppt/slideLayouts/_rels/slideLayout18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9.xml"/><Relationship Id="rId1" Type="http://schemas.openxmlformats.org/officeDocument/2006/relationships/vmlDrawing" Target="../drawings/vmlDrawing144.vml"/><Relationship Id="rId5" Type="http://schemas.openxmlformats.org/officeDocument/2006/relationships/image" Target="../media/image18.emf"/><Relationship Id="rId4" Type="http://schemas.openxmlformats.org/officeDocument/2006/relationships/oleObject" Target="../embeddings/oleObject148.bin"/></Relationships>
</file>

<file path=ppt/slideLayouts/_rels/slideLayout18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0.xml"/><Relationship Id="rId1" Type="http://schemas.openxmlformats.org/officeDocument/2006/relationships/vmlDrawing" Target="../drawings/vmlDrawing145.vml"/><Relationship Id="rId5" Type="http://schemas.openxmlformats.org/officeDocument/2006/relationships/image" Target="../media/image18.emf"/><Relationship Id="rId4" Type="http://schemas.openxmlformats.org/officeDocument/2006/relationships/oleObject" Target="../embeddings/oleObject149.bin"/></Relationships>
</file>

<file path=ppt/slideLayouts/_rels/slideLayout18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1.xml"/><Relationship Id="rId1" Type="http://schemas.openxmlformats.org/officeDocument/2006/relationships/vmlDrawing" Target="../drawings/vmlDrawing146.vml"/><Relationship Id="rId5" Type="http://schemas.openxmlformats.org/officeDocument/2006/relationships/image" Target="../media/image18.emf"/><Relationship Id="rId4" Type="http://schemas.openxmlformats.org/officeDocument/2006/relationships/oleObject" Target="../embeddings/oleObject150.bin"/></Relationships>
</file>

<file path=ppt/slideLayouts/_rels/slideLayout18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2.xml"/><Relationship Id="rId1" Type="http://schemas.openxmlformats.org/officeDocument/2006/relationships/vmlDrawing" Target="../drawings/vmlDrawing147.vml"/><Relationship Id="rId5" Type="http://schemas.openxmlformats.org/officeDocument/2006/relationships/image" Target="../media/image18.emf"/><Relationship Id="rId4" Type="http://schemas.openxmlformats.org/officeDocument/2006/relationships/oleObject" Target="../embeddings/oleObject151.bin"/></Relationships>
</file>

<file path=ppt/slideLayouts/_rels/slideLayout18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3.xml"/><Relationship Id="rId1" Type="http://schemas.openxmlformats.org/officeDocument/2006/relationships/vmlDrawing" Target="../drawings/vmlDrawing148.vml"/><Relationship Id="rId5" Type="http://schemas.openxmlformats.org/officeDocument/2006/relationships/image" Target="../media/image18.emf"/><Relationship Id="rId4" Type="http://schemas.openxmlformats.org/officeDocument/2006/relationships/oleObject" Target="../embeddings/oleObject152.bin"/></Relationships>
</file>

<file path=ppt/slideLayouts/_rels/slideLayout18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4.xml"/><Relationship Id="rId1" Type="http://schemas.openxmlformats.org/officeDocument/2006/relationships/vmlDrawing" Target="../drawings/vmlDrawing149.vml"/><Relationship Id="rId5" Type="http://schemas.openxmlformats.org/officeDocument/2006/relationships/image" Target="../media/image18.emf"/><Relationship Id="rId4" Type="http://schemas.openxmlformats.org/officeDocument/2006/relationships/oleObject" Target="../embeddings/oleObject153.bin"/></Relationships>
</file>

<file path=ppt/slideLayouts/_rels/slideLayout18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5.xml"/><Relationship Id="rId1" Type="http://schemas.openxmlformats.org/officeDocument/2006/relationships/vmlDrawing" Target="../drawings/vmlDrawing150.vml"/><Relationship Id="rId5" Type="http://schemas.openxmlformats.org/officeDocument/2006/relationships/image" Target="../media/image18.emf"/><Relationship Id="rId4" Type="http://schemas.openxmlformats.org/officeDocument/2006/relationships/oleObject" Target="../embeddings/oleObject154.bin"/></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6.xml"/><Relationship Id="rId1" Type="http://schemas.openxmlformats.org/officeDocument/2006/relationships/vmlDrawing" Target="../drawings/vmlDrawing151.vml"/><Relationship Id="rId5" Type="http://schemas.openxmlformats.org/officeDocument/2006/relationships/image" Target="../media/image16.emf"/><Relationship Id="rId4" Type="http://schemas.openxmlformats.org/officeDocument/2006/relationships/oleObject" Target="../embeddings/oleObject155.bin"/></Relationships>
</file>

<file path=ppt/slideLayouts/_rels/slideLayout19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7.xml"/><Relationship Id="rId1" Type="http://schemas.openxmlformats.org/officeDocument/2006/relationships/vmlDrawing" Target="../drawings/vmlDrawing152.vml"/><Relationship Id="rId5" Type="http://schemas.openxmlformats.org/officeDocument/2006/relationships/image" Target="../media/image19.emf"/><Relationship Id="rId4" Type="http://schemas.openxmlformats.org/officeDocument/2006/relationships/oleObject" Target="../embeddings/oleObject156.bin"/></Relationships>
</file>

<file path=ppt/slideLayouts/_rels/slideLayout19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8.xml"/><Relationship Id="rId1" Type="http://schemas.openxmlformats.org/officeDocument/2006/relationships/vmlDrawing" Target="../drawings/vmlDrawing153.vml"/><Relationship Id="rId5" Type="http://schemas.openxmlformats.org/officeDocument/2006/relationships/image" Target="../media/image19.emf"/><Relationship Id="rId4" Type="http://schemas.openxmlformats.org/officeDocument/2006/relationships/oleObject" Target="../embeddings/oleObject157.bin"/></Relationships>
</file>

<file path=ppt/slideLayouts/_rels/slideLayout19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9.xml"/><Relationship Id="rId1" Type="http://schemas.openxmlformats.org/officeDocument/2006/relationships/vmlDrawing" Target="../drawings/vmlDrawing154.vml"/><Relationship Id="rId5" Type="http://schemas.openxmlformats.org/officeDocument/2006/relationships/image" Target="../media/image19.emf"/><Relationship Id="rId4" Type="http://schemas.openxmlformats.org/officeDocument/2006/relationships/oleObject" Target="../embeddings/oleObject158.bin"/></Relationships>
</file>

<file path=ppt/slideLayouts/_rels/slideLayout19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0.xml"/><Relationship Id="rId1" Type="http://schemas.openxmlformats.org/officeDocument/2006/relationships/vmlDrawing" Target="../drawings/vmlDrawing155.vml"/><Relationship Id="rId5" Type="http://schemas.openxmlformats.org/officeDocument/2006/relationships/image" Target="../media/image19.emf"/><Relationship Id="rId4" Type="http://schemas.openxmlformats.org/officeDocument/2006/relationships/oleObject" Target="../embeddings/oleObject159.bin"/></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1.xml"/><Relationship Id="rId1" Type="http://schemas.openxmlformats.org/officeDocument/2006/relationships/vmlDrawing" Target="../drawings/vmlDrawing156.vml"/><Relationship Id="rId5" Type="http://schemas.openxmlformats.org/officeDocument/2006/relationships/image" Target="../media/image16.emf"/><Relationship Id="rId4" Type="http://schemas.openxmlformats.org/officeDocument/2006/relationships/oleObject" Target="../embeddings/oleObject160.bin"/></Relationships>
</file>

<file path=ppt/slideLayouts/_rels/slideLayout20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2.xml"/><Relationship Id="rId1" Type="http://schemas.openxmlformats.org/officeDocument/2006/relationships/vmlDrawing" Target="../drawings/vmlDrawing157.vml"/><Relationship Id="rId5" Type="http://schemas.openxmlformats.org/officeDocument/2006/relationships/image" Target="../media/image20.emf"/><Relationship Id="rId4" Type="http://schemas.openxmlformats.org/officeDocument/2006/relationships/oleObject" Target="../embeddings/oleObject161.bin"/></Relationships>
</file>

<file path=ppt/slideLayouts/_rels/slideLayout20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3.xml"/><Relationship Id="rId1" Type="http://schemas.openxmlformats.org/officeDocument/2006/relationships/vmlDrawing" Target="../drawings/vmlDrawing158.vml"/><Relationship Id="rId5" Type="http://schemas.openxmlformats.org/officeDocument/2006/relationships/image" Target="../media/image20.emf"/><Relationship Id="rId4" Type="http://schemas.openxmlformats.org/officeDocument/2006/relationships/oleObject" Target="../embeddings/oleObject162.bin"/></Relationships>
</file>

<file path=ppt/slideLayouts/_rels/slideLayout20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4.xml"/><Relationship Id="rId1" Type="http://schemas.openxmlformats.org/officeDocument/2006/relationships/vmlDrawing" Target="../drawings/vmlDrawing159.vml"/><Relationship Id="rId5" Type="http://schemas.openxmlformats.org/officeDocument/2006/relationships/image" Target="../media/image20.emf"/><Relationship Id="rId4" Type="http://schemas.openxmlformats.org/officeDocument/2006/relationships/oleObject" Target="../embeddings/oleObject163.bin"/></Relationships>
</file>

<file path=ppt/slideLayouts/_rels/slideLayout20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5.xml"/><Relationship Id="rId1" Type="http://schemas.openxmlformats.org/officeDocument/2006/relationships/vmlDrawing" Target="../drawings/vmlDrawing160.vml"/><Relationship Id="rId5" Type="http://schemas.openxmlformats.org/officeDocument/2006/relationships/image" Target="../media/image20.emf"/><Relationship Id="rId4" Type="http://schemas.openxmlformats.org/officeDocument/2006/relationships/oleObject" Target="../embeddings/oleObject164.bin"/></Relationships>
</file>

<file path=ppt/slideLayouts/_rels/slideLayout20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6.xml"/><Relationship Id="rId1" Type="http://schemas.openxmlformats.org/officeDocument/2006/relationships/vmlDrawing" Target="../drawings/vmlDrawing161.vml"/><Relationship Id="rId5" Type="http://schemas.openxmlformats.org/officeDocument/2006/relationships/image" Target="../media/image20.emf"/><Relationship Id="rId4" Type="http://schemas.openxmlformats.org/officeDocument/2006/relationships/oleObject" Target="../embeddings/oleObject165.bin"/></Relationships>
</file>

<file path=ppt/slideLayouts/_rels/slideLayout20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7.xml"/><Relationship Id="rId1" Type="http://schemas.openxmlformats.org/officeDocument/2006/relationships/vmlDrawing" Target="../drawings/vmlDrawing162.vml"/><Relationship Id="rId5" Type="http://schemas.openxmlformats.org/officeDocument/2006/relationships/image" Target="../media/image20.emf"/><Relationship Id="rId4" Type="http://schemas.openxmlformats.org/officeDocument/2006/relationships/oleObject" Target="../embeddings/oleObject166.bin"/></Relationships>
</file>

<file path=ppt/slideLayouts/_rels/slideLayout20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8.xml"/><Relationship Id="rId1" Type="http://schemas.openxmlformats.org/officeDocument/2006/relationships/vmlDrawing" Target="../drawings/vmlDrawing163.vml"/><Relationship Id="rId5" Type="http://schemas.openxmlformats.org/officeDocument/2006/relationships/image" Target="../media/image20.emf"/><Relationship Id="rId4" Type="http://schemas.openxmlformats.org/officeDocument/2006/relationships/oleObject" Target="../embeddings/oleObject167.bin"/></Relationships>
</file>

<file path=ppt/slideLayouts/_rels/slideLayout20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9.xml"/><Relationship Id="rId1" Type="http://schemas.openxmlformats.org/officeDocument/2006/relationships/vmlDrawing" Target="../drawings/vmlDrawing164.vml"/><Relationship Id="rId5" Type="http://schemas.openxmlformats.org/officeDocument/2006/relationships/image" Target="../media/image20.emf"/><Relationship Id="rId4" Type="http://schemas.openxmlformats.org/officeDocument/2006/relationships/oleObject" Target="../embeddings/oleObject168.bin"/></Relationships>
</file>

<file path=ppt/slideLayouts/_rels/slideLayout20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0.xml"/><Relationship Id="rId1" Type="http://schemas.openxmlformats.org/officeDocument/2006/relationships/vmlDrawing" Target="../drawings/vmlDrawing165.vml"/><Relationship Id="rId5" Type="http://schemas.openxmlformats.org/officeDocument/2006/relationships/image" Target="../media/image16.emf"/><Relationship Id="rId4" Type="http://schemas.openxmlformats.org/officeDocument/2006/relationships/oleObject" Target="../embeddings/oleObject169.bin"/></Relationships>
</file>

<file path=ppt/slideLayouts/_rels/slideLayout20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1.xml"/><Relationship Id="rId1" Type="http://schemas.openxmlformats.org/officeDocument/2006/relationships/vmlDrawing" Target="../drawings/vmlDrawing166.vml"/><Relationship Id="rId5" Type="http://schemas.openxmlformats.org/officeDocument/2006/relationships/image" Target="../media/image21.emf"/><Relationship Id="rId4" Type="http://schemas.openxmlformats.org/officeDocument/2006/relationships/oleObject" Target="../embeddings/oleObject170.bin"/></Relationships>
</file>

<file path=ppt/slideLayouts/_rels/slideLayout21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2.xml"/><Relationship Id="rId1" Type="http://schemas.openxmlformats.org/officeDocument/2006/relationships/vmlDrawing" Target="../drawings/vmlDrawing167.vml"/><Relationship Id="rId5" Type="http://schemas.openxmlformats.org/officeDocument/2006/relationships/image" Target="../media/image21.emf"/><Relationship Id="rId4" Type="http://schemas.openxmlformats.org/officeDocument/2006/relationships/oleObject" Target="../embeddings/oleObject171.bin"/></Relationships>
</file>

<file path=ppt/slideLayouts/_rels/slideLayout21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3.xml"/><Relationship Id="rId1" Type="http://schemas.openxmlformats.org/officeDocument/2006/relationships/vmlDrawing" Target="../drawings/vmlDrawing168.vml"/><Relationship Id="rId5" Type="http://schemas.openxmlformats.org/officeDocument/2006/relationships/image" Target="../media/image21.emf"/><Relationship Id="rId4" Type="http://schemas.openxmlformats.org/officeDocument/2006/relationships/oleObject" Target="../embeddings/oleObject172.bin"/></Relationships>
</file>

<file path=ppt/slideLayouts/_rels/slideLayout21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4.xml"/><Relationship Id="rId1" Type="http://schemas.openxmlformats.org/officeDocument/2006/relationships/vmlDrawing" Target="../drawings/vmlDrawing169.vml"/><Relationship Id="rId6" Type="http://schemas.openxmlformats.org/officeDocument/2006/relationships/image" Target="../media/image23.svg"/><Relationship Id="rId5" Type="http://schemas.openxmlformats.org/officeDocument/2006/relationships/image" Target="../media/image21.emf"/><Relationship Id="rId4" Type="http://schemas.openxmlformats.org/officeDocument/2006/relationships/oleObject" Target="../embeddings/oleObject173.bin"/></Relationships>
</file>

<file path=ppt/slideLayouts/_rels/slideLayout21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5.xml"/><Relationship Id="rId1" Type="http://schemas.openxmlformats.org/officeDocument/2006/relationships/vmlDrawing" Target="../drawings/vmlDrawing170.vml"/><Relationship Id="rId6" Type="http://schemas.openxmlformats.org/officeDocument/2006/relationships/image" Target="../media/image24.svg"/><Relationship Id="rId5" Type="http://schemas.openxmlformats.org/officeDocument/2006/relationships/image" Target="../media/image21.emf"/><Relationship Id="rId4" Type="http://schemas.openxmlformats.org/officeDocument/2006/relationships/oleObject" Target="../embeddings/oleObject174.bin"/></Relationships>
</file>

<file path=ppt/slideLayouts/_rels/slideLayout21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6.xml"/><Relationship Id="rId1" Type="http://schemas.openxmlformats.org/officeDocument/2006/relationships/vmlDrawing" Target="../drawings/vmlDrawing171.vml"/><Relationship Id="rId5" Type="http://schemas.openxmlformats.org/officeDocument/2006/relationships/image" Target="../media/image21.emf"/><Relationship Id="rId4" Type="http://schemas.openxmlformats.org/officeDocument/2006/relationships/oleObject" Target="../embeddings/oleObject175.bin"/></Relationships>
</file>

<file path=ppt/slideLayouts/_rels/slideLayout21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7.xml"/><Relationship Id="rId1" Type="http://schemas.openxmlformats.org/officeDocument/2006/relationships/vmlDrawing" Target="../drawings/vmlDrawing172.vml"/><Relationship Id="rId5" Type="http://schemas.openxmlformats.org/officeDocument/2006/relationships/image" Target="../media/image21.emf"/><Relationship Id="rId4" Type="http://schemas.openxmlformats.org/officeDocument/2006/relationships/oleObject" Target="../embeddings/oleObject176.bin"/></Relationships>
</file>

<file path=ppt/slideLayouts/_rels/slideLayout21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8.xml"/><Relationship Id="rId1" Type="http://schemas.openxmlformats.org/officeDocument/2006/relationships/vmlDrawing" Target="../drawings/vmlDrawing173.vml"/><Relationship Id="rId5" Type="http://schemas.openxmlformats.org/officeDocument/2006/relationships/image" Target="../media/image21.emf"/><Relationship Id="rId4" Type="http://schemas.openxmlformats.org/officeDocument/2006/relationships/oleObject" Target="../embeddings/oleObject177.bin"/></Relationships>
</file>

<file path=ppt/slideLayouts/_rels/slideLayout21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9.xml"/><Relationship Id="rId1" Type="http://schemas.openxmlformats.org/officeDocument/2006/relationships/vmlDrawing" Target="../drawings/vmlDrawing174.vml"/><Relationship Id="rId5" Type="http://schemas.openxmlformats.org/officeDocument/2006/relationships/image" Target="../media/image21.emf"/><Relationship Id="rId4" Type="http://schemas.openxmlformats.org/officeDocument/2006/relationships/oleObject" Target="../embeddings/oleObject178.bin"/></Relationships>
</file>

<file path=ppt/slideLayouts/_rels/slideLayout21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0.xml"/><Relationship Id="rId1" Type="http://schemas.openxmlformats.org/officeDocument/2006/relationships/vmlDrawing" Target="../drawings/vmlDrawing175.vml"/><Relationship Id="rId5" Type="http://schemas.openxmlformats.org/officeDocument/2006/relationships/image" Target="../media/image16.emf"/><Relationship Id="rId4" Type="http://schemas.openxmlformats.org/officeDocument/2006/relationships/oleObject" Target="../embeddings/oleObject179.bin"/></Relationships>
</file>

<file path=ppt/slideLayouts/_rels/slideLayout21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1.xml"/><Relationship Id="rId1" Type="http://schemas.openxmlformats.org/officeDocument/2006/relationships/vmlDrawing" Target="../drawings/vmlDrawing176.vml"/><Relationship Id="rId5" Type="http://schemas.openxmlformats.org/officeDocument/2006/relationships/image" Target="../media/image22.emf"/><Relationship Id="rId4" Type="http://schemas.openxmlformats.org/officeDocument/2006/relationships/oleObject" Target="../embeddings/oleObject180.bin"/></Relationships>
</file>

<file path=ppt/slideLayouts/_rels/slideLayout22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2.xml"/><Relationship Id="rId1" Type="http://schemas.openxmlformats.org/officeDocument/2006/relationships/vmlDrawing" Target="../drawings/vmlDrawing177.vml"/><Relationship Id="rId5" Type="http://schemas.openxmlformats.org/officeDocument/2006/relationships/image" Target="../media/image22.emf"/><Relationship Id="rId4" Type="http://schemas.openxmlformats.org/officeDocument/2006/relationships/oleObject" Target="../embeddings/oleObject181.bin"/></Relationships>
</file>

<file path=ppt/slideLayouts/_rels/slideLayout22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3.xml"/><Relationship Id="rId1" Type="http://schemas.openxmlformats.org/officeDocument/2006/relationships/vmlDrawing" Target="../drawings/vmlDrawing178.vml"/><Relationship Id="rId5" Type="http://schemas.openxmlformats.org/officeDocument/2006/relationships/image" Target="../media/image22.emf"/><Relationship Id="rId4" Type="http://schemas.openxmlformats.org/officeDocument/2006/relationships/oleObject" Target="../embeddings/oleObject182.bin"/></Relationships>
</file>

<file path=ppt/slideLayouts/_rels/slideLayout22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4.xml"/><Relationship Id="rId1" Type="http://schemas.openxmlformats.org/officeDocument/2006/relationships/vmlDrawing" Target="../drawings/vmlDrawing179.vml"/><Relationship Id="rId5" Type="http://schemas.openxmlformats.org/officeDocument/2006/relationships/image" Target="../media/image22.emf"/><Relationship Id="rId4" Type="http://schemas.openxmlformats.org/officeDocument/2006/relationships/oleObject" Target="../embeddings/oleObject183.bin"/></Relationships>
</file>

<file path=ppt/slideLayouts/_rels/slideLayout22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5.xml"/><Relationship Id="rId1" Type="http://schemas.openxmlformats.org/officeDocument/2006/relationships/vmlDrawing" Target="../drawings/vmlDrawing180.vml"/><Relationship Id="rId5" Type="http://schemas.openxmlformats.org/officeDocument/2006/relationships/image" Target="../media/image23.emf"/><Relationship Id="rId4" Type="http://schemas.openxmlformats.org/officeDocument/2006/relationships/oleObject" Target="../embeddings/oleObject184.bin"/></Relationships>
</file>

<file path=ppt/slideLayouts/_rels/slideLayout22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6.xml"/><Relationship Id="rId1" Type="http://schemas.openxmlformats.org/officeDocument/2006/relationships/vmlDrawing" Target="../drawings/vmlDrawing181.vml"/><Relationship Id="rId5" Type="http://schemas.openxmlformats.org/officeDocument/2006/relationships/image" Target="../media/image23.emf"/><Relationship Id="rId4" Type="http://schemas.openxmlformats.org/officeDocument/2006/relationships/oleObject" Target="../embeddings/oleObject185.bin"/></Relationships>
</file>

<file path=ppt/slideLayouts/_rels/slideLayout22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7.xml"/><Relationship Id="rId1" Type="http://schemas.openxmlformats.org/officeDocument/2006/relationships/vmlDrawing" Target="../drawings/vmlDrawing182.vml"/><Relationship Id="rId5" Type="http://schemas.openxmlformats.org/officeDocument/2006/relationships/image" Target="../media/image23.emf"/><Relationship Id="rId4" Type="http://schemas.openxmlformats.org/officeDocument/2006/relationships/oleObject" Target="../embeddings/oleObject186.bin"/></Relationships>
</file>

<file path=ppt/slideLayouts/_rels/slideLayout22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8.xml"/><Relationship Id="rId1" Type="http://schemas.openxmlformats.org/officeDocument/2006/relationships/vmlDrawing" Target="../drawings/vmlDrawing183.vml"/><Relationship Id="rId5" Type="http://schemas.openxmlformats.org/officeDocument/2006/relationships/image" Target="../media/image23.emf"/><Relationship Id="rId4" Type="http://schemas.openxmlformats.org/officeDocument/2006/relationships/oleObject" Target="../embeddings/oleObject187.bin"/></Relationships>
</file>

<file path=ppt/slideLayouts/_rels/slideLayout22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9.xml"/><Relationship Id="rId1" Type="http://schemas.openxmlformats.org/officeDocument/2006/relationships/vmlDrawing" Target="../drawings/vmlDrawing184.vml"/><Relationship Id="rId5" Type="http://schemas.openxmlformats.org/officeDocument/2006/relationships/image" Target="../media/image23.emf"/><Relationship Id="rId4" Type="http://schemas.openxmlformats.org/officeDocument/2006/relationships/oleObject" Target="../embeddings/oleObject188.bin"/></Relationships>
</file>

<file path=ppt/slideLayouts/_rels/slideLayout22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0.xml"/><Relationship Id="rId1" Type="http://schemas.openxmlformats.org/officeDocument/2006/relationships/vmlDrawing" Target="../drawings/vmlDrawing185.vml"/><Relationship Id="rId5" Type="http://schemas.openxmlformats.org/officeDocument/2006/relationships/image" Target="../media/image23.emf"/><Relationship Id="rId4" Type="http://schemas.openxmlformats.org/officeDocument/2006/relationships/oleObject" Target="../embeddings/oleObject189.bin"/></Relationships>
</file>

<file path=ppt/slideLayouts/_rels/slideLayout22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1.xml"/><Relationship Id="rId1" Type="http://schemas.openxmlformats.org/officeDocument/2006/relationships/vmlDrawing" Target="../drawings/vmlDrawing186.vml"/><Relationship Id="rId5" Type="http://schemas.openxmlformats.org/officeDocument/2006/relationships/image" Target="../media/image23.emf"/><Relationship Id="rId4" Type="http://schemas.openxmlformats.org/officeDocument/2006/relationships/oleObject" Target="../embeddings/oleObject190.bin"/></Relationships>
</file>

<file path=ppt/slideLayouts/_rels/slideLayout23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2.xml"/><Relationship Id="rId1" Type="http://schemas.openxmlformats.org/officeDocument/2006/relationships/vmlDrawing" Target="../drawings/vmlDrawing187.vml"/><Relationship Id="rId5" Type="http://schemas.openxmlformats.org/officeDocument/2006/relationships/image" Target="../media/image23.emf"/><Relationship Id="rId4" Type="http://schemas.openxmlformats.org/officeDocument/2006/relationships/oleObject" Target="../embeddings/oleObject191.bin"/></Relationships>
</file>

<file path=ppt/slideLayouts/_rels/slideLayout23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3.xml"/><Relationship Id="rId1" Type="http://schemas.openxmlformats.org/officeDocument/2006/relationships/vmlDrawing" Target="../drawings/vmlDrawing188.vml"/><Relationship Id="rId5" Type="http://schemas.openxmlformats.org/officeDocument/2006/relationships/image" Target="../media/image23.emf"/><Relationship Id="rId4" Type="http://schemas.openxmlformats.org/officeDocument/2006/relationships/oleObject" Target="../embeddings/oleObject192.bin"/></Relationships>
</file>

<file path=ppt/slideLayouts/_rels/slideLayout23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4.xml"/><Relationship Id="rId1" Type="http://schemas.openxmlformats.org/officeDocument/2006/relationships/vmlDrawing" Target="../drawings/vmlDrawing189.vml"/><Relationship Id="rId5" Type="http://schemas.openxmlformats.org/officeDocument/2006/relationships/image" Target="../media/image23.emf"/><Relationship Id="rId4" Type="http://schemas.openxmlformats.org/officeDocument/2006/relationships/oleObject" Target="../embeddings/oleObject193.bin"/></Relationships>
</file>

<file path=ppt/slideLayouts/_rels/slideLayout23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5.xml"/><Relationship Id="rId1" Type="http://schemas.openxmlformats.org/officeDocument/2006/relationships/vmlDrawing" Target="../drawings/vmlDrawing190.vml"/><Relationship Id="rId5" Type="http://schemas.openxmlformats.org/officeDocument/2006/relationships/image" Target="../media/image16.emf"/><Relationship Id="rId4" Type="http://schemas.openxmlformats.org/officeDocument/2006/relationships/oleObject" Target="../embeddings/oleObject194.bin"/></Relationships>
</file>

<file path=ppt/slideLayouts/_rels/slideLayout234.xml.rels><?xml version="1.0" encoding="UTF-8" standalone="yes"?>
<Relationships xmlns="http://schemas.openxmlformats.org/package/2006/relationships"><Relationship Id="rId3" Type="http://schemas.openxmlformats.org/officeDocument/2006/relationships/tags" Target="../tags/tag197.xml"/><Relationship Id="rId7" Type="http://schemas.openxmlformats.org/officeDocument/2006/relationships/oleObject" Target="../embeddings/oleObject196.bin"/><Relationship Id="rId2" Type="http://schemas.openxmlformats.org/officeDocument/2006/relationships/tags" Target="../tags/tag196.xml"/><Relationship Id="rId1" Type="http://schemas.openxmlformats.org/officeDocument/2006/relationships/vmlDrawing" Target="../drawings/vmlDrawing191.vml"/><Relationship Id="rId6" Type="http://schemas.openxmlformats.org/officeDocument/2006/relationships/image" Target="../media/image24.emf"/><Relationship Id="rId5" Type="http://schemas.openxmlformats.org/officeDocument/2006/relationships/oleObject" Target="../embeddings/oleObject195.bin"/><Relationship Id="rId4" Type="http://schemas.openxmlformats.org/officeDocument/2006/relationships/slideMaster" Target="../slideMasters/slideMaster3.xml"/></Relationships>
</file>

<file path=ppt/slideLayouts/_rels/slideLayout235.xml.rels><?xml version="1.0" encoding="UTF-8" standalone="yes"?>
<Relationships xmlns="http://schemas.openxmlformats.org/package/2006/relationships"><Relationship Id="rId3" Type="http://schemas.openxmlformats.org/officeDocument/2006/relationships/tags" Target="../tags/tag199.xml"/><Relationship Id="rId7" Type="http://schemas.openxmlformats.org/officeDocument/2006/relationships/oleObject" Target="../embeddings/oleObject198.bin"/><Relationship Id="rId2" Type="http://schemas.openxmlformats.org/officeDocument/2006/relationships/tags" Target="../tags/tag198.xml"/><Relationship Id="rId1" Type="http://schemas.openxmlformats.org/officeDocument/2006/relationships/vmlDrawing" Target="../drawings/vmlDrawing192.vml"/><Relationship Id="rId6" Type="http://schemas.openxmlformats.org/officeDocument/2006/relationships/image" Target="../media/image24.emf"/><Relationship Id="rId5" Type="http://schemas.openxmlformats.org/officeDocument/2006/relationships/oleObject" Target="../embeddings/oleObject197.bin"/><Relationship Id="rId4" Type="http://schemas.openxmlformats.org/officeDocument/2006/relationships/slideMaster" Target="../slideMasters/slideMaster3.xml"/></Relationships>
</file>

<file path=ppt/slideLayouts/_rels/slideLayout236.xml.rels><?xml version="1.0" encoding="UTF-8" standalone="yes"?>
<Relationships xmlns="http://schemas.openxmlformats.org/package/2006/relationships"><Relationship Id="rId3" Type="http://schemas.openxmlformats.org/officeDocument/2006/relationships/tags" Target="../tags/tag201.xml"/><Relationship Id="rId7" Type="http://schemas.openxmlformats.org/officeDocument/2006/relationships/oleObject" Target="../embeddings/oleObject200.bin"/><Relationship Id="rId2" Type="http://schemas.openxmlformats.org/officeDocument/2006/relationships/tags" Target="../tags/tag200.xml"/><Relationship Id="rId1" Type="http://schemas.openxmlformats.org/officeDocument/2006/relationships/vmlDrawing" Target="../drawings/vmlDrawing193.vml"/><Relationship Id="rId6" Type="http://schemas.openxmlformats.org/officeDocument/2006/relationships/image" Target="../media/image24.emf"/><Relationship Id="rId5" Type="http://schemas.openxmlformats.org/officeDocument/2006/relationships/oleObject" Target="../embeddings/oleObject199.bin"/><Relationship Id="rId4" Type="http://schemas.openxmlformats.org/officeDocument/2006/relationships/slideMaster" Target="../slideMasters/slideMaster3.xml"/></Relationships>
</file>

<file path=ppt/slideLayouts/_rels/slideLayout23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tags" Target="../tags/tag203.xml"/><Relationship Id="rId7" Type="http://schemas.openxmlformats.org/officeDocument/2006/relationships/image" Target="../media/image25.png"/><Relationship Id="rId2" Type="http://schemas.openxmlformats.org/officeDocument/2006/relationships/tags" Target="../tags/tag202.xml"/><Relationship Id="rId1" Type="http://schemas.openxmlformats.org/officeDocument/2006/relationships/vmlDrawing" Target="../drawings/vmlDrawing194.vml"/><Relationship Id="rId6" Type="http://schemas.openxmlformats.org/officeDocument/2006/relationships/image" Target="../media/image24.emf"/><Relationship Id="rId5" Type="http://schemas.openxmlformats.org/officeDocument/2006/relationships/oleObject" Target="../embeddings/oleObject201.bin"/><Relationship Id="rId10" Type="http://schemas.openxmlformats.org/officeDocument/2006/relationships/oleObject" Target="../embeddings/oleObject202.bin"/><Relationship Id="rId4" Type="http://schemas.openxmlformats.org/officeDocument/2006/relationships/slideMaster" Target="../slideMasters/slideMaster3.xml"/><Relationship Id="rId9" Type="http://schemas.openxmlformats.org/officeDocument/2006/relationships/image" Target="../media/image27.png"/></Relationships>
</file>

<file path=ppt/slideLayouts/_rels/slideLayout23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4.xml"/><Relationship Id="rId1" Type="http://schemas.openxmlformats.org/officeDocument/2006/relationships/vmlDrawing" Target="../drawings/vmlDrawing195.vml"/><Relationship Id="rId5" Type="http://schemas.openxmlformats.org/officeDocument/2006/relationships/image" Target="../media/image24.emf"/><Relationship Id="rId4" Type="http://schemas.openxmlformats.org/officeDocument/2006/relationships/oleObject" Target="../embeddings/oleObject203.bin"/></Relationships>
</file>

<file path=ppt/slideLayouts/_rels/slideLayout23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5.xml"/><Relationship Id="rId1" Type="http://schemas.openxmlformats.org/officeDocument/2006/relationships/vmlDrawing" Target="../drawings/vmlDrawing196.vml"/><Relationship Id="rId5" Type="http://schemas.openxmlformats.org/officeDocument/2006/relationships/image" Target="../media/image24.emf"/><Relationship Id="rId4" Type="http://schemas.openxmlformats.org/officeDocument/2006/relationships/oleObject" Target="../embeddings/oleObject204.bin"/></Relationships>
</file>

<file path=ppt/slideLayouts/_rels/slideLayout24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6.xml"/><Relationship Id="rId1" Type="http://schemas.openxmlformats.org/officeDocument/2006/relationships/vmlDrawing" Target="../drawings/vmlDrawing197.vml"/><Relationship Id="rId5" Type="http://schemas.openxmlformats.org/officeDocument/2006/relationships/image" Target="../media/image24.emf"/><Relationship Id="rId4" Type="http://schemas.openxmlformats.org/officeDocument/2006/relationships/oleObject" Target="../embeddings/oleObject205.bin"/></Relationships>
</file>

<file path=ppt/slideLayouts/_rels/slideLayout24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7.xml"/><Relationship Id="rId1" Type="http://schemas.openxmlformats.org/officeDocument/2006/relationships/vmlDrawing" Target="../drawings/vmlDrawing198.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206.bin"/></Relationships>
</file>

<file path=ppt/slideLayouts/_rels/slideLayout24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8.xml"/><Relationship Id="rId1" Type="http://schemas.openxmlformats.org/officeDocument/2006/relationships/vmlDrawing" Target="../drawings/vmlDrawing199.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207.bin"/></Relationships>
</file>

<file path=ppt/slideLayouts/_rels/slideLayout24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9.xml"/><Relationship Id="rId1" Type="http://schemas.openxmlformats.org/officeDocument/2006/relationships/vmlDrawing" Target="../drawings/vmlDrawing200.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208.bin"/></Relationships>
</file>

<file path=ppt/slideLayouts/_rels/slideLayout24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0.xml"/><Relationship Id="rId1" Type="http://schemas.openxmlformats.org/officeDocument/2006/relationships/vmlDrawing" Target="../drawings/vmlDrawing201.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209.bin"/></Relationships>
</file>

<file path=ppt/slideLayouts/_rels/slideLayout24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1.xml"/><Relationship Id="rId1" Type="http://schemas.openxmlformats.org/officeDocument/2006/relationships/vmlDrawing" Target="../drawings/vmlDrawing202.vml"/><Relationship Id="rId6" Type="http://schemas.openxmlformats.org/officeDocument/2006/relationships/image" Target="../media/image33.svg"/><Relationship Id="rId5" Type="http://schemas.openxmlformats.org/officeDocument/2006/relationships/image" Target="../media/image24.emf"/><Relationship Id="rId4" Type="http://schemas.openxmlformats.org/officeDocument/2006/relationships/oleObject" Target="../embeddings/oleObject210.bin"/></Relationships>
</file>

<file path=ppt/slideLayouts/_rels/slideLayout24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2.xml"/><Relationship Id="rId1" Type="http://schemas.openxmlformats.org/officeDocument/2006/relationships/vmlDrawing" Target="../drawings/vmlDrawing203.vml"/><Relationship Id="rId6" Type="http://schemas.openxmlformats.org/officeDocument/2006/relationships/image" Target="../media/image34.svg"/><Relationship Id="rId5" Type="http://schemas.openxmlformats.org/officeDocument/2006/relationships/image" Target="../media/image24.emf"/><Relationship Id="rId4" Type="http://schemas.openxmlformats.org/officeDocument/2006/relationships/oleObject" Target="../embeddings/oleObject211.bin"/></Relationships>
</file>

<file path=ppt/slideLayouts/_rels/slideLayout24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3.xml"/><Relationship Id="rId1" Type="http://schemas.openxmlformats.org/officeDocument/2006/relationships/vmlDrawing" Target="../drawings/vmlDrawing204.vml"/><Relationship Id="rId5" Type="http://schemas.openxmlformats.org/officeDocument/2006/relationships/image" Target="../media/image16.emf"/><Relationship Id="rId4" Type="http://schemas.openxmlformats.org/officeDocument/2006/relationships/oleObject" Target="../embeddings/oleObject212.bin"/></Relationships>
</file>

<file path=ppt/slideLayouts/_rels/slideLayout24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4.xml"/><Relationship Id="rId1" Type="http://schemas.openxmlformats.org/officeDocument/2006/relationships/vmlDrawing" Target="../drawings/vmlDrawing205.vml"/><Relationship Id="rId5" Type="http://schemas.openxmlformats.org/officeDocument/2006/relationships/image" Target="../media/image30.emf"/><Relationship Id="rId4" Type="http://schemas.openxmlformats.org/officeDocument/2006/relationships/oleObject" Target="../embeddings/oleObject213.bin"/></Relationships>
</file>

<file path=ppt/slideLayouts/_rels/slideLayout24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5.xml"/><Relationship Id="rId1" Type="http://schemas.openxmlformats.org/officeDocument/2006/relationships/vmlDrawing" Target="../drawings/vmlDrawing206.vml"/><Relationship Id="rId5" Type="http://schemas.openxmlformats.org/officeDocument/2006/relationships/image" Target="../media/image30.emf"/><Relationship Id="rId4" Type="http://schemas.openxmlformats.org/officeDocument/2006/relationships/oleObject" Target="../embeddings/oleObject214.bin"/></Relationships>
</file>

<file path=ppt/slideLayouts/_rels/slideLayout25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6.xml"/><Relationship Id="rId1" Type="http://schemas.openxmlformats.org/officeDocument/2006/relationships/vmlDrawing" Target="../drawings/vmlDrawing207.vml"/><Relationship Id="rId5" Type="http://schemas.openxmlformats.org/officeDocument/2006/relationships/image" Target="../media/image31.emf"/><Relationship Id="rId4" Type="http://schemas.openxmlformats.org/officeDocument/2006/relationships/oleObject" Target="../embeddings/oleObject215.bin"/></Relationships>
</file>

<file path=ppt/slideLayouts/_rels/slideLayout25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7.xml"/><Relationship Id="rId1" Type="http://schemas.openxmlformats.org/officeDocument/2006/relationships/vmlDrawing" Target="../drawings/vmlDrawing208.vml"/><Relationship Id="rId5" Type="http://schemas.openxmlformats.org/officeDocument/2006/relationships/image" Target="../media/image31.emf"/><Relationship Id="rId4" Type="http://schemas.openxmlformats.org/officeDocument/2006/relationships/oleObject" Target="../embeddings/oleObject216.bin"/></Relationships>
</file>

<file path=ppt/slideLayouts/_rels/slideLayout25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8.xml"/><Relationship Id="rId1" Type="http://schemas.openxmlformats.org/officeDocument/2006/relationships/vmlDrawing" Target="../drawings/vmlDrawing209.vml"/><Relationship Id="rId5" Type="http://schemas.openxmlformats.org/officeDocument/2006/relationships/image" Target="../media/image16.emf"/><Relationship Id="rId4" Type="http://schemas.openxmlformats.org/officeDocument/2006/relationships/oleObject" Target="../embeddings/oleObject217.bin"/></Relationships>
</file>

<file path=ppt/slideLayouts/_rels/slideLayout25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9.xml"/><Relationship Id="rId1" Type="http://schemas.openxmlformats.org/officeDocument/2006/relationships/vmlDrawing" Target="../drawings/vmlDrawing210.vml"/><Relationship Id="rId5" Type="http://schemas.openxmlformats.org/officeDocument/2006/relationships/image" Target="../media/image32.emf"/><Relationship Id="rId4" Type="http://schemas.openxmlformats.org/officeDocument/2006/relationships/oleObject" Target="../embeddings/oleObject218.bin"/></Relationships>
</file>

<file path=ppt/slideLayouts/_rels/slideLayout25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0.xml"/><Relationship Id="rId1" Type="http://schemas.openxmlformats.org/officeDocument/2006/relationships/vmlDrawing" Target="../drawings/vmlDrawing211.vml"/><Relationship Id="rId5" Type="http://schemas.openxmlformats.org/officeDocument/2006/relationships/image" Target="../media/image32.emf"/><Relationship Id="rId4" Type="http://schemas.openxmlformats.org/officeDocument/2006/relationships/oleObject" Target="../embeddings/oleObject219.bin"/></Relationships>
</file>

<file path=ppt/slideLayouts/_rels/slideLayout25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1.xml"/><Relationship Id="rId1" Type="http://schemas.openxmlformats.org/officeDocument/2006/relationships/vmlDrawing" Target="../drawings/vmlDrawing212.vml"/><Relationship Id="rId5" Type="http://schemas.openxmlformats.org/officeDocument/2006/relationships/image" Target="../media/image32.emf"/><Relationship Id="rId4" Type="http://schemas.openxmlformats.org/officeDocument/2006/relationships/oleObject" Target="../embeddings/oleObject220.bin"/></Relationships>
</file>

<file path=ppt/slideLayouts/_rels/slideLayout25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2.xml"/><Relationship Id="rId1" Type="http://schemas.openxmlformats.org/officeDocument/2006/relationships/vmlDrawing" Target="../drawings/vmlDrawing213.vml"/><Relationship Id="rId5" Type="http://schemas.openxmlformats.org/officeDocument/2006/relationships/image" Target="../media/image32.emf"/><Relationship Id="rId4" Type="http://schemas.openxmlformats.org/officeDocument/2006/relationships/oleObject" Target="../embeddings/oleObject221.bin"/></Relationships>
</file>

<file path=ppt/slideLayouts/_rels/slideLayout25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3.xml"/><Relationship Id="rId1" Type="http://schemas.openxmlformats.org/officeDocument/2006/relationships/vmlDrawing" Target="../drawings/vmlDrawing214.vml"/><Relationship Id="rId5" Type="http://schemas.openxmlformats.org/officeDocument/2006/relationships/image" Target="../media/image32.emf"/><Relationship Id="rId4" Type="http://schemas.openxmlformats.org/officeDocument/2006/relationships/oleObject" Target="../embeddings/oleObject222.bin"/></Relationships>
</file>

<file path=ppt/slideLayouts/_rels/slideLayout25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4.xml"/><Relationship Id="rId1" Type="http://schemas.openxmlformats.org/officeDocument/2006/relationships/vmlDrawing" Target="../drawings/vmlDrawing215.vml"/><Relationship Id="rId5" Type="http://schemas.openxmlformats.org/officeDocument/2006/relationships/image" Target="../media/image32.emf"/><Relationship Id="rId4" Type="http://schemas.openxmlformats.org/officeDocument/2006/relationships/oleObject" Target="../embeddings/oleObject223.bin"/></Relationships>
</file>

<file path=ppt/slideLayouts/_rels/slideLayout25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5.xml"/><Relationship Id="rId1" Type="http://schemas.openxmlformats.org/officeDocument/2006/relationships/vmlDrawing" Target="../drawings/vmlDrawing216.vml"/><Relationship Id="rId5" Type="http://schemas.openxmlformats.org/officeDocument/2006/relationships/image" Target="../media/image16.emf"/><Relationship Id="rId4" Type="http://schemas.openxmlformats.org/officeDocument/2006/relationships/oleObject" Target="../embeddings/oleObject224.bin"/></Relationships>
</file>

<file path=ppt/slideLayouts/_rels/slideLayout260.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media/image40.svg"/><Relationship Id="rId2" Type="http://schemas.openxmlformats.org/officeDocument/2006/relationships/tags" Target="../tags/tag226.xml"/><Relationship Id="rId1" Type="http://schemas.openxmlformats.org/officeDocument/2006/relationships/vmlDrawing" Target="../drawings/vmlDrawing217.vml"/><Relationship Id="rId6" Type="http://schemas.openxmlformats.org/officeDocument/2006/relationships/image" Target="../media/image33.emf"/><Relationship Id="rId5" Type="http://schemas.openxmlformats.org/officeDocument/2006/relationships/oleObject" Target="../embeddings/oleObject225.bin"/><Relationship Id="rId4" Type="http://schemas.openxmlformats.org/officeDocument/2006/relationships/image" Target="../media/image38.svg"/></Relationships>
</file>

<file path=ppt/slideLayouts/_rels/slideLayout261.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media/image40.svg"/><Relationship Id="rId2" Type="http://schemas.openxmlformats.org/officeDocument/2006/relationships/tags" Target="../tags/tag227.xml"/><Relationship Id="rId1" Type="http://schemas.openxmlformats.org/officeDocument/2006/relationships/vmlDrawing" Target="../drawings/vmlDrawing218.vml"/><Relationship Id="rId6" Type="http://schemas.openxmlformats.org/officeDocument/2006/relationships/image" Target="../media/image33.emf"/><Relationship Id="rId5" Type="http://schemas.openxmlformats.org/officeDocument/2006/relationships/oleObject" Target="../embeddings/oleObject226.bin"/><Relationship Id="rId4" Type="http://schemas.openxmlformats.org/officeDocument/2006/relationships/image" Target="../media/image23.svg"/></Relationships>
</file>

<file path=ppt/slideLayouts/_rels/slideLayout262.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media/image40.svg"/><Relationship Id="rId2" Type="http://schemas.openxmlformats.org/officeDocument/2006/relationships/tags" Target="../tags/tag228.xml"/><Relationship Id="rId1" Type="http://schemas.openxmlformats.org/officeDocument/2006/relationships/vmlDrawing" Target="../drawings/vmlDrawing219.vml"/><Relationship Id="rId6" Type="http://schemas.openxmlformats.org/officeDocument/2006/relationships/image" Target="../media/image33.emf"/><Relationship Id="rId5" Type="http://schemas.openxmlformats.org/officeDocument/2006/relationships/oleObject" Target="../embeddings/oleObject227.bin"/><Relationship Id="rId4" Type="http://schemas.openxmlformats.org/officeDocument/2006/relationships/image" Target="../media/image23.svg"/></Relationships>
</file>

<file path=ppt/slideLayouts/_rels/slideLayout26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9.xml"/><Relationship Id="rId1" Type="http://schemas.openxmlformats.org/officeDocument/2006/relationships/vmlDrawing" Target="../drawings/vmlDrawing220.vml"/><Relationship Id="rId6" Type="http://schemas.openxmlformats.org/officeDocument/2006/relationships/image" Target="../media/image41.svg"/><Relationship Id="rId5" Type="http://schemas.openxmlformats.org/officeDocument/2006/relationships/image" Target="../media/image33.emf"/><Relationship Id="rId4" Type="http://schemas.openxmlformats.org/officeDocument/2006/relationships/oleObject" Target="../embeddings/oleObject228.bin"/></Relationships>
</file>

<file path=ppt/slideLayouts/_rels/slideLayout26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30.xml"/><Relationship Id="rId1" Type="http://schemas.openxmlformats.org/officeDocument/2006/relationships/vmlDrawing" Target="../drawings/vmlDrawing221.vml"/><Relationship Id="rId6" Type="http://schemas.openxmlformats.org/officeDocument/2006/relationships/image" Target="../media/image42.svg"/><Relationship Id="rId5" Type="http://schemas.openxmlformats.org/officeDocument/2006/relationships/image" Target="../media/image33.emf"/><Relationship Id="rId4" Type="http://schemas.openxmlformats.org/officeDocument/2006/relationships/oleObject" Target="../embeddings/oleObject229.bin"/></Relationships>
</file>

<file path=ppt/slideLayouts/_rels/slideLayout26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31.xml"/><Relationship Id="rId1" Type="http://schemas.openxmlformats.org/officeDocument/2006/relationships/vmlDrawing" Target="../drawings/vmlDrawing222.vml"/><Relationship Id="rId5" Type="http://schemas.openxmlformats.org/officeDocument/2006/relationships/image" Target="../media/image16.emf"/><Relationship Id="rId4" Type="http://schemas.openxmlformats.org/officeDocument/2006/relationships/oleObject" Target="../embeddings/oleObject230.bin"/></Relationships>
</file>

<file path=ppt/slideLayouts/_rels/slideLayout26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3.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v1">
    <p:bg>
      <p:bgPr>
        <a:solidFill>
          <a:schemeClr val="accent5"/>
        </a:solidFill>
        <a:effectLst/>
      </p:bgPr>
    </p:bg>
    <p:spTree>
      <p:nvGrpSpPr>
        <p:cNvPr id="1" name=""/>
        <p:cNvGrpSpPr/>
        <p:nvPr/>
      </p:nvGrpSpPr>
      <p:grpSpPr>
        <a:xfrm>
          <a:off x="0" y="0"/>
          <a:ext cx="0" cy="0"/>
          <a:chOff x="0" y="0"/>
          <a:chExt cx="0" cy="0"/>
        </a:xfrm>
      </p:grpSpPr>
      <p:pic>
        <p:nvPicPr>
          <p:cNvPr id="35" name="Picture 34">
            <a:extLst>
              <a:ext uri="{FF2B5EF4-FFF2-40B4-BE49-F238E27FC236}">
                <a16:creationId xmlns="" xmlns:a16="http://schemas.microsoft.com/office/drawing/2014/main" id="{27CB389C-7477-4383-A9E8-C2245E730B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19" name="Oval 18">
            <a:extLst>
              <a:ext uri="{FF2B5EF4-FFF2-40B4-BE49-F238E27FC236}">
                <a16:creationId xmlns="" xmlns:a16="http://schemas.microsoft.com/office/drawing/2014/main" id="{98855B5B-E925-44AD-9009-DE309257938B}"/>
              </a:ext>
            </a:extLst>
          </p:cNvPr>
          <p:cNvSpPr/>
          <p:nvPr userDrawn="1"/>
        </p:nvSpPr>
        <p:spPr>
          <a:xfrm>
            <a:off x="3772818" y="1106424"/>
            <a:ext cx="4646362" cy="4645152"/>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3771136" y="2552563"/>
            <a:ext cx="4649730" cy="2095500"/>
          </a:xfrm>
        </p:spPr>
        <p:txBody>
          <a:bodyPr anchor="ctr"/>
          <a:lstStyle>
            <a:lvl1pPr algn="ctr">
              <a:lnSpc>
                <a:spcPct val="80000"/>
              </a:lnSpc>
              <a:defRPr sz="40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5136825" y="1938968"/>
            <a:ext cx="1918348" cy="315913"/>
          </a:xfrm>
          <a:prstGeom prst="rect">
            <a:avLst/>
          </a:prstGeom>
        </p:spPr>
        <p:txBody>
          <a:bodyPr anchor="ctr">
            <a:noAutofit/>
          </a:bodyPr>
          <a:lstStyle>
            <a:lvl1pPr marL="0" indent="0" algn="ctr">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25" name="Picture Placeholder 19">
            <a:extLst>
              <a:ext uri="{FF2B5EF4-FFF2-40B4-BE49-F238E27FC236}">
                <a16:creationId xmlns="" xmlns:a16="http://schemas.microsoft.com/office/drawing/2014/main" id="{BBB6AD79-4BB3-4B00-81E0-23A147A8722D}"/>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6634200" y="4535266"/>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6753102" y="4900144"/>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pic>
        <p:nvPicPr>
          <p:cNvPr id="16" name="Picture Placeholder 2">
            <a:extLst>
              <a:ext uri="{FF2B5EF4-FFF2-40B4-BE49-F238E27FC236}">
                <a16:creationId xmlns="" xmlns:a16="http://schemas.microsoft.com/office/drawing/2014/main" id="{0722218A-F86B-4F46-ABF3-1D0489C8A00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Tree>
    <p:extLst>
      <p:ext uri="{BB962C8B-B14F-4D97-AF65-F5344CB8AC3E}">
        <p14:creationId xmlns:p14="http://schemas.microsoft.com/office/powerpoint/2010/main" val="3395067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v1 - with Presenters">
    <p:bg>
      <p:bgPr>
        <a:solidFill>
          <a:schemeClr val="accent5"/>
        </a:solidFill>
        <a:effectLst/>
      </p:bgPr>
    </p:bg>
    <p:spTree>
      <p:nvGrpSpPr>
        <p:cNvPr id="1" name=""/>
        <p:cNvGrpSpPr/>
        <p:nvPr/>
      </p:nvGrpSpPr>
      <p:grpSpPr>
        <a:xfrm>
          <a:off x="0" y="0"/>
          <a:ext cx="0" cy="0"/>
          <a:chOff x="0" y="0"/>
          <a:chExt cx="0" cy="0"/>
        </a:xfrm>
      </p:grpSpPr>
      <p:pic>
        <p:nvPicPr>
          <p:cNvPr id="35" name="Picture 34">
            <a:extLst>
              <a:ext uri="{FF2B5EF4-FFF2-40B4-BE49-F238E27FC236}">
                <a16:creationId xmlns="" xmlns:a16="http://schemas.microsoft.com/office/drawing/2014/main" id="{27CB389C-7477-4383-A9E8-C2245E730B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19" name="Oval 18">
            <a:extLst>
              <a:ext uri="{FF2B5EF4-FFF2-40B4-BE49-F238E27FC236}">
                <a16:creationId xmlns="" xmlns:a16="http://schemas.microsoft.com/office/drawing/2014/main" id="{98855B5B-E925-44AD-9009-DE309257938B}"/>
              </a:ext>
            </a:extLst>
          </p:cNvPr>
          <p:cNvSpPr/>
          <p:nvPr userDrawn="1"/>
        </p:nvSpPr>
        <p:spPr>
          <a:xfrm>
            <a:off x="1671996" y="1106424"/>
            <a:ext cx="4646362" cy="4645152"/>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1670313" y="2552563"/>
            <a:ext cx="4649730" cy="2095500"/>
          </a:xfrm>
        </p:spPr>
        <p:txBody>
          <a:bodyPr anchor="ctr"/>
          <a:lstStyle>
            <a:lvl1pPr algn="ctr">
              <a:lnSpc>
                <a:spcPct val="80000"/>
              </a:lnSpc>
              <a:defRPr sz="40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3036003" y="1938968"/>
            <a:ext cx="1918348" cy="315913"/>
          </a:xfrm>
          <a:prstGeom prst="rect">
            <a:avLst/>
          </a:prstGeom>
        </p:spPr>
        <p:txBody>
          <a:bodyPr anchor="ctr">
            <a:noAutofit/>
          </a:bodyPr>
          <a:lstStyle>
            <a:lvl1pPr marL="0" indent="0" algn="ctr">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4533378" y="4535266"/>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4652280" y="4900144"/>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
        <p:nvSpPr>
          <p:cNvPr id="15" name="Picture Placeholder 19">
            <a:extLst>
              <a:ext uri="{FF2B5EF4-FFF2-40B4-BE49-F238E27FC236}">
                <a16:creationId xmlns="" xmlns:a16="http://schemas.microsoft.com/office/drawing/2014/main" id="{F42F61E4-95F5-45EB-A16E-986F5CC77182}"/>
              </a:ext>
            </a:extLst>
          </p:cNvPr>
          <p:cNvSpPr>
            <a:spLocks noGrp="1"/>
          </p:cNvSpPr>
          <p:nvPr>
            <p:ph type="pic" sz="quarter" idx="12" hasCustomPrompt="1"/>
          </p:nvPr>
        </p:nvSpPr>
        <p:spPr>
          <a:xfrm>
            <a:off x="7554041"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3" name="Text Placeholder 2">
            <a:extLst>
              <a:ext uri="{FF2B5EF4-FFF2-40B4-BE49-F238E27FC236}">
                <a16:creationId xmlns="" xmlns:a16="http://schemas.microsoft.com/office/drawing/2014/main" id="{69DB7E39-16D3-4AAF-8DB5-F05C74688C93}"/>
              </a:ext>
            </a:extLst>
          </p:cNvPr>
          <p:cNvSpPr>
            <a:spLocks noGrp="1"/>
          </p:cNvSpPr>
          <p:nvPr>
            <p:ph type="body" sz="quarter" idx="13" hasCustomPrompt="1"/>
          </p:nvPr>
        </p:nvSpPr>
        <p:spPr>
          <a:xfrm>
            <a:off x="7420040"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43" name="Picture Placeholder 19">
            <a:extLst>
              <a:ext uri="{FF2B5EF4-FFF2-40B4-BE49-F238E27FC236}">
                <a16:creationId xmlns="" xmlns:a16="http://schemas.microsoft.com/office/drawing/2014/main" id="{125CEFA6-05AE-45D8-A1A3-F1D0A0552692}"/>
              </a:ext>
            </a:extLst>
          </p:cNvPr>
          <p:cNvSpPr>
            <a:spLocks noGrp="1"/>
          </p:cNvSpPr>
          <p:nvPr>
            <p:ph type="pic" sz="quarter" idx="14" hasCustomPrompt="1"/>
          </p:nvPr>
        </p:nvSpPr>
        <p:spPr>
          <a:xfrm>
            <a:off x="8491033"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4" name="Text Placeholder 2">
            <a:extLst>
              <a:ext uri="{FF2B5EF4-FFF2-40B4-BE49-F238E27FC236}">
                <a16:creationId xmlns="" xmlns:a16="http://schemas.microsoft.com/office/drawing/2014/main" id="{ACA2B04E-D901-4211-A62E-E7960290CB86}"/>
              </a:ext>
            </a:extLst>
          </p:cNvPr>
          <p:cNvSpPr>
            <a:spLocks noGrp="1"/>
          </p:cNvSpPr>
          <p:nvPr>
            <p:ph type="body" sz="quarter" idx="15" hasCustomPrompt="1"/>
          </p:nvPr>
        </p:nvSpPr>
        <p:spPr>
          <a:xfrm>
            <a:off x="8357032"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45" name="Picture Placeholder 19">
            <a:extLst>
              <a:ext uri="{FF2B5EF4-FFF2-40B4-BE49-F238E27FC236}">
                <a16:creationId xmlns="" xmlns:a16="http://schemas.microsoft.com/office/drawing/2014/main" id="{A68CD03B-FB07-4CDC-B7B8-4F39D0ECF4FA}"/>
              </a:ext>
            </a:extLst>
          </p:cNvPr>
          <p:cNvSpPr>
            <a:spLocks noGrp="1"/>
          </p:cNvSpPr>
          <p:nvPr>
            <p:ph type="pic" sz="quarter" idx="16" hasCustomPrompt="1"/>
          </p:nvPr>
        </p:nvSpPr>
        <p:spPr>
          <a:xfrm>
            <a:off x="9428025"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6" name="Text Placeholder 2">
            <a:extLst>
              <a:ext uri="{FF2B5EF4-FFF2-40B4-BE49-F238E27FC236}">
                <a16:creationId xmlns="" xmlns:a16="http://schemas.microsoft.com/office/drawing/2014/main" id="{57AE09AE-6FDA-4085-9804-E01790BF677C}"/>
              </a:ext>
            </a:extLst>
          </p:cNvPr>
          <p:cNvSpPr>
            <a:spLocks noGrp="1"/>
          </p:cNvSpPr>
          <p:nvPr>
            <p:ph type="body" sz="quarter" idx="17" hasCustomPrompt="1"/>
          </p:nvPr>
        </p:nvSpPr>
        <p:spPr>
          <a:xfrm>
            <a:off x="9294024"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47" name="Picture Placeholder 19">
            <a:extLst>
              <a:ext uri="{FF2B5EF4-FFF2-40B4-BE49-F238E27FC236}">
                <a16:creationId xmlns="" xmlns:a16="http://schemas.microsoft.com/office/drawing/2014/main" id="{792FB7E5-DBD8-47F7-92B3-B15C657815D4}"/>
              </a:ext>
            </a:extLst>
          </p:cNvPr>
          <p:cNvSpPr>
            <a:spLocks noGrp="1"/>
          </p:cNvSpPr>
          <p:nvPr>
            <p:ph type="pic" sz="quarter" idx="18" hasCustomPrompt="1"/>
          </p:nvPr>
        </p:nvSpPr>
        <p:spPr>
          <a:xfrm>
            <a:off x="10365017"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8" name="Text Placeholder 2">
            <a:extLst>
              <a:ext uri="{FF2B5EF4-FFF2-40B4-BE49-F238E27FC236}">
                <a16:creationId xmlns="" xmlns:a16="http://schemas.microsoft.com/office/drawing/2014/main" id="{62CACE4C-2D9A-4D8C-AD8B-53F5FDBC2020}"/>
              </a:ext>
            </a:extLst>
          </p:cNvPr>
          <p:cNvSpPr>
            <a:spLocks noGrp="1"/>
          </p:cNvSpPr>
          <p:nvPr>
            <p:ph type="body" sz="quarter" idx="19" hasCustomPrompt="1"/>
          </p:nvPr>
        </p:nvSpPr>
        <p:spPr>
          <a:xfrm>
            <a:off x="10231016"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29" name="Picture Placeholder 2">
            <a:extLst>
              <a:ext uri="{FF2B5EF4-FFF2-40B4-BE49-F238E27FC236}">
                <a16:creationId xmlns="" xmlns:a16="http://schemas.microsoft.com/office/drawing/2014/main" id="{BD41828A-6710-494A-826C-128A666EFB8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0" name="Picture Placeholder 19">
            <a:extLst>
              <a:ext uri="{FF2B5EF4-FFF2-40B4-BE49-F238E27FC236}">
                <a16:creationId xmlns="" xmlns:a16="http://schemas.microsoft.com/office/drawing/2014/main" id="{C56FA7D8-298C-485F-ADF4-A3B54BC3F47A}"/>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latin typeface="+mn-lt"/>
              </a:defRPr>
            </a:lvl1pPr>
          </a:lstStyle>
          <a:p>
            <a:r>
              <a:rPr lang="en-US" dirty="0"/>
              <a:t>Click on the picture icon</a:t>
            </a:r>
            <a:br>
              <a:rPr lang="en-US" dirty="0"/>
            </a:br>
            <a:r>
              <a:rPr lang="en-US" dirty="0"/>
              <a:t>to insert the Partner logo</a:t>
            </a:r>
          </a:p>
        </p:txBody>
      </p:sp>
    </p:spTree>
    <p:extLst>
      <p:ext uri="{BB962C8B-B14F-4D97-AF65-F5344CB8AC3E}">
        <p14:creationId xmlns:p14="http://schemas.microsoft.com/office/powerpoint/2010/main" val="1931379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1">
    <p:bg>
      <p:bgPr>
        <a:solidFill>
          <a:schemeClr val="accent5"/>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767871" y="2872925"/>
            <a:ext cx="4115872" cy="209550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a:t>DDD, MMM YY</a:t>
            </a:r>
          </a:p>
        </p:txBody>
      </p:sp>
      <p:pic>
        <p:nvPicPr>
          <p:cNvPr id="13" name="Picture Placeholder 2">
            <a:extLst>
              <a:ext uri="{FF2B5EF4-FFF2-40B4-BE49-F238E27FC236}">
                <a16:creationId xmlns="" xmlns:a16="http://schemas.microsoft.com/office/drawing/2014/main" id="{45E66EA5-B756-4646-B7D3-9131530179B7}"/>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14" name="Picture Placeholder 19">
            <a:extLst>
              <a:ext uri="{FF2B5EF4-FFF2-40B4-BE49-F238E27FC236}">
                <a16:creationId xmlns="" xmlns:a16="http://schemas.microsoft.com/office/drawing/2014/main" id="{066CFE3F-F7A0-4123-BE7F-76E47C0997A1}"/>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10" name="Circle: Hollow 27">
            <a:extLst>
              <a:ext uri="{FF2B5EF4-FFF2-40B4-BE49-F238E27FC236}">
                <a16:creationId xmlns="" xmlns:a16="http://schemas.microsoft.com/office/drawing/2014/main" id="{50CF8BA7-9B1E-416B-B0C1-5320E2C70028}"/>
              </a:ext>
            </a:extLst>
          </p:cNvPr>
          <p:cNvSpPr/>
          <p:nvPr userDrawn="1"/>
        </p:nvSpPr>
        <p:spPr>
          <a:xfrm>
            <a:off x="5092704" y="-360991"/>
            <a:ext cx="7545767" cy="7543800"/>
          </a:xfrm>
          <a:prstGeom prst="donut">
            <a:avLst>
              <a:gd name="adj" fmla="val 240"/>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12" name="Circle: Hollow 28">
            <a:extLst>
              <a:ext uri="{FF2B5EF4-FFF2-40B4-BE49-F238E27FC236}">
                <a16:creationId xmlns="" xmlns:a16="http://schemas.microsoft.com/office/drawing/2014/main" id="{71DF058B-04F8-4167-B439-D9356F498502}"/>
              </a:ext>
            </a:extLst>
          </p:cNvPr>
          <p:cNvSpPr/>
          <p:nvPr userDrawn="1"/>
        </p:nvSpPr>
        <p:spPr>
          <a:xfrm>
            <a:off x="5104352" y="903642"/>
            <a:ext cx="5236807" cy="5276626"/>
          </a:xfrm>
          <a:prstGeom prst="donut">
            <a:avLst>
              <a:gd name="adj" fmla="val 359"/>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15" name="Circle: Hollow 29">
            <a:extLst>
              <a:ext uri="{FF2B5EF4-FFF2-40B4-BE49-F238E27FC236}">
                <a16:creationId xmlns="" xmlns:a16="http://schemas.microsoft.com/office/drawing/2014/main" id="{E10129F2-B3CB-45BD-BBA7-D14012824D90}"/>
              </a:ext>
            </a:extLst>
          </p:cNvPr>
          <p:cNvSpPr/>
          <p:nvPr userDrawn="1"/>
        </p:nvSpPr>
        <p:spPr>
          <a:xfrm>
            <a:off x="5116961" y="1963271"/>
            <a:ext cx="3314218" cy="3284590"/>
          </a:xfrm>
          <a:prstGeom prst="donut">
            <a:avLst>
              <a:gd name="adj" fmla="val 337"/>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260415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1)">
                                      <p:cBhvr>
                                        <p:cTn id="7" dur="2000"/>
                                        <p:tgtEl>
                                          <p:spTgt spid="15"/>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heel(1)">
                                      <p:cBhvr>
                                        <p:cTn id="11" dur="2000"/>
                                        <p:tgtEl>
                                          <p:spTgt spid="12"/>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1- with Presenters">
    <p:bg>
      <p:bgPr>
        <a:solidFill>
          <a:schemeClr val="accent5"/>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767871" y="2872925"/>
            <a:ext cx="4115872" cy="173736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13" name="Picture Placeholder 19">
            <a:extLst>
              <a:ext uri="{FF2B5EF4-FFF2-40B4-BE49-F238E27FC236}">
                <a16:creationId xmlns="" xmlns:a16="http://schemas.microsoft.com/office/drawing/2014/main" id="{1E2FE5FA-466C-4923-8F53-0734F9BF7807}"/>
              </a:ext>
            </a:extLst>
          </p:cNvPr>
          <p:cNvSpPr>
            <a:spLocks noGrp="1"/>
          </p:cNvSpPr>
          <p:nvPr>
            <p:ph type="pic" sz="quarter" idx="12" hasCustomPrompt="1"/>
          </p:nvPr>
        </p:nvSpPr>
        <p:spPr>
          <a:xfrm>
            <a:off x="767871"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4" name="Text Placeholder 2">
            <a:extLst>
              <a:ext uri="{FF2B5EF4-FFF2-40B4-BE49-F238E27FC236}">
                <a16:creationId xmlns="" xmlns:a16="http://schemas.microsoft.com/office/drawing/2014/main" id="{BF48F525-BAF8-4B02-A561-CE7E9720DC40}"/>
              </a:ext>
            </a:extLst>
          </p:cNvPr>
          <p:cNvSpPr>
            <a:spLocks noGrp="1"/>
          </p:cNvSpPr>
          <p:nvPr>
            <p:ph type="body" sz="quarter" idx="13" hasCustomPrompt="1"/>
          </p:nvPr>
        </p:nvSpPr>
        <p:spPr>
          <a:xfrm>
            <a:off x="633870"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15" name="Picture Placeholder 19">
            <a:extLst>
              <a:ext uri="{FF2B5EF4-FFF2-40B4-BE49-F238E27FC236}">
                <a16:creationId xmlns="" xmlns:a16="http://schemas.microsoft.com/office/drawing/2014/main" id="{5308E464-6C9F-49CD-B2F3-D574DBC3B7B2}"/>
              </a:ext>
            </a:extLst>
          </p:cNvPr>
          <p:cNvSpPr>
            <a:spLocks noGrp="1"/>
          </p:cNvSpPr>
          <p:nvPr>
            <p:ph type="pic" sz="quarter" idx="14" hasCustomPrompt="1"/>
          </p:nvPr>
        </p:nvSpPr>
        <p:spPr>
          <a:xfrm>
            <a:off x="1704863"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6" name="Text Placeholder 2">
            <a:extLst>
              <a:ext uri="{FF2B5EF4-FFF2-40B4-BE49-F238E27FC236}">
                <a16:creationId xmlns="" xmlns:a16="http://schemas.microsoft.com/office/drawing/2014/main" id="{047C9EE7-C7C3-4B3F-ACF6-E3942E7B4424}"/>
              </a:ext>
            </a:extLst>
          </p:cNvPr>
          <p:cNvSpPr>
            <a:spLocks noGrp="1"/>
          </p:cNvSpPr>
          <p:nvPr>
            <p:ph type="body" sz="quarter" idx="15" hasCustomPrompt="1"/>
          </p:nvPr>
        </p:nvSpPr>
        <p:spPr>
          <a:xfrm>
            <a:off x="1570862"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17" name="Picture Placeholder 19">
            <a:extLst>
              <a:ext uri="{FF2B5EF4-FFF2-40B4-BE49-F238E27FC236}">
                <a16:creationId xmlns="" xmlns:a16="http://schemas.microsoft.com/office/drawing/2014/main" id="{46D1E226-3E26-4463-99A8-340705B9597B}"/>
              </a:ext>
            </a:extLst>
          </p:cNvPr>
          <p:cNvSpPr>
            <a:spLocks noGrp="1"/>
          </p:cNvSpPr>
          <p:nvPr>
            <p:ph type="pic" sz="quarter" idx="16" hasCustomPrompt="1"/>
          </p:nvPr>
        </p:nvSpPr>
        <p:spPr>
          <a:xfrm>
            <a:off x="2641855"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8" name="Text Placeholder 2">
            <a:extLst>
              <a:ext uri="{FF2B5EF4-FFF2-40B4-BE49-F238E27FC236}">
                <a16:creationId xmlns="" xmlns:a16="http://schemas.microsoft.com/office/drawing/2014/main" id="{2AC2A269-AF55-4716-A12A-CB2396C70C17}"/>
              </a:ext>
            </a:extLst>
          </p:cNvPr>
          <p:cNvSpPr>
            <a:spLocks noGrp="1"/>
          </p:cNvSpPr>
          <p:nvPr>
            <p:ph type="body" sz="quarter" idx="17" hasCustomPrompt="1"/>
          </p:nvPr>
        </p:nvSpPr>
        <p:spPr>
          <a:xfrm>
            <a:off x="2507854"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19" name="Picture Placeholder 19">
            <a:extLst>
              <a:ext uri="{FF2B5EF4-FFF2-40B4-BE49-F238E27FC236}">
                <a16:creationId xmlns="" xmlns:a16="http://schemas.microsoft.com/office/drawing/2014/main" id="{4779B1B4-690B-49D2-A551-3CCFD54F284E}"/>
              </a:ext>
            </a:extLst>
          </p:cNvPr>
          <p:cNvSpPr>
            <a:spLocks noGrp="1"/>
          </p:cNvSpPr>
          <p:nvPr>
            <p:ph type="pic" sz="quarter" idx="18" hasCustomPrompt="1"/>
          </p:nvPr>
        </p:nvSpPr>
        <p:spPr>
          <a:xfrm>
            <a:off x="3578847"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20" name="Text Placeholder 2">
            <a:extLst>
              <a:ext uri="{FF2B5EF4-FFF2-40B4-BE49-F238E27FC236}">
                <a16:creationId xmlns="" xmlns:a16="http://schemas.microsoft.com/office/drawing/2014/main" id="{FE20F70F-96B7-4CD9-B23B-065D42654DD4}"/>
              </a:ext>
            </a:extLst>
          </p:cNvPr>
          <p:cNvSpPr>
            <a:spLocks noGrp="1"/>
          </p:cNvSpPr>
          <p:nvPr>
            <p:ph type="body" sz="quarter" idx="19" hasCustomPrompt="1"/>
          </p:nvPr>
        </p:nvSpPr>
        <p:spPr>
          <a:xfrm>
            <a:off x="3444846"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30" name="Picture Placeholder 2">
            <a:extLst>
              <a:ext uri="{FF2B5EF4-FFF2-40B4-BE49-F238E27FC236}">
                <a16:creationId xmlns="" xmlns:a16="http://schemas.microsoft.com/office/drawing/2014/main" id="{2B49ED0D-8D93-4049-BB9F-EA207C4E35D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1" name="Picture Placeholder 19">
            <a:extLst>
              <a:ext uri="{FF2B5EF4-FFF2-40B4-BE49-F238E27FC236}">
                <a16:creationId xmlns="" xmlns:a16="http://schemas.microsoft.com/office/drawing/2014/main" id="{9E1F4D62-6B64-47C1-9F68-73659971546E}"/>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21" name="Circle: Hollow 27">
            <a:extLst>
              <a:ext uri="{FF2B5EF4-FFF2-40B4-BE49-F238E27FC236}">
                <a16:creationId xmlns="" xmlns:a16="http://schemas.microsoft.com/office/drawing/2014/main" id="{50CF8BA7-9B1E-416B-B0C1-5320E2C70028}"/>
              </a:ext>
            </a:extLst>
          </p:cNvPr>
          <p:cNvSpPr/>
          <p:nvPr userDrawn="1"/>
        </p:nvSpPr>
        <p:spPr>
          <a:xfrm>
            <a:off x="5092704" y="-360991"/>
            <a:ext cx="7545767" cy="7543800"/>
          </a:xfrm>
          <a:prstGeom prst="donut">
            <a:avLst>
              <a:gd name="adj" fmla="val 240"/>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25" name="Circle: Hollow 28">
            <a:extLst>
              <a:ext uri="{FF2B5EF4-FFF2-40B4-BE49-F238E27FC236}">
                <a16:creationId xmlns="" xmlns:a16="http://schemas.microsoft.com/office/drawing/2014/main" id="{71DF058B-04F8-4167-B439-D9356F498502}"/>
              </a:ext>
            </a:extLst>
          </p:cNvPr>
          <p:cNvSpPr/>
          <p:nvPr userDrawn="1"/>
        </p:nvSpPr>
        <p:spPr>
          <a:xfrm>
            <a:off x="5104352" y="903642"/>
            <a:ext cx="5236807" cy="5276626"/>
          </a:xfrm>
          <a:prstGeom prst="donut">
            <a:avLst>
              <a:gd name="adj" fmla="val 359"/>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26" name="Circle: Hollow 29">
            <a:extLst>
              <a:ext uri="{FF2B5EF4-FFF2-40B4-BE49-F238E27FC236}">
                <a16:creationId xmlns="" xmlns:a16="http://schemas.microsoft.com/office/drawing/2014/main" id="{E10129F2-B3CB-45BD-BBA7-D14012824D90}"/>
              </a:ext>
            </a:extLst>
          </p:cNvPr>
          <p:cNvSpPr/>
          <p:nvPr userDrawn="1"/>
        </p:nvSpPr>
        <p:spPr>
          <a:xfrm>
            <a:off x="5116961" y="1963271"/>
            <a:ext cx="3314218" cy="3284590"/>
          </a:xfrm>
          <a:prstGeom prst="donut">
            <a:avLst>
              <a:gd name="adj" fmla="val 337"/>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3246532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heel(1)">
                                      <p:cBhvr>
                                        <p:cTn id="7" dur="2000"/>
                                        <p:tgtEl>
                                          <p:spTgt spid="26"/>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heel(1)">
                                      <p:cBhvr>
                                        <p:cTn id="11" dur="2000"/>
                                        <p:tgtEl>
                                          <p:spTgt spid="25"/>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heel(1)">
                                      <p:cBhvr>
                                        <p:cTn id="15"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6"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2">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767871" y="2872925"/>
            <a:ext cx="4115872" cy="209550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pic>
        <p:nvPicPr>
          <p:cNvPr id="13" name="Picture Placeholder 2">
            <a:extLst>
              <a:ext uri="{FF2B5EF4-FFF2-40B4-BE49-F238E27FC236}">
                <a16:creationId xmlns="" xmlns:a16="http://schemas.microsoft.com/office/drawing/2014/main" id="{45E66EA5-B756-4646-B7D3-9131530179B7}"/>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14" name="Picture Placeholder 19">
            <a:extLst>
              <a:ext uri="{FF2B5EF4-FFF2-40B4-BE49-F238E27FC236}">
                <a16:creationId xmlns="" xmlns:a16="http://schemas.microsoft.com/office/drawing/2014/main" id="{066CFE3F-F7A0-4123-BE7F-76E47C0997A1}"/>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10" name="Circle: Hollow 27">
            <a:extLst>
              <a:ext uri="{FF2B5EF4-FFF2-40B4-BE49-F238E27FC236}">
                <a16:creationId xmlns="" xmlns:a16="http://schemas.microsoft.com/office/drawing/2014/main" id="{50CF8BA7-9B1E-416B-B0C1-5320E2C70028}"/>
              </a:ext>
            </a:extLst>
          </p:cNvPr>
          <p:cNvSpPr/>
          <p:nvPr userDrawn="1"/>
        </p:nvSpPr>
        <p:spPr>
          <a:xfrm>
            <a:off x="5092704" y="-360991"/>
            <a:ext cx="7545767" cy="7543800"/>
          </a:xfrm>
          <a:prstGeom prst="donut">
            <a:avLst>
              <a:gd name="adj" fmla="val 24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12" name="Circle: Hollow 28">
            <a:extLst>
              <a:ext uri="{FF2B5EF4-FFF2-40B4-BE49-F238E27FC236}">
                <a16:creationId xmlns="" xmlns:a16="http://schemas.microsoft.com/office/drawing/2014/main" id="{71DF058B-04F8-4167-B439-D9356F498502}"/>
              </a:ext>
            </a:extLst>
          </p:cNvPr>
          <p:cNvSpPr/>
          <p:nvPr userDrawn="1"/>
        </p:nvSpPr>
        <p:spPr>
          <a:xfrm>
            <a:off x="5104352" y="903642"/>
            <a:ext cx="5236807" cy="5276626"/>
          </a:xfrm>
          <a:prstGeom prst="donut">
            <a:avLst>
              <a:gd name="adj" fmla="val 359"/>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15" name="Circle: Hollow 29">
            <a:extLst>
              <a:ext uri="{FF2B5EF4-FFF2-40B4-BE49-F238E27FC236}">
                <a16:creationId xmlns="" xmlns:a16="http://schemas.microsoft.com/office/drawing/2014/main" id="{E10129F2-B3CB-45BD-BBA7-D14012824D90}"/>
              </a:ext>
            </a:extLst>
          </p:cNvPr>
          <p:cNvSpPr/>
          <p:nvPr userDrawn="1"/>
        </p:nvSpPr>
        <p:spPr>
          <a:xfrm>
            <a:off x="5116961" y="1963271"/>
            <a:ext cx="3314218" cy="3284590"/>
          </a:xfrm>
          <a:prstGeom prst="donut">
            <a:avLst>
              <a:gd name="adj" fmla="val 337"/>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031935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1)">
                                      <p:cBhvr>
                                        <p:cTn id="7" dur="2000"/>
                                        <p:tgtEl>
                                          <p:spTgt spid="15"/>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heel(1)">
                                      <p:cBhvr>
                                        <p:cTn id="11" dur="2000"/>
                                        <p:tgtEl>
                                          <p:spTgt spid="12"/>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5" grpId="0" animBg="1"/>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2 - with Presenters">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767871" y="2872925"/>
            <a:ext cx="4115872" cy="173736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13" name="Picture Placeholder 19">
            <a:extLst>
              <a:ext uri="{FF2B5EF4-FFF2-40B4-BE49-F238E27FC236}">
                <a16:creationId xmlns="" xmlns:a16="http://schemas.microsoft.com/office/drawing/2014/main" id="{1E2FE5FA-466C-4923-8F53-0734F9BF7807}"/>
              </a:ext>
            </a:extLst>
          </p:cNvPr>
          <p:cNvSpPr>
            <a:spLocks noGrp="1"/>
          </p:cNvSpPr>
          <p:nvPr>
            <p:ph type="pic" sz="quarter" idx="12" hasCustomPrompt="1"/>
          </p:nvPr>
        </p:nvSpPr>
        <p:spPr>
          <a:xfrm>
            <a:off x="767871"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4" name="Text Placeholder 2">
            <a:extLst>
              <a:ext uri="{FF2B5EF4-FFF2-40B4-BE49-F238E27FC236}">
                <a16:creationId xmlns="" xmlns:a16="http://schemas.microsoft.com/office/drawing/2014/main" id="{BF48F525-BAF8-4B02-A561-CE7E9720DC40}"/>
              </a:ext>
            </a:extLst>
          </p:cNvPr>
          <p:cNvSpPr>
            <a:spLocks noGrp="1"/>
          </p:cNvSpPr>
          <p:nvPr>
            <p:ph type="body" sz="quarter" idx="13" hasCustomPrompt="1"/>
          </p:nvPr>
        </p:nvSpPr>
        <p:spPr>
          <a:xfrm>
            <a:off x="633870"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15" name="Picture Placeholder 19">
            <a:extLst>
              <a:ext uri="{FF2B5EF4-FFF2-40B4-BE49-F238E27FC236}">
                <a16:creationId xmlns="" xmlns:a16="http://schemas.microsoft.com/office/drawing/2014/main" id="{5308E464-6C9F-49CD-B2F3-D574DBC3B7B2}"/>
              </a:ext>
            </a:extLst>
          </p:cNvPr>
          <p:cNvSpPr>
            <a:spLocks noGrp="1"/>
          </p:cNvSpPr>
          <p:nvPr>
            <p:ph type="pic" sz="quarter" idx="14" hasCustomPrompt="1"/>
          </p:nvPr>
        </p:nvSpPr>
        <p:spPr>
          <a:xfrm>
            <a:off x="1704863"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6" name="Text Placeholder 2">
            <a:extLst>
              <a:ext uri="{FF2B5EF4-FFF2-40B4-BE49-F238E27FC236}">
                <a16:creationId xmlns="" xmlns:a16="http://schemas.microsoft.com/office/drawing/2014/main" id="{047C9EE7-C7C3-4B3F-ACF6-E3942E7B4424}"/>
              </a:ext>
            </a:extLst>
          </p:cNvPr>
          <p:cNvSpPr>
            <a:spLocks noGrp="1"/>
          </p:cNvSpPr>
          <p:nvPr>
            <p:ph type="body" sz="quarter" idx="15" hasCustomPrompt="1"/>
          </p:nvPr>
        </p:nvSpPr>
        <p:spPr>
          <a:xfrm>
            <a:off x="1570862"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17" name="Picture Placeholder 19">
            <a:extLst>
              <a:ext uri="{FF2B5EF4-FFF2-40B4-BE49-F238E27FC236}">
                <a16:creationId xmlns="" xmlns:a16="http://schemas.microsoft.com/office/drawing/2014/main" id="{46D1E226-3E26-4463-99A8-340705B9597B}"/>
              </a:ext>
            </a:extLst>
          </p:cNvPr>
          <p:cNvSpPr>
            <a:spLocks noGrp="1"/>
          </p:cNvSpPr>
          <p:nvPr>
            <p:ph type="pic" sz="quarter" idx="16" hasCustomPrompt="1"/>
          </p:nvPr>
        </p:nvSpPr>
        <p:spPr>
          <a:xfrm>
            <a:off x="2641855"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8" name="Text Placeholder 2">
            <a:extLst>
              <a:ext uri="{FF2B5EF4-FFF2-40B4-BE49-F238E27FC236}">
                <a16:creationId xmlns="" xmlns:a16="http://schemas.microsoft.com/office/drawing/2014/main" id="{2AC2A269-AF55-4716-A12A-CB2396C70C17}"/>
              </a:ext>
            </a:extLst>
          </p:cNvPr>
          <p:cNvSpPr>
            <a:spLocks noGrp="1"/>
          </p:cNvSpPr>
          <p:nvPr>
            <p:ph type="body" sz="quarter" idx="17" hasCustomPrompt="1"/>
          </p:nvPr>
        </p:nvSpPr>
        <p:spPr>
          <a:xfrm>
            <a:off x="2507854"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19" name="Picture Placeholder 19">
            <a:extLst>
              <a:ext uri="{FF2B5EF4-FFF2-40B4-BE49-F238E27FC236}">
                <a16:creationId xmlns="" xmlns:a16="http://schemas.microsoft.com/office/drawing/2014/main" id="{4779B1B4-690B-49D2-A551-3CCFD54F284E}"/>
              </a:ext>
            </a:extLst>
          </p:cNvPr>
          <p:cNvSpPr>
            <a:spLocks noGrp="1"/>
          </p:cNvSpPr>
          <p:nvPr>
            <p:ph type="pic" sz="quarter" idx="18" hasCustomPrompt="1"/>
          </p:nvPr>
        </p:nvSpPr>
        <p:spPr>
          <a:xfrm>
            <a:off x="3578847"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20" name="Text Placeholder 2">
            <a:extLst>
              <a:ext uri="{FF2B5EF4-FFF2-40B4-BE49-F238E27FC236}">
                <a16:creationId xmlns="" xmlns:a16="http://schemas.microsoft.com/office/drawing/2014/main" id="{FE20F70F-96B7-4CD9-B23B-065D42654DD4}"/>
              </a:ext>
            </a:extLst>
          </p:cNvPr>
          <p:cNvSpPr>
            <a:spLocks noGrp="1"/>
          </p:cNvSpPr>
          <p:nvPr>
            <p:ph type="body" sz="quarter" idx="19" hasCustomPrompt="1"/>
          </p:nvPr>
        </p:nvSpPr>
        <p:spPr>
          <a:xfrm>
            <a:off x="3444846"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30" name="Picture Placeholder 2">
            <a:extLst>
              <a:ext uri="{FF2B5EF4-FFF2-40B4-BE49-F238E27FC236}">
                <a16:creationId xmlns="" xmlns:a16="http://schemas.microsoft.com/office/drawing/2014/main" id="{2B49ED0D-8D93-4049-BB9F-EA207C4E35D8}"/>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1" name="Picture Placeholder 19">
            <a:extLst>
              <a:ext uri="{FF2B5EF4-FFF2-40B4-BE49-F238E27FC236}">
                <a16:creationId xmlns="" xmlns:a16="http://schemas.microsoft.com/office/drawing/2014/main" id="{9E1F4D62-6B64-47C1-9F68-73659971546E}"/>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21" name="Circle: Hollow 27">
            <a:extLst>
              <a:ext uri="{FF2B5EF4-FFF2-40B4-BE49-F238E27FC236}">
                <a16:creationId xmlns="" xmlns:a16="http://schemas.microsoft.com/office/drawing/2014/main" id="{50CF8BA7-9B1E-416B-B0C1-5320E2C70028}"/>
              </a:ext>
            </a:extLst>
          </p:cNvPr>
          <p:cNvSpPr/>
          <p:nvPr userDrawn="1"/>
        </p:nvSpPr>
        <p:spPr>
          <a:xfrm>
            <a:off x="5092704" y="-360991"/>
            <a:ext cx="7545767" cy="7543800"/>
          </a:xfrm>
          <a:prstGeom prst="donut">
            <a:avLst>
              <a:gd name="adj" fmla="val 24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25" name="Circle: Hollow 28">
            <a:extLst>
              <a:ext uri="{FF2B5EF4-FFF2-40B4-BE49-F238E27FC236}">
                <a16:creationId xmlns="" xmlns:a16="http://schemas.microsoft.com/office/drawing/2014/main" id="{71DF058B-04F8-4167-B439-D9356F498502}"/>
              </a:ext>
            </a:extLst>
          </p:cNvPr>
          <p:cNvSpPr/>
          <p:nvPr userDrawn="1"/>
        </p:nvSpPr>
        <p:spPr>
          <a:xfrm>
            <a:off x="5104352" y="903642"/>
            <a:ext cx="5236807" cy="5276626"/>
          </a:xfrm>
          <a:prstGeom prst="donut">
            <a:avLst>
              <a:gd name="adj" fmla="val 359"/>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26" name="Circle: Hollow 29">
            <a:extLst>
              <a:ext uri="{FF2B5EF4-FFF2-40B4-BE49-F238E27FC236}">
                <a16:creationId xmlns="" xmlns:a16="http://schemas.microsoft.com/office/drawing/2014/main" id="{E10129F2-B3CB-45BD-BBA7-D14012824D90}"/>
              </a:ext>
            </a:extLst>
          </p:cNvPr>
          <p:cNvSpPr/>
          <p:nvPr userDrawn="1"/>
        </p:nvSpPr>
        <p:spPr>
          <a:xfrm>
            <a:off x="5116961" y="1963271"/>
            <a:ext cx="3314218" cy="3284590"/>
          </a:xfrm>
          <a:prstGeom prst="donut">
            <a:avLst>
              <a:gd name="adj" fmla="val 337"/>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250743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heel(1)">
                                      <p:cBhvr>
                                        <p:cTn id="7" dur="2000"/>
                                        <p:tgtEl>
                                          <p:spTgt spid="26"/>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heel(1)">
                                      <p:cBhvr>
                                        <p:cTn id="11" dur="2000"/>
                                        <p:tgtEl>
                                          <p:spTgt spid="25"/>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heel(1)">
                                      <p:cBhvr>
                                        <p:cTn id="15"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6" grpId="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 Divider v1 - with subtitle">
    <p:bg>
      <p:bgPr>
        <a:solidFill>
          <a:schemeClr val="bg2"/>
        </a:solidFill>
        <a:effectLst/>
      </p:bgPr>
    </p:bg>
    <p:spTree>
      <p:nvGrpSpPr>
        <p:cNvPr id="1" name=""/>
        <p:cNvGrpSpPr/>
        <p:nvPr/>
      </p:nvGrpSpPr>
      <p:grpSpPr>
        <a:xfrm>
          <a:off x="0" y="0"/>
          <a:ext cx="0" cy="0"/>
          <a:chOff x="0" y="0"/>
          <a:chExt cx="0" cy="0"/>
        </a:xfrm>
      </p:grpSpPr>
      <p:sp>
        <p:nvSpPr>
          <p:cNvPr id="32" name="TextBox 31">
            <a:extLst>
              <a:ext uri="{FF2B5EF4-FFF2-40B4-BE49-F238E27FC236}">
                <a16:creationId xmlns="" xmlns:a16="http://schemas.microsoft.com/office/drawing/2014/main"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 xmlns:a16="http://schemas.microsoft.com/office/drawing/2014/main"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38" name="Oval 37">
            <a:extLst>
              <a:ext uri="{FF2B5EF4-FFF2-40B4-BE49-F238E27FC236}">
                <a16:creationId xmlns="" xmlns:a16="http://schemas.microsoft.com/office/drawing/2014/main" id="{6223CD6E-27C2-414B-99FE-78D1D98AAD06}"/>
              </a:ext>
            </a:extLst>
          </p:cNvPr>
          <p:cNvSpPr/>
          <p:nvPr userDrawn="1"/>
        </p:nvSpPr>
        <p:spPr>
          <a:xfrm>
            <a:off x="3770931" y="898473"/>
            <a:ext cx="4650137" cy="4648926"/>
          </a:xfrm>
          <a:prstGeom prst="ellipse">
            <a:avLst/>
          </a:prstGeom>
          <a:solidFill>
            <a:schemeClr val="bg2"/>
          </a:soli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1" name="Oval 40">
            <a:extLst>
              <a:ext uri="{FF2B5EF4-FFF2-40B4-BE49-F238E27FC236}">
                <a16:creationId xmlns="" xmlns:a16="http://schemas.microsoft.com/office/drawing/2014/main" id="{77C9A1D9-D296-458E-ACEC-E778E5EE2E32}"/>
              </a:ext>
            </a:extLst>
          </p:cNvPr>
          <p:cNvSpPr/>
          <p:nvPr userDrawn="1"/>
        </p:nvSpPr>
        <p:spPr>
          <a:xfrm>
            <a:off x="6822950" y="4186866"/>
            <a:ext cx="1598118" cy="159770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42" name="Subtitle 2">
            <a:extLst>
              <a:ext uri="{FF2B5EF4-FFF2-40B4-BE49-F238E27FC236}">
                <a16:creationId xmlns="" xmlns:a16="http://schemas.microsoft.com/office/drawing/2014/main" id="{3C5D5E26-EC47-4A53-A976-2798FA731462}"/>
              </a:ext>
            </a:extLst>
          </p:cNvPr>
          <p:cNvSpPr>
            <a:spLocks noGrp="1"/>
          </p:cNvSpPr>
          <p:nvPr>
            <p:ph type="subTitle" idx="1" hasCustomPrompt="1"/>
          </p:nvPr>
        </p:nvSpPr>
        <p:spPr>
          <a:xfrm>
            <a:off x="6943430" y="4363043"/>
            <a:ext cx="1357157" cy="1245348"/>
          </a:xfrm>
          <a:prstGeom prst="rect">
            <a:avLst/>
          </a:prstGeom>
        </p:spPr>
        <p:txBody>
          <a:bodyPr wrap="square" anchor="ctr">
            <a:noAutofit/>
          </a:bodyPr>
          <a:lstStyle>
            <a:lvl1pPr marL="0" indent="0" algn="ctr">
              <a:lnSpc>
                <a:spcPct val="90000"/>
              </a:lnSpc>
              <a:spcBef>
                <a:spcPts val="0"/>
              </a:spcBef>
              <a:buNone/>
              <a:defRPr sz="12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
        <p:nvSpPr>
          <p:cNvPr id="3" name="Text Placeholder 2">
            <a:extLst>
              <a:ext uri="{FF2B5EF4-FFF2-40B4-BE49-F238E27FC236}">
                <a16:creationId xmlns="" xmlns:a16="http://schemas.microsoft.com/office/drawing/2014/main" id="{5D6B3E54-5FB5-4437-A6B6-F6CA40F99F2C}"/>
              </a:ext>
            </a:extLst>
          </p:cNvPr>
          <p:cNvSpPr>
            <a:spLocks noGrp="1"/>
          </p:cNvSpPr>
          <p:nvPr>
            <p:ph type="body" sz="quarter" idx="10" hasCustomPrompt="1"/>
          </p:nvPr>
        </p:nvSpPr>
        <p:spPr>
          <a:xfrm>
            <a:off x="3770933" y="2102201"/>
            <a:ext cx="4650135" cy="2241470"/>
          </a:xfrm>
        </p:spPr>
        <p:txBody>
          <a:bodyPr anchor="ctr">
            <a:noAutofit/>
          </a:bodyPr>
          <a:lstStyle>
            <a:lvl1pPr marL="0" indent="0" algn="ctr">
              <a:lnSpc>
                <a:spcPct val="90000"/>
              </a:lnSpc>
              <a:spcBef>
                <a:spcPts val="0"/>
              </a:spcBef>
              <a:buNone/>
              <a:defRPr sz="4800">
                <a:solidFill>
                  <a:schemeClr val="bg1"/>
                </a:solidFill>
              </a:defRPr>
            </a:lvl1pPr>
          </a:lstStyle>
          <a:p>
            <a:pPr lvl="0"/>
            <a:r>
              <a:rPr lang="en-US" dirty="0"/>
              <a:t>Section Divider</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464998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Divider v1 - without subtitle">
    <p:bg>
      <p:bgPr>
        <a:solidFill>
          <a:schemeClr val="bg2"/>
        </a:solidFill>
        <a:effectLst/>
      </p:bgPr>
    </p:bg>
    <p:spTree>
      <p:nvGrpSpPr>
        <p:cNvPr id="1" name=""/>
        <p:cNvGrpSpPr/>
        <p:nvPr/>
      </p:nvGrpSpPr>
      <p:grpSpPr>
        <a:xfrm>
          <a:off x="0" y="0"/>
          <a:ext cx="0" cy="0"/>
          <a:chOff x="0" y="0"/>
          <a:chExt cx="0" cy="0"/>
        </a:xfrm>
      </p:grpSpPr>
      <p:sp>
        <p:nvSpPr>
          <p:cNvPr id="32" name="TextBox 31">
            <a:extLst>
              <a:ext uri="{FF2B5EF4-FFF2-40B4-BE49-F238E27FC236}">
                <a16:creationId xmlns="" xmlns:a16="http://schemas.microsoft.com/office/drawing/2014/main"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 xmlns:a16="http://schemas.microsoft.com/office/drawing/2014/main"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38" name="Oval 37">
            <a:extLst>
              <a:ext uri="{FF2B5EF4-FFF2-40B4-BE49-F238E27FC236}">
                <a16:creationId xmlns="" xmlns:a16="http://schemas.microsoft.com/office/drawing/2014/main" id="{6223CD6E-27C2-414B-99FE-78D1D98AAD06}"/>
              </a:ext>
            </a:extLst>
          </p:cNvPr>
          <p:cNvSpPr/>
          <p:nvPr userDrawn="1"/>
        </p:nvSpPr>
        <p:spPr>
          <a:xfrm>
            <a:off x="3770931" y="898473"/>
            <a:ext cx="4650137" cy="4648926"/>
          </a:xfrm>
          <a:prstGeom prst="ellipse">
            <a:avLst/>
          </a:prstGeom>
          <a:solidFill>
            <a:schemeClr val="bg2"/>
          </a:soli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3" name="Text Placeholder 2">
            <a:extLst>
              <a:ext uri="{FF2B5EF4-FFF2-40B4-BE49-F238E27FC236}">
                <a16:creationId xmlns="" xmlns:a16="http://schemas.microsoft.com/office/drawing/2014/main" id="{5D6B3E54-5FB5-4437-A6B6-F6CA40F99F2C}"/>
              </a:ext>
            </a:extLst>
          </p:cNvPr>
          <p:cNvSpPr>
            <a:spLocks noGrp="1"/>
          </p:cNvSpPr>
          <p:nvPr>
            <p:ph type="body" sz="quarter" idx="10" hasCustomPrompt="1"/>
          </p:nvPr>
        </p:nvSpPr>
        <p:spPr>
          <a:xfrm>
            <a:off x="3770933" y="2102201"/>
            <a:ext cx="4650135" cy="2241470"/>
          </a:xfrm>
        </p:spPr>
        <p:txBody>
          <a:bodyPr anchor="ctr">
            <a:noAutofit/>
          </a:bodyPr>
          <a:lstStyle>
            <a:lvl1pPr marL="0" indent="0" algn="ctr">
              <a:lnSpc>
                <a:spcPct val="90000"/>
              </a:lnSpc>
              <a:spcBef>
                <a:spcPts val="0"/>
              </a:spcBef>
              <a:buNone/>
              <a:defRPr sz="4800">
                <a:solidFill>
                  <a:schemeClr val="bg1"/>
                </a:solidFill>
              </a:defRPr>
            </a:lvl1pPr>
          </a:lstStyle>
          <a:p>
            <a:pPr lvl="0"/>
            <a:r>
              <a:rPr lang="en-US" dirty="0"/>
              <a:t>Section Divider</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2066482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Divider v2">
    <p:bg>
      <p:bgPr>
        <a:solidFill>
          <a:schemeClr val="tx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 xmlns:a16="http://schemas.microsoft.com/office/drawing/2014/main"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 xmlns:a16="http://schemas.microsoft.com/office/drawing/2014/main"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 xmlns:a16="http://schemas.microsoft.com/office/drawing/2014/main"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 xmlns:a16="http://schemas.microsoft.com/office/drawing/2014/main"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2695703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Divider v3">
    <p:bg>
      <p:bgPr>
        <a:solidFill>
          <a:schemeClr val="accent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 xmlns:a16="http://schemas.microsoft.com/office/drawing/2014/main"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 xmlns:a16="http://schemas.microsoft.com/office/drawing/2014/main"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 xmlns:a16="http://schemas.microsoft.com/office/drawing/2014/main"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 xmlns:a16="http://schemas.microsoft.com/office/drawing/2014/main"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3242230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on Divider v4">
    <p:bg>
      <p:bgPr>
        <a:solidFill>
          <a:schemeClr val="accent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 xmlns:a16="http://schemas.microsoft.com/office/drawing/2014/main"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 xmlns:a16="http://schemas.microsoft.com/office/drawing/2014/main"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 xmlns:a16="http://schemas.microsoft.com/office/drawing/2014/main"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 xmlns:a16="http://schemas.microsoft.com/office/drawing/2014/main"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41557891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v1">
    <p:spTree>
      <p:nvGrpSpPr>
        <p:cNvPr id="1" name=""/>
        <p:cNvGrpSpPr/>
        <p:nvPr/>
      </p:nvGrpSpPr>
      <p:grpSpPr>
        <a:xfrm>
          <a:off x="0" y="0"/>
          <a:ext cx="0" cy="0"/>
          <a:chOff x="0" y="0"/>
          <a:chExt cx="0" cy="0"/>
        </a:xfrm>
      </p:grpSpPr>
      <p:pic>
        <p:nvPicPr>
          <p:cNvPr id="32" name="Picture 31">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27" name="Text Placeholder 2">
            <a:extLst>
              <a:ext uri="{FF2B5EF4-FFF2-40B4-BE49-F238E27FC236}">
                <a16:creationId xmlns="" xmlns:a16="http://schemas.microsoft.com/office/drawing/2014/main" id="{9B8F19A3-252D-4851-BB1A-796986E51EF6}"/>
              </a:ext>
            </a:extLst>
          </p:cNvPr>
          <p:cNvSpPr>
            <a:spLocks noGrp="1"/>
          </p:cNvSpPr>
          <p:nvPr>
            <p:ph type="body" sz="quarter" idx="18" hasCustomPrompt="1"/>
          </p:nvPr>
        </p:nvSpPr>
        <p:spPr>
          <a:xfrm>
            <a:off x="940885"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22" name="Text Placeholder 2">
            <a:extLst>
              <a:ext uri="{FF2B5EF4-FFF2-40B4-BE49-F238E27FC236}">
                <a16:creationId xmlns="" xmlns:a16="http://schemas.microsoft.com/office/drawing/2014/main" id="{BFFF5094-6ED3-40C7-BD93-86A550C2B1EA}"/>
              </a:ext>
            </a:extLst>
          </p:cNvPr>
          <p:cNvSpPr>
            <a:spLocks noGrp="1"/>
          </p:cNvSpPr>
          <p:nvPr>
            <p:ph type="body" sz="quarter" idx="13" hasCustomPrompt="1"/>
          </p:nvPr>
        </p:nvSpPr>
        <p:spPr>
          <a:xfrm>
            <a:off x="940886"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01</a:t>
            </a:r>
          </a:p>
        </p:txBody>
      </p:sp>
      <p:sp>
        <p:nvSpPr>
          <p:cNvPr id="23" name="Text Placeholder 2">
            <a:extLst>
              <a:ext uri="{FF2B5EF4-FFF2-40B4-BE49-F238E27FC236}">
                <a16:creationId xmlns="" xmlns:a16="http://schemas.microsoft.com/office/drawing/2014/main" id="{AE10F525-8785-40CE-95A6-6D01A7714D79}"/>
              </a:ext>
            </a:extLst>
          </p:cNvPr>
          <p:cNvSpPr>
            <a:spLocks noGrp="1"/>
          </p:cNvSpPr>
          <p:nvPr>
            <p:ph type="body" sz="quarter" idx="14" hasCustomPrompt="1"/>
          </p:nvPr>
        </p:nvSpPr>
        <p:spPr>
          <a:xfrm>
            <a:off x="3242540"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02</a:t>
            </a:r>
          </a:p>
        </p:txBody>
      </p:sp>
      <p:sp>
        <p:nvSpPr>
          <p:cNvPr id="24" name="Text Placeholder 2">
            <a:extLst>
              <a:ext uri="{FF2B5EF4-FFF2-40B4-BE49-F238E27FC236}">
                <a16:creationId xmlns="" xmlns:a16="http://schemas.microsoft.com/office/drawing/2014/main" id="{D36914D6-A688-48A8-B471-081AF08A391F}"/>
              </a:ext>
            </a:extLst>
          </p:cNvPr>
          <p:cNvSpPr>
            <a:spLocks noGrp="1"/>
          </p:cNvSpPr>
          <p:nvPr>
            <p:ph type="body" sz="quarter" idx="15" hasCustomPrompt="1"/>
          </p:nvPr>
        </p:nvSpPr>
        <p:spPr>
          <a:xfrm>
            <a:off x="5544195"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03</a:t>
            </a:r>
          </a:p>
        </p:txBody>
      </p:sp>
      <p:sp>
        <p:nvSpPr>
          <p:cNvPr id="25" name="Text Placeholder 2">
            <a:extLst>
              <a:ext uri="{FF2B5EF4-FFF2-40B4-BE49-F238E27FC236}">
                <a16:creationId xmlns="" xmlns:a16="http://schemas.microsoft.com/office/drawing/2014/main" id="{56673962-E048-4984-88F8-74B5C5793C52}"/>
              </a:ext>
            </a:extLst>
          </p:cNvPr>
          <p:cNvSpPr>
            <a:spLocks noGrp="1"/>
          </p:cNvSpPr>
          <p:nvPr>
            <p:ph type="body" sz="quarter" idx="16" hasCustomPrompt="1"/>
          </p:nvPr>
        </p:nvSpPr>
        <p:spPr>
          <a:xfrm>
            <a:off x="7845849"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04</a:t>
            </a:r>
          </a:p>
        </p:txBody>
      </p:sp>
      <p:sp>
        <p:nvSpPr>
          <p:cNvPr id="26" name="Text Placeholder 2">
            <a:extLst>
              <a:ext uri="{FF2B5EF4-FFF2-40B4-BE49-F238E27FC236}">
                <a16:creationId xmlns="" xmlns:a16="http://schemas.microsoft.com/office/drawing/2014/main" id="{02A799DF-1979-4FDB-A256-951A4204AF87}"/>
              </a:ext>
            </a:extLst>
          </p:cNvPr>
          <p:cNvSpPr>
            <a:spLocks noGrp="1"/>
          </p:cNvSpPr>
          <p:nvPr>
            <p:ph type="body" sz="quarter" idx="17" hasCustomPrompt="1"/>
          </p:nvPr>
        </p:nvSpPr>
        <p:spPr>
          <a:xfrm>
            <a:off x="10147504"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05</a:t>
            </a:r>
          </a:p>
        </p:txBody>
      </p:sp>
      <p:sp>
        <p:nvSpPr>
          <p:cNvPr id="28" name="Text Placeholder 2">
            <a:extLst>
              <a:ext uri="{FF2B5EF4-FFF2-40B4-BE49-F238E27FC236}">
                <a16:creationId xmlns="" xmlns:a16="http://schemas.microsoft.com/office/drawing/2014/main" id="{F339E161-0E60-4C55-BC72-7E29650E6436}"/>
              </a:ext>
            </a:extLst>
          </p:cNvPr>
          <p:cNvSpPr>
            <a:spLocks noGrp="1"/>
          </p:cNvSpPr>
          <p:nvPr>
            <p:ph type="body" sz="quarter" idx="19" hasCustomPrompt="1"/>
          </p:nvPr>
        </p:nvSpPr>
        <p:spPr>
          <a:xfrm>
            <a:off x="3242541"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29" name="Text Placeholder 2">
            <a:extLst>
              <a:ext uri="{FF2B5EF4-FFF2-40B4-BE49-F238E27FC236}">
                <a16:creationId xmlns="" xmlns:a16="http://schemas.microsoft.com/office/drawing/2014/main" id="{C7FC7771-48D6-4488-A089-A4699B8C9BB9}"/>
              </a:ext>
            </a:extLst>
          </p:cNvPr>
          <p:cNvSpPr>
            <a:spLocks noGrp="1"/>
          </p:cNvSpPr>
          <p:nvPr>
            <p:ph type="body" sz="quarter" idx="20" hasCustomPrompt="1"/>
          </p:nvPr>
        </p:nvSpPr>
        <p:spPr>
          <a:xfrm>
            <a:off x="5544196"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0" name="Text Placeholder 2">
            <a:extLst>
              <a:ext uri="{FF2B5EF4-FFF2-40B4-BE49-F238E27FC236}">
                <a16:creationId xmlns="" xmlns:a16="http://schemas.microsoft.com/office/drawing/2014/main" id="{A7DDF1D5-1765-4836-BBE1-849DFAB37631}"/>
              </a:ext>
            </a:extLst>
          </p:cNvPr>
          <p:cNvSpPr>
            <a:spLocks noGrp="1"/>
          </p:cNvSpPr>
          <p:nvPr>
            <p:ph type="body" sz="quarter" idx="21" hasCustomPrompt="1"/>
          </p:nvPr>
        </p:nvSpPr>
        <p:spPr>
          <a:xfrm>
            <a:off x="7845851"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1" name="Text Placeholder 2">
            <a:extLst>
              <a:ext uri="{FF2B5EF4-FFF2-40B4-BE49-F238E27FC236}">
                <a16:creationId xmlns="" xmlns:a16="http://schemas.microsoft.com/office/drawing/2014/main" id="{35D57064-67A8-4717-8F76-9AF1A1455ADB}"/>
              </a:ext>
            </a:extLst>
          </p:cNvPr>
          <p:cNvSpPr>
            <a:spLocks noGrp="1"/>
          </p:cNvSpPr>
          <p:nvPr>
            <p:ph type="body" sz="quarter" idx="22" hasCustomPrompt="1"/>
          </p:nvPr>
        </p:nvSpPr>
        <p:spPr>
          <a:xfrm>
            <a:off x="10147505"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 name="Title 2">
            <a:extLst>
              <a:ext uri="{FF2B5EF4-FFF2-40B4-BE49-F238E27FC236}">
                <a16:creationId xmlns="" xmlns:a16="http://schemas.microsoft.com/office/drawing/2014/main" id="{D0D0F5C5-1FDE-456D-9C67-6F0A07724C6B}"/>
              </a:ext>
            </a:extLst>
          </p:cNvPr>
          <p:cNvSpPr>
            <a:spLocks noGrp="1"/>
          </p:cNvSpPr>
          <p:nvPr>
            <p:ph type="title" hasCustomPrompt="1"/>
          </p:nvPr>
        </p:nvSpPr>
        <p:spPr/>
        <p:txBody>
          <a:bodyPr/>
          <a:lstStyle>
            <a:lvl1pPr>
              <a:defRPr baseline="0"/>
            </a:lvl1pPr>
          </a:lstStyle>
          <a:p>
            <a:r>
              <a:rPr lang="en-US" dirty="0"/>
              <a:t>SECTION HEADING</a:t>
            </a:r>
          </a:p>
        </p:txBody>
      </p:sp>
    </p:spTree>
    <p:extLst>
      <p:ext uri="{BB962C8B-B14F-4D97-AF65-F5344CB8AC3E}">
        <p14:creationId xmlns:p14="http://schemas.microsoft.com/office/powerpoint/2010/main" val="28623275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v2">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27" name="Text Placeholder 2">
            <a:extLst>
              <a:ext uri="{FF2B5EF4-FFF2-40B4-BE49-F238E27FC236}">
                <a16:creationId xmlns="" xmlns:a16="http://schemas.microsoft.com/office/drawing/2014/main" id="{9B8F19A3-252D-4851-BB1A-796986E51EF6}"/>
              </a:ext>
            </a:extLst>
          </p:cNvPr>
          <p:cNvSpPr>
            <a:spLocks noGrp="1"/>
          </p:cNvSpPr>
          <p:nvPr>
            <p:ph type="body" sz="quarter" idx="18" hasCustomPrompt="1"/>
          </p:nvPr>
        </p:nvSpPr>
        <p:spPr>
          <a:xfrm>
            <a:off x="7569694" y="1714958"/>
            <a:ext cx="1609763" cy="3870342"/>
          </a:xfrm>
        </p:spPr>
        <p:txBody>
          <a:bodyPr lIns="0" tIns="0" rIns="0" bIns="0" anchor="t">
            <a:noAutofit/>
          </a:bodyPr>
          <a:lstStyle>
            <a:lvl1pPr marL="0" indent="0" algn="l">
              <a:spcBef>
                <a:spcPts val="800"/>
              </a:spcBef>
              <a:buNone/>
              <a:defRPr sz="1400" b="0">
                <a:solidFill>
                  <a:schemeClr val="tx1"/>
                </a:solidFill>
              </a:defRPr>
            </a:lvl1pPr>
          </a:lstStyle>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34" name="Text Placeholder 2">
            <a:extLst>
              <a:ext uri="{FF2B5EF4-FFF2-40B4-BE49-F238E27FC236}">
                <a16:creationId xmlns="" xmlns:a16="http://schemas.microsoft.com/office/drawing/2014/main" id="{45886A50-D64D-414B-BB34-2694E084C2E5}"/>
              </a:ext>
            </a:extLst>
          </p:cNvPr>
          <p:cNvSpPr>
            <a:spLocks noGrp="1"/>
          </p:cNvSpPr>
          <p:nvPr>
            <p:ph type="body" sz="quarter" idx="19" hasCustomPrompt="1"/>
          </p:nvPr>
        </p:nvSpPr>
        <p:spPr>
          <a:xfrm>
            <a:off x="9388231" y="1714958"/>
            <a:ext cx="452813" cy="3870342"/>
          </a:xfrm>
        </p:spPr>
        <p:txBody>
          <a:bodyPr lIns="0" tIns="0" rIns="0" bIns="0" anchor="t">
            <a:noAutofit/>
          </a:bodyPr>
          <a:lstStyle>
            <a:lvl1pPr marL="0" indent="0" algn="ctr">
              <a:spcBef>
                <a:spcPts val="800"/>
              </a:spcBef>
              <a:buNone/>
              <a:defRPr sz="1400" b="0">
                <a:solidFill>
                  <a:schemeClr val="bg2"/>
                </a:solidFill>
              </a:defRPr>
            </a:lvl1pPr>
          </a:lstStyle>
          <a:p>
            <a:pPr lvl="0"/>
            <a:r>
              <a:rPr lang="en-US" dirty="0"/>
              <a:t>01</a:t>
            </a:r>
          </a:p>
          <a:p>
            <a:pPr lvl="0"/>
            <a:r>
              <a:rPr lang="en-US" dirty="0"/>
              <a:t>02</a:t>
            </a:r>
          </a:p>
          <a:p>
            <a:pPr lvl="0"/>
            <a:r>
              <a:rPr lang="en-US" dirty="0"/>
              <a:t>03</a:t>
            </a:r>
          </a:p>
          <a:p>
            <a:pPr lvl="0"/>
            <a:r>
              <a:rPr lang="en-US" dirty="0"/>
              <a:t>04</a:t>
            </a:r>
          </a:p>
          <a:p>
            <a:pPr lvl="0"/>
            <a:r>
              <a:rPr lang="en-US" dirty="0"/>
              <a:t>05</a:t>
            </a:r>
          </a:p>
          <a:p>
            <a:pPr lvl="0"/>
            <a:r>
              <a:rPr lang="en-US" dirty="0"/>
              <a:t>06</a:t>
            </a:r>
          </a:p>
          <a:p>
            <a:pPr lvl="0"/>
            <a:r>
              <a:rPr lang="en-US" dirty="0"/>
              <a:t>07</a:t>
            </a:r>
          </a:p>
          <a:p>
            <a:pPr lvl="0"/>
            <a:r>
              <a:rPr lang="en-US" dirty="0"/>
              <a:t>08</a:t>
            </a:r>
          </a:p>
          <a:p>
            <a:pPr lvl="0"/>
            <a:r>
              <a:rPr lang="en-US" dirty="0"/>
              <a:t>09</a:t>
            </a:r>
          </a:p>
          <a:p>
            <a:pPr lvl="0"/>
            <a:r>
              <a:rPr lang="en-US" dirty="0"/>
              <a:t>10</a:t>
            </a:r>
          </a:p>
          <a:p>
            <a:pPr lvl="0"/>
            <a:r>
              <a:rPr lang="en-US" dirty="0"/>
              <a:t>11</a:t>
            </a:r>
          </a:p>
          <a:p>
            <a:pPr lvl="0"/>
            <a:r>
              <a:rPr lang="en-US" dirty="0"/>
              <a:t>12</a:t>
            </a:r>
          </a:p>
        </p:txBody>
      </p:sp>
    </p:spTree>
    <p:extLst>
      <p:ext uri="{BB962C8B-B14F-4D97-AF65-F5344CB8AC3E}">
        <p14:creationId xmlns:p14="http://schemas.microsoft.com/office/powerpoint/2010/main" val="9283127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am info">
    <p:spTree>
      <p:nvGrpSpPr>
        <p:cNvPr id="1" name=""/>
        <p:cNvGrpSpPr/>
        <p:nvPr/>
      </p:nvGrpSpPr>
      <p:grpSpPr>
        <a:xfrm>
          <a:off x="0" y="0"/>
          <a:ext cx="0" cy="0"/>
          <a:chOff x="0" y="0"/>
          <a:chExt cx="0" cy="0"/>
        </a:xfrm>
      </p:grpSpPr>
      <p:pic>
        <p:nvPicPr>
          <p:cNvPr id="27" name="Picture 26">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4" name="Picture Placeholder 19">
            <a:extLst>
              <a:ext uri="{FF2B5EF4-FFF2-40B4-BE49-F238E27FC236}">
                <a16:creationId xmlns="" xmlns:a16="http://schemas.microsoft.com/office/drawing/2014/main" id="{59269AFB-DEBB-4608-96E8-324707728B11}"/>
              </a:ext>
            </a:extLst>
          </p:cNvPr>
          <p:cNvSpPr>
            <a:spLocks noGrp="1"/>
          </p:cNvSpPr>
          <p:nvPr>
            <p:ph type="pic" sz="quarter" idx="15" hasCustomPrompt="1"/>
          </p:nvPr>
        </p:nvSpPr>
        <p:spPr>
          <a:xfrm>
            <a:off x="6363124" y="1433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15" name="Text Placeholder 2">
            <a:extLst>
              <a:ext uri="{FF2B5EF4-FFF2-40B4-BE49-F238E27FC236}">
                <a16:creationId xmlns="" xmlns:a16="http://schemas.microsoft.com/office/drawing/2014/main" id="{686E8F45-9142-4263-B45A-EC0ECAA59FAE}"/>
              </a:ext>
            </a:extLst>
          </p:cNvPr>
          <p:cNvSpPr>
            <a:spLocks noGrp="1"/>
          </p:cNvSpPr>
          <p:nvPr>
            <p:ph type="body" sz="quarter" idx="16" hasCustomPrompt="1"/>
          </p:nvPr>
        </p:nvSpPr>
        <p:spPr>
          <a:xfrm>
            <a:off x="7693651" y="1666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2</a:t>
            </a:r>
          </a:p>
        </p:txBody>
      </p:sp>
      <p:sp>
        <p:nvSpPr>
          <p:cNvPr id="16" name="Text Placeholder 2">
            <a:extLst>
              <a:ext uri="{FF2B5EF4-FFF2-40B4-BE49-F238E27FC236}">
                <a16:creationId xmlns="" xmlns:a16="http://schemas.microsoft.com/office/drawing/2014/main" id="{4DC11626-0644-4E2D-9226-6EB9E83BA064}"/>
              </a:ext>
            </a:extLst>
          </p:cNvPr>
          <p:cNvSpPr>
            <a:spLocks noGrp="1"/>
          </p:cNvSpPr>
          <p:nvPr>
            <p:ph type="body" sz="quarter" idx="17" hasCustomPrompt="1"/>
          </p:nvPr>
        </p:nvSpPr>
        <p:spPr>
          <a:xfrm>
            <a:off x="7693651" y="2000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5" name="Picture Placeholder 19">
            <a:extLst>
              <a:ext uri="{FF2B5EF4-FFF2-40B4-BE49-F238E27FC236}">
                <a16:creationId xmlns="" xmlns:a16="http://schemas.microsoft.com/office/drawing/2014/main" id="{A323A45E-FC75-4F7E-95A9-DB2AB53001BA}"/>
              </a:ext>
            </a:extLst>
          </p:cNvPr>
          <p:cNvSpPr>
            <a:spLocks noGrp="1"/>
          </p:cNvSpPr>
          <p:nvPr>
            <p:ph type="pic" sz="quarter" idx="12" hasCustomPrompt="1"/>
          </p:nvPr>
        </p:nvSpPr>
        <p:spPr>
          <a:xfrm>
            <a:off x="1758340" y="1433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7" name="Text Placeholder 2">
            <a:extLst>
              <a:ext uri="{FF2B5EF4-FFF2-40B4-BE49-F238E27FC236}">
                <a16:creationId xmlns="" xmlns:a16="http://schemas.microsoft.com/office/drawing/2014/main" id="{CC419ED4-1DC0-4B8A-B81D-02CC53DE3339}"/>
              </a:ext>
            </a:extLst>
          </p:cNvPr>
          <p:cNvSpPr>
            <a:spLocks noGrp="1"/>
          </p:cNvSpPr>
          <p:nvPr>
            <p:ph type="body" sz="quarter" idx="13" hasCustomPrompt="1"/>
          </p:nvPr>
        </p:nvSpPr>
        <p:spPr>
          <a:xfrm>
            <a:off x="3088867" y="1666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1</a:t>
            </a:r>
          </a:p>
        </p:txBody>
      </p:sp>
      <p:sp>
        <p:nvSpPr>
          <p:cNvPr id="12" name="Text Placeholder 2">
            <a:extLst>
              <a:ext uri="{FF2B5EF4-FFF2-40B4-BE49-F238E27FC236}">
                <a16:creationId xmlns="" xmlns:a16="http://schemas.microsoft.com/office/drawing/2014/main" id="{39191F7B-B907-4330-A0D0-AE2346533DD8}"/>
              </a:ext>
            </a:extLst>
          </p:cNvPr>
          <p:cNvSpPr>
            <a:spLocks noGrp="1"/>
          </p:cNvSpPr>
          <p:nvPr>
            <p:ph type="body" sz="quarter" idx="14" hasCustomPrompt="1"/>
          </p:nvPr>
        </p:nvSpPr>
        <p:spPr>
          <a:xfrm>
            <a:off x="3088867" y="2000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17" name="Picture Placeholder 19">
            <a:extLst>
              <a:ext uri="{FF2B5EF4-FFF2-40B4-BE49-F238E27FC236}">
                <a16:creationId xmlns="" xmlns:a16="http://schemas.microsoft.com/office/drawing/2014/main" id="{F983CCE9-9F44-4F5C-8034-00D82367E68F}"/>
              </a:ext>
            </a:extLst>
          </p:cNvPr>
          <p:cNvSpPr>
            <a:spLocks noGrp="1"/>
          </p:cNvSpPr>
          <p:nvPr>
            <p:ph type="pic" sz="quarter" idx="18" hasCustomPrompt="1"/>
          </p:nvPr>
        </p:nvSpPr>
        <p:spPr>
          <a:xfrm>
            <a:off x="6363124" y="2957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18" name="Text Placeholder 2">
            <a:extLst>
              <a:ext uri="{FF2B5EF4-FFF2-40B4-BE49-F238E27FC236}">
                <a16:creationId xmlns="" xmlns:a16="http://schemas.microsoft.com/office/drawing/2014/main" id="{1E02564C-71B0-404A-81D5-CBADB443DACA}"/>
              </a:ext>
            </a:extLst>
          </p:cNvPr>
          <p:cNvSpPr>
            <a:spLocks noGrp="1"/>
          </p:cNvSpPr>
          <p:nvPr>
            <p:ph type="body" sz="quarter" idx="19" hasCustomPrompt="1"/>
          </p:nvPr>
        </p:nvSpPr>
        <p:spPr>
          <a:xfrm>
            <a:off x="7693651" y="3190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4</a:t>
            </a:r>
          </a:p>
        </p:txBody>
      </p:sp>
      <p:sp>
        <p:nvSpPr>
          <p:cNvPr id="19" name="Text Placeholder 2">
            <a:extLst>
              <a:ext uri="{FF2B5EF4-FFF2-40B4-BE49-F238E27FC236}">
                <a16:creationId xmlns="" xmlns:a16="http://schemas.microsoft.com/office/drawing/2014/main" id="{37CB87B8-C293-4172-92CB-5A6B260A9911}"/>
              </a:ext>
            </a:extLst>
          </p:cNvPr>
          <p:cNvSpPr>
            <a:spLocks noGrp="1"/>
          </p:cNvSpPr>
          <p:nvPr>
            <p:ph type="body" sz="quarter" idx="20" hasCustomPrompt="1"/>
          </p:nvPr>
        </p:nvSpPr>
        <p:spPr>
          <a:xfrm>
            <a:off x="7693651" y="3524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0" name="Picture Placeholder 19">
            <a:extLst>
              <a:ext uri="{FF2B5EF4-FFF2-40B4-BE49-F238E27FC236}">
                <a16:creationId xmlns="" xmlns:a16="http://schemas.microsoft.com/office/drawing/2014/main" id="{3E8E0044-A58D-43FE-A641-0CAFFC620062}"/>
              </a:ext>
            </a:extLst>
          </p:cNvPr>
          <p:cNvSpPr>
            <a:spLocks noGrp="1"/>
          </p:cNvSpPr>
          <p:nvPr>
            <p:ph type="pic" sz="quarter" idx="21" hasCustomPrompt="1"/>
          </p:nvPr>
        </p:nvSpPr>
        <p:spPr>
          <a:xfrm>
            <a:off x="1758340" y="2957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1" name="Text Placeholder 2">
            <a:extLst>
              <a:ext uri="{FF2B5EF4-FFF2-40B4-BE49-F238E27FC236}">
                <a16:creationId xmlns="" xmlns:a16="http://schemas.microsoft.com/office/drawing/2014/main" id="{43E28C56-5783-4337-9D96-698FE5582A2E}"/>
              </a:ext>
            </a:extLst>
          </p:cNvPr>
          <p:cNvSpPr>
            <a:spLocks noGrp="1"/>
          </p:cNvSpPr>
          <p:nvPr>
            <p:ph type="body" sz="quarter" idx="22" hasCustomPrompt="1"/>
          </p:nvPr>
        </p:nvSpPr>
        <p:spPr>
          <a:xfrm>
            <a:off x="3088867" y="3190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3</a:t>
            </a:r>
          </a:p>
        </p:txBody>
      </p:sp>
      <p:sp>
        <p:nvSpPr>
          <p:cNvPr id="22" name="Text Placeholder 2">
            <a:extLst>
              <a:ext uri="{FF2B5EF4-FFF2-40B4-BE49-F238E27FC236}">
                <a16:creationId xmlns="" xmlns:a16="http://schemas.microsoft.com/office/drawing/2014/main" id="{03DD8706-19CE-4B18-B435-1B8EBC9D6F63}"/>
              </a:ext>
            </a:extLst>
          </p:cNvPr>
          <p:cNvSpPr>
            <a:spLocks noGrp="1"/>
          </p:cNvSpPr>
          <p:nvPr>
            <p:ph type="body" sz="quarter" idx="23" hasCustomPrompt="1"/>
          </p:nvPr>
        </p:nvSpPr>
        <p:spPr>
          <a:xfrm>
            <a:off x="3088867" y="3524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3" name="Picture Placeholder 19">
            <a:extLst>
              <a:ext uri="{FF2B5EF4-FFF2-40B4-BE49-F238E27FC236}">
                <a16:creationId xmlns="" xmlns:a16="http://schemas.microsoft.com/office/drawing/2014/main" id="{154DC02C-DF49-4166-8E8C-83B92BB515A3}"/>
              </a:ext>
            </a:extLst>
          </p:cNvPr>
          <p:cNvSpPr>
            <a:spLocks noGrp="1"/>
          </p:cNvSpPr>
          <p:nvPr>
            <p:ph type="pic" sz="quarter" idx="24" hasCustomPrompt="1"/>
          </p:nvPr>
        </p:nvSpPr>
        <p:spPr>
          <a:xfrm>
            <a:off x="6363124" y="4481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4" name="Text Placeholder 2">
            <a:extLst>
              <a:ext uri="{FF2B5EF4-FFF2-40B4-BE49-F238E27FC236}">
                <a16:creationId xmlns="" xmlns:a16="http://schemas.microsoft.com/office/drawing/2014/main" id="{0D389855-D3A3-4DEB-8A46-31D137D6F97D}"/>
              </a:ext>
            </a:extLst>
          </p:cNvPr>
          <p:cNvSpPr>
            <a:spLocks noGrp="1"/>
          </p:cNvSpPr>
          <p:nvPr>
            <p:ph type="body" sz="quarter" idx="25" hasCustomPrompt="1"/>
          </p:nvPr>
        </p:nvSpPr>
        <p:spPr>
          <a:xfrm>
            <a:off x="7693651" y="4714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6</a:t>
            </a:r>
          </a:p>
        </p:txBody>
      </p:sp>
      <p:sp>
        <p:nvSpPr>
          <p:cNvPr id="25" name="Text Placeholder 2">
            <a:extLst>
              <a:ext uri="{FF2B5EF4-FFF2-40B4-BE49-F238E27FC236}">
                <a16:creationId xmlns="" xmlns:a16="http://schemas.microsoft.com/office/drawing/2014/main" id="{8525DE8D-D94B-47A4-90AD-21FCC945217A}"/>
              </a:ext>
            </a:extLst>
          </p:cNvPr>
          <p:cNvSpPr>
            <a:spLocks noGrp="1"/>
          </p:cNvSpPr>
          <p:nvPr>
            <p:ph type="body" sz="quarter" idx="26" hasCustomPrompt="1"/>
          </p:nvPr>
        </p:nvSpPr>
        <p:spPr>
          <a:xfrm>
            <a:off x="7693651" y="5048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6" name="Picture Placeholder 19">
            <a:extLst>
              <a:ext uri="{FF2B5EF4-FFF2-40B4-BE49-F238E27FC236}">
                <a16:creationId xmlns="" xmlns:a16="http://schemas.microsoft.com/office/drawing/2014/main" id="{84F6A77C-9582-4BB2-90CC-4DC51D7549AE}"/>
              </a:ext>
            </a:extLst>
          </p:cNvPr>
          <p:cNvSpPr>
            <a:spLocks noGrp="1"/>
          </p:cNvSpPr>
          <p:nvPr>
            <p:ph type="pic" sz="quarter" idx="27" hasCustomPrompt="1"/>
          </p:nvPr>
        </p:nvSpPr>
        <p:spPr>
          <a:xfrm>
            <a:off x="1758340" y="4481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8" name="Text Placeholder 2">
            <a:extLst>
              <a:ext uri="{FF2B5EF4-FFF2-40B4-BE49-F238E27FC236}">
                <a16:creationId xmlns="" xmlns:a16="http://schemas.microsoft.com/office/drawing/2014/main" id="{29A25E6F-1680-44EA-B113-5C16F4728915}"/>
              </a:ext>
            </a:extLst>
          </p:cNvPr>
          <p:cNvSpPr>
            <a:spLocks noGrp="1"/>
          </p:cNvSpPr>
          <p:nvPr>
            <p:ph type="body" sz="quarter" idx="28" hasCustomPrompt="1"/>
          </p:nvPr>
        </p:nvSpPr>
        <p:spPr>
          <a:xfrm>
            <a:off x="3088867" y="4714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5</a:t>
            </a:r>
          </a:p>
        </p:txBody>
      </p:sp>
      <p:sp>
        <p:nvSpPr>
          <p:cNvPr id="29" name="Text Placeholder 2">
            <a:extLst>
              <a:ext uri="{FF2B5EF4-FFF2-40B4-BE49-F238E27FC236}">
                <a16:creationId xmlns="" xmlns:a16="http://schemas.microsoft.com/office/drawing/2014/main" id="{4D883057-323F-4A58-B78E-59B10B92544C}"/>
              </a:ext>
            </a:extLst>
          </p:cNvPr>
          <p:cNvSpPr>
            <a:spLocks noGrp="1"/>
          </p:cNvSpPr>
          <p:nvPr>
            <p:ph type="body" sz="quarter" idx="29" hasCustomPrompt="1"/>
          </p:nvPr>
        </p:nvSpPr>
        <p:spPr>
          <a:xfrm>
            <a:off x="3088867" y="5048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Tree>
    <p:extLst>
      <p:ext uri="{BB962C8B-B14F-4D97-AF65-F5344CB8AC3E}">
        <p14:creationId xmlns:p14="http://schemas.microsoft.com/office/powerpoint/2010/main" val="22619817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v1">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334938" y="245863"/>
            <a:ext cx="9154433" cy="315704"/>
          </a:xfrm>
        </p:spPr>
        <p:txBody>
          <a:bodyPr/>
          <a:lstStyle>
            <a:lvl1pPr marL="100584">
              <a:spcBef>
                <a:spcPts val="0"/>
              </a:spcBef>
              <a:defRPr sz="1600" baseline="0"/>
            </a:lvl1pPr>
          </a:lstStyle>
          <a:p>
            <a:r>
              <a:rPr lang="en-US" dirty="0"/>
              <a:t>SECTION HEADING</a:t>
            </a:r>
          </a:p>
        </p:txBody>
      </p:sp>
      <p:sp>
        <p:nvSpPr>
          <p:cNvPr id="17" name="Text Placeholder 16"/>
          <p:cNvSpPr>
            <a:spLocks noGrp="1"/>
          </p:cNvSpPr>
          <p:nvPr>
            <p:ph type="body" sz="quarter" idx="11" hasCustomPrompt="1"/>
          </p:nvPr>
        </p:nvSpPr>
        <p:spPr>
          <a:xfrm>
            <a:off x="334937" y="613084"/>
            <a:ext cx="10152484" cy="543708"/>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535966"/>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621396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v2">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173677"/>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703259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v3">
    <p:spTree>
      <p:nvGrpSpPr>
        <p:cNvPr id="1" name=""/>
        <p:cNvGrpSpPr/>
        <p:nvPr/>
      </p:nvGrpSpPr>
      <p:grpSpPr>
        <a:xfrm>
          <a:off x="0" y="0"/>
          <a:ext cx="0" cy="0"/>
          <a:chOff x="0" y="0"/>
          <a:chExt cx="0" cy="0"/>
        </a:xfrm>
      </p:grpSpPr>
      <p:pic>
        <p:nvPicPr>
          <p:cNvPr id="12" name="Picture 11">
            <a:extLst>
              <a:ext uri="{FF2B5EF4-FFF2-40B4-BE49-F238E27FC236}">
                <a16:creationId xmlns="" xmlns:a16="http://schemas.microsoft.com/office/drawing/2014/main"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3" name="Text Placeholder 2"/>
          <p:cNvSpPr>
            <a:spLocks noGrp="1"/>
          </p:cNvSpPr>
          <p:nvPr>
            <p:ph type="body" sz="quarter" idx="14"/>
          </p:nvPr>
        </p:nvSpPr>
        <p:spPr>
          <a:xfrm>
            <a:off x="4038064" y="1409702"/>
            <a:ext cx="3658553" cy="4754880"/>
          </a:xfrm>
        </p:spPr>
        <p:txBody>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Double column text layout</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7" name="Text Placeholder 6"/>
          <p:cNvSpPr>
            <a:spLocks noGrp="1"/>
          </p:cNvSpPr>
          <p:nvPr>
            <p:ph type="body" sz="quarter" idx="15"/>
          </p:nvPr>
        </p:nvSpPr>
        <p:spPr>
          <a:xfrm>
            <a:off x="8188235" y="1409703"/>
            <a:ext cx="3658553" cy="475488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826950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v1">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334938" y="245863"/>
            <a:ext cx="9154433" cy="315704"/>
          </a:xfrm>
        </p:spPr>
        <p:txBody>
          <a:bodyPr/>
          <a:lstStyle>
            <a:lvl1pPr marL="100584">
              <a:spcBef>
                <a:spcPts val="0"/>
              </a:spcBef>
              <a:defRPr sz="1600" baseline="0"/>
            </a:lvl1pPr>
          </a:lstStyle>
          <a:p>
            <a:r>
              <a:rPr lang="en-US" dirty="0"/>
              <a:t>SECTION HEADING</a:t>
            </a:r>
          </a:p>
        </p:txBody>
      </p:sp>
      <p:sp>
        <p:nvSpPr>
          <p:cNvPr id="17" name="Text Placeholder 16"/>
          <p:cNvSpPr>
            <a:spLocks noGrp="1"/>
          </p:cNvSpPr>
          <p:nvPr>
            <p:ph type="body" sz="quarter" idx="11" hasCustomPrompt="1"/>
          </p:nvPr>
        </p:nvSpPr>
        <p:spPr>
          <a:xfrm>
            <a:off x="334937" y="613084"/>
            <a:ext cx="10152484" cy="543708"/>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Tree>
    <p:extLst>
      <p:ext uri="{BB962C8B-B14F-4D97-AF65-F5344CB8AC3E}">
        <p14:creationId xmlns:p14="http://schemas.microsoft.com/office/powerpoint/2010/main" val="3179215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v2">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Tree>
    <p:extLst>
      <p:ext uri="{BB962C8B-B14F-4D97-AF65-F5344CB8AC3E}">
        <p14:creationId xmlns:p14="http://schemas.microsoft.com/office/powerpoint/2010/main" val="36475652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with logo">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Tree>
    <p:extLst>
      <p:ext uri="{BB962C8B-B14F-4D97-AF65-F5344CB8AC3E}">
        <p14:creationId xmlns:p14="http://schemas.microsoft.com/office/powerpoint/2010/main" val="40984528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column text layout">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D04FF6FD-F491-4A54-95BF-F82CCC6D03B5}"/>
              </a:ext>
            </a:extLst>
          </p:cNvPr>
          <p:cNvSpPr/>
          <p:nvPr userDrawn="1"/>
        </p:nvSpPr>
        <p:spPr>
          <a:xfrm>
            <a:off x="438962" y="1066801"/>
            <a:ext cx="5487829"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 xmlns:a16="http://schemas.microsoft.com/office/drawing/2014/main" id="{E7002E75-2D96-4F0E-AC8A-DDBCF5CBF536}"/>
              </a:ext>
            </a:extLst>
          </p:cNvPr>
          <p:cNvSpPr>
            <a:spLocks noGrp="1"/>
          </p:cNvSpPr>
          <p:nvPr>
            <p:ph type="body" sz="quarter" idx="14" hasCustomPrompt="1"/>
          </p:nvPr>
        </p:nvSpPr>
        <p:spPr>
          <a:xfrm>
            <a:off x="438962" y="1066801"/>
            <a:ext cx="5487829" cy="713232"/>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 xmlns:a16="http://schemas.microsoft.com/office/drawing/2014/main" id="{2F7D0692-8667-44A3-A1D3-D39E38AE92DD}"/>
              </a:ext>
            </a:extLst>
          </p:cNvPr>
          <p:cNvCxnSpPr/>
          <p:nvPr userDrawn="1"/>
        </p:nvCxnSpPr>
        <p:spPr>
          <a:xfrm>
            <a:off x="617066" y="1898350"/>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 xmlns:a16="http://schemas.microsoft.com/office/drawing/2014/main" id="{10380C48-5BEB-4A6E-9DAB-A6429A58BD37}"/>
              </a:ext>
            </a:extLst>
          </p:cNvPr>
          <p:cNvSpPr/>
          <p:nvPr userDrawn="1"/>
        </p:nvSpPr>
        <p:spPr>
          <a:xfrm>
            <a:off x="6266733" y="1066801"/>
            <a:ext cx="5487829"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8" name="Text Placeholder 4">
            <a:extLst>
              <a:ext uri="{FF2B5EF4-FFF2-40B4-BE49-F238E27FC236}">
                <a16:creationId xmlns="" xmlns:a16="http://schemas.microsoft.com/office/drawing/2014/main" id="{84C5DFFB-6FF4-4318-9D0D-9CD77029DABD}"/>
              </a:ext>
            </a:extLst>
          </p:cNvPr>
          <p:cNvSpPr>
            <a:spLocks noGrp="1"/>
          </p:cNvSpPr>
          <p:nvPr>
            <p:ph type="body" sz="quarter" idx="16" hasCustomPrompt="1"/>
          </p:nvPr>
        </p:nvSpPr>
        <p:spPr>
          <a:xfrm>
            <a:off x="6266733" y="1066801"/>
            <a:ext cx="5487829" cy="713232"/>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9" name="Straight Connector 28">
            <a:extLst>
              <a:ext uri="{FF2B5EF4-FFF2-40B4-BE49-F238E27FC236}">
                <a16:creationId xmlns="" xmlns:a16="http://schemas.microsoft.com/office/drawing/2014/main" id="{D142C5A8-D7C7-4F2D-9CDF-834CB6B5513A}"/>
              </a:ext>
            </a:extLst>
          </p:cNvPr>
          <p:cNvCxnSpPr/>
          <p:nvPr userDrawn="1"/>
        </p:nvCxnSpPr>
        <p:spPr>
          <a:xfrm>
            <a:off x="6444837" y="1898350"/>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17"/>
          </p:nvPr>
        </p:nvSpPr>
        <p:spPr>
          <a:xfrm>
            <a:off x="438962" y="2016668"/>
            <a:ext cx="5487829" cy="4117431"/>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18"/>
          </p:nvPr>
        </p:nvSpPr>
        <p:spPr>
          <a:xfrm>
            <a:off x="6266733" y="2016667"/>
            <a:ext cx="5487829" cy="411743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674089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olumn text layout">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D04FF6FD-F491-4A54-95BF-F82CCC6D03B5}"/>
              </a:ext>
            </a:extLst>
          </p:cNvPr>
          <p:cNvSpPr/>
          <p:nvPr userDrawn="1"/>
        </p:nvSpPr>
        <p:spPr>
          <a:xfrm>
            <a:off x="438962"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 xmlns:a16="http://schemas.microsoft.com/office/drawing/2014/main" id="{E7002E75-2D96-4F0E-AC8A-DDBCF5CBF536}"/>
              </a:ext>
            </a:extLst>
          </p:cNvPr>
          <p:cNvSpPr>
            <a:spLocks noGrp="1"/>
          </p:cNvSpPr>
          <p:nvPr>
            <p:ph type="body" sz="quarter" idx="14" hasCustomPrompt="1"/>
          </p:nvPr>
        </p:nvSpPr>
        <p:spPr>
          <a:xfrm>
            <a:off x="438962"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 xmlns:a16="http://schemas.microsoft.com/office/drawing/2014/main" id="{2F7D0692-8667-44A3-A1D3-D39E38AE92DD}"/>
              </a:ext>
            </a:extLst>
          </p:cNvPr>
          <p:cNvCxnSpPr>
            <a:cxnSpLocks/>
          </p:cNvCxnSpPr>
          <p:nvPr userDrawn="1"/>
        </p:nvCxnSpPr>
        <p:spPr>
          <a:xfrm>
            <a:off x="601009"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 xmlns:a16="http://schemas.microsoft.com/office/drawing/2014/main" id="{911F2DDC-FE3D-47F1-B151-80B9AC9A2B70}"/>
              </a:ext>
            </a:extLst>
          </p:cNvPr>
          <p:cNvSpPr/>
          <p:nvPr userDrawn="1"/>
        </p:nvSpPr>
        <p:spPr>
          <a:xfrm>
            <a:off x="4267866"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0" name="Text Placeholder 4">
            <a:extLst>
              <a:ext uri="{FF2B5EF4-FFF2-40B4-BE49-F238E27FC236}">
                <a16:creationId xmlns="" xmlns:a16="http://schemas.microsoft.com/office/drawing/2014/main" id="{2FF590C8-B23E-4B58-825C-94072533798E}"/>
              </a:ext>
            </a:extLst>
          </p:cNvPr>
          <p:cNvSpPr>
            <a:spLocks noGrp="1"/>
          </p:cNvSpPr>
          <p:nvPr>
            <p:ph type="body" sz="quarter" idx="16" hasCustomPrompt="1"/>
          </p:nvPr>
        </p:nvSpPr>
        <p:spPr>
          <a:xfrm>
            <a:off x="4267866"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1" name="Straight Connector 30">
            <a:extLst>
              <a:ext uri="{FF2B5EF4-FFF2-40B4-BE49-F238E27FC236}">
                <a16:creationId xmlns="" xmlns:a16="http://schemas.microsoft.com/office/drawing/2014/main" id="{28967DD9-FE47-4475-A9A7-067F0E21789F}"/>
              </a:ext>
            </a:extLst>
          </p:cNvPr>
          <p:cNvCxnSpPr>
            <a:cxnSpLocks/>
          </p:cNvCxnSpPr>
          <p:nvPr userDrawn="1"/>
        </p:nvCxnSpPr>
        <p:spPr>
          <a:xfrm>
            <a:off x="4429913"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 xmlns:a16="http://schemas.microsoft.com/office/drawing/2014/main" id="{C08E1826-9545-4505-B223-4C2468E7AED3}"/>
              </a:ext>
            </a:extLst>
          </p:cNvPr>
          <p:cNvSpPr/>
          <p:nvPr userDrawn="1"/>
        </p:nvSpPr>
        <p:spPr>
          <a:xfrm>
            <a:off x="8096771"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4" name="Text Placeholder 4">
            <a:extLst>
              <a:ext uri="{FF2B5EF4-FFF2-40B4-BE49-F238E27FC236}">
                <a16:creationId xmlns="" xmlns:a16="http://schemas.microsoft.com/office/drawing/2014/main" id="{BB585001-9257-45A9-92E7-3BCA73D57E9C}"/>
              </a:ext>
            </a:extLst>
          </p:cNvPr>
          <p:cNvSpPr>
            <a:spLocks noGrp="1"/>
          </p:cNvSpPr>
          <p:nvPr>
            <p:ph type="body" sz="quarter" idx="18" hasCustomPrompt="1"/>
          </p:nvPr>
        </p:nvSpPr>
        <p:spPr>
          <a:xfrm>
            <a:off x="8096771"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5" name="Straight Connector 34">
            <a:extLst>
              <a:ext uri="{FF2B5EF4-FFF2-40B4-BE49-F238E27FC236}">
                <a16:creationId xmlns="" xmlns:a16="http://schemas.microsoft.com/office/drawing/2014/main" id="{7945B1CF-4234-4EE4-9371-9C94C1D05433}"/>
              </a:ext>
            </a:extLst>
          </p:cNvPr>
          <p:cNvCxnSpPr>
            <a:cxnSpLocks/>
          </p:cNvCxnSpPr>
          <p:nvPr userDrawn="1"/>
        </p:nvCxnSpPr>
        <p:spPr>
          <a:xfrm>
            <a:off x="8258818"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19"/>
          </p:nvPr>
        </p:nvSpPr>
        <p:spPr>
          <a:xfrm>
            <a:off x="438962" y="2019416"/>
            <a:ext cx="3658553" cy="411468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0"/>
          </p:nvPr>
        </p:nvSpPr>
        <p:spPr>
          <a:xfrm>
            <a:off x="4267866" y="2019416"/>
            <a:ext cx="3658553"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p:cNvSpPr>
            <a:spLocks noGrp="1"/>
          </p:cNvSpPr>
          <p:nvPr>
            <p:ph type="body" sz="quarter" idx="21"/>
          </p:nvPr>
        </p:nvSpPr>
        <p:spPr>
          <a:xfrm>
            <a:off x="8096771" y="2019416"/>
            <a:ext cx="3658554" cy="411468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293041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 column text layout">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D04FF6FD-F491-4A54-95BF-F82CCC6D03B5}"/>
              </a:ext>
            </a:extLst>
          </p:cNvPr>
          <p:cNvSpPr/>
          <p:nvPr userDrawn="1"/>
        </p:nvSpPr>
        <p:spPr>
          <a:xfrm>
            <a:off x="438962"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438961"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 xmlns:a16="http://schemas.microsoft.com/office/drawing/2014/main" id="{E7002E75-2D96-4F0E-AC8A-DDBCF5CBF536}"/>
              </a:ext>
            </a:extLst>
          </p:cNvPr>
          <p:cNvSpPr>
            <a:spLocks noGrp="1"/>
          </p:cNvSpPr>
          <p:nvPr>
            <p:ph type="body" sz="quarter" idx="14" hasCustomPrompt="1"/>
          </p:nvPr>
        </p:nvSpPr>
        <p:spPr>
          <a:xfrm>
            <a:off x="438962"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 xmlns:a16="http://schemas.microsoft.com/office/drawing/2014/main" id="{2F7D0692-8667-44A3-A1D3-D39E38AE92DD}"/>
              </a:ext>
            </a:extLst>
          </p:cNvPr>
          <p:cNvCxnSpPr>
            <a:cxnSpLocks/>
          </p:cNvCxnSpPr>
          <p:nvPr userDrawn="1"/>
        </p:nvCxnSpPr>
        <p:spPr>
          <a:xfrm>
            <a:off x="548017"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3" name="Rectangle 52">
            <a:extLst>
              <a:ext uri="{FF2B5EF4-FFF2-40B4-BE49-F238E27FC236}">
                <a16:creationId xmlns="" xmlns:a16="http://schemas.microsoft.com/office/drawing/2014/main" id="{27ADBF00-25EC-4063-A5A1-A28DFBEFA8FB}"/>
              </a:ext>
            </a:extLst>
          </p:cNvPr>
          <p:cNvSpPr/>
          <p:nvPr userDrawn="1"/>
        </p:nvSpPr>
        <p:spPr>
          <a:xfrm>
            <a:off x="3311688"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55" name="Text Placeholder 4">
            <a:extLst>
              <a:ext uri="{FF2B5EF4-FFF2-40B4-BE49-F238E27FC236}">
                <a16:creationId xmlns="" xmlns:a16="http://schemas.microsoft.com/office/drawing/2014/main" id="{9782D4D5-C774-4C2F-A646-929DB1D5A813}"/>
              </a:ext>
            </a:extLst>
          </p:cNvPr>
          <p:cNvSpPr>
            <a:spLocks noGrp="1"/>
          </p:cNvSpPr>
          <p:nvPr>
            <p:ph type="body" sz="quarter" idx="16" hasCustomPrompt="1"/>
          </p:nvPr>
        </p:nvSpPr>
        <p:spPr>
          <a:xfrm>
            <a:off x="3311688"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sp>
        <p:nvSpPr>
          <p:cNvPr id="57" name="Rectangle 56">
            <a:extLst>
              <a:ext uri="{FF2B5EF4-FFF2-40B4-BE49-F238E27FC236}">
                <a16:creationId xmlns="" xmlns:a16="http://schemas.microsoft.com/office/drawing/2014/main" id="{863DC7F1-9A08-485D-AB4F-EBA24FAD873D}"/>
              </a:ext>
            </a:extLst>
          </p:cNvPr>
          <p:cNvSpPr/>
          <p:nvPr userDrawn="1"/>
        </p:nvSpPr>
        <p:spPr>
          <a:xfrm>
            <a:off x="6184414"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59" name="Text Placeholder 4">
            <a:extLst>
              <a:ext uri="{FF2B5EF4-FFF2-40B4-BE49-F238E27FC236}">
                <a16:creationId xmlns="" xmlns:a16="http://schemas.microsoft.com/office/drawing/2014/main" id="{5BB687B2-DC0F-4085-A36C-576A4E6F0D3E}"/>
              </a:ext>
            </a:extLst>
          </p:cNvPr>
          <p:cNvSpPr>
            <a:spLocks noGrp="1"/>
          </p:cNvSpPr>
          <p:nvPr>
            <p:ph type="body" sz="quarter" idx="18" hasCustomPrompt="1"/>
          </p:nvPr>
        </p:nvSpPr>
        <p:spPr>
          <a:xfrm>
            <a:off x="6184414"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sp>
        <p:nvSpPr>
          <p:cNvPr id="61" name="Rectangle 60">
            <a:extLst>
              <a:ext uri="{FF2B5EF4-FFF2-40B4-BE49-F238E27FC236}">
                <a16:creationId xmlns="" xmlns:a16="http://schemas.microsoft.com/office/drawing/2014/main" id="{E7FA196A-9199-4FCC-9468-1A6324910F10}"/>
              </a:ext>
            </a:extLst>
          </p:cNvPr>
          <p:cNvSpPr/>
          <p:nvPr userDrawn="1"/>
        </p:nvSpPr>
        <p:spPr>
          <a:xfrm>
            <a:off x="9057141"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3" name="Text Placeholder 4">
            <a:extLst>
              <a:ext uri="{FF2B5EF4-FFF2-40B4-BE49-F238E27FC236}">
                <a16:creationId xmlns="" xmlns:a16="http://schemas.microsoft.com/office/drawing/2014/main" id="{068DA545-6794-4A0B-B242-4603AC0E98DA}"/>
              </a:ext>
            </a:extLst>
          </p:cNvPr>
          <p:cNvSpPr>
            <a:spLocks noGrp="1"/>
          </p:cNvSpPr>
          <p:nvPr>
            <p:ph type="body" sz="quarter" idx="20" hasCustomPrompt="1"/>
          </p:nvPr>
        </p:nvSpPr>
        <p:spPr>
          <a:xfrm>
            <a:off x="9057141"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66" name="Straight Connector 65">
            <a:extLst>
              <a:ext uri="{FF2B5EF4-FFF2-40B4-BE49-F238E27FC236}">
                <a16:creationId xmlns="" xmlns:a16="http://schemas.microsoft.com/office/drawing/2014/main" id="{043053F1-B968-43EE-871F-8A29BE96FB96}"/>
              </a:ext>
            </a:extLst>
          </p:cNvPr>
          <p:cNvCxnSpPr>
            <a:cxnSpLocks/>
          </p:cNvCxnSpPr>
          <p:nvPr userDrawn="1"/>
        </p:nvCxnSpPr>
        <p:spPr>
          <a:xfrm>
            <a:off x="3420743"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 xmlns:a16="http://schemas.microsoft.com/office/drawing/2014/main" id="{EBF23B40-1E61-4543-B8B5-9D1F8DB33C7B}"/>
              </a:ext>
            </a:extLst>
          </p:cNvPr>
          <p:cNvCxnSpPr>
            <a:cxnSpLocks/>
          </p:cNvCxnSpPr>
          <p:nvPr userDrawn="1"/>
        </p:nvCxnSpPr>
        <p:spPr>
          <a:xfrm>
            <a:off x="6293469"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 xmlns:a16="http://schemas.microsoft.com/office/drawing/2014/main" id="{FA912EC7-D485-416D-9148-096803B58069}"/>
              </a:ext>
            </a:extLst>
          </p:cNvPr>
          <p:cNvCxnSpPr>
            <a:cxnSpLocks/>
          </p:cNvCxnSpPr>
          <p:nvPr userDrawn="1"/>
        </p:nvCxnSpPr>
        <p:spPr>
          <a:xfrm>
            <a:off x="9166196"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21"/>
          </p:nvPr>
        </p:nvSpPr>
        <p:spPr>
          <a:xfrm>
            <a:off x="438962" y="2019416"/>
            <a:ext cx="2698182"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2"/>
          </p:nvPr>
        </p:nvSpPr>
        <p:spPr>
          <a:xfrm>
            <a:off x="3311686" y="2019416"/>
            <a:ext cx="2698185"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23"/>
          </p:nvPr>
        </p:nvSpPr>
        <p:spPr>
          <a:xfrm>
            <a:off x="6184414" y="2019417"/>
            <a:ext cx="2698183"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5"/>
          <p:cNvSpPr>
            <a:spLocks noGrp="1"/>
          </p:cNvSpPr>
          <p:nvPr>
            <p:ph type="body" sz="quarter" idx="24"/>
          </p:nvPr>
        </p:nvSpPr>
        <p:spPr>
          <a:xfrm>
            <a:off x="9057458" y="2019416"/>
            <a:ext cx="2697866"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930236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grid text layout">
    <p:spTree>
      <p:nvGrpSpPr>
        <p:cNvPr id="1" name=""/>
        <p:cNvGrpSpPr/>
        <p:nvPr/>
      </p:nvGrpSpPr>
      <p:grpSpPr>
        <a:xfrm>
          <a:off x="0" y="0"/>
          <a:ext cx="0" cy="0"/>
          <a:chOff x="0" y="0"/>
          <a:chExt cx="0" cy="0"/>
        </a:xfrm>
      </p:grpSpPr>
      <p:sp>
        <p:nvSpPr>
          <p:cNvPr id="31" name="Rectangle 30">
            <a:extLst>
              <a:ext uri="{FF2B5EF4-FFF2-40B4-BE49-F238E27FC236}">
                <a16:creationId xmlns="" xmlns:a16="http://schemas.microsoft.com/office/drawing/2014/main" id="{E2608241-4E05-46E8-9D0E-8DBE082943F4}"/>
              </a:ext>
            </a:extLst>
          </p:cNvPr>
          <p:cNvSpPr/>
          <p:nvPr userDrawn="1"/>
        </p:nvSpPr>
        <p:spPr>
          <a:xfrm>
            <a:off x="438962" y="3767989"/>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2" name="Rectangle 31">
            <a:extLst>
              <a:ext uri="{FF2B5EF4-FFF2-40B4-BE49-F238E27FC236}">
                <a16:creationId xmlns="" xmlns:a16="http://schemas.microsoft.com/office/drawing/2014/main" id="{ED14D64C-114A-4518-B391-E06AA8DAFFD2}"/>
              </a:ext>
            </a:extLst>
          </p:cNvPr>
          <p:cNvSpPr/>
          <p:nvPr userDrawn="1"/>
        </p:nvSpPr>
        <p:spPr>
          <a:xfrm>
            <a:off x="6266733" y="3767989"/>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4" name="Rectangle 3">
            <a:extLst>
              <a:ext uri="{FF2B5EF4-FFF2-40B4-BE49-F238E27FC236}">
                <a16:creationId xmlns="" xmlns:a16="http://schemas.microsoft.com/office/drawing/2014/main" id="{D04FF6FD-F491-4A54-95BF-F82CCC6D03B5}"/>
              </a:ext>
            </a:extLst>
          </p:cNvPr>
          <p:cNvSpPr/>
          <p:nvPr userDrawn="1"/>
        </p:nvSpPr>
        <p:spPr>
          <a:xfrm>
            <a:off x="438962" y="1066801"/>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 xmlns:a16="http://schemas.microsoft.com/office/drawing/2014/main" id="{E7002E75-2D96-4F0E-AC8A-DDBCF5CBF536}"/>
              </a:ext>
            </a:extLst>
          </p:cNvPr>
          <p:cNvSpPr>
            <a:spLocks noGrp="1"/>
          </p:cNvSpPr>
          <p:nvPr>
            <p:ph type="body" sz="quarter" idx="14" hasCustomPrompt="1"/>
          </p:nvPr>
        </p:nvSpPr>
        <p:spPr>
          <a:xfrm>
            <a:off x="438962" y="1080073"/>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 xmlns:a16="http://schemas.microsoft.com/office/drawing/2014/main" id="{2F7D0692-8667-44A3-A1D3-D39E38AE92DD}"/>
              </a:ext>
            </a:extLst>
          </p:cNvPr>
          <p:cNvCxnSpPr>
            <a:cxnSpLocks/>
          </p:cNvCxnSpPr>
          <p:nvPr userDrawn="1"/>
        </p:nvCxnSpPr>
        <p:spPr>
          <a:xfrm>
            <a:off x="617066" y="1700231"/>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 xmlns:a16="http://schemas.microsoft.com/office/drawing/2014/main" id="{10380C48-5BEB-4A6E-9DAB-A6429A58BD37}"/>
              </a:ext>
            </a:extLst>
          </p:cNvPr>
          <p:cNvSpPr/>
          <p:nvPr userDrawn="1"/>
        </p:nvSpPr>
        <p:spPr>
          <a:xfrm>
            <a:off x="6266733" y="1066801"/>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8" name="Text Placeholder 4">
            <a:extLst>
              <a:ext uri="{FF2B5EF4-FFF2-40B4-BE49-F238E27FC236}">
                <a16:creationId xmlns="" xmlns:a16="http://schemas.microsoft.com/office/drawing/2014/main" id="{84C5DFFB-6FF4-4318-9D0D-9CD77029DABD}"/>
              </a:ext>
            </a:extLst>
          </p:cNvPr>
          <p:cNvSpPr>
            <a:spLocks noGrp="1"/>
          </p:cNvSpPr>
          <p:nvPr>
            <p:ph type="body" sz="quarter" idx="16" hasCustomPrompt="1"/>
          </p:nvPr>
        </p:nvSpPr>
        <p:spPr>
          <a:xfrm>
            <a:off x="6266733" y="1080073"/>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9" name="Straight Connector 28">
            <a:extLst>
              <a:ext uri="{FF2B5EF4-FFF2-40B4-BE49-F238E27FC236}">
                <a16:creationId xmlns="" xmlns:a16="http://schemas.microsoft.com/office/drawing/2014/main" id="{D142C5A8-D7C7-4F2D-9CDF-834CB6B5513A}"/>
              </a:ext>
            </a:extLst>
          </p:cNvPr>
          <p:cNvCxnSpPr>
            <a:cxnSpLocks/>
          </p:cNvCxnSpPr>
          <p:nvPr userDrawn="1"/>
        </p:nvCxnSpPr>
        <p:spPr>
          <a:xfrm>
            <a:off x="6444837" y="1700231"/>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2" name="Text Placeholder 4">
            <a:extLst>
              <a:ext uri="{FF2B5EF4-FFF2-40B4-BE49-F238E27FC236}">
                <a16:creationId xmlns="" xmlns:a16="http://schemas.microsoft.com/office/drawing/2014/main" id="{5C66F760-3895-44D3-9634-42CF098615A8}"/>
              </a:ext>
            </a:extLst>
          </p:cNvPr>
          <p:cNvSpPr>
            <a:spLocks noGrp="1"/>
          </p:cNvSpPr>
          <p:nvPr>
            <p:ph type="body" sz="quarter" idx="18" hasCustomPrompt="1"/>
          </p:nvPr>
        </p:nvSpPr>
        <p:spPr>
          <a:xfrm>
            <a:off x="438962" y="3767989"/>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3" name="Straight Connector 22">
            <a:extLst>
              <a:ext uri="{FF2B5EF4-FFF2-40B4-BE49-F238E27FC236}">
                <a16:creationId xmlns="" xmlns:a16="http://schemas.microsoft.com/office/drawing/2014/main" id="{5290E210-1D03-48FC-908F-C4D29CCF1398}"/>
              </a:ext>
            </a:extLst>
          </p:cNvPr>
          <p:cNvCxnSpPr>
            <a:cxnSpLocks/>
          </p:cNvCxnSpPr>
          <p:nvPr userDrawn="1"/>
        </p:nvCxnSpPr>
        <p:spPr>
          <a:xfrm>
            <a:off x="617066" y="4388146"/>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5" name="Text Placeholder 4">
            <a:extLst>
              <a:ext uri="{FF2B5EF4-FFF2-40B4-BE49-F238E27FC236}">
                <a16:creationId xmlns="" xmlns:a16="http://schemas.microsoft.com/office/drawing/2014/main" id="{04F20230-7417-458C-90FE-3DF401E4D1D5}"/>
              </a:ext>
            </a:extLst>
          </p:cNvPr>
          <p:cNvSpPr>
            <a:spLocks noGrp="1"/>
          </p:cNvSpPr>
          <p:nvPr>
            <p:ph type="body" sz="quarter" idx="20" hasCustomPrompt="1"/>
          </p:nvPr>
        </p:nvSpPr>
        <p:spPr>
          <a:xfrm>
            <a:off x="6266733" y="3767989"/>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0" name="Straight Connector 29">
            <a:extLst>
              <a:ext uri="{FF2B5EF4-FFF2-40B4-BE49-F238E27FC236}">
                <a16:creationId xmlns="" xmlns:a16="http://schemas.microsoft.com/office/drawing/2014/main" id="{E85F50F5-008F-4B71-8FA6-64E17A0CF360}"/>
              </a:ext>
            </a:extLst>
          </p:cNvPr>
          <p:cNvCxnSpPr>
            <a:cxnSpLocks/>
          </p:cNvCxnSpPr>
          <p:nvPr userDrawn="1"/>
        </p:nvCxnSpPr>
        <p:spPr>
          <a:xfrm>
            <a:off x="6444837" y="4388146"/>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21"/>
          </p:nvPr>
        </p:nvSpPr>
        <p:spPr>
          <a:xfrm>
            <a:off x="438962" y="1817468"/>
            <a:ext cx="5487829" cy="1620124"/>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2"/>
          </p:nvPr>
        </p:nvSpPr>
        <p:spPr>
          <a:xfrm>
            <a:off x="6266733" y="1817468"/>
            <a:ext cx="5487829" cy="1620124"/>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p:cNvSpPr>
            <a:spLocks noGrp="1"/>
          </p:cNvSpPr>
          <p:nvPr>
            <p:ph type="body" sz="quarter" idx="23"/>
          </p:nvPr>
        </p:nvSpPr>
        <p:spPr>
          <a:xfrm>
            <a:off x="6266733" y="4500507"/>
            <a:ext cx="5487829" cy="1638272"/>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24"/>
          </p:nvPr>
        </p:nvSpPr>
        <p:spPr>
          <a:xfrm>
            <a:off x="438962" y="4505384"/>
            <a:ext cx="5487829" cy="1633395"/>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210395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Image on left">
    <p:spTree>
      <p:nvGrpSpPr>
        <p:cNvPr id="1" name=""/>
        <p:cNvGrpSpPr/>
        <p:nvPr/>
      </p:nvGrpSpPr>
      <p:grpSpPr>
        <a:xfrm>
          <a:off x="0" y="0"/>
          <a:ext cx="0" cy="0"/>
          <a:chOff x="0" y="0"/>
          <a:chExt cx="0" cy="0"/>
        </a:xfrm>
      </p:grpSpPr>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8188236" y="1409703"/>
            <a:ext cx="3564801" cy="1009033"/>
          </a:xfrm>
        </p:spPr>
        <p:txBody>
          <a:bodyPr lIns="0" tIns="0" rIns="0" bIns="0" anchor="b">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 on the right with images…</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8188236" y="2568887"/>
            <a:ext cx="3564801" cy="640080"/>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10" name="Text Placeholder 4">
            <a:extLst>
              <a:ext uri="{FF2B5EF4-FFF2-40B4-BE49-F238E27FC236}">
                <a16:creationId xmlns="" xmlns:a16="http://schemas.microsoft.com/office/drawing/2014/main" id="{D083492D-9303-43AC-B776-BB4E216D25FC}"/>
              </a:ext>
            </a:extLst>
          </p:cNvPr>
          <p:cNvSpPr>
            <a:spLocks noGrp="1"/>
          </p:cNvSpPr>
          <p:nvPr>
            <p:ph type="body" sz="quarter" idx="13" hasCustomPrompt="1"/>
          </p:nvPr>
        </p:nvSpPr>
        <p:spPr>
          <a:xfrm>
            <a:off x="8188235" y="3302080"/>
            <a:ext cx="3567089" cy="2982173"/>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7" name="TextBox 6">
            <a:extLst>
              <a:ext uri="{FF2B5EF4-FFF2-40B4-BE49-F238E27FC236}">
                <a16:creationId xmlns="" xmlns:a16="http://schemas.microsoft.com/office/drawing/2014/main" id="{627C5B98-7084-40B5-BEB1-C88745735293}"/>
              </a:ext>
            </a:extLst>
          </p:cNvPr>
          <p:cNvSpPr txBox="1"/>
          <p:nvPr userDrawn="1"/>
        </p:nvSpPr>
        <p:spPr>
          <a:xfrm>
            <a:off x="11470597" y="6596679"/>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lumMod val="50000"/>
                  </a:schemeClr>
                </a:solidFill>
                <a:latin typeface="Avenir Roman"/>
                <a:cs typeface="Avenir Roman"/>
              </a:rPr>
              <a:pPr algn="r"/>
              <a:t>‹#›</a:t>
            </a:fld>
            <a:endParaRPr kumimoji="0" lang="en-US" sz="1000" u="none" strike="noStrike" kern="1200" cap="none" spc="0" normalizeH="0" baseline="0" noProof="0" dirty="0">
              <a:ln>
                <a:noFill/>
              </a:ln>
              <a:solidFill>
                <a:schemeClr val="bg1">
                  <a:lumMod val="50000"/>
                </a:schemeClr>
              </a:solidFill>
              <a:effectLst/>
              <a:uLnTx/>
              <a:uFillTx/>
              <a:latin typeface="Avenir Roman"/>
              <a:cs typeface="Avenir Roman"/>
            </a:endParaRPr>
          </a:p>
        </p:txBody>
      </p:sp>
      <p:sp>
        <p:nvSpPr>
          <p:cNvPr id="3" name="Picture Placeholder 2">
            <a:extLst>
              <a:ext uri="{FF2B5EF4-FFF2-40B4-BE49-F238E27FC236}">
                <a16:creationId xmlns="" xmlns:a16="http://schemas.microsoft.com/office/drawing/2014/main" id="{B481D2D6-D3F9-47BA-B7FD-5810A8C443CC}"/>
              </a:ext>
            </a:extLst>
          </p:cNvPr>
          <p:cNvSpPr>
            <a:spLocks noGrp="1"/>
          </p:cNvSpPr>
          <p:nvPr>
            <p:ph type="pic" sz="quarter" idx="14" hasCustomPrompt="1"/>
          </p:nvPr>
        </p:nvSpPr>
        <p:spPr>
          <a:xfrm>
            <a:off x="1" y="0"/>
            <a:ext cx="7745842" cy="6858000"/>
          </a:xfrm>
        </p:spPr>
        <p:txBody>
          <a:bodyPr tIns="914400" bIns="91440" anchor="ctr">
            <a:normAutofit/>
          </a:bodyPr>
          <a:lstStyle>
            <a:lvl1pPr marL="0" indent="0" algn="ctr">
              <a:buNone/>
              <a:defRPr sz="1800" i="0"/>
            </a:lvl1pPr>
          </a:lstStyle>
          <a:p>
            <a:r>
              <a:rPr lang="en-US" dirty="0"/>
              <a:t>Click to add picture</a:t>
            </a:r>
          </a:p>
        </p:txBody>
      </p:sp>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1395964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Graph on right">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438962" y="1409703"/>
            <a:ext cx="2835378" cy="1183027"/>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a:t>
            </a:r>
          </a:p>
          <a:p>
            <a:pPr lvl="0"/>
            <a:r>
              <a:rPr lang="en-US" dirty="0"/>
              <a:t>on the left</a:t>
            </a:r>
          </a:p>
          <a:p>
            <a:pPr lvl="0"/>
            <a:r>
              <a:rPr lang="en-US" dirty="0"/>
              <a:t>with graphs…</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438962" y="2804180"/>
            <a:ext cx="2835378" cy="557526"/>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 xmlns:a16="http://schemas.microsoft.com/office/drawing/2014/main" id="{C273D64F-4619-454D-AE59-A131CB2E91E5}"/>
              </a:ext>
            </a:extLst>
          </p:cNvPr>
          <p:cNvSpPr>
            <a:spLocks noGrp="1"/>
          </p:cNvSpPr>
          <p:nvPr>
            <p:ph type="body" sz="quarter" idx="12" hasCustomPrompt="1"/>
          </p:nvPr>
        </p:nvSpPr>
        <p:spPr>
          <a:xfrm>
            <a:off x="436675" y="3418610"/>
            <a:ext cx="2835378" cy="2500131"/>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3" name="Content Placeholder 2">
            <a:extLst>
              <a:ext uri="{FF2B5EF4-FFF2-40B4-BE49-F238E27FC236}">
                <a16:creationId xmlns="" xmlns:a16="http://schemas.microsoft.com/office/drawing/2014/main" id="{E08AC9F2-845D-4282-82E8-B51C55688597}"/>
              </a:ext>
            </a:extLst>
          </p:cNvPr>
          <p:cNvSpPr>
            <a:spLocks noGrp="1"/>
          </p:cNvSpPr>
          <p:nvPr>
            <p:ph sz="quarter" idx="13" hasCustomPrompt="1"/>
          </p:nvPr>
        </p:nvSpPr>
        <p:spPr>
          <a:xfrm>
            <a:off x="4038064" y="1409700"/>
            <a:ext cx="7717260" cy="4354492"/>
          </a:xfrm>
        </p:spPr>
        <p:txBody>
          <a:bodyPr tIns="1554480" bIns="91440" anchor="ctr">
            <a:normAutofit/>
          </a:bodyPr>
          <a:lstStyle>
            <a:lvl1pPr marL="0" indent="0" algn="ctr">
              <a:buNone/>
              <a:defRPr sz="1800"/>
            </a:lvl1pPr>
          </a:lstStyle>
          <a:p>
            <a:pPr lvl="0"/>
            <a:r>
              <a:rPr lang="en-US" dirty="0"/>
              <a:t>Click to add graphics</a:t>
            </a:r>
          </a:p>
        </p:txBody>
      </p:sp>
    </p:spTree>
    <p:extLst>
      <p:ext uri="{BB962C8B-B14F-4D97-AF65-F5344CB8AC3E}">
        <p14:creationId xmlns:p14="http://schemas.microsoft.com/office/powerpoint/2010/main" val="29373935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Graph on left">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438962" y="245863"/>
            <a:ext cx="9050409" cy="315704"/>
          </a:xfrm>
        </p:spPr>
        <p:txBody>
          <a:bodyPr/>
          <a:lstStyle>
            <a:lvl1pPr>
              <a:defRPr/>
            </a:lvl1pPr>
          </a:lstStyle>
          <a:p>
            <a:r>
              <a:rPr lang="en-US" dirty="0"/>
              <a:t>SECTION HEADING</a:t>
            </a:r>
          </a:p>
        </p:txBody>
      </p:sp>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8958632" y="1409703"/>
            <a:ext cx="2796693" cy="1183027"/>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a:t>
            </a:r>
          </a:p>
          <a:p>
            <a:pPr lvl="0"/>
            <a:r>
              <a:rPr lang="en-US" dirty="0"/>
              <a:t>on the right</a:t>
            </a:r>
          </a:p>
          <a:p>
            <a:pPr lvl="0"/>
            <a:r>
              <a:rPr lang="en-US" dirty="0"/>
              <a:t>with graphs…</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8958632" y="2804180"/>
            <a:ext cx="2796693" cy="557526"/>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 xmlns:a16="http://schemas.microsoft.com/office/drawing/2014/main" id="{C273D64F-4619-454D-AE59-A131CB2E91E5}"/>
              </a:ext>
            </a:extLst>
          </p:cNvPr>
          <p:cNvSpPr>
            <a:spLocks noGrp="1"/>
          </p:cNvSpPr>
          <p:nvPr>
            <p:ph type="body" sz="quarter" idx="12" hasCustomPrompt="1"/>
          </p:nvPr>
        </p:nvSpPr>
        <p:spPr>
          <a:xfrm>
            <a:off x="8958632" y="3418610"/>
            <a:ext cx="2796693" cy="2500131"/>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3" name="Content Placeholder 2">
            <a:extLst>
              <a:ext uri="{FF2B5EF4-FFF2-40B4-BE49-F238E27FC236}">
                <a16:creationId xmlns="" xmlns:a16="http://schemas.microsoft.com/office/drawing/2014/main" id="{E08AC9F2-845D-4282-82E8-B51C55688597}"/>
              </a:ext>
            </a:extLst>
          </p:cNvPr>
          <p:cNvSpPr>
            <a:spLocks noGrp="1"/>
          </p:cNvSpPr>
          <p:nvPr>
            <p:ph sz="quarter" idx="13" hasCustomPrompt="1"/>
          </p:nvPr>
        </p:nvSpPr>
        <p:spPr>
          <a:xfrm>
            <a:off x="438962" y="1409700"/>
            <a:ext cx="7717260" cy="4354492"/>
          </a:xfrm>
        </p:spPr>
        <p:txBody>
          <a:bodyPr tIns="1554480" anchor="ctr">
            <a:normAutofit/>
          </a:bodyPr>
          <a:lstStyle>
            <a:lvl1pPr marL="0" indent="0" algn="ctr">
              <a:buNone/>
              <a:defRPr sz="1800"/>
            </a:lvl1pPr>
          </a:lstStyle>
          <a:p>
            <a:pPr lvl="0"/>
            <a:r>
              <a:rPr lang="en-US" dirty="0"/>
              <a:t>Click to add graphics</a:t>
            </a:r>
          </a:p>
        </p:txBody>
      </p:sp>
    </p:spTree>
    <p:extLst>
      <p:ext uri="{BB962C8B-B14F-4D97-AF65-F5344CB8AC3E}">
        <p14:creationId xmlns:p14="http://schemas.microsoft.com/office/powerpoint/2010/main" val="11151629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Video layout">
    <p:spTree>
      <p:nvGrpSpPr>
        <p:cNvPr id="1" name=""/>
        <p:cNvGrpSpPr/>
        <p:nvPr/>
      </p:nvGrpSpPr>
      <p:grpSpPr>
        <a:xfrm>
          <a:off x="0" y="0"/>
          <a:ext cx="0" cy="0"/>
          <a:chOff x="0" y="0"/>
          <a:chExt cx="0" cy="0"/>
        </a:xfrm>
      </p:grpSpPr>
      <p:sp>
        <p:nvSpPr>
          <p:cNvPr id="4" name="Media Placeholder 3">
            <a:extLst>
              <a:ext uri="{FF2B5EF4-FFF2-40B4-BE49-F238E27FC236}">
                <a16:creationId xmlns="" xmlns:a16="http://schemas.microsoft.com/office/drawing/2014/main" id="{57F838CA-1797-4E5B-8118-8D29A3E14884}"/>
              </a:ext>
            </a:extLst>
          </p:cNvPr>
          <p:cNvSpPr>
            <a:spLocks noGrp="1"/>
          </p:cNvSpPr>
          <p:nvPr>
            <p:ph type="media" sz="quarter" idx="14" hasCustomPrompt="1"/>
          </p:nvPr>
        </p:nvSpPr>
        <p:spPr>
          <a:xfrm>
            <a:off x="1" y="0"/>
            <a:ext cx="12192000" cy="6858000"/>
          </a:xfrm>
        </p:spPr>
        <p:txBody>
          <a:bodyPr tIns="731520" anchor="ctr">
            <a:normAutofit/>
          </a:bodyPr>
          <a:lstStyle>
            <a:lvl1pPr marL="0" indent="0" algn="ctr">
              <a:buNone/>
              <a:defRPr sz="1600"/>
            </a:lvl1pPr>
          </a:lstStyle>
          <a:p>
            <a:r>
              <a:rPr lang="en-US" dirty="0"/>
              <a:t>Click to add video</a:t>
            </a:r>
          </a:p>
        </p:txBody>
      </p:sp>
    </p:spTree>
    <p:extLst>
      <p:ext uri="{BB962C8B-B14F-4D97-AF65-F5344CB8AC3E}">
        <p14:creationId xmlns:p14="http://schemas.microsoft.com/office/powerpoint/2010/main" val="2198527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ingle column text layout">
    <p:spTree>
      <p:nvGrpSpPr>
        <p:cNvPr id="1" name=""/>
        <p:cNvGrpSpPr/>
        <p:nvPr/>
      </p:nvGrpSpPr>
      <p:grpSpPr>
        <a:xfrm>
          <a:off x="0" y="0"/>
          <a:ext cx="0" cy="0"/>
          <a:chOff x="0" y="0"/>
          <a:chExt cx="0" cy="0"/>
        </a:xfrm>
      </p:grpSpPr>
      <p:pic>
        <p:nvPicPr>
          <p:cNvPr id="12" name="Picture 11">
            <a:extLst>
              <a:ext uri="{FF2B5EF4-FFF2-40B4-BE49-F238E27FC236}">
                <a16:creationId xmlns="" xmlns:a16="http://schemas.microsoft.com/office/drawing/2014/main"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Single column text layout</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10" name="Text Placeholder 4">
            <a:extLst>
              <a:ext uri="{FF2B5EF4-FFF2-40B4-BE49-F238E27FC236}">
                <a16:creationId xmlns="" xmlns:a16="http://schemas.microsoft.com/office/drawing/2014/main" id="{D083492D-9303-43AC-B776-BB4E216D25FC}"/>
              </a:ext>
            </a:extLst>
          </p:cNvPr>
          <p:cNvSpPr>
            <a:spLocks noGrp="1"/>
          </p:cNvSpPr>
          <p:nvPr>
            <p:ph type="body" sz="quarter" idx="13" hasCustomPrompt="1"/>
          </p:nvPr>
        </p:nvSpPr>
        <p:spPr>
          <a:xfrm>
            <a:off x="4038064" y="1409702"/>
            <a:ext cx="7717260"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Tree>
    <p:extLst>
      <p:ext uri="{BB962C8B-B14F-4D97-AF65-F5344CB8AC3E}">
        <p14:creationId xmlns:p14="http://schemas.microsoft.com/office/powerpoint/2010/main" val="26698320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ouble column text layout">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Double column text layout</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 xmlns:a16="http://schemas.microsoft.com/office/drawing/2014/main" id="{C273D64F-4619-454D-AE59-A131CB2E91E5}"/>
              </a:ext>
            </a:extLst>
          </p:cNvPr>
          <p:cNvSpPr>
            <a:spLocks noGrp="1"/>
          </p:cNvSpPr>
          <p:nvPr>
            <p:ph type="body" sz="quarter" idx="12" hasCustomPrompt="1"/>
          </p:nvPr>
        </p:nvSpPr>
        <p:spPr>
          <a:xfrm>
            <a:off x="4038065" y="1409702"/>
            <a:ext cx="3567089"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10" name="Text Placeholder 4">
            <a:extLst>
              <a:ext uri="{FF2B5EF4-FFF2-40B4-BE49-F238E27FC236}">
                <a16:creationId xmlns="" xmlns:a16="http://schemas.microsoft.com/office/drawing/2014/main" id="{D083492D-9303-43AC-B776-BB4E216D25FC}"/>
              </a:ext>
            </a:extLst>
          </p:cNvPr>
          <p:cNvSpPr>
            <a:spLocks noGrp="1"/>
          </p:cNvSpPr>
          <p:nvPr>
            <p:ph type="body" sz="quarter" idx="13" hasCustomPrompt="1"/>
          </p:nvPr>
        </p:nvSpPr>
        <p:spPr>
          <a:xfrm>
            <a:off x="8188235" y="1409702"/>
            <a:ext cx="3567089"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pic>
        <p:nvPicPr>
          <p:cNvPr id="12" name="Picture 11">
            <a:extLst>
              <a:ext uri="{FF2B5EF4-FFF2-40B4-BE49-F238E27FC236}">
                <a16:creationId xmlns="" xmlns:a16="http://schemas.microsoft.com/office/drawing/2014/main"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Tree>
    <p:extLst>
      <p:ext uri="{BB962C8B-B14F-4D97-AF65-F5344CB8AC3E}">
        <p14:creationId xmlns:p14="http://schemas.microsoft.com/office/powerpoint/2010/main" val="7712298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82" name="Picture 81"/>
          <p:cNvPicPr>
            <a:picLocks noChangeAspect="1"/>
          </p:cNvPicPr>
          <p:nvPr userDrawn="1"/>
        </p:nvPicPr>
        <p:blipFill rotWithShape="1">
          <a:blip r:embed="rId2" cstate="print">
            <a:alphaModFix amt="4000"/>
            <a:extLst>
              <a:ext uri="{28A0092B-C50C-407E-A947-70E740481C1C}">
                <a14:useLocalDpi xmlns:a14="http://schemas.microsoft.com/office/drawing/2010/main" val="0"/>
              </a:ext>
            </a:extLst>
          </a:blip>
          <a:srcRect/>
          <a:stretch/>
        </p:blipFill>
        <p:spPr>
          <a:xfrm>
            <a:off x="7604521" y="0"/>
            <a:ext cx="4591311" cy="6858000"/>
          </a:xfrm>
          <a:prstGeom prst="rect">
            <a:avLst/>
          </a:prstGeom>
        </p:spPr>
      </p:pic>
      <p:pic>
        <p:nvPicPr>
          <p:cNvPr id="83" name="Picture 8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216767" cy="6858000"/>
          </a:xfrm>
          <a:prstGeom prst="rect">
            <a:avLst/>
          </a:prstGeom>
        </p:spPr>
      </p:pic>
      <p:sp>
        <p:nvSpPr>
          <p:cNvPr id="55" name="Rectangle 54"/>
          <p:cNvSpPr/>
          <p:nvPr userDrawn="1"/>
        </p:nvSpPr>
        <p:spPr>
          <a:xfrm>
            <a:off x="1" y="2"/>
            <a:ext cx="12192000" cy="6486377"/>
          </a:xfrm>
          <a:prstGeom prst="rect">
            <a:avLst/>
          </a:prstGeom>
          <a:gradFill>
            <a:gsLst>
              <a:gs pos="100000">
                <a:schemeClr val="bg1">
                  <a:alpha val="0"/>
                </a:schemeClr>
              </a:gs>
              <a:gs pos="34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49"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Rectangle 1"/>
          <p:cNvSpPr/>
          <p:nvPr userDrawn="1"/>
        </p:nvSpPr>
        <p:spPr>
          <a:xfrm>
            <a:off x="7573465" y="0"/>
            <a:ext cx="4618536" cy="6858000"/>
          </a:xfrm>
          <a:prstGeom prst="rect">
            <a:avLst/>
          </a:prstGeom>
          <a:solidFill>
            <a:srgbClr val="1B41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49"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 name="TextBox 7"/>
          <p:cNvSpPr txBox="1"/>
          <p:nvPr userDrawn="1"/>
        </p:nvSpPr>
        <p:spPr>
          <a:xfrm>
            <a:off x="7775369" y="687987"/>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Infogain Corporation, HQ</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485 Alberto Way</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100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Los Gatos, CA 95032</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408-355-6000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9" name="TextBox 8"/>
          <p:cNvSpPr txBox="1"/>
          <p:nvPr userDrawn="1"/>
        </p:nvSpPr>
        <p:spPr>
          <a:xfrm>
            <a:off x="7775371" y="2834347"/>
            <a:ext cx="2009758"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Austin</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111 W. Anderson Lane</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E336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Austin, TX 78752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512-212-4070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0" name="TextBox 9"/>
          <p:cNvSpPr txBox="1"/>
          <p:nvPr userDrawn="1"/>
        </p:nvSpPr>
        <p:spPr>
          <a:xfrm>
            <a:off x="9921983" y="687987"/>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Noida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A-16 &amp; 21, Sector 60</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Gautam Budh Nagar </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Noida – 201 301, India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12 0244 5144</a:t>
            </a:r>
          </a:p>
        </p:txBody>
      </p:sp>
      <p:sp>
        <p:nvSpPr>
          <p:cNvPr id="11" name="TextBox 10"/>
          <p:cNvSpPr txBox="1"/>
          <p:nvPr userDrawn="1"/>
        </p:nvSpPr>
        <p:spPr>
          <a:xfrm>
            <a:off x="9909581" y="1760105"/>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Mumbai</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Unit No. 74, 2</a:t>
            </a:r>
            <a:r>
              <a:rPr kumimoji="0" lang="en-US" sz="1000" b="0" i="0" u="none" strike="noStrike" kern="1200" cap="none" spc="0" normalizeH="0" baseline="30000" noProof="0" dirty="0">
                <a:ln>
                  <a:noFill/>
                </a:ln>
                <a:solidFill>
                  <a:srgbClr val="FFFFFF"/>
                </a:solidFill>
                <a:effectLst/>
                <a:uLnTx/>
                <a:uFillTx/>
                <a:latin typeface="Avenir Roman" panose="020B0503020203020204"/>
                <a:ea typeface="Lato" charset="0"/>
                <a:cs typeface="Lato" charset="0"/>
              </a:rPr>
              <a:t>nd</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Floor, SDF 3</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SEEPZ, Andheri East</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Mumbai – 400 096, India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22 6114 6969</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2" name="TextBox 11"/>
          <p:cNvSpPr txBox="1"/>
          <p:nvPr userDrawn="1"/>
        </p:nvSpPr>
        <p:spPr>
          <a:xfrm>
            <a:off x="7775370" y="1761667"/>
            <a:ext cx="2009758"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Irvine</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41 Corporate Park</a:t>
            </a:r>
            <a:b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390</a:t>
            </a:r>
            <a:b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Irvine, CA 92606</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949-223-5100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3" name="TextBox 12"/>
          <p:cNvSpPr txBox="1"/>
          <p:nvPr userDrawn="1"/>
        </p:nvSpPr>
        <p:spPr>
          <a:xfrm>
            <a:off x="9879784" y="2832222"/>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Bengaluru</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#7, 18th Main Road, 7th Block</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err="1">
                <a:ln>
                  <a:noFill/>
                </a:ln>
                <a:solidFill>
                  <a:srgbClr val="FFFFFF"/>
                </a:solidFill>
                <a:effectLst/>
                <a:uLnTx/>
                <a:uFillTx/>
                <a:latin typeface="Avenir Roman" panose="020B0503020203020204"/>
                <a:ea typeface="Lato" charset="0"/>
                <a:cs typeface="Lato" charset="0"/>
              </a:rPr>
              <a:t>Koramangala</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Bengaluru - 560 095, India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80 4110 4560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36" name="TextBox 35"/>
          <p:cNvSpPr txBox="1"/>
          <p:nvPr userDrawn="1"/>
        </p:nvSpPr>
        <p:spPr>
          <a:xfrm>
            <a:off x="7775369" y="4976456"/>
            <a:ext cx="200975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London</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Millbank Tower, Citibase 21-24 Millbank, office no 1.7</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London SW1P 4DP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+44 (0)20 3355 7594</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37" name="TextBox 36"/>
          <p:cNvSpPr txBox="1"/>
          <p:nvPr userDrawn="1"/>
        </p:nvSpPr>
        <p:spPr>
          <a:xfrm>
            <a:off x="9909581" y="3904340"/>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Dubai	</a:t>
            </a:r>
            <a:endParaRPr kumimoji="0" lang="pt-BR"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Office No. 255, Building No. 17 Dubai Internet City</a:t>
            </a:r>
            <a:br>
              <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Dubai, UAE</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+971-4-458-7336</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56" name="TextBox 55"/>
          <p:cNvSpPr txBox="1"/>
          <p:nvPr userDrawn="1"/>
        </p:nvSpPr>
        <p:spPr>
          <a:xfrm>
            <a:off x="7775370" y="3908673"/>
            <a:ext cx="200975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Phoenix</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21410 North 19</a:t>
            </a:r>
            <a:r>
              <a:rPr kumimoji="0" lang="en-US" sz="1000" b="0" i="0" u="none" strike="noStrike" kern="1200" cap="none" spc="0" normalizeH="0" baseline="30000" noProof="0" dirty="0">
                <a:ln>
                  <a:noFill/>
                </a:ln>
                <a:solidFill>
                  <a:srgbClr val="FFFFFF"/>
                </a:solidFill>
                <a:effectLst/>
                <a:uLnTx/>
                <a:uFillTx/>
                <a:latin typeface="Avenir Roman" panose="020B0503020203020204"/>
                <a:ea typeface="Lato" charset="0"/>
                <a:cs typeface="Lato" charset="0"/>
              </a:rPr>
              <a:t>th</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Ave</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114</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Phoenix, AZ 85027</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602-455-1860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57" name="TextBox 56"/>
          <p:cNvSpPr txBox="1"/>
          <p:nvPr userDrawn="1"/>
        </p:nvSpPr>
        <p:spPr>
          <a:xfrm>
            <a:off x="9879784" y="4976456"/>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Singapore</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144 Robinson Road, #13-01 Robinson Square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Singapore 068908</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+65 62741455</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pic>
        <p:nvPicPr>
          <p:cNvPr id="5" name="Picture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71732" y="4529860"/>
            <a:ext cx="2648305" cy="1076706"/>
          </a:xfrm>
          <a:prstGeom prst="rect">
            <a:avLst/>
          </a:prstGeom>
        </p:spPr>
      </p:pic>
      <p:sp>
        <p:nvSpPr>
          <p:cNvPr id="85" name="TextBox 84">
            <a:extLst>
              <a:ext uri="{FF2B5EF4-FFF2-40B4-BE49-F238E27FC236}">
                <a16:creationId xmlns="" xmlns:a16="http://schemas.microsoft.com/office/drawing/2014/main" id="{3230B90F-242E-4EDF-94F3-70B9791F7EF3}"/>
              </a:ext>
            </a:extLst>
          </p:cNvPr>
          <p:cNvSpPr txBox="1"/>
          <p:nvPr userDrawn="1"/>
        </p:nvSpPr>
        <p:spPr>
          <a:xfrm>
            <a:off x="11511853" y="6569254"/>
            <a:ext cx="325815" cy="230832"/>
          </a:xfrm>
          <a:prstGeom prst="rect">
            <a:avLst/>
          </a:prstGeom>
        </p:spPr>
        <p:txBody>
          <a:bodyPr wrap="none">
            <a:spAutoFit/>
          </a:bodyPr>
          <a:lstStyle>
            <a:defPPr>
              <a:defRPr lang="en-US"/>
            </a:defPPr>
            <a:lvl1pPr>
              <a:defRPr sz="900">
                <a:solidFill>
                  <a:prstClr val="white">
                    <a:lumMod val="50000"/>
                  </a:prstClr>
                </a:solidFill>
                <a:latin typeface="Avenir Roman"/>
                <a:cs typeface="Avenir Roman"/>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D32B1299-5D1F-4CF7-9AC0-55CF30817FA5}" type="slidenum">
              <a:rPr kumimoji="0" lang="en-US" sz="900" b="0" i="0" u="none" strike="noStrike" kern="1200" cap="none" spc="0" normalizeH="0" baseline="0" noProof="0" smtClean="0">
                <a:ln>
                  <a:noFill/>
                </a:ln>
                <a:solidFill>
                  <a:prstClr val="white">
                    <a:lumMod val="50000"/>
                  </a:prstClr>
                </a:solidFill>
                <a:effectLst/>
                <a:uLnTx/>
                <a:uFillTx/>
                <a:latin typeface="Avenir Roman"/>
                <a:ea typeface="+mn-ea"/>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lumMod val="50000"/>
                </a:prstClr>
              </a:solidFill>
              <a:effectLst/>
              <a:uLnTx/>
              <a:uFillTx/>
              <a:latin typeface="Avenir Roman"/>
              <a:ea typeface="+mn-ea"/>
            </a:endParaRPr>
          </a:p>
        </p:txBody>
      </p:sp>
      <p:grpSp>
        <p:nvGrpSpPr>
          <p:cNvPr id="84" name="Group 83"/>
          <p:cNvGrpSpPr/>
          <p:nvPr userDrawn="1"/>
        </p:nvGrpSpPr>
        <p:grpSpPr>
          <a:xfrm>
            <a:off x="311395" y="493922"/>
            <a:ext cx="7115217" cy="3544058"/>
            <a:chOff x="415233" y="658562"/>
            <a:chExt cx="9487883" cy="4725411"/>
          </a:xfrm>
        </p:grpSpPr>
        <p:pic>
          <p:nvPicPr>
            <p:cNvPr id="86" name="Picture 85"/>
            <p:cNvPicPr>
              <a:picLocks noChangeAspect="1"/>
            </p:cNvPicPr>
            <p:nvPr userDrawn="1"/>
          </p:nvPicPr>
          <p:blipFill>
            <a:blip r:embed="rId5">
              <a:alphaModFix amt="60000"/>
              <a:extLst>
                <a:ext uri="{28A0092B-C50C-407E-A947-70E740481C1C}">
                  <a14:useLocalDpi xmlns:a14="http://schemas.microsoft.com/office/drawing/2010/main" val="0"/>
                </a:ext>
              </a:extLst>
            </a:blip>
            <a:stretch>
              <a:fillRect/>
            </a:stretch>
          </p:blipFill>
          <p:spPr>
            <a:xfrm>
              <a:off x="415233" y="658562"/>
              <a:ext cx="9487883" cy="4725411"/>
            </a:xfrm>
            <a:prstGeom prst="trapezoid">
              <a:avLst>
                <a:gd name="adj" fmla="val 0"/>
              </a:avLst>
            </a:prstGeom>
          </p:spPr>
        </p:pic>
        <p:grpSp>
          <p:nvGrpSpPr>
            <p:cNvPr id="87" name="Group 86"/>
            <p:cNvGrpSpPr/>
            <p:nvPr userDrawn="1"/>
          </p:nvGrpSpPr>
          <p:grpSpPr>
            <a:xfrm>
              <a:off x="1674327" y="2274851"/>
              <a:ext cx="188768" cy="361833"/>
              <a:chOff x="-1994126" y="1399268"/>
              <a:chExt cx="525462" cy="985838"/>
            </a:xfrm>
          </p:grpSpPr>
          <p:sp>
            <p:nvSpPr>
              <p:cNvPr id="115" name="Freeform 5"/>
              <p:cNvSpPr>
                <a:spLocks/>
              </p:cNvSpPr>
              <p:nvPr/>
            </p:nvSpPr>
            <p:spPr bwMode="auto">
              <a:xfrm>
                <a:off x="-1994126" y="1399268"/>
                <a:ext cx="525462" cy="985838"/>
              </a:xfrm>
              <a:custGeom>
                <a:avLst/>
                <a:gdLst>
                  <a:gd name="T0" fmla="*/ 140 w 140"/>
                  <a:gd name="T1" fmla="*/ 70 h 262"/>
                  <a:gd name="T2" fmla="*/ 136 w 140"/>
                  <a:gd name="T3" fmla="*/ 95 h 262"/>
                  <a:gd name="T4" fmla="*/ 66 w 140"/>
                  <a:gd name="T5" fmla="*/ 262 h 262"/>
                  <a:gd name="T6" fmla="*/ 4 w 140"/>
                  <a:gd name="T7" fmla="*/ 92 h 262"/>
                  <a:gd name="T8" fmla="*/ 0 w 140"/>
                  <a:gd name="T9" fmla="*/ 70 h 262"/>
                  <a:gd name="T10" fmla="*/ 70 w 140"/>
                  <a:gd name="T11" fmla="*/ 0 h 262"/>
                  <a:gd name="T12" fmla="*/ 140 w 140"/>
                  <a:gd name="T13" fmla="*/ 70 h 262"/>
                </a:gdLst>
                <a:ahLst/>
                <a:cxnLst>
                  <a:cxn ang="0">
                    <a:pos x="T0" y="T1"/>
                  </a:cxn>
                  <a:cxn ang="0">
                    <a:pos x="T2" y="T3"/>
                  </a:cxn>
                  <a:cxn ang="0">
                    <a:pos x="T4" y="T5"/>
                  </a:cxn>
                  <a:cxn ang="0">
                    <a:pos x="T6" y="T7"/>
                  </a:cxn>
                  <a:cxn ang="0">
                    <a:pos x="T8" y="T9"/>
                  </a:cxn>
                  <a:cxn ang="0">
                    <a:pos x="T10" y="T11"/>
                  </a:cxn>
                  <a:cxn ang="0">
                    <a:pos x="T12" y="T13"/>
                  </a:cxn>
                </a:cxnLst>
                <a:rect l="0" t="0" r="r" b="b"/>
                <a:pathLst>
                  <a:path w="140" h="262">
                    <a:moveTo>
                      <a:pt x="140" y="70"/>
                    </a:moveTo>
                    <a:cubicBezTo>
                      <a:pt x="140" y="79"/>
                      <a:pt x="139" y="87"/>
                      <a:pt x="136" y="95"/>
                    </a:cubicBezTo>
                    <a:cubicBezTo>
                      <a:pt x="127" y="122"/>
                      <a:pt x="66" y="262"/>
                      <a:pt x="66" y="262"/>
                    </a:cubicBezTo>
                    <a:cubicBezTo>
                      <a:pt x="66" y="262"/>
                      <a:pt x="9" y="109"/>
                      <a:pt x="4" y="92"/>
                    </a:cubicBezTo>
                    <a:cubicBezTo>
                      <a:pt x="2" y="85"/>
                      <a:pt x="0" y="78"/>
                      <a:pt x="0" y="70"/>
                    </a:cubicBezTo>
                    <a:cubicBezTo>
                      <a:pt x="0" y="31"/>
                      <a:pt x="32" y="0"/>
                      <a:pt x="70" y="0"/>
                    </a:cubicBezTo>
                    <a:cubicBezTo>
                      <a:pt x="109" y="0"/>
                      <a:pt x="140" y="31"/>
                      <a:pt x="140" y="70"/>
                    </a:cubicBezTo>
                    <a:close/>
                  </a:path>
                </a:pathLst>
              </a:custGeom>
              <a:solidFill>
                <a:srgbClr val="E15D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6" name="Oval 6"/>
              <p:cNvSpPr>
                <a:spLocks noChangeArrowheads="1"/>
              </p:cNvSpPr>
              <p:nvPr/>
            </p:nvSpPr>
            <p:spPr bwMode="auto">
              <a:xfrm>
                <a:off x="-1863952" y="1531031"/>
                <a:ext cx="268287" cy="26670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88" name="Group 87"/>
            <p:cNvGrpSpPr/>
            <p:nvPr userDrawn="1"/>
          </p:nvGrpSpPr>
          <p:grpSpPr>
            <a:xfrm>
              <a:off x="1740462" y="2443835"/>
              <a:ext cx="187035" cy="360245"/>
              <a:chOff x="1387249" y="1191305"/>
              <a:chExt cx="525462" cy="990600"/>
            </a:xfrm>
          </p:grpSpPr>
          <p:sp>
            <p:nvSpPr>
              <p:cNvPr id="113"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FEBB1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4"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89" name="Group 88"/>
            <p:cNvGrpSpPr/>
            <p:nvPr userDrawn="1"/>
          </p:nvGrpSpPr>
          <p:grpSpPr>
            <a:xfrm>
              <a:off x="2235524" y="2500361"/>
              <a:ext cx="187035" cy="360245"/>
              <a:chOff x="1086061" y="1463637"/>
              <a:chExt cx="525462" cy="990599"/>
            </a:xfrm>
          </p:grpSpPr>
          <p:sp>
            <p:nvSpPr>
              <p:cNvPr id="111" name="Freeform 11"/>
              <p:cNvSpPr>
                <a:spLocks/>
              </p:cNvSpPr>
              <p:nvPr/>
            </p:nvSpPr>
            <p:spPr bwMode="auto">
              <a:xfrm>
                <a:off x="1086061" y="1463637"/>
                <a:ext cx="525462" cy="990599"/>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1B41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2" name="Oval 12"/>
              <p:cNvSpPr>
                <a:spLocks noChangeArrowheads="1"/>
              </p:cNvSpPr>
              <p:nvPr/>
            </p:nvSpPr>
            <p:spPr bwMode="auto">
              <a:xfrm>
                <a:off x="1217823" y="1595401"/>
                <a:ext cx="261937" cy="26828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0" name="Group 89"/>
            <p:cNvGrpSpPr/>
            <p:nvPr userDrawn="1"/>
          </p:nvGrpSpPr>
          <p:grpSpPr>
            <a:xfrm>
              <a:off x="6224559" y="2767033"/>
              <a:ext cx="187035" cy="360245"/>
              <a:chOff x="2073854" y="1134222"/>
              <a:chExt cx="525462" cy="990600"/>
            </a:xfrm>
          </p:grpSpPr>
          <p:sp>
            <p:nvSpPr>
              <p:cNvPr id="109" name="Freeform 11"/>
              <p:cNvSpPr>
                <a:spLocks/>
              </p:cNvSpPr>
              <p:nvPr/>
            </p:nvSpPr>
            <p:spPr bwMode="auto">
              <a:xfrm>
                <a:off x="2073854" y="1134222"/>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D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0" name="Oval 12"/>
              <p:cNvSpPr>
                <a:spLocks noChangeArrowheads="1"/>
              </p:cNvSpPr>
              <p:nvPr/>
            </p:nvSpPr>
            <p:spPr bwMode="auto">
              <a:xfrm>
                <a:off x="2205616" y="1265984"/>
                <a:ext cx="261937" cy="26828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1" name="Group 90"/>
            <p:cNvGrpSpPr/>
            <p:nvPr userDrawn="1"/>
          </p:nvGrpSpPr>
          <p:grpSpPr>
            <a:xfrm>
              <a:off x="6857006" y="2767033"/>
              <a:ext cx="187035" cy="360245"/>
              <a:chOff x="1387249" y="1191305"/>
              <a:chExt cx="525462" cy="990600"/>
            </a:xfrm>
          </p:grpSpPr>
          <p:sp>
            <p:nvSpPr>
              <p:cNvPr id="107"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8"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2" name="Group 91"/>
            <p:cNvGrpSpPr/>
            <p:nvPr userDrawn="1"/>
          </p:nvGrpSpPr>
          <p:grpSpPr>
            <a:xfrm>
              <a:off x="6775924" y="2916688"/>
              <a:ext cx="187035" cy="360245"/>
              <a:chOff x="1387249" y="1191305"/>
              <a:chExt cx="525462" cy="990600"/>
            </a:xfrm>
          </p:grpSpPr>
          <p:sp>
            <p:nvSpPr>
              <p:cNvPr id="105"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F9A535">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6"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3" name="Group 92"/>
            <p:cNvGrpSpPr/>
            <p:nvPr userDrawn="1"/>
          </p:nvGrpSpPr>
          <p:grpSpPr>
            <a:xfrm>
              <a:off x="4713704" y="1743233"/>
              <a:ext cx="187035" cy="360245"/>
              <a:chOff x="1387249" y="1191305"/>
              <a:chExt cx="525462" cy="990600"/>
            </a:xfrm>
          </p:grpSpPr>
          <p:sp>
            <p:nvSpPr>
              <p:cNvPr id="103"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703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4"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4" name="Group 93"/>
            <p:cNvGrpSpPr/>
            <p:nvPr userDrawn="1"/>
          </p:nvGrpSpPr>
          <p:grpSpPr>
            <a:xfrm>
              <a:off x="7562750" y="3424057"/>
              <a:ext cx="187035" cy="360245"/>
              <a:chOff x="1387249" y="1191305"/>
              <a:chExt cx="525462" cy="990600"/>
            </a:xfrm>
          </p:grpSpPr>
          <p:sp>
            <p:nvSpPr>
              <p:cNvPr id="101"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8705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2"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5" name="Group 94"/>
            <p:cNvGrpSpPr/>
            <p:nvPr userDrawn="1"/>
          </p:nvGrpSpPr>
          <p:grpSpPr>
            <a:xfrm>
              <a:off x="6843791" y="2905166"/>
              <a:ext cx="187035" cy="360245"/>
              <a:chOff x="1387249" y="1191305"/>
              <a:chExt cx="525462" cy="990600"/>
            </a:xfrm>
          </p:grpSpPr>
          <p:sp>
            <p:nvSpPr>
              <p:cNvPr id="99"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D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0"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6" name="Group 95"/>
            <p:cNvGrpSpPr/>
            <p:nvPr userDrawn="1"/>
          </p:nvGrpSpPr>
          <p:grpSpPr>
            <a:xfrm>
              <a:off x="6857005" y="3004321"/>
              <a:ext cx="187035" cy="360245"/>
              <a:chOff x="1387249" y="1191305"/>
              <a:chExt cx="525462" cy="990600"/>
            </a:xfrm>
          </p:grpSpPr>
          <p:sp>
            <p:nvSpPr>
              <p:cNvPr id="97"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87058">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98"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sp>
        <p:nvSpPr>
          <p:cNvPr id="135" name="TextBox 134"/>
          <p:cNvSpPr txBox="1"/>
          <p:nvPr userDrawn="1"/>
        </p:nvSpPr>
        <p:spPr>
          <a:xfrm>
            <a:off x="3898270" y="4596825"/>
            <a:ext cx="1172834" cy="210965"/>
          </a:xfrm>
          <a:prstGeom prst="rect">
            <a:avLst/>
          </a:prstGeom>
        </p:spPr>
        <p:txBody>
          <a:bodyPr vert="horz" wrap="none" lIns="76065" tIns="38032" rIns="76065" bIns="38032" rtlCol="0" anchor="ctr">
            <a:noAutofit/>
          </a:bodyPr>
          <a:lstStyle/>
          <a:p>
            <a:pPr algn="l"/>
            <a:r>
              <a:rPr lang="en-IN" sz="1331" b="0" i="0" dirty="0">
                <a:solidFill>
                  <a:srgbClr val="1B417B"/>
                </a:solidFill>
                <a:latin typeface="Avenir Roman" panose="020B0503020203020204"/>
                <a:ea typeface="Lato" charset="0"/>
                <a:cs typeface="Lato" charset="0"/>
              </a:rPr>
              <a:t>Contact :</a:t>
            </a:r>
          </a:p>
        </p:txBody>
      </p:sp>
      <p:cxnSp>
        <p:nvCxnSpPr>
          <p:cNvPr id="136" name="Straight Connector 135"/>
          <p:cNvCxnSpPr/>
          <p:nvPr userDrawn="1"/>
        </p:nvCxnSpPr>
        <p:spPr>
          <a:xfrm>
            <a:off x="3898269" y="5302574"/>
            <a:ext cx="2740078" cy="0"/>
          </a:xfrm>
          <a:prstGeom prst="line">
            <a:avLst/>
          </a:prstGeom>
          <a:ln w="12700">
            <a:solidFill>
              <a:srgbClr val="1B417B"/>
            </a:solidFill>
            <a:prstDash val="solid"/>
          </a:ln>
        </p:spPr>
        <p:style>
          <a:lnRef idx="1">
            <a:schemeClr val="dk1"/>
          </a:lnRef>
          <a:fillRef idx="0">
            <a:schemeClr val="dk1"/>
          </a:fillRef>
          <a:effectRef idx="0">
            <a:schemeClr val="dk1"/>
          </a:effectRef>
          <a:fontRef idx="minor">
            <a:schemeClr val="tx1"/>
          </a:fontRef>
        </p:style>
      </p:cxnSp>
      <p:sp>
        <p:nvSpPr>
          <p:cNvPr id="137" name="Text Placeholder 23"/>
          <p:cNvSpPr>
            <a:spLocks noGrp="1"/>
          </p:cNvSpPr>
          <p:nvPr>
            <p:ph type="body" sz="quarter" idx="13"/>
          </p:nvPr>
        </p:nvSpPr>
        <p:spPr>
          <a:xfrm>
            <a:off x="3898269" y="4899493"/>
            <a:ext cx="2740078" cy="339328"/>
          </a:xfrm>
          <a:prstGeom prst="rect">
            <a:avLst/>
          </a:prstGeom>
        </p:spPr>
        <p:txBody>
          <a:bodyPr/>
          <a:lstStyle>
            <a:lvl1pPr marL="0" indent="0">
              <a:buNone/>
              <a:defRPr sz="1499" b="1" i="0">
                <a:solidFill>
                  <a:srgbClr val="1B417B"/>
                </a:solidFill>
                <a:latin typeface="Avenir Roman" panose="020B0503020203020204"/>
                <a:ea typeface="Avenir Roman" panose="020B0503020203020204"/>
                <a:cs typeface="Avenir Roman" panose="020B0503020203020204"/>
              </a:defRPr>
            </a:lvl1pPr>
            <a:lvl2pPr marL="457006" indent="0">
              <a:buNone/>
              <a:defRPr sz="1200"/>
            </a:lvl2pPr>
            <a:lvl3pPr marL="914012" indent="0">
              <a:buNone/>
              <a:defRPr sz="1050"/>
            </a:lvl3pPr>
            <a:lvl4pPr marL="1371018" indent="0">
              <a:buNone/>
              <a:defRPr sz="900"/>
            </a:lvl4pPr>
            <a:lvl5pPr marL="1828023" indent="0">
              <a:buNone/>
              <a:defRPr sz="900"/>
            </a:lvl5pPr>
          </a:lstStyle>
          <a:p>
            <a:pPr lvl="0"/>
            <a:r>
              <a:rPr lang="en-US" dirty="0"/>
              <a:t>Click to edit Master text styles</a:t>
            </a:r>
          </a:p>
        </p:txBody>
      </p:sp>
      <p:sp>
        <p:nvSpPr>
          <p:cNvPr id="138" name="Text Placeholder 27"/>
          <p:cNvSpPr>
            <a:spLocks noGrp="1"/>
          </p:cNvSpPr>
          <p:nvPr>
            <p:ph type="body" sz="quarter" idx="15" hasCustomPrompt="1"/>
          </p:nvPr>
        </p:nvSpPr>
        <p:spPr>
          <a:xfrm>
            <a:off x="3898712" y="5414817"/>
            <a:ext cx="2739635" cy="741760"/>
          </a:xfrm>
          <a:prstGeom prst="rect">
            <a:avLst/>
          </a:prstGeom>
        </p:spPr>
        <p:txBody>
          <a:bodyPr/>
          <a:lstStyle>
            <a:lvl1pPr marL="0" indent="0">
              <a:lnSpc>
                <a:spcPct val="100000"/>
              </a:lnSpc>
              <a:spcAft>
                <a:spcPts val="1349"/>
              </a:spcAft>
              <a:buNone/>
              <a:defRPr sz="1349" baseline="0">
                <a:solidFill>
                  <a:srgbClr val="1B417B"/>
                </a:solidFill>
                <a:latin typeface="Avenir Roman" panose="020B0503020203020204"/>
              </a:defRPr>
            </a:lvl1pPr>
            <a:lvl2pPr marL="457006" indent="0">
              <a:buNone/>
              <a:defRPr sz="1349">
                <a:solidFill>
                  <a:schemeClr val="bg1"/>
                </a:solidFill>
              </a:defRPr>
            </a:lvl2pPr>
            <a:lvl3pPr marL="914012" indent="0">
              <a:buNone/>
              <a:defRPr sz="1200">
                <a:solidFill>
                  <a:schemeClr val="bg1"/>
                </a:solidFill>
              </a:defRPr>
            </a:lvl3pPr>
            <a:lvl4pPr marL="1371018" indent="0">
              <a:buNone/>
              <a:defRPr sz="1050">
                <a:solidFill>
                  <a:schemeClr val="bg1"/>
                </a:solidFill>
              </a:defRPr>
            </a:lvl4pPr>
            <a:lvl5pPr marL="1828023" indent="0">
              <a:buNone/>
              <a:defRPr sz="1050">
                <a:solidFill>
                  <a:schemeClr val="bg1"/>
                </a:solidFill>
              </a:defRPr>
            </a:lvl5pPr>
          </a:lstStyle>
          <a:p>
            <a:pPr lvl="0"/>
            <a:r>
              <a:rPr lang="en-US" dirty="0"/>
              <a:t>Designation, </a:t>
            </a:r>
            <a:br>
              <a:rPr lang="en-US" dirty="0"/>
            </a:br>
            <a:r>
              <a:rPr lang="en-US" dirty="0"/>
              <a:t>Email address</a:t>
            </a:r>
          </a:p>
        </p:txBody>
      </p:sp>
    </p:spTree>
    <p:extLst>
      <p:ext uri="{BB962C8B-B14F-4D97-AF65-F5344CB8AC3E}">
        <p14:creationId xmlns:p14="http://schemas.microsoft.com/office/powerpoint/2010/main" val="341203661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pic>
        <p:nvPicPr>
          <p:cNvPr id="11" name="Content Placeholder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2524"/>
            <a:ext cx="12188950" cy="6857999"/>
          </a:xfrm>
          <a:prstGeom prst="rect">
            <a:avLst/>
          </a:prstGeom>
        </p:spPr>
      </p:pic>
      <p:sp>
        <p:nvSpPr>
          <p:cNvPr id="8" name="Rectangle 7"/>
          <p:cNvSpPr/>
          <p:nvPr userDrawn="1"/>
        </p:nvSpPr>
        <p:spPr>
          <a:xfrm>
            <a:off x="11484429" y="6565557"/>
            <a:ext cx="276260" cy="292443"/>
          </a:xfrm>
          <a:prstGeom prst="rect">
            <a:avLst/>
          </a:prstGeom>
          <a:solidFill>
            <a:srgbClr val="26A8DF"/>
          </a:solidFill>
          <a:ln>
            <a:noFill/>
          </a:ln>
          <a:effectLst>
            <a:outerShdw blurRad="50800" dist="38100" dir="16200000"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0F1269E9-5B8B-4D8F-B9F6-F90DDC202404}" type="slidenum">
              <a:rPr lang="en-US" sz="1000" smtClean="0"/>
              <a:pPr marL="0" marR="0" lvl="0" indent="0" algn="ctr" defTabSz="914400" rtl="0" eaLnBrk="1" fontAlgn="auto" latinLnBrk="0" hangingPunct="1">
                <a:lnSpc>
                  <a:spcPct val="100000"/>
                </a:lnSpc>
                <a:spcBef>
                  <a:spcPts val="0"/>
                </a:spcBef>
                <a:spcAft>
                  <a:spcPts val="0"/>
                </a:spcAft>
                <a:buClrTx/>
                <a:buSzTx/>
                <a:buFontTx/>
                <a:buNone/>
                <a:tabLst/>
                <a:defRPr/>
              </a:pPr>
              <a:t>‹#›</a:t>
            </a:fld>
            <a:endParaRPr lang="en-US" sz="1100" dirty="0"/>
          </a:p>
        </p:txBody>
      </p:sp>
      <p:sp>
        <p:nvSpPr>
          <p:cNvPr id="2" name="Title 1"/>
          <p:cNvSpPr>
            <a:spLocks noGrp="1"/>
          </p:cNvSpPr>
          <p:nvPr>
            <p:ph type="title"/>
          </p:nvPr>
        </p:nvSpPr>
        <p:spPr>
          <a:xfrm>
            <a:off x="224588" y="1"/>
            <a:ext cx="9986211" cy="1002632"/>
          </a:xfrm>
        </p:spPr>
        <p:txBody>
          <a:bodyPr>
            <a:normAutofit/>
          </a:bodyPr>
          <a:lstStyle>
            <a:lvl1pPr>
              <a:defRPr sz="3200">
                <a:solidFill>
                  <a:srgbClr val="27AAE2"/>
                </a:solidFill>
                <a:latin typeface="+mj-lt"/>
              </a:defRPr>
            </a:lvl1pPr>
          </a:lstStyle>
          <a:p>
            <a:r>
              <a:rPr lang="en-US" dirty="0"/>
              <a:t>Click to edit Master title style</a:t>
            </a:r>
          </a:p>
        </p:txBody>
      </p:sp>
      <p:sp>
        <p:nvSpPr>
          <p:cNvPr id="3" name="Content Placeholder 2"/>
          <p:cNvSpPr>
            <a:spLocks noGrp="1"/>
          </p:cNvSpPr>
          <p:nvPr>
            <p:ph idx="1"/>
          </p:nvPr>
        </p:nvSpPr>
        <p:spPr>
          <a:xfrm>
            <a:off x="224587" y="1167898"/>
            <a:ext cx="11606465" cy="5051927"/>
          </a:xfrm>
        </p:spPr>
        <p:txBody>
          <a:bodyPr>
            <a:normAutofit/>
          </a:bodyPr>
          <a:lstStyle>
            <a:lvl1pPr>
              <a:defRPr sz="1800"/>
            </a:lvl1pPr>
            <a:lvl2pPr>
              <a:defRPr sz="1600"/>
            </a:lvl2pPr>
            <a:lvl3pPr>
              <a:defRPr sz="1400"/>
            </a:lvl3pPr>
            <a:lvl4pPr>
              <a:defRPr sz="12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a:p>
        </p:txBody>
      </p:sp>
      <p:pic>
        <p:nvPicPr>
          <p:cNvPr id="9" name="Picture 8"/>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368842" y="299372"/>
            <a:ext cx="1391847" cy="435398"/>
          </a:xfrm>
          <a:prstGeom prst="rect">
            <a:avLst/>
          </a:prstGeom>
        </p:spPr>
      </p:pic>
      <p:sp>
        <p:nvSpPr>
          <p:cNvPr id="12" name="TextBox 11"/>
          <p:cNvSpPr txBox="1"/>
          <p:nvPr userDrawn="1"/>
        </p:nvSpPr>
        <p:spPr>
          <a:xfrm>
            <a:off x="10451136" y="683192"/>
            <a:ext cx="1391871" cy="405555"/>
          </a:xfrm>
          <a:prstGeom prst="rect">
            <a:avLst/>
          </a:prstGeom>
          <a:noFill/>
        </p:spPr>
        <p:txBody>
          <a:bodyPr wrap="square" rtlCol="0">
            <a:spAutoFit/>
          </a:bodyPr>
          <a:lstStyle/>
          <a:p>
            <a:r>
              <a:rPr lang="en-IN" sz="1200" dirty="0">
                <a:hlinkClick r:id="rId4"/>
              </a:rPr>
              <a:t>www.infogain.com</a:t>
            </a:r>
            <a:endParaRPr lang="en-IN" sz="1200" dirty="0"/>
          </a:p>
        </p:txBody>
      </p:sp>
    </p:spTree>
    <p:extLst>
      <p:ext uri="{BB962C8B-B14F-4D97-AF65-F5344CB8AC3E}">
        <p14:creationId xmlns:p14="http://schemas.microsoft.com/office/powerpoint/2010/main" val="428709927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185"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3401893378"/>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le Slid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209"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75000"/>
              <a:lumOff val="2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627033950"/>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Title Slide tan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233"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139250"/>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 xmlns:a16="http://schemas.microsoft.com/office/drawing/2014/main" id="{B6EC5BDD-FA11-9E4A-077F-9E7A240FE274}"/>
              </a:ext>
            </a:extLst>
          </p:cNvPr>
          <p:cNvSpPr/>
          <p:nvPr userDrawn="1"/>
        </p:nvSpPr>
        <p:spPr>
          <a:xfrm>
            <a:off x="351131" y="6569272"/>
            <a:ext cx="2457724" cy="215444"/>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1"/>
                </a:solidFill>
                <a:effectLst/>
                <a:uLnTx/>
                <a:uFillTx/>
                <a:latin typeface="+mj-lt"/>
                <a:ea typeface="+mn-ea"/>
                <a:cs typeface="Arial" panose="020B0604020202020204" pitchFamily="34" charset="0"/>
              </a:rPr>
              <a:t>Copyright 2026, Strictly Confidential, All rights reserved</a:t>
            </a:r>
          </a:p>
        </p:txBody>
      </p:sp>
      <p:sp>
        <p:nvSpPr>
          <p:cNvPr id="6" name="Text Placeholder 5">
            <a:extLst>
              <a:ext uri="{FF2B5EF4-FFF2-40B4-BE49-F238E27FC236}">
                <a16:creationId xmlns="" xmlns:a16="http://schemas.microsoft.com/office/drawing/2014/main" id="{F3E166E2-167C-03A2-FB2E-A293D36B3F0D}"/>
              </a:ext>
            </a:extLst>
          </p:cNvPr>
          <p:cNvSpPr>
            <a:spLocks noGrp="1"/>
          </p:cNvSpPr>
          <p:nvPr>
            <p:ph type="body" sz="quarter" idx="11" hasCustomPrompt="1"/>
          </p:nvPr>
        </p:nvSpPr>
        <p:spPr>
          <a:xfrm>
            <a:off x="463550" y="4358333"/>
            <a:ext cx="4522786"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2318749275"/>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2_Title Slide Carbon with sub">
    <p:bg>
      <p:bgPr>
        <a:solidFill>
          <a:schemeClr val="tx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257"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alpha val="1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0" y="2137803"/>
            <a:ext cx="4522787" cy="2139250"/>
          </a:xfrm>
        </p:spPr>
        <p:txBody>
          <a:bodyPr vert="horz" anchor="t"/>
          <a:lstStyle>
            <a:lvl1pPr algn="l">
              <a:defRPr sz="4800">
                <a:solidFill>
                  <a:schemeClr val="bg1"/>
                </a:solidFill>
              </a:defRPr>
            </a:lvl1pPr>
          </a:lstStyle>
          <a:p>
            <a:r>
              <a:rPr lang="en-US" dirty="0"/>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date</a:t>
            </a:r>
            <a:br>
              <a:rPr lang="en-US" dirty="0"/>
            </a:br>
            <a:r>
              <a:rPr lang="en-US" dirty="0"/>
              <a:t>presenter</a:t>
            </a:r>
            <a:br>
              <a:rPr lang="en-US" dirty="0"/>
            </a:br>
            <a:r>
              <a:rPr lang="en-US" dirty="0"/>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 xmlns:a16="http://schemas.microsoft.com/office/drawing/2014/main" id="{B6EC5BDD-FA11-9E4A-077F-9E7A240FE274}"/>
              </a:ext>
            </a:extLst>
          </p:cNvPr>
          <p:cNvSpPr/>
          <p:nvPr userDrawn="1"/>
        </p:nvSpPr>
        <p:spPr>
          <a:xfrm>
            <a:off x="351131" y="6569272"/>
            <a:ext cx="2457724" cy="215444"/>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1"/>
                </a:solidFill>
                <a:effectLst/>
                <a:uLnTx/>
                <a:uFillTx/>
                <a:latin typeface="+mj-lt"/>
                <a:ea typeface="+mn-ea"/>
                <a:cs typeface="Arial" panose="020B0604020202020204" pitchFamily="34" charset="0"/>
              </a:rPr>
              <a:t>Copyright 2026, Strictly Confidential, All rights reserved</a:t>
            </a:r>
          </a:p>
        </p:txBody>
      </p:sp>
      <p:sp>
        <p:nvSpPr>
          <p:cNvPr id="6" name="Text Placeholder 5">
            <a:extLst>
              <a:ext uri="{FF2B5EF4-FFF2-40B4-BE49-F238E27FC236}">
                <a16:creationId xmlns="" xmlns:a16="http://schemas.microsoft.com/office/drawing/2014/main" id="{F3E166E2-167C-03A2-FB2E-A293D36B3F0D}"/>
              </a:ext>
            </a:extLst>
          </p:cNvPr>
          <p:cNvSpPr>
            <a:spLocks noGrp="1"/>
          </p:cNvSpPr>
          <p:nvPr>
            <p:ph type="body" sz="quarter" idx="11" hasCustomPrompt="1"/>
          </p:nvPr>
        </p:nvSpPr>
        <p:spPr>
          <a:xfrm>
            <a:off x="463550" y="4358333"/>
            <a:ext cx="4522787" cy="1067435"/>
          </a:xfrm>
        </p:spPr>
        <p:txBody>
          <a:bodyPr/>
          <a:lstStyle>
            <a:lvl1pPr>
              <a:defRPr sz="1800">
                <a:solidFill>
                  <a:schemeClr val="bg1"/>
                </a:solidFill>
              </a:defRPr>
            </a:lvl1pPr>
            <a:lvl2pPr>
              <a:buNone/>
              <a:defRPr/>
            </a:lvl2pPr>
          </a:lstStyle>
          <a:p>
            <a:pPr lvl="0"/>
            <a:r>
              <a:rPr lang="en-US" dirty="0"/>
              <a:t>Click to edit Subtitle text styles</a:t>
            </a:r>
          </a:p>
        </p:txBody>
      </p:sp>
    </p:spTree>
    <p:extLst>
      <p:ext uri="{BB962C8B-B14F-4D97-AF65-F5344CB8AC3E}">
        <p14:creationId xmlns:p14="http://schemas.microsoft.com/office/powerpoint/2010/main" val="3376379661"/>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281"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 xmlns:a16="http://schemas.microsoft.com/office/drawing/2014/main"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Tree>
    <p:extLst>
      <p:ext uri="{BB962C8B-B14F-4D97-AF65-F5344CB8AC3E}">
        <p14:creationId xmlns:p14="http://schemas.microsoft.com/office/powerpoint/2010/main" val="3244807063"/>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35594808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2305"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 xmlns:a16="http://schemas.microsoft.com/office/drawing/2014/main"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3803463182"/>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le Slide Image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329"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 xmlns:a16="http://schemas.microsoft.com/office/drawing/2014/main"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5" name="Text Placeholder 5">
            <a:extLst>
              <a:ext uri="{FF2B5EF4-FFF2-40B4-BE49-F238E27FC236}">
                <a16:creationId xmlns="" xmlns:a16="http://schemas.microsoft.com/office/drawing/2014/main" id="{4807174D-FDC5-E4A1-2632-800C1838B05D}"/>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2444204196"/>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itle Slide Image (Carbon) with sub">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35594808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353"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 xmlns:a16="http://schemas.microsoft.com/office/drawing/2014/main"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Text Placeholder 5">
            <a:extLst>
              <a:ext uri="{FF2B5EF4-FFF2-40B4-BE49-F238E27FC236}">
                <a16:creationId xmlns="" xmlns:a16="http://schemas.microsoft.com/office/drawing/2014/main" id="{DFBA4D4C-B779-20CD-83F2-4B8BF48E5510}"/>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1801812116"/>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377"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6" y="1305349"/>
            <a:ext cx="5571718" cy="4247317"/>
          </a:xfrm>
          <a:prstGeom prst="rect">
            <a:avLst/>
          </a:prstGeom>
          <a:noFill/>
        </p:spPr>
        <p:txBody>
          <a:bodyPr wrap="none" lIns="0" tIns="0" rIns="0" bIns="0" rtlCol="0" anchor="ctr">
            <a:spAutoFit/>
          </a:bodyPr>
          <a:lstStyle/>
          <a:p>
            <a:pPr algn="ctr"/>
            <a:r>
              <a:rPr lang="en-US" sz="13800"/>
              <a:t>Text </a:t>
            </a:r>
          </a:p>
          <a:p>
            <a:pPr algn="ctr"/>
            <a:r>
              <a:rPr lang="en-US" sz="13800"/>
              <a:t>layouts</a:t>
            </a:r>
          </a:p>
        </p:txBody>
      </p:sp>
    </p:spTree>
    <p:extLst>
      <p:ext uri="{BB962C8B-B14F-4D97-AF65-F5344CB8AC3E}">
        <p14:creationId xmlns:p14="http://schemas.microsoft.com/office/powerpoint/2010/main" val="173265446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40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163539166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42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356928914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5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44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a:solidFill>
                  <a:schemeClr val="bg1"/>
                </a:solidFill>
              </a:defRPr>
            </a:lvl1pPr>
          </a:lstStyle>
          <a:p>
            <a:r>
              <a:rPr lang="en-US" dirty="0"/>
              <a:t>Click to edit Master title style</a:t>
            </a:r>
          </a:p>
        </p:txBody>
      </p:sp>
      <p:sp>
        <p:nvSpPr>
          <p:cNvPr id="3" name="Slide Number Placeholder 5">
            <a:extLst>
              <a:ext uri="{FF2B5EF4-FFF2-40B4-BE49-F238E27FC236}">
                <a16:creationId xmlns="" xmlns:a16="http://schemas.microsoft.com/office/drawing/2014/main" id="{CC8AF0B6-0637-CB51-5AF0-8CB1F1E91D71}"/>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4" name="Page# static">
            <a:extLst>
              <a:ext uri="{FF2B5EF4-FFF2-40B4-BE49-F238E27FC236}">
                <a16:creationId xmlns="" xmlns:a16="http://schemas.microsoft.com/office/drawing/2014/main" id="{56D23D15-E61C-2B0F-9932-CD8A555451CC}"/>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5" name="TextBox 4">
            <a:extLst>
              <a:ext uri="{FF2B5EF4-FFF2-40B4-BE49-F238E27FC236}">
                <a16:creationId xmlns="" xmlns:a16="http://schemas.microsoft.com/office/drawing/2014/main" id="{1F217B56-9CBB-6830-CE79-981D5D5BA8F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6" name="TextBox 5">
            <a:extLst>
              <a:ext uri="{FF2B5EF4-FFF2-40B4-BE49-F238E27FC236}">
                <a16:creationId xmlns="" xmlns:a16="http://schemas.microsoft.com/office/drawing/2014/main" id="{C812D442-5F38-93DE-FFA5-DD2464B12E3F}"/>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298837965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Text, segment tit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473"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370990501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6_Text, segment titl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497"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130368937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7_Text, segment 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52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lvl1pPr>
              <a:defRPr baseline="0">
                <a:solidFill>
                  <a:schemeClr val="bg1"/>
                </a:solidFill>
              </a:defRPr>
            </a:lvl1pPr>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baseline="0">
                <a:solidFill>
                  <a:srgbClr val="DAD2CB"/>
                </a:solidFill>
                <a:latin typeface="+mn-lt"/>
              </a:defRPr>
            </a:lvl1pPr>
          </a:lstStyle>
          <a:p>
            <a:pPr lvl="0"/>
            <a:r>
              <a:rPr lang="en-US" dirty="0"/>
              <a:t>Segment Title</a:t>
            </a:r>
          </a:p>
        </p:txBody>
      </p:sp>
      <p:sp>
        <p:nvSpPr>
          <p:cNvPr id="3" name="Slide Number Placeholder 5">
            <a:extLst>
              <a:ext uri="{FF2B5EF4-FFF2-40B4-BE49-F238E27FC236}">
                <a16:creationId xmlns="" xmlns:a16="http://schemas.microsoft.com/office/drawing/2014/main" id="{7828F419-9D5C-E883-4CC0-CCBA4E68824B}"/>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33E709FB-3860-930F-75A5-DF2DB1EB704B}"/>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6" name="TextBox 5">
            <a:extLst>
              <a:ext uri="{FF2B5EF4-FFF2-40B4-BE49-F238E27FC236}">
                <a16:creationId xmlns="" xmlns:a16="http://schemas.microsoft.com/office/drawing/2014/main" id="{431FF450-A988-F9C4-8920-02798A20AF99}"/>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7" name="TextBox 6">
            <a:extLst>
              <a:ext uri="{FF2B5EF4-FFF2-40B4-BE49-F238E27FC236}">
                <a16:creationId xmlns="" xmlns:a16="http://schemas.microsoft.com/office/drawing/2014/main" id="{55F1D2FB-B878-4758-E599-AB15A50C4F89}"/>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36334173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Text, Subtitl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54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18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25396130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Text, Subtitle Tan">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56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11746288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Text, Sub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4593"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baseline="0">
                <a:solidFill>
                  <a:schemeClr val="bg1"/>
                </a:solidFill>
              </a:defRPr>
            </a:lvl1pPr>
          </a:lstStyle>
          <a:p>
            <a:r>
              <a:rPr lang="en-US" dirty="0"/>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DAD2CB"/>
                </a:solidFill>
              </a:defRPr>
            </a:lvl1pPr>
          </a:lstStyle>
          <a:p>
            <a:pPr lvl="0"/>
            <a:r>
              <a:rPr lang="en-US" dirty="0"/>
              <a:t>Click to edit Master text styles</a:t>
            </a:r>
          </a:p>
        </p:txBody>
      </p:sp>
      <p:sp>
        <p:nvSpPr>
          <p:cNvPr id="3" name="Slide Number Placeholder 5">
            <a:extLst>
              <a:ext uri="{FF2B5EF4-FFF2-40B4-BE49-F238E27FC236}">
                <a16:creationId xmlns="" xmlns:a16="http://schemas.microsoft.com/office/drawing/2014/main" id="{5C04FE88-5B63-D42D-FB0F-8DCAA2CC1B5F}"/>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4" name="Page# static">
            <a:extLst>
              <a:ext uri="{FF2B5EF4-FFF2-40B4-BE49-F238E27FC236}">
                <a16:creationId xmlns="" xmlns:a16="http://schemas.microsoft.com/office/drawing/2014/main" id="{0C3F33B2-F41C-7E62-B0F4-3A640446E682}"/>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6" name="TextBox 5">
            <a:extLst>
              <a:ext uri="{FF2B5EF4-FFF2-40B4-BE49-F238E27FC236}">
                <a16:creationId xmlns="" xmlns:a16="http://schemas.microsoft.com/office/drawing/2014/main" id="{1B27042B-4786-DA51-FE00-470E352278C5}"/>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7" name="TextBox 6">
            <a:extLst>
              <a:ext uri="{FF2B5EF4-FFF2-40B4-BE49-F238E27FC236}">
                <a16:creationId xmlns="" xmlns:a16="http://schemas.microsoft.com/office/drawing/2014/main" id="{32866130-ED2C-3529-A118-1BF6B828C553}"/>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383144530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7_Text, Subtitle 2 lin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5617"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277455561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8_Text, Subtitle 2 line whit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664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399507392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9_Text, Subtitle 2 line bal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766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baseline="0">
                <a:solidFill>
                  <a:schemeClr val="bg1"/>
                </a:solidFill>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BEB4AA"/>
                </a:solidFill>
              </a:defRPr>
            </a:lvl1pPr>
          </a:lstStyle>
          <a:p>
            <a:pPr lvl="0"/>
            <a:r>
              <a:rPr lang="en-US" dirty="0"/>
              <a:t>Click to edit Sub title text styles</a:t>
            </a:r>
          </a:p>
        </p:txBody>
      </p:sp>
      <p:sp>
        <p:nvSpPr>
          <p:cNvPr id="3" name="Slide Number Placeholder 5">
            <a:extLst>
              <a:ext uri="{FF2B5EF4-FFF2-40B4-BE49-F238E27FC236}">
                <a16:creationId xmlns="" xmlns:a16="http://schemas.microsoft.com/office/drawing/2014/main" id="{221AE987-34E9-A564-0E09-610171BEF8D0}"/>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4" name="Page# static">
            <a:extLst>
              <a:ext uri="{FF2B5EF4-FFF2-40B4-BE49-F238E27FC236}">
                <a16:creationId xmlns="" xmlns:a16="http://schemas.microsoft.com/office/drawing/2014/main" id="{F0A5C614-D4E6-0B1C-28F8-18F3C0215C0F}"/>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6" name="TextBox 5">
            <a:extLst>
              <a:ext uri="{FF2B5EF4-FFF2-40B4-BE49-F238E27FC236}">
                <a16:creationId xmlns="" xmlns:a16="http://schemas.microsoft.com/office/drawing/2014/main" id="{199D4CD5-5CA8-A6AE-C4DA-AC34CBB80A96}"/>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7" name="TextBox 6">
            <a:extLst>
              <a:ext uri="{FF2B5EF4-FFF2-40B4-BE49-F238E27FC236}">
                <a16:creationId xmlns="" xmlns:a16="http://schemas.microsoft.com/office/drawing/2014/main" id="{DB465DA4-4FF4-125F-8FD7-C47DE183D946}"/>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214518747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868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146347042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6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9713"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Slide Number Placeholder 5">
            <a:extLst>
              <a:ext uri="{FF2B5EF4-FFF2-40B4-BE49-F238E27FC236}">
                <a16:creationId xmlns="" xmlns:a16="http://schemas.microsoft.com/office/drawing/2014/main" id="{D8B7D274-6871-B216-3351-206532447276}"/>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3" name="Page# static">
            <a:extLst>
              <a:ext uri="{FF2B5EF4-FFF2-40B4-BE49-F238E27FC236}">
                <a16:creationId xmlns="" xmlns:a16="http://schemas.microsoft.com/office/drawing/2014/main" id="{D9C90822-4E17-2BF3-F599-CDBF42ACC741}"/>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4" name="TextBox 3">
            <a:extLst>
              <a:ext uri="{FF2B5EF4-FFF2-40B4-BE49-F238E27FC236}">
                <a16:creationId xmlns="" xmlns:a16="http://schemas.microsoft.com/office/drawing/2014/main" id="{C6B7901C-9B47-1346-B4DA-693BBAFF1CA7}"/>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5" name="TextBox 4">
            <a:extLst>
              <a:ext uri="{FF2B5EF4-FFF2-40B4-BE49-F238E27FC236}">
                <a16:creationId xmlns="" xmlns:a16="http://schemas.microsoft.com/office/drawing/2014/main" id="{9409BF9A-824C-C273-8FFE-DCDB8505A75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102819473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0737"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61700184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176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 xmlns:a16="http://schemas.microsoft.com/office/drawing/2014/main" id="{5DF034D4-F3BF-A3BC-2682-92693FE66700}"/>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95740892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xt, 1 colm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278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 xmlns:a16="http://schemas.microsoft.com/office/drawing/2014/main" id="{AF7CFF7C-DD05-FBD0-EC42-5B3B2623C61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21972812"/>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xt, 2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7828564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380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2039CF61-BC0B-0C5A-4B1F-29A1408D08E6}"/>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 xmlns:a16="http://schemas.microsoft.com/office/drawing/2014/main" id="{79E224EB-2584-4586-5CAE-B2DA13E47865}"/>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49088240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xt, 2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7828564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483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34BDFC45-26E7-B22B-E2E3-D1E25A860398}"/>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 xmlns:a16="http://schemas.microsoft.com/office/drawing/2014/main" id="{333DF1E7-E105-0A8E-CEAC-430E638AD763}"/>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996250744"/>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ext, 3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585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8151811" y="1617663"/>
            <a:ext cx="3479801" cy="3773487"/>
          </a:xfrm>
        </p:spPr>
        <p:txBody>
          <a:bodyPr/>
          <a:lstStyle>
            <a:lvl1pPr indent="0">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07D28B80-9D26-C148-BDC5-AAE69000AB65}"/>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65838509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ext, 3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688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8151811"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B0402912-59DF-6C93-730A-EB759B71CC4D}"/>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08026809"/>
      </p:ext>
    </p:extLst>
  </p:cSld>
  <p:clrMapOvr>
    <a:overrideClrMapping bg1="dk1" tx1="lt1" bg2="dk2" tx2="lt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ext, 4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790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 xmlns:a16="http://schemas.microsoft.com/office/drawing/2014/main"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 xmlns:a16="http://schemas.microsoft.com/office/drawing/2014/main" id="{114DB186-44E3-D211-630F-C6A35B18B5B6}"/>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49375898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ext, 4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892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 xmlns:a16="http://schemas.microsoft.com/office/drawing/2014/main"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 xmlns:a16="http://schemas.microsoft.com/office/drawing/2014/main" id="{55FFEBE0-720A-1ACB-64EA-FFAABCF68577}"/>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011219420"/>
      </p:ext>
    </p:extLst>
  </p:cSld>
  <p:clrMapOvr>
    <a:overrideClrMapping bg1="dk1" tx1="lt1" bg2="dk2" tx2="lt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ext, 2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995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B92D2E64-6BB9-928D-83F1-D878F96BBED4}"/>
              </a:ext>
            </a:extLst>
          </p:cNvPr>
          <p:cNvSpPr/>
          <p:nvPr userDrawn="1"/>
        </p:nvSpPr>
        <p:spPr>
          <a:xfrm>
            <a:off x="6148388"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92761254"/>
      </p:ext>
    </p:extLst>
  </p:cSld>
  <p:clrMapOvr>
    <a:overrideClrMapping bg1="lt1" tx1="dk1" bg2="lt2" tx2="dk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ext, 2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097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B92D2E64-6BB9-928D-83F1-D878F96BBED4}"/>
              </a:ext>
            </a:extLst>
          </p:cNvPr>
          <p:cNvSpPr>
            <a:spLocks noGrp="1" noRot="1" noMove="1" noResize="1" noEditPoints="1" noAdjustHandles="1" noChangeArrowheads="1" noChangeShapeType="1"/>
          </p:cNvSpPr>
          <p:nvPr userDrawn="1"/>
        </p:nvSpPr>
        <p:spPr>
          <a:xfrm>
            <a:off x="6148388"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703785534"/>
      </p:ext>
    </p:extLst>
  </p:cSld>
  <p:clrMapOvr>
    <a:overrideClrMapping bg1="dk1" tx1="lt1" bg2="dk2" tx2="lt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ext, 3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200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3681413"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B92D2E64-6BB9-928D-83F1-D878F96BBED4}"/>
              </a:ext>
            </a:extLst>
          </p:cNvPr>
          <p:cNvSpPr/>
          <p:nvPr userDrawn="1"/>
        </p:nvSpPr>
        <p:spPr>
          <a:xfrm>
            <a:off x="4253436"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68397"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4442950"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1525"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444305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3" name="Rectangle 2">
            <a:extLst>
              <a:ext uri="{FF2B5EF4-FFF2-40B4-BE49-F238E27FC236}">
                <a16:creationId xmlns="" xmlns:a16="http://schemas.microsoft.com/office/drawing/2014/main" id="{03B89EE7-E754-D1FA-1426-29223B3B4CC6}"/>
              </a:ext>
            </a:extLst>
          </p:cNvPr>
          <p:cNvSpPr/>
          <p:nvPr userDrawn="1"/>
        </p:nvSpPr>
        <p:spPr>
          <a:xfrm>
            <a:off x="8043659"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13">
            <a:extLst>
              <a:ext uri="{FF2B5EF4-FFF2-40B4-BE49-F238E27FC236}">
                <a16:creationId xmlns="" xmlns:a16="http://schemas.microsoft.com/office/drawing/2014/main" id="{5AFC5DED-0840-16E5-8F18-4379BF12D5F2}"/>
              </a:ext>
            </a:extLst>
          </p:cNvPr>
          <p:cNvSpPr>
            <a:spLocks noGrp="1"/>
          </p:cNvSpPr>
          <p:nvPr>
            <p:ph type="pic" sz="quarter" idx="16" hasCustomPrompt="1"/>
          </p:nvPr>
        </p:nvSpPr>
        <p:spPr>
          <a:xfrm>
            <a:off x="8233173" y="1768475"/>
            <a:ext cx="649288" cy="646113"/>
          </a:xfrm>
        </p:spPr>
        <p:txBody>
          <a:bodyPr/>
          <a:lstStyle>
            <a:lvl1pPr>
              <a:defRPr sz="800"/>
            </a:lvl1pPr>
          </a:lstStyle>
          <a:p>
            <a:r>
              <a:rPr lang="en-US"/>
              <a:t>Icon</a:t>
            </a:r>
          </a:p>
        </p:txBody>
      </p:sp>
      <p:sp>
        <p:nvSpPr>
          <p:cNvPr id="5" name="Text Placeholder 2">
            <a:extLst>
              <a:ext uri="{FF2B5EF4-FFF2-40B4-BE49-F238E27FC236}">
                <a16:creationId xmlns="" xmlns:a16="http://schemas.microsoft.com/office/drawing/2014/main" id="{1D9C80B5-F2B1-5142-E9EE-47BC3FF2F2C1}"/>
              </a:ext>
            </a:extLst>
          </p:cNvPr>
          <p:cNvSpPr>
            <a:spLocks noGrp="1"/>
          </p:cNvSpPr>
          <p:nvPr>
            <p:ph type="body" idx="17"/>
          </p:nvPr>
        </p:nvSpPr>
        <p:spPr>
          <a:xfrm>
            <a:off x="8233282"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87668371"/>
      </p:ext>
    </p:extLst>
  </p:cSld>
  <p:clrMapOvr>
    <a:overrideClrMapping bg1="lt1" tx1="dk1" bg2="lt2" tx2="dk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xt, 3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29038428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302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3681413"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B92D2E64-6BB9-928D-83F1-D878F96BBED4}"/>
              </a:ext>
            </a:extLst>
          </p:cNvPr>
          <p:cNvSpPr>
            <a:spLocks noGrp="1" noRot="1" noMove="1" noResize="1" noEditPoints="1" noAdjustHandles="1" noChangeArrowheads="1" noChangeShapeType="1"/>
          </p:cNvSpPr>
          <p:nvPr userDrawn="1"/>
        </p:nvSpPr>
        <p:spPr>
          <a:xfrm>
            <a:off x="4253436"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 xmlns:a16="http://schemas.microsoft.com/office/drawing/2014/main" id="{03B89EE7-E754-D1FA-1426-29223B3B4CC6}"/>
              </a:ext>
            </a:extLst>
          </p:cNvPr>
          <p:cNvSpPr>
            <a:spLocks noGrp="1" noRot="1" noMove="1" noResize="1" noEditPoints="1" noAdjustHandles="1" noChangeArrowheads="1" noChangeShapeType="1"/>
          </p:cNvSpPr>
          <p:nvPr userDrawn="1"/>
        </p:nvSpPr>
        <p:spPr>
          <a:xfrm>
            <a:off x="8043659"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444658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4446696"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4" name="Picture Placeholder 13">
            <a:extLst>
              <a:ext uri="{FF2B5EF4-FFF2-40B4-BE49-F238E27FC236}">
                <a16:creationId xmlns="" xmlns:a16="http://schemas.microsoft.com/office/drawing/2014/main" id="{5AFC5DED-0840-16E5-8F18-4379BF12D5F2}"/>
              </a:ext>
            </a:extLst>
          </p:cNvPr>
          <p:cNvSpPr>
            <a:spLocks noGrp="1"/>
          </p:cNvSpPr>
          <p:nvPr>
            <p:ph type="pic" sz="quarter" idx="16" hasCustomPrompt="1"/>
          </p:nvPr>
        </p:nvSpPr>
        <p:spPr>
          <a:xfrm>
            <a:off x="8236810" y="1768475"/>
            <a:ext cx="649288" cy="646113"/>
          </a:xfrm>
        </p:spPr>
        <p:txBody>
          <a:bodyPr/>
          <a:lstStyle>
            <a:lvl1pPr>
              <a:defRPr sz="800"/>
            </a:lvl1pPr>
          </a:lstStyle>
          <a:p>
            <a:r>
              <a:rPr lang="en-US"/>
              <a:t>Icon</a:t>
            </a:r>
          </a:p>
        </p:txBody>
      </p:sp>
      <p:sp>
        <p:nvSpPr>
          <p:cNvPr id="5" name="Text Placeholder 2">
            <a:extLst>
              <a:ext uri="{FF2B5EF4-FFF2-40B4-BE49-F238E27FC236}">
                <a16:creationId xmlns="" xmlns:a16="http://schemas.microsoft.com/office/drawing/2014/main" id="{1D9C80B5-F2B1-5142-E9EE-47BC3FF2F2C1}"/>
              </a:ext>
            </a:extLst>
          </p:cNvPr>
          <p:cNvSpPr>
            <a:spLocks noGrp="1"/>
          </p:cNvSpPr>
          <p:nvPr>
            <p:ph type="body" idx="17"/>
          </p:nvPr>
        </p:nvSpPr>
        <p:spPr>
          <a:xfrm>
            <a:off x="823691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968536738"/>
      </p:ext>
    </p:extLst>
  </p:cSld>
  <p:clrMapOvr>
    <a:overrideClrMapping bg1="dk1" tx1="lt1" bg2="dk2" tx2="lt2" accent1="accent1" accent2="accent2" accent3="accent3" accent4="accent4" accent5="accent5" accent6="accent6" hlink="hlink" folHlink="folHlink"/>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ext, 4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404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5044"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8172"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 xmlns:a16="http://schemas.microsoft.com/office/drawing/2014/main" id="{6B57E3F4-9F43-3E4F-CF14-23C7A7BC11D4}"/>
              </a:ext>
            </a:extLst>
          </p:cNvPr>
          <p:cNvSpPr/>
          <p:nvPr userDrawn="1"/>
        </p:nvSpPr>
        <p:spPr>
          <a:xfrm>
            <a:off x="3311452"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13">
            <a:extLst>
              <a:ext uri="{FF2B5EF4-FFF2-40B4-BE49-F238E27FC236}">
                <a16:creationId xmlns="" xmlns:a16="http://schemas.microsoft.com/office/drawing/2014/main" id="{22728A29-21C1-FE17-D872-29F33FF55B6B}"/>
              </a:ext>
            </a:extLst>
          </p:cNvPr>
          <p:cNvSpPr>
            <a:spLocks noGrp="1"/>
          </p:cNvSpPr>
          <p:nvPr>
            <p:ph type="pic" sz="quarter" idx="14" hasCustomPrompt="1"/>
          </p:nvPr>
        </p:nvSpPr>
        <p:spPr>
          <a:xfrm>
            <a:off x="3522946" y="1768475"/>
            <a:ext cx="649288" cy="646113"/>
          </a:xfrm>
        </p:spPr>
        <p:txBody>
          <a:bodyPr/>
          <a:lstStyle>
            <a:lvl1pPr>
              <a:defRPr sz="800"/>
            </a:lvl1pPr>
          </a:lstStyle>
          <a:p>
            <a:r>
              <a:rPr lang="en-US"/>
              <a:t>Icon</a:t>
            </a:r>
          </a:p>
        </p:txBody>
      </p:sp>
      <p:sp>
        <p:nvSpPr>
          <p:cNvPr id="13" name="Text Placeholder 2">
            <a:extLst>
              <a:ext uri="{FF2B5EF4-FFF2-40B4-BE49-F238E27FC236}">
                <a16:creationId xmlns="" xmlns:a16="http://schemas.microsoft.com/office/drawing/2014/main" id="{F8ED409C-9BB0-C0DE-2DC1-0D8C059AB7DE}"/>
              </a:ext>
            </a:extLst>
          </p:cNvPr>
          <p:cNvSpPr>
            <a:spLocks noGrp="1"/>
          </p:cNvSpPr>
          <p:nvPr>
            <p:ph type="body" idx="15"/>
          </p:nvPr>
        </p:nvSpPr>
        <p:spPr>
          <a:xfrm>
            <a:off x="3516074"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 xmlns:a16="http://schemas.microsoft.com/office/drawing/2014/main" id="{D9C6F735-C3A7-934E-F16F-4C50B49CC156}"/>
              </a:ext>
            </a:extLst>
          </p:cNvPr>
          <p:cNvSpPr/>
          <p:nvPr userDrawn="1"/>
        </p:nvSpPr>
        <p:spPr>
          <a:xfrm>
            <a:off x="6159949"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icture Placeholder 13">
            <a:extLst>
              <a:ext uri="{FF2B5EF4-FFF2-40B4-BE49-F238E27FC236}">
                <a16:creationId xmlns="" xmlns:a16="http://schemas.microsoft.com/office/drawing/2014/main" id="{F6DF4CC7-B693-843D-35B9-07755D443698}"/>
              </a:ext>
            </a:extLst>
          </p:cNvPr>
          <p:cNvSpPr>
            <a:spLocks noGrp="1"/>
          </p:cNvSpPr>
          <p:nvPr>
            <p:ph type="pic" sz="quarter" idx="16" hasCustomPrompt="1"/>
          </p:nvPr>
        </p:nvSpPr>
        <p:spPr>
          <a:xfrm>
            <a:off x="6371443" y="1768475"/>
            <a:ext cx="649288" cy="646113"/>
          </a:xfrm>
        </p:spPr>
        <p:txBody>
          <a:bodyPr/>
          <a:lstStyle>
            <a:lvl1pPr>
              <a:defRPr sz="800"/>
            </a:lvl1pPr>
          </a:lstStyle>
          <a:p>
            <a:r>
              <a:rPr lang="en-US"/>
              <a:t>Icon</a:t>
            </a:r>
          </a:p>
        </p:txBody>
      </p:sp>
      <p:sp>
        <p:nvSpPr>
          <p:cNvPr id="20" name="Text Placeholder 2">
            <a:extLst>
              <a:ext uri="{FF2B5EF4-FFF2-40B4-BE49-F238E27FC236}">
                <a16:creationId xmlns="" xmlns:a16="http://schemas.microsoft.com/office/drawing/2014/main" id="{DA02A4FC-804F-D905-C80A-508F4B13855C}"/>
              </a:ext>
            </a:extLst>
          </p:cNvPr>
          <p:cNvSpPr>
            <a:spLocks noGrp="1"/>
          </p:cNvSpPr>
          <p:nvPr>
            <p:ph type="body" idx="17"/>
          </p:nvPr>
        </p:nvSpPr>
        <p:spPr>
          <a:xfrm>
            <a:off x="6364571"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 xmlns:a16="http://schemas.microsoft.com/office/drawing/2014/main" id="{D3073047-8DDC-8072-C8AA-70E1791CFDFC}"/>
              </a:ext>
            </a:extLst>
          </p:cNvPr>
          <p:cNvSpPr/>
          <p:nvPr userDrawn="1"/>
        </p:nvSpPr>
        <p:spPr>
          <a:xfrm>
            <a:off x="9001466"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13">
            <a:extLst>
              <a:ext uri="{FF2B5EF4-FFF2-40B4-BE49-F238E27FC236}">
                <a16:creationId xmlns="" xmlns:a16="http://schemas.microsoft.com/office/drawing/2014/main" id="{E7725F3D-5680-EE14-2B2D-2F8650B78913}"/>
              </a:ext>
            </a:extLst>
          </p:cNvPr>
          <p:cNvSpPr>
            <a:spLocks noGrp="1"/>
          </p:cNvSpPr>
          <p:nvPr>
            <p:ph type="pic" sz="quarter" idx="18" hasCustomPrompt="1"/>
          </p:nvPr>
        </p:nvSpPr>
        <p:spPr>
          <a:xfrm>
            <a:off x="9212960" y="1768475"/>
            <a:ext cx="649288" cy="646113"/>
          </a:xfrm>
        </p:spPr>
        <p:txBody>
          <a:bodyPr/>
          <a:lstStyle>
            <a:lvl1pPr>
              <a:defRPr sz="800"/>
            </a:lvl1pPr>
          </a:lstStyle>
          <a:p>
            <a:r>
              <a:rPr lang="en-US"/>
              <a:t>Icon</a:t>
            </a:r>
          </a:p>
        </p:txBody>
      </p:sp>
      <p:sp>
        <p:nvSpPr>
          <p:cNvPr id="23" name="Text Placeholder 2">
            <a:extLst>
              <a:ext uri="{FF2B5EF4-FFF2-40B4-BE49-F238E27FC236}">
                <a16:creationId xmlns="" xmlns:a16="http://schemas.microsoft.com/office/drawing/2014/main" id="{47911148-2128-D9C7-8E63-A4AABC6503AB}"/>
              </a:ext>
            </a:extLst>
          </p:cNvPr>
          <p:cNvSpPr>
            <a:spLocks noGrp="1"/>
          </p:cNvSpPr>
          <p:nvPr>
            <p:ph type="body" idx="19"/>
          </p:nvPr>
        </p:nvSpPr>
        <p:spPr>
          <a:xfrm>
            <a:off x="9206088"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33833254"/>
      </p:ext>
    </p:extLst>
  </p:cSld>
  <p:clrMapOvr>
    <a:overrideClrMapping bg1="lt1" tx1="dk1" bg2="lt2" tx2="dk2" accent1="accent1" accent2="accent2" accent3="accent3" accent4="accent4" accent5="accent5" accent6="accent6" hlink="hlink" folHlink="folHlink"/>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ext, 4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507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 xmlns:a16="http://schemas.microsoft.com/office/drawing/2014/main" id="{6B57E3F4-9F43-3E4F-CF14-23C7A7BC11D4}"/>
              </a:ext>
            </a:extLst>
          </p:cNvPr>
          <p:cNvSpPr>
            <a:spLocks noGrp="1" noRot="1" noMove="1" noResize="1" noEditPoints="1" noAdjustHandles="1" noChangeArrowheads="1" noChangeShapeType="1"/>
          </p:cNvSpPr>
          <p:nvPr userDrawn="1"/>
        </p:nvSpPr>
        <p:spPr>
          <a:xfrm>
            <a:off x="3311452"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13">
            <a:extLst>
              <a:ext uri="{FF2B5EF4-FFF2-40B4-BE49-F238E27FC236}">
                <a16:creationId xmlns="" xmlns:a16="http://schemas.microsoft.com/office/drawing/2014/main" id="{22728A29-21C1-FE17-D872-29F33FF55B6B}"/>
              </a:ext>
            </a:extLst>
          </p:cNvPr>
          <p:cNvSpPr>
            <a:spLocks noGrp="1"/>
          </p:cNvSpPr>
          <p:nvPr>
            <p:ph type="pic" sz="quarter" idx="14" hasCustomPrompt="1"/>
          </p:nvPr>
        </p:nvSpPr>
        <p:spPr>
          <a:xfrm>
            <a:off x="3519936" y="1768475"/>
            <a:ext cx="649288" cy="646113"/>
          </a:xfrm>
        </p:spPr>
        <p:txBody>
          <a:bodyPr/>
          <a:lstStyle>
            <a:lvl1pPr>
              <a:defRPr sz="800"/>
            </a:lvl1pPr>
          </a:lstStyle>
          <a:p>
            <a:r>
              <a:rPr lang="en-US"/>
              <a:t>Icon</a:t>
            </a:r>
          </a:p>
        </p:txBody>
      </p:sp>
      <p:sp>
        <p:nvSpPr>
          <p:cNvPr id="13" name="Text Placeholder 2">
            <a:extLst>
              <a:ext uri="{FF2B5EF4-FFF2-40B4-BE49-F238E27FC236}">
                <a16:creationId xmlns="" xmlns:a16="http://schemas.microsoft.com/office/drawing/2014/main" id="{F8ED409C-9BB0-C0DE-2DC1-0D8C059AB7DE}"/>
              </a:ext>
            </a:extLst>
          </p:cNvPr>
          <p:cNvSpPr>
            <a:spLocks noGrp="1"/>
          </p:cNvSpPr>
          <p:nvPr>
            <p:ph type="body" idx="15"/>
          </p:nvPr>
        </p:nvSpPr>
        <p:spPr>
          <a:xfrm>
            <a:off x="3513064"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 xmlns:a16="http://schemas.microsoft.com/office/drawing/2014/main" id="{D9C6F735-C3A7-934E-F16F-4C50B49CC156}"/>
              </a:ext>
            </a:extLst>
          </p:cNvPr>
          <p:cNvSpPr>
            <a:spLocks noGrp="1" noRot="1" noMove="1" noResize="1" noEditPoints="1" noAdjustHandles="1" noChangeArrowheads="1" noChangeShapeType="1"/>
          </p:cNvSpPr>
          <p:nvPr userDrawn="1"/>
        </p:nvSpPr>
        <p:spPr>
          <a:xfrm>
            <a:off x="6159949"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icture Placeholder 13">
            <a:extLst>
              <a:ext uri="{FF2B5EF4-FFF2-40B4-BE49-F238E27FC236}">
                <a16:creationId xmlns="" xmlns:a16="http://schemas.microsoft.com/office/drawing/2014/main" id="{F6DF4CC7-B693-843D-35B9-07755D443698}"/>
              </a:ext>
            </a:extLst>
          </p:cNvPr>
          <p:cNvSpPr>
            <a:spLocks noGrp="1"/>
          </p:cNvSpPr>
          <p:nvPr>
            <p:ph type="pic" sz="quarter" idx="16" hasCustomPrompt="1"/>
          </p:nvPr>
        </p:nvSpPr>
        <p:spPr>
          <a:xfrm>
            <a:off x="6368433" y="1768475"/>
            <a:ext cx="649288" cy="646113"/>
          </a:xfrm>
        </p:spPr>
        <p:txBody>
          <a:bodyPr/>
          <a:lstStyle>
            <a:lvl1pPr>
              <a:defRPr sz="800"/>
            </a:lvl1pPr>
          </a:lstStyle>
          <a:p>
            <a:r>
              <a:rPr lang="en-US"/>
              <a:t>Icon</a:t>
            </a:r>
          </a:p>
        </p:txBody>
      </p:sp>
      <p:sp>
        <p:nvSpPr>
          <p:cNvPr id="20" name="Text Placeholder 2">
            <a:extLst>
              <a:ext uri="{FF2B5EF4-FFF2-40B4-BE49-F238E27FC236}">
                <a16:creationId xmlns="" xmlns:a16="http://schemas.microsoft.com/office/drawing/2014/main" id="{DA02A4FC-804F-D905-C80A-508F4B13855C}"/>
              </a:ext>
            </a:extLst>
          </p:cNvPr>
          <p:cNvSpPr>
            <a:spLocks noGrp="1"/>
          </p:cNvSpPr>
          <p:nvPr>
            <p:ph type="body" idx="17"/>
          </p:nvPr>
        </p:nvSpPr>
        <p:spPr>
          <a:xfrm>
            <a:off x="6361561"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 xmlns:a16="http://schemas.microsoft.com/office/drawing/2014/main" id="{D3073047-8DDC-8072-C8AA-70E1791CFDFC}"/>
              </a:ext>
            </a:extLst>
          </p:cNvPr>
          <p:cNvSpPr>
            <a:spLocks noGrp="1" noRot="1" noMove="1" noResize="1" noEditPoints="1" noAdjustHandles="1" noChangeArrowheads="1" noChangeShapeType="1"/>
          </p:cNvSpPr>
          <p:nvPr userDrawn="1"/>
        </p:nvSpPr>
        <p:spPr>
          <a:xfrm>
            <a:off x="9001466"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13">
            <a:extLst>
              <a:ext uri="{FF2B5EF4-FFF2-40B4-BE49-F238E27FC236}">
                <a16:creationId xmlns="" xmlns:a16="http://schemas.microsoft.com/office/drawing/2014/main" id="{E7725F3D-5680-EE14-2B2D-2F8650B78913}"/>
              </a:ext>
            </a:extLst>
          </p:cNvPr>
          <p:cNvSpPr>
            <a:spLocks noGrp="1"/>
          </p:cNvSpPr>
          <p:nvPr>
            <p:ph type="pic" sz="quarter" idx="18" hasCustomPrompt="1"/>
          </p:nvPr>
        </p:nvSpPr>
        <p:spPr>
          <a:xfrm>
            <a:off x="9209950" y="1768475"/>
            <a:ext cx="649288" cy="646113"/>
          </a:xfrm>
        </p:spPr>
        <p:txBody>
          <a:bodyPr/>
          <a:lstStyle>
            <a:lvl1pPr>
              <a:defRPr sz="800"/>
            </a:lvl1pPr>
          </a:lstStyle>
          <a:p>
            <a:r>
              <a:rPr lang="en-US"/>
              <a:t>Icon</a:t>
            </a:r>
          </a:p>
        </p:txBody>
      </p:sp>
      <p:sp>
        <p:nvSpPr>
          <p:cNvPr id="23" name="Text Placeholder 2">
            <a:extLst>
              <a:ext uri="{FF2B5EF4-FFF2-40B4-BE49-F238E27FC236}">
                <a16:creationId xmlns="" xmlns:a16="http://schemas.microsoft.com/office/drawing/2014/main" id="{47911148-2128-D9C7-8E63-A4AABC6503AB}"/>
              </a:ext>
            </a:extLst>
          </p:cNvPr>
          <p:cNvSpPr>
            <a:spLocks noGrp="1"/>
          </p:cNvSpPr>
          <p:nvPr>
            <p:ph type="body" idx="19"/>
          </p:nvPr>
        </p:nvSpPr>
        <p:spPr>
          <a:xfrm>
            <a:off x="9203078"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214145648"/>
      </p:ext>
    </p:extLst>
  </p:cSld>
  <p:clrMapOvr>
    <a:overrideClrMapping bg1="dk1" tx1="lt1" bg2="dk2" tx2="lt2" accent1="accent1" accent2="accent2" accent3="accent3" accent4="accent4" accent5="accent5" accent6="accent6" hlink="hlink" folHlink="folHlink"/>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 xmlns:a16="http://schemas.microsoft.com/office/drawing/2014/main" id="{71717D90-43C9-C972-4D0A-8F8DB9E4B985}"/>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73329289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Only (Carb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 xmlns:a16="http://schemas.microsoft.com/office/drawing/2014/main" id="{5B85D50D-E1D8-C209-D561-71978631B8F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729911104"/>
      </p:ext>
    </p:extLst>
  </p:cSld>
  <p:clrMapOvr>
    <a:overrideClrMapping bg1="dk1" tx1="lt1" bg2="dk2" tx2="lt2" accent1="accent1" accent2="accent2" accent3="accent3" accent4="accent4" accent5="accent5" accent6="accent6" hlink="hlink" folHlink="folHlink"/>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6">
            <a:extLst>
              <a:ext uri="{FF2B5EF4-FFF2-40B4-BE49-F238E27FC236}">
                <a16:creationId xmlns="" xmlns:a16="http://schemas.microsoft.com/office/drawing/2014/main" id="{8AB8394B-8C24-A652-FDAD-A12D9786C379}"/>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96824776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lank (Carbon)">
    <p:bg>
      <p:bgPr>
        <a:solidFill>
          <a:schemeClr val="bg1"/>
        </a:solidFill>
        <a:effectLst/>
      </p:bgPr>
    </p:bg>
    <p:spTree>
      <p:nvGrpSpPr>
        <p:cNvPr id="1" name=""/>
        <p:cNvGrpSpPr/>
        <p:nvPr/>
      </p:nvGrpSpPr>
      <p:grpSpPr>
        <a:xfrm>
          <a:off x="0" y="0"/>
          <a:ext cx="0" cy="0"/>
          <a:chOff x="0" y="0"/>
          <a:chExt cx="0" cy="0"/>
        </a:xfrm>
      </p:grpSpPr>
      <p:sp>
        <p:nvSpPr>
          <p:cNvPr id="2" name="Text Placeholder 6">
            <a:extLst>
              <a:ext uri="{FF2B5EF4-FFF2-40B4-BE49-F238E27FC236}">
                <a16:creationId xmlns="" xmlns:a16="http://schemas.microsoft.com/office/drawing/2014/main" id="{D9A041E9-D37B-F094-0DEB-67D1437229D7}"/>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982887658"/>
      </p:ext>
    </p:extLst>
  </p:cSld>
  <p:clrMapOvr>
    <a:overrideClrMapping bg1="dk1" tx1="lt1" bg2="dk2" tx2="lt2" accent1="accent1" accent2="accent2" accent3="accent3" accent4="accent4" accent5="accent5" accent6="accent6" hlink="hlink" folHlink="folHlink"/>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6097"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t>Data</a:t>
            </a:r>
          </a:p>
          <a:p>
            <a:pPr algn="ctr"/>
            <a:r>
              <a:rPr lang="en-US" sz="13800"/>
              <a:t>layouts</a:t>
            </a:r>
          </a:p>
        </p:txBody>
      </p:sp>
    </p:spTree>
    <p:extLst>
      <p:ext uri="{BB962C8B-B14F-4D97-AF65-F5344CB8AC3E}">
        <p14:creationId xmlns:p14="http://schemas.microsoft.com/office/powerpoint/2010/main" val="102402670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Data 1">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109232167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712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37C2CDB7-C805-4574-12AD-751C92140439}"/>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ext Placeholder 6">
            <a:extLst>
              <a:ext uri="{FF2B5EF4-FFF2-40B4-BE49-F238E27FC236}">
                <a16:creationId xmlns="" xmlns:a16="http://schemas.microsoft.com/office/drawing/2014/main" id="{D4167920-63DE-54BB-E65F-1733269DFA65}"/>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69183665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Data 1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99115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814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6DE963B-81EE-2860-268D-B3A54072AD04}"/>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2" name="Text Placeholder 6">
            <a:extLst>
              <a:ext uri="{FF2B5EF4-FFF2-40B4-BE49-F238E27FC236}">
                <a16:creationId xmlns="" xmlns:a16="http://schemas.microsoft.com/office/drawing/2014/main" id="{A936678D-9654-7C99-C080-9E3A2B10C629}"/>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667999480"/>
      </p:ext>
    </p:extLst>
  </p:cSld>
  <p:clrMapOvr>
    <a:overrideClrMapping bg1="dk1" tx1="lt1" bg2="dk2" tx2="lt2" accent1="accent1" accent2="accent2" accent3="accent3" accent4="accent4" accent5="accent5" accent6="accent6" hlink="hlink" folHlink="folHlink"/>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Data 2">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19857800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916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 xmlns:a16="http://schemas.microsoft.com/office/drawing/2014/main"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 xmlns:a16="http://schemas.microsoft.com/office/drawing/2014/main" id="{41FFC367-0203-EC0E-10DF-B81D77491CB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61907066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Data 2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19857800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0193"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 xmlns:a16="http://schemas.microsoft.com/office/drawing/2014/main"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 xmlns:a16="http://schemas.microsoft.com/office/drawing/2014/main" id="{BA9A9E04-9AC1-B2EA-811C-A2EBF8AC04EE}"/>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284486658"/>
      </p:ext>
    </p:extLst>
  </p:cSld>
  <p:clrMapOvr>
    <a:overrideClrMapping bg1="dk1" tx1="lt1" bg2="dk2" tx2="lt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Data, full">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 xmlns:a16="http://schemas.microsoft.com/office/drawing/2014/main"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 xmlns:a16="http://schemas.microsoft.com/office/drawing/2014/main"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16468143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Data, full (Carb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 xmlns:a16="http://schemas.microsoft.com/office/drawing/2014/main"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 xmlns:a16="http://schemas.microsoft.com/office/drawing/2014/main"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466620873"/>
      </p:ext>
    </p:extLst>
  </p:cSld>
  <p:clrMapOvr>
    <a:overrideClrMapping bg1="dk1" tx1="lt1" bg2="dk2" tx2="lt2" accent1="accent1" accent2="accent2" accent3="accent3" accent4="accent4" accent5="accent5" accent6="accent6" hlink="hlink" folHlink="folHlink"/>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1217"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433400" y="1305349"/>
            <a:ext cx="11325216" cy="4247317"/>
          </a:xfrm>
          <a:prstGeom prst="rect">
            <a:avLst/>
          </a:prstGeom>
          <a:noFill/>
        </p:spPr>
        <p:txBody>
          <a:bodyPr wrap="none" lIns="0" tIns="0" rIns="0" bIns="0" rtlCol="0" anchor="ctr">
            <a:spAutoFit/>
          </a:bodyPr>
          <a:lstStyle/>
          <a:p>
            <a:pPr algn="ctr"/>
            <a:r>
              <a:rPr lang="en-US" sz="13800"/>
              <a:t>Section divider</a:t>
            </a:r>
          </a:p>
          <a:p>
            <a:pPr algn="ctr"/>
            <a:r>
              <a:rPr lang="en-US" sz="13800"/>
              <a:t>layouts</a:t>
            </a:r>
          </a:p>
        </p:txBody>
      </p:sp>
    </p:spTree>
    <p:extLst>
      <p:ext uri="{BB962C8B-B14F-4D97-AF65-F5344CB8AC3E}">
        <p14:creationId xmlns:p14="http://schemas.microsoft.com/office/powerpoint/2010/main" val="79202132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Divider 1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27471323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2241"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27050"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4137114648"/>
      </p:ext>
    </p:extLst>
  </p:cSld>
  <p:clrMapOvr>
    <a:overrideClrMapping bg1="lt1" tx1="dk1" bg2="lt2" tx2="dk2" accent1="accent1" accent2="accent2" accent3="accent3" accent4="accent4" accent5="accent5" accent6="accent6" hlink="hlink" folHlink="folHlink"/>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Divider 2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4630666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3265"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tx1"/>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582189056"/>
      </p:ext>
    </p:extLst>
  </p:cSld>
  <p:clrMapOvr>
    <a:overrideClrMapping bg1="lt1" tx1="dk1" bg2="lt2" tx2="dk2" accent1="accent1" accent2="accent2" accent3="accent3" accent4="accent4" accent5="accent5" accent6="accent6" hlink="hlink" folHlink="folHlink"/>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Divider 1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31897438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4289"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627735879"/>
      </p:ext>
    </p:extLst>
  </p:cSld>
  <p:clrMapOvr>
    <a:overrideClrMapping bg1="dk1" tx1="lt1" bg2="dk2" tx2="lt2" accent1="accent1" accent2="accent2" accent3="accent3" accent4="accent4" accent5="accent5" accent6="accent6" hlink="hlink" folHlink="folHlink"/>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Divider 2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9072492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5313"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765093722"/>
      </p:ext>
    </p:extLst>
  </p:cSld>
  <p:clrMapOvr>
    <a:overrideClrMapping bg1="dk1" tx1="lt1" bg2="dk2" tx2="lt2" accent1="accent1" accent2="accent2" accent3="accent3" accent4="accent4" accent5="accent5" accent6="accent6" hlink="hlink" folHlink="folHlink"/>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Divider 3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242813344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6337"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685114311"/>
      </p:ext>
    </p:extLst>
  </p:cSld>
  <p:clrMapOvr>
    <a:overrideClrMapping bg1="dk1" tx1="lt1" bg2="dk2" tx2="lt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Divider 1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403139182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7361"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2077188696"/>
      </p:ext>
    </p:extLst>
  </p:cSld>
  <p:clrMapOvr>
    <a:overrideClrMapping bg1="dk1" tx1="lt1" bg2="dk2" tx2="lt2" accent1="accent1" accent2="accent2" accent3="accent3" accent4="accent4" accent5="accent5" accent6="accent6" hlink="hlink" folHlink="folHlink"/>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Divider 2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0996986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8385"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187393522"/>
      </p:ext>
    </p:extLst>
  </p:cSld>
  <p:clrMapOvr>
    <a:overrideClrMapping bg1="dk1" tx1="lt1" bg2="dk2" tx2="lt2" accent1="accent1" accent2="accent2" accent3="accent3" accent4="accent4" accent5="accent5" accent6="accent6" hlink="hlink" folHlink="folHlink"/>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Divider 3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60890081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9409"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35177267"/>
      </p:ext>
    </p:extLst>
  </p:cSld>
  <p:clrMapOvr>
    <a:overrideClrMapping bg1="dk1" tx1="lt1" bg2="dk2" tx2="lt2" accent1="accent1" accent2="accent2" accent3="accent3" accent4="accent4" accent5="accent5" accent6="accent6" hlink="hlink" folHlink="folHlink"/>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0433"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2232864" y="1305349"/>
            <a:ext cx="7726282" cy="4247317"/>
          </a:xfrm>
          <a:prstGeom prst="rect">
            <a:avLst/>
          </a:prstGeom>
          <a:noFill/>
        </p:spPr>
        <p:txBody>
          <a:bodyPr wrap="none" lIns="0" tIns="0" rIns="0" bIns="0" rtlCol="0" anchor="ctr">
            <a:spAutoFit/>
          </a:bodyPr>
          <a:lstStyle/>
          <a:p>
            <a:pPr algn="ctr"/>
            <a:r>
              <a:rPr lang="en-US" sz="13800"/>
              <a:t>Large text </a:t>
            </a:r>
          </a:p>
          <a:p>
            <a:pPr algn="ctr"/>
            <a:r>
              <a:rPr lang="en-US" sz="13800"/>
              <a:t>layouts</a:t>
            </a:r>
          </a:p>
        </p:txBody>
      </p:sp>
    </p:spTree>
    <p:extLst>
      <p:ext uri="{BB962C8B-B14F-4D97-AF65-F5344CB8AC3E}">
        <p14:creationId xmlns:p14="http://schemas.microsoft.com/office/powerpoint/2010/main" val="268090737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Large Text">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959877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145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345491014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Large Text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959877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248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3611418797"/>
      </p:ext>
    </p:extLst>
  </p:cSld>
  <p:clrMapOvr>
    <a:overrideClrMapping bg1="lt1" tx1="dk1" bg2="lt2" tx2="dk2" accent1="accent1" accent2="accent2" accent3="accent3" accent4="accent4" accent5="accent5" accent6="accent6" hlink="hlink" folHlink="folHlink"/>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Large Text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959877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350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2575330997"/>
      </p:ext>
    </p:extLst>
  </p:cSld>
  <p:clrMapOvr>
    <a:overrideClrMapping bg1="dk1" tx1="lt1" bg2="dk2" tx2="lt2" accent1="accent1" accent2="accent2" accent3="accent3" accent4="accent4" accent5="accent5" accent6="accent6" hlink="hlink" folHlink="folHlink"/>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Large Text, patter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2221633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452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703D0EC0-800C-017B-115C-E6C2A79F739E}"/>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0" y="0"/>
            <a:ext cx="12192000" cy="6858000"/>
          </a:xfrm>
          <a:prstGeom prst="rect">
            <a:avLst/>
          </a:prstGeom>
        </p:spPr>
      </p:pic>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9" name="Page# static">
            <a:extLst>
              <a:ext uri="{FF2B5EF4-FFF2-40B4-BE49-F238E27FC236}">
                <a16:creationId xmlns="" xmlns:a16="http://schemas.microsoft.com/office/drawing/2014/main" id="{961FCCAC-9A14-EABD-E6FC-0250DF9CC614}"/>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3" name="TextBox 2">
            <a:extLst>
              <a:ext uri="{FF2B5EF4-FFF2-40B4-BE49-F238E27FC236}">
                <a16:creationId xmlns="" xmlns:a16="http://schemas.microsoft.com/office/drawing/2014/main" id="{C5A28A1E-C0C1-68F9-2CC0-E47E8E939C27}"/>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t>Tenarai</a:t>
            </a:r>
          </a:p>
        </p:txBody>
      </p:sp>
    </p:spTree>
    <p:extLst>
      <p:ext uri="{BB962C8B-B14F-4D97-AF65-F5344CB8AC3E}">
        <p14:creationId xmlns:p14="http://schemas.microsoft.com/office/powerpoint/2010/main" val="1084336887"/>
      </p:ext>
    </p:extLst>
  </p:cSld>
  <p:clrMapOvr>
    <a:overrideClrMapping bg1="lt1" tx1="dk1" bg2="lt2" tx2="dk2" accent1="accent1" accent2="accent2" accent3="accent3" accent4="accent4" accent5="accent5" accent6="accent6" hlink="hlink" folHlink="folHlink"/>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Large Text, pattern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884868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555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4" name="Graphic 3">
            <a:extLst>
              <a:ext uri="{FF2B5EF4-FFF2-40B4-BE49-F238E27FC236}">
                <a16:creationId xmlns="" xmlns:a16="http://schemas.microsoft.com/office/drawing/2014/main" id="{0EAE06A4-0CF9-D5F6-2C1C-A4EA49DA410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0" y="0"/>
            <a:ext cx="12192000" cy="6858000"/>
          </a:xfrm>
          <a:prstGeom prst="rect">
            <a:avLst/>
          </a:prstGeom>
        </p:spPr>
      </p:pic>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12" name="Page# static">
            <a:extLst>
              <a:ext uri="{FF2B5EF4-FFF2-40B4-BE49-F238E27FC236}">
                <a16:creationId xmlns="" xmlns:a16="http://schemas.microsoft.com/office/drawing/2014/main" id="{CFD9CA61-A5D4-A8B1-D137-7AE49157FD8B}"/>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3" name="TextBox 2">
            <a:extLst>
              <a:ext uri="{FF2B5EF4-FFF2-40B4-BE49-F238E27FC236}">
                <a16:creationId xmlns="" xmlns:a16="http://schemas.microsoft.com/office/drawing/2014/main" id="{D2A8C3E6-DD95-5B46-D797-E225A8A1F31E}"/>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t>Tenarai</a:t>
            </a:r>
          </a:p>
        </p:txBody>
      </p:sp>
    </p:spTree>
    <p:extLst>
      <p:ext uri="{BB962C8B-B14F-4D97-AF65-F5344CB8AC3E}">
        <p14:creationId xmlns:p14="http://schemas.microsoft.com/office/powerpoint/2010/main" val="2585207842"/>
      </p:ext>
    </p:extLst>
  </p:cSld>
  <p:clrMapOvr>
    <a:overrideClrMapping bg1="dk1" tx1="lt1" bg2="dk2" tx2="lt2" accent1="accent1" accent2="accent2" accent3="accent3" accent4="accent4" accent5="accent5" accent6="accent6" hlink="hlink" folHlink="folHlink"/>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Quote Large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121823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657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p>
        </p:txBody>
      </p:sp>
      <p:sp>
        <p:nvSpPr>
          <p:cNvPr id="13" name="Graphic 6">
            <a:extLst>
              <a:ext uri="{FF2B5EF4-FFF2-40B4-BE49-F238E27FC236}">
                <a16:creationId xmlns="" xmlns:a16="http://schemas.microsoft.com/office/drawing/2014/main"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3663239371"/>
      </p:ext>
    </p:extLst>
  </p:cSld>
  <p:clrMapOvr>
    <a:overrideClrMapping bg1="lt1" tx1="dk1" bg2="lt2" tx2="dk2" accent1="accent1" accent2="accent2" accent3="accent3" accent4="accent4" accent5="accent5" accent6="accent6" hlink="hlink" folHlink="folHlink"/>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Quote Large (Carbon)">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121823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760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p>
        </p:txBody>
      </p:sp>
      <p:sp>
        <p:nvSpPr>
          <p:cNvPr id="13" name="Graphic 6">
            <a:extLst>
              <a:ext uri="{FF2B5EF4-FFF2-40B4-BE49-F238E27FC236}">
                <a16:creationId xmlns="" xmlns:a16="http://schemas.microsoft.com/office/drawing/2014/main"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2510580788"/>
      </p:ext>
    </p:extLst>
  </p:cSld>
  <p:clrMapOvr>
    <a:overrideClrMapping bg1="dk1" tx1="lt1" bg2="dk2" tx2="lt2" accent1="accent1" accent2="accent2" accent3="accent3" accent4="accent4" accent5="accent5" accent6="accent6" hlink="hlink" folHlink="folHlink"/>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Quote Small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108311216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862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p>
        </p:txBody>
      </p:sp>
      <p:sp>
        <p:nvSpPr>
          <p:cNvPr id="5" name="Graphic 6">
            <a:extLst>
              <a:ext uri="{FF2B5EF4-FFF2-40B4-BE49-F238E27FC236}">
                <a16:creationId xmlns="" xmlns:a16="http://schemas.microsoft.com/office/drawing/2014/main"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3353556208"/>
      </p:ext>
    </p:extLst>
  </p:cSld>
  <p:clrMapOvr>
    <a:overrideClrMapping bg1="dk1" tx1="lt1" bg2="dk2" tx2="lt2" accent1="accent1" accent2="accent2" accent3="accent3" accent4="accent4" accent5="accent5" accent6="accent6" hlink="hlink" folHlink="folHlink"/>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Quote Small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108311216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964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p>
        </p:txBody>
      </p:sp>
      <p:sp>
        <p:nvSpPr>
          <p:cNvPr id="5" name="Graphic 6">
            <a:extLst>
              <a:ext uri="{FF2B5EF4-FFF2-40B4-BE49-F238E27FC236}">
                <a16:creationId xmlns="" xmlns:a16="http://schemas.microsoft.com/office/drawing/2014/main"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1009917161"/>
      </p:ext>
    </p:extLst>
  </p:cSld>
  <p:clrMapOvr>
    <a:overrideClrMapping bg1="lt1" tx1="dk1" bg2="lt2" tx2="dk2" accent1="accent1" accent2="accent2" accent3="accent3" accent4="accent4" accent5="accent5" accent6="accent6" hlink="hlink" folHlink="folHlink"/>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0673"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1437038" y="1305349"/>
            <a:ext cx="9317936" cy="4247317"/>
          </a:xfrm>
          <a:prstGeom prst="rect">
            <a:avLst/>
          </a:prstGeom>
          <a:noFill/>
        </p:spPr>
        <p:txBody>
          <a:bodyPr wrap="none" lIns="0" tIns="0" rIns="0" bIns="0" rtlCol="0" anchor="ctr">
            <a:spAutoFit/>
          </a:bodyPr>
          <a:lstStyle/>
          <a:p>
            <a:pPr algn="ctr"/>
            <a:r>
              <a:rPr lang="en-US" sz="13800"/>
              <a:t>Text + Image</a:t>
            </a:r>
          </a:p>
          <a:p>
            <a:pPr algn="ctr"/>
            <a:r>
              <a:rPr lang="en-US" sz="13800"/>
              <a:t>layouts</a:t>
            </a:r>
          </a:p>
        </p:txBody>
      </p:sp>
    </p:spTree>
    <p:extLst>
      <p:ext uri="{BB962C8B-B14F-4D97-AF65-F5344CB8AC3E}">
        <p14:creationId xmlns:p14="http://schemas.microsoft.com/office/powerpoint/2010/main" val="97980201"/>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Title Only + Image (white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4469674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1697"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D4560061-E12B-343E-74A9-8D141BE850FC}"/>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50000"/>
              <a:lumOff val="50000"/>
            </a:schemeClr>
          </a:solidFill>
        </p:spPr>
        <p:txBody>
          <a:bodyPr wrap="square">
            <a:noAutofit/>
          </a:bodyPr>
          <a:lstStyle/>
          <a:p>
            <a:r>
              <a:rPr lang="en-US"/>
              <a:t>Click icon to add picture</a:t>
            </a:r>
          </a:p>
        </p:txBody>
      </p:sp>
      <p:sp>
        <p:nvSpPr>
          <p:cNvPr id="5" name="Title 4">
            <a:extLst>
              <a:ext uri="{FF2B5EF4-FFF2-40B4-BE49-F238E27FC236}">
                <a16:creationId xmlns="" xmlns:a16="http://schemas.microsoft.com/office/drawing/2014/main"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 xmlns:a16="http://schemas.microsoft.com/office/drawing/2014/main" id="{9EA11B80-ED54-BA49-69A0-DA418072FEF3}"/>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89959411"/>
      </p:ext>
    </p:extLst>
  </p:cSld>
  <p:clrMapOvr>
    <a:overrideClrMapping bg1="lt1" tx1="dk1" bg2="lt2" tx2="dk2" accent1="accent1" accent2="accent2" accent3="accent3" accent4="accent4" accent5="accent5" accent6="accent6" hlink="hlink" folHlink="folHlink"/>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Title Only + Image (dark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74925352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272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27A1CDB2-CCE0-BB20-550A-00A6A2BF7F12}"/>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5" name="Title 4">
            <a:extLst>
              <a:ext uri="{FF2B5EF4-FFF2-40B4-BE49-F238E27FC236}">
                <a16:creationId xmlns="" xmlns:a16="http://schemas.microsoft.com/office/drawing/2014/main"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 xmlns:a16="http://schemas.microsoft.com/office/drawing/2014/main" id="{773BFFBA-BDD4-3A19-5F77-2115BCF77AE5}"/>
              </a:ext>
            </a:extLst>
          </p:cNvPr>
          <p:cNvSpPr>
            <a:spLocks noGrp="1"/>
          </p:cNvSpPr>
          <p:nvPr>
            <p:ph type="sldNum" sz="quarter" idx="15"/>
          </p:nvPr>
        </p:nvSpPr>
        <p:spPr>
          <a:noFill/>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3109982044"/>
      </p:ext>
    </p:extLst>
  </p:cSld>
  <p:clrMapOvr>
    <a:overrideClrMapping bg1="dk1" tx1="lt1" bg2="dk2" tx2="lt2" accent1="accent1" accent2="accent2" accent3="accent3" accent4="accent4" accent5="accent5" accent6="accent6" hlink="hlink" folHlink="folHlink"/>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ext + Image, overlay white">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319953968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374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203AE294-C7C7-AF77-7408-9188832D4394}"/>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2" name="Title 1">
            <a:extLst>
              <a:ext uri="{FF2B5EF4-FFF2-40B4-BE49-F238E27FC236}">
                <a16:creationId xmlns="" xmlns:a16="http://schemas.microsoft.com/office/drawing/2014/main" id="{2A8160C1-257C-7AAE-C491-296AF113DC78}"/>
              </a:ext>
            </a:extLst>
          </p:cNvPr>
          <p:cNvSpPr>
            <a:spLocks noGrp="1"/>
          </p:cNvSpPr>
          <p:nvPr>
            <p:ph type="title"/>
          </p:nvPr>
        </p:nvSpPr>
        <p:spPr>
          <a:xfrm>
            <a:off x="565150" y="460374"/>
            <a:ext cx="3479800" cy="2212975"/>
          </a:xfrm>
        </p:spPr>
        <p:txBody>
          <a:bodyPr vert="horz"/>
          <a:lstStyle>
            <a:lvl1pPr>
              <a:defRPr>
                <a:solidFill>
                  <a:schemeClr val="bg1"/>
                </a:solidFill>
              </a:defRPr>
            </a:lvl1pPr>
          </a:lstStyle>
          <a:p>
            <a:r>
              <a:rPr lang="en-US"/>
              <a:t>Click to edit Master title style</a:t>
            </a:r>
          </a:p>
        </p:txBody>
      </p:sp>
      <p:sp>
        <p:nvSpPr>
          <p:cNvPr id="13" name="Text Placeholder 12">
            <a:extLst>
              <a:ext uri="{FF2B5EF4-FFF2-40B4-BE49-F238E27FC236}">
                <a16:creationId xmlns="" xmlns:a16="http://schemas.microsoft.com/office/drawing/2014/main"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tx1">
              <a:alpha val="65000"/>
            </a:schemeClr>
          </a:solidFill>
        </p:spPr>
        <p:txBody>
          <a:bodyPr wrap="square" lIns="914400" tIns="402336" rIns="1371600">
            <a:noAutofit/>
          </a:bodyPr>
          <a:lstStyle>
            <a:lvl1pPr>
              <a:defRPr sz="180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 xmlns:a16="http://schemas.microsoft.com/office/drawing/2014/main" id="{CA7C3122-E6F9-FD8C-5516-A3734BC187BE}"/>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307908238"/>
      </p:ext>
    </p:extLst>
  </p:cSld>
  <p:clrMapOvr>
    <a:overrideClrMapping bg1="dk1" tx1="lt1" bg2="dk2" tx2="lt2" accent1="accent1" accent2="accent2" accent3="accent3" accent4="accent4" accent5="accent5" accent6="accent6" hlink="hlink" folHlink="folHlink"/>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ext + Image, overlay dark">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443865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476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185C2D0C-55B8-E2AC-5B89-356BBDF1C98D}"/>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bg1">
              <a:lumMod val="50000"/>
              <a:lumOff val="50000"/>
            </a:schemeClr>
          </a:solidFill>
        </p:spPr>
        <p:txBody>
          <a:bodyPr wrap="square">
            <a:noAutofit/>
          </a:bodyPr>
          <a:lstStyle/>
          <a:p>
            <a:r>
              <a:rPr lang="en-US"/>
              <a:t>Click icon to add picture</a:t>
            </a:r>
          </a:p>
        </p:txBody>
      </p:sp>
      <p:sp>
        <p:nvSpPr>
          <p:cNvPr id="2" name="Title 1">
            <a:extLst>
              <a:ext uri="{FF2B5EF4-FFF2-40B4-BE49-F238E27FC236}">
                <a16:creationId xmlns="" xmlns:a16="http://schemas.microsoft.com/office/drawing/2014/main" id="{2A8160C1-257C-7AAE-C491-296AF113DC78}"/>
              </a:ext>
            </a:extLst>
          </p:cNvPr>
          <p:cNvSpPr>
            <a:spLocks noGrp="1"/>
          </p:cNvSpPr>
          <p:nvPr>
            <p:ph type="title"/>
          </p:nvPr>
        </p:nvSpPr>
        <p:spPr>
          <a:xfrm>
            <a:off x="565150" y="460374"/>
            <a:ext cx="3479800" cy="2212975"/>
          </a:xfrm>
        </p:spPr>
        <p:txBody>
          <a:bodyPr vert="horz"/>
          <a:lstStyle/>
          <a:p>
            <a:r>
              <a:rPr lang="en-US"/>
              <a:t>Click to edit Master title style</a:t>
            </a:r>
          </a:p>
        </p:txBody>
      </p:sp>
      <p:sp>
        <p:nvSpPr>
          <p:cNvPr id="13" name="Text Placeholder 12">
            <a:extLst>
              <a:ext uri="{FF2B5EF4-FFF2-40B4-BE49-F238E27FC236}">
                <a16:creationId xmlns="" xmlns:a16="http://schemas.microsoft.com/office/drawing/2014/main"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bg1">
              <a:alpha val="30000"/>
            </a:schemeClr>
          </a:solidFill>
        </p:spPr>
        <p:txBody>
          <a:bodyPr wrap="square" lIns="914400" tIns="402336" rIns="1371600">
            <a:noAutofit/>
          </a:bodyPr>
          <a:lstStyle>
            <a:lvl1pPr>
              <a:defRPr sz="1800"/>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 xmlns:a16="http://schemas.microsoft.com/office/drawing/2014/main" id="{34A4401C-3313-2C03-438B-0B7C7043CEB2}"/>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886828760"/>
      </p:ext>
    </p:extLst>
  </p:cSld>
  <p:clrMapOvr>
    <a:overrideClrMapping bg1="dk1" tx1="lt1" bg2="dk2" tx2="lt2" accent1="accent1" accent2="accent2" accent3="accent3" accent4="accent4" accent5="accent5" accent6="accent6" hlink="hlink" folHlink="folHlink"/>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ext + Image, 33% lef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68420183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5793"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0"/>
            <a:ext cx="7845425" cy="6858000"/>
          </a:xfrm>
          <a:solidFill>
            <a:schemeClr val="bg1">
              <a:lumMod val="95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10" name="Text Placeholder 9">
            <a:extLst>
              <a:ext uri="{FF2B5EF4-FFF2-40B4-BE49-F238E27FC236}">
                <a16:creationId xmlns="" xmlns:a16="http://schemas.microsoft.com/office/drawing/2014/main" id="{88403ECA-F93D-BE4E-2FD5-BD8E047A9F00}"/>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7" name="Slide Number Placeholder 6">
            <a:extLst>
              <a:ext uri="{FF2B5EF4-FFF2-40B4-BE49-F238E27FC236}">
                <a16:creationId xmlns="" xmlns:a16="http://schemas.microsoft.com/office/drawing/2014/main" id="{1B7C2440-A050-99BC-6EE3-70279BE5C5F5}"/>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468471065"/>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ext + Image, 33% Lef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16617100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6817"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0"/>
            <a:ext cx="7845425" cy="6858000"/>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388A1134-0987-22DD-8DD0-0A995B637E4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9" name="Slide Number Placeholder 8">
            <a:extLst>
              <a:ext uri="{FF2B5EF4-FFF2-40B4-BE49-F238E27FC236}">
                <a16:creationId xmlns="" xmlns:a16="http://schemas.microsoft.com/office/drawing/2014/main" id="{1E8D5F67-F09B-F6C0-93DE-F3E9F433FD94}"/>
              </a:ext>
            </a:extLst>
          </p:cNvPr>
          <p:cNvSpPr>
            <a:spLocks noGrp="1"/>
          </p:cNvSpPr>
          <p:nvPr>
            <p:ph type="sldNum" sz="quarter" idx="15"/>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9047549"/>
      </p:ext>
    </p:extLst>
  </p:cSld>
  <p:clrMapOvr>
    <a:overrideClrMapping bg1="dk1" tx1="lt1" bg2="dk2" tx2="lt2" accent1="accent1" accent2="accent2" accent3="accent3" accent4="accent4" accent5="accent5" accent6="accent6" hlink="hlink" folHlink="folHlink"/>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ext + Image, inse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87979771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7841"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260350"/>
            <a:ext cx="7516368" cy="6035675"/>
          </a:xfrm>
          <a:solidFill>
            <a:schemeClr val="bg1">
              <a:lumMod val="95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5890174"/>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ext + Image, inse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9638589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8865"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260350"/>
            <a:ext cx="7516368" cy="6035675"/>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C8533EED-4FDE-C8A5-79CA-8C8A0202D10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71719178"/>
      </p:ext>
    </p:extLst>
  </p:cSld>
  <p:clrMapOvr>
    <a:overrideClrMapping bg1="dk1" tx1="lt1" bg2="dk2" tx2="lt2" accent1="accent1" accent2="accent2" accent3="accent3" accent4="accent4" accent5="accent5" accent6="accent6" hlink="hlink" folHlink="folHlink"/>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ext + Image, 2">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9889"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539496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 xmlns:a16="http://schemas.microsoft.com/office/drawing/2014/main" id="{F3162975-62F4-436D-4FC6-1EF79CDD4AC2}"/>
              </a:ext>
            </a:extLst>
          </p:cNvPr>
          <p:cNvSpPr>
            <a:spLocks noGrp="1"/>
          </p:cNvSpPr>
          <p:nvPr>
            <p:ph type="pic" sz="quarter" idx="14"/>
          </p:nvPr>
        </p:nvSpPr>
        <p:spPr>
          <a:xfrm>
            <a:off x="6248400" y="1481052"/>
            <a:ext cx="5394960"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453052436"/>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ext + Image, 2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0913"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539496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 xmlns:a16="http://schemas.microsoft.com/office/drawing/2014/main" id="{F3162975-62F4-436D-4FC6-1EF79CDD4AC2}"/>
              </a:ext>
            </a:extLst>
          </p:cNvPr>
          <p:cNvSpPr>
            <a:spLocks noGrp="1"/>
          </p:cNvSpPr>
          <p:nvPr>
            <p:ph type="pic" sz="quarter" idx="14"/>
          </p:nvPr>
        </p:nvSpPr>
        <p:spPr>
          <a:xfrm>
            <a:off x="6248400" y="1481052"/>
            <a:ext cx="5394960"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61210422"/>
      </p:ext>
    </p:extLst>
  </p:cSld>
  <p:clrMapOvr>
    <a:overrideClrMapping bg1="dk1" tx1="lt1" bg2="dk2" tx2="lt2" accent1="accent1" accent2="accent2" accent3="accent3" accent4="accent4" accent5="accent5" accent6="accent6" hlink="hlink" folHlink="folHlink"/>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ext + Image, 3">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1937"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347980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4355373" y="1481052"/>
            <a:ext cx="3479800"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8145596" y="1481052"/>
            <a:ext cx="3479800"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85498001"/>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ext + Image, 3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2961"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347980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4355373" y="1481052"/>
            <a:ext cx="3479800"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8145596" y="1481052"/>
            <a:ext cx="3479800"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243544058"/>
      </p:ext>
    </p:extLst>
  </p:cSld>
  <p:clrMapOvr>
    <a:overrideClrMapping bg1="dk1" tx1="lt1" bg2="dk2" tx2="lt2" accent1="accent1" accent2="accent2" accent3="accent3" accent4="accent4" accent5="accent5" accent6="accent6" hlink="hlink" folHlink="folHlink"/>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ext + Image, 4">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8046704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3985"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2542032"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3406627" y="1481052"/>
            <a:ext cx="2542032"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6248104" y="1481052"/>
            <a:ext cx="2542032"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 xmlns:a16="http://schemas.microsoft.com/office/drawing/2014/main" id="{F46AC7D4-BC15-6A84-4467-242C1C4BAFE1}"/>
              </a:ext>
            </a:extLst>
          </p:cNvPr>
          <p:cNvSpPr>
            <a:spLocks noGrp="1"/>
          </p:cNvSpPr>
          <p:nvPr>
            <p:ph type="pic" sz="quarter" idx="18"/>
          </p:nvPr>
        </p:nvSpPr>
        <p:spPr>
          <a:xfrm>
            <a:off x="9089580" y="1481052"/>
            <a:ext cx="2542032"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17082583"/>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ext + Image, 4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8046704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5009"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2542032"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3406627" y="1481052"/>
            <a:ext cx="2542032"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6248104" y="1481052"/>
            <a:ext cx="2542032"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 xmlns:a16="http://schemas.microsoft.com/office/drawing/2014/main" id="{F46AC7D4-BC15-6A84-4467-242C1C4BAFE1}"/>
              </a:ext>
            </a:extLst>
          </p:cNvPr>
          <p:cNvSpPr>
            <a:spLocks noGrp="1"/>
          </p:cNvSpPr>
          <p:nvPr>
            <p:ph type="pic" sz="quarter" idx="18"/>
          </p:nvPr>
        </p:nvSpPr>
        <p:spPr>
          <a:xfrm>
            <a:off x="9089580" y="1481052"/>
            <a:ext cx="2542032"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529378398"/>
      </p:ext>
    </p:extLst>
  </p:cSld>
  <p:clrMapOvr>
    <a:overrideClrMapping bg1="dk1" tx1="lt1" bg2="dk2" tx2="lt2" accent1="accent1" accent2="accent2" accent3="accent3" accent4="accent4" accent5="accent5" accent6="accent6" hlink="hlink" folHlink="folHlink"/>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6033"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t>Case</a:t>
            </a:r>
          </a:p>
          <a:p>
            <a:pPr algn="ctr"/>
            <a:r>
              <a:rPr lang="en-US" sz="13800"/>
              <a:t>layouts</a:t>
            </a:r>
          </a:p>
        </p:txBody>
      </p:sp>
    </p:spTree>
    <p:extLst>
      <p:ext uri="{BB962C8B-B14F-4D97-AF65-F5344CB8AC3E}">
        <p14:creationId xmlns:p14="http://schemas.microsoft.com/office/powerpoint/2010/main" val="89257111"/>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6_Cas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 xmlns:a16="http://schemas.microsoft.com/office/drawing/2014/main" id="{EDF65D57-7405-B1F1-189F-3EA07B19BDD8}"/>
              </a:ext>
            </a:extLst>
          </p:cNvPr>
          <p:cNvSpPr/>
          <p:nvPr userDrawn="1"/>
        </p:nvSpPr>
        <p:spPr>
          <a:xfrm>
            <a:off x="5525393" y="5300630"/>
            <a:ext cx="6316085" cy="1124607"/>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7072"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6" name="TextBox 5">
            <a:extLst>
              <a:ext uri="{FF2B5EF4-FFF2-40B4-BE49-F238E27FC236}">
                <a16:creationId xmlns="" xmlns:a16="http://schemas.microsoft.com/office/drawing/2014/main" id="{7DB752B6-A013-4EB6-8E20-8EA33B1FE962}"/>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7073" name="think-cell Slide" r:id="rId7" imgW="7772400" imgH="10058400" progId="TCLayout.ActiveDocument.1">
                  <p:embed/>
                </p:oleObj>
              </mc:Choice>
              <mc:Fallback>
                <p:oleObj name="think-cell Slide" r:id="rId7" imgW="7772400" imgH="10058400" progId="TCLayout.ActiveDocument.1">
                  <p:embed/>
                  <p:pic>
                    <p:nvPicPr>
                      <p:cNvPr id="9" name="think-cell data - do not delete" hidden="1">
                        <a:extLst>
                          <a:ext uri="{FF2B5EF4-FFF2-40B4-BE49-F238E27FC236}">
                            <a16:creationId xmlns="" xmlns:a16="http://schemas.microsoft.com/office/drawing/2014/main"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992072"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195236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 xmlns:a16="http://schemas.microsoft.com/office/drawing/2014/main" id="{E7B7D991-8F48-A2FE-48B9-5DE04A8FC96C}"/>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tx1"/>
                </a:solidFill>
              </a:rPr>
              <a:t>Tenarai</a:t>
            </a:r>
          </a:p>
        </p:txBody>
      </p:sp>
    </p:spTree>
    <p:extLst>
      <p:ext uri="{BB962C8B-B14F-4D97-AF65-F5344CB8AC3E}">
        <p14:creationId xmlns:p14="http://schemas.microsoft.com/office/powerpoint/2010/main" val="4150625118"/>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7_Case">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 xmlns:a16="http://schemas.microsoft.com/office/drawing/2014/main" id="{ACF7983F-BA5F-CFFA-A0A8-08DDC8806E6C}"/>
              </a:ext>
            </a:extLst>
          </p:cNvPr>
          <p:cNvSpPr/>
          <p:nvPr userDrawn="1"/>
        </p:nvSpPr>
        <p:spPr>
          <a:xfrm>
            <a:off x="5525393" y="5300630"/>
            <a:ext cx="6316085" cy="1124607"/>
          </a:xfrm>
          <a:prstGeom prst="rect">
            <a:avLst/>
          </a:prstGeom>
          <a:solidFill>
            <a:srgbClr val="DAD2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8096"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8097" name="think-cell Slide" r:id="rId7" imgW="7772400" imgH="10058400" progId="TCLayout.ActiveDocument.1">
                  <p:embed/>
                </p:oleObj>
              </mc:Choice>
              <mc:Fallback>
                <p:oleObj name="think-cell Slide" r:id="rId7" imgW="7772400" imgH="10058400" progId="TCLayout.ActiveDocument.1">
                  <p:embed/>
                  <p:pic>
                    <p:nvPicPr>
                      <p:cNvPr id="9" name="think-cell data - do not delete" hidden="1">
                        <a:extLst>
                          <a:ext uri="{FF2B5EF4-FFF2-40B4-BE49-F238E27FC236}">
                            <a16:creationId xmlns="" xmlns:a16="http://schemas.microsoft.com/office/drawing/2014/main"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baseline="0">
                <a:solidFill>
                  <a:srgbClr val="8E867E"/>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881247" cy="168321"/>
          </a:xfrm>
        </p:spPr>
        <p:txBody>
          <a:bodyPr/>
          <a:lstStyle>
            <a:lvl1pPr marL="182880" indent="-182880">
              <a:lnSpc>
                <a:spcPct val="100000"/>
              </a:lnSpc>
              <a:spcBef>
                <a:spcPts val="0"/>
              </a:spcBef>
              <a:buFont typeface="Arial" panose="020B0604020202020204" pitchFamily="34" charset="0"/>
              <a:buNone/>
              <a:defRPr sz="1100" b="1" kern="1200" cap="all" spc="200" baseline="0">
                <a:solidFill>
                  <a:srgbClr val="8E867E"/>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1527769"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 </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 xmlns:a16="http://schemas.microsoft.com/office/drawing/2014/main" id="{132D2CBB-6B5E-C0DC-5A56-451205979AAE}"/>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tx1"/>
                </a:solidFill>
              </a:rPr>
              <a:t>Tenarai</a:t>
            </a:r>
          </a:p>
        </p:txBody>
      </p:sp>
    </p:spTree>
    <p:extLst>
      <p:ext uri="{BB962C8B-B14F-4D97-AF65-F5344CB8AC3E}">
        <p14:creationId xmlns:p14="http://schemas.microsoft.com/office/powerpoint/2010/main" val="1088643427"/>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8_Case">
    <p:bg>
      <p:bgPr>
        <a:solidFill>
          <a:schemeClr val="tx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rgbClr val="1E1E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 xmlns:a16="http://schemas.microsoft.com/office/drawing/2014/main" id="{EBFAB308-4AAB-3B8F-BC70-3145A0D359C1}"/>
              </a:ext>
            </a:extLst>
          </p:cNvPr>
          <p:cNvSpPr/>
          <p:nvPr userDrawn="1"/>
        </p:nvSpPr>
        <p:spPr>
          <a:xfrm>
            <a:off x="5525393" y="5300630"/>
            <a:ext cx="6316085" cy="1124607"/>
          </a:xfrm>
          <a:prstGeom prst="rect">
            <a:avLst/>
          </a:prstGeom>
          <a:solidFill>
            <a:srgbClr val="161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9120"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lvl1pPr>
              <a:defRPr b="0">
                <a:solidFill>
                  <a:schemeClr val="bg1"/>
                </a:solidFill>
              </a:defRPr>
            </a:lvl1pPr>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solidFill>
                  <a:schemeClr val="bg1"/>
                </a:solidFill>
              </a:defRPr>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lumMod val="50000"/>
                  </a:schemeClr>
                </a:solid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lumMod val="50000"/>
                  </a:schemeClr>
                </a:solidFill>
              </a:rPr>
              <a:pPr algn="r"/>
              <a:t>‹#›</a:t>
            </a:fld>
            <a:endParaRPr lang="en-US" sz="1000">
              <a:solidFill>
                <a:schemeClr val="bg1">
                  <a:lumMod val="50000"/>
                </a:schemeClr>
              </a:solidFill>
            </a:endParaRPr>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chemeClr val="bg1">
                    <a:lumMod val="50000"/>
                  </a:schemeClr>
                </a:solidFill>
              </a:rPr>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chemeClr val="tx2"/>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9121" name="think-cell Slide" r:id="rId7" imgW="7772400" imgH="10058400" progId="TCLayout.ActiveDocument.1">
                  <p:embed/>
                </p:oleObj>
              </mc:Choice>
              <mc:Fallback>
                <p:oleObj name="think-cell Slide" r:id="rId7" imgW="7772400" imgH="10058400" progId="TCLayout.ActiveDocument.1">
                  <p:embed/>
                  <p:pic>
                    <p:nvPicPr>
                      <p:cNvPr id="9" name="think-cell data - do not delete" hidden="1">
                        <a:extLst>
                          <a:ext uri="{FF2B5EF4-FFF2-40B4-BE49-F238E27FC236}">
                            <a16:creationId xmlns="" xmlns:a16="http://schemas.microsoft.com/office/drawing/2014/main"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lumMod val="50000"/>
                  </a:schemeClr>
                </a:solidFill>
              </a:rPr>
              <a:pPr algn="r"/>
              <a:t>‹#›</a:t>
            </a:fld>
            <a:endParaRPr lang="en-US" sz="1000">
              <a:solidFill>
                <a:schemeClr val="bg1">
                  <a:lumMod val="50000"/>
                </a:schemeClr>
              </a:solidFill>
            </a:endParaRPr>
          </a:p>
        </p:txBody>
      </p:sp>
      <p:sp>
        <p:nvSpPr>
          <p:cNvPr id="14" name="TextBox 13">
            <a:extLst>
              <a:ext uri="{FF2B5EF4-FFF2-40B4-BE49-F238E27FC236}">
                <a16:creationId xmlns="" xmlns:a16="http://schemas.microsoft.com/office/drawing/2014/main"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lumMod val="50000"/>
                  </a:schemeClr>
                </a:solidFill>
              </a:rPr>
              <a:t>Copyright 2026, Strictly Confidential, All rights reserved</a:t>
            </a:r>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solidFill>
                  <a:schemeClr val="bg1">
                    <a:lumMod val="75000"/>
                  </a:schemeClr>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992072" cy="215019"/>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224192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050">
                <a:solidFill>
                  <a:schemeClr val="bg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2"/>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 xmlns:a16="http://schemas.microsoft.com/office/drawing/2014/main" id="{09D0CC24-D7A4-EBC9-ED92-E511AB8246E9}"/>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lumMod val="50000"/>
                  </a:schemeClr>
                </a:solidFill>
              </a:rPr>
              <a:t>Tenarai</a:t>
            </a:r>
          </a:p>
        </p:txBody>
      </p:sp>
    </p:spTree>
    <p:extLst>
      <p:ext uri="{BB962C8B-B14F-4D97-AF65-F5344CB8AC3E}">
        <p14:creationId xmlns:p14="http://schemas.microsoft.com/office/powerpoint/2010/main" val="3165285250"/>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1_Case">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0144"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358668" cy="2329125"/>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49" y="3067291"/>
            <a:ext cx="3358668" cy="3228733"/>
          </a:xfrm>
        </p:spPr>
        <p:txBody>
          <a:bodyPr/>
          <a:lstStyle>
            <a:lvl1pPr>
              <a:spcBef>
                <a:spcPts val="1200"/>
              </a:spcBef>
              <a:defRPr sz="1600" b="1"/>
            </a:lvl1pPr>
            <a:lvl2pPr marL="0" indent="0">
              <a:spcBef>
                <a:spcPts val="1200"/>
              </a:spcBef>
              <a:buNone/>
              <a:defRPr>
                <a:solidFill>
                  <a:srgbClr val="5E5751"/>
                </a:solidFill>
              </a:defRPr>
            </a:lvl2pPr>
          </a:lstStyle>
          <a:p>
            <a:pPr lvl="0"/>
            <a:r>
              <a:rPr lang="en-US" dirty="0"/>
              <a:t>Click to edit Master text styles</a:t>
            </a:r>
          </a:p>
          <a:p>
            <a:pPr lvl="1"/>
            <a:r>
              <a:rPr lang="en-US" dirty="0"/>
              <a:t>Second level</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cxnSp>
        <p:nvCxnSpPr>
          <p:cNvPr id="11" name="Straight Connector 10">
            <a:extLst>
              <a:ext uri="{FF2B5EF4-FFF2-40B4-BE49-F238E27FC236}">
                <a16:creationId xmlns="" xmlns:a16="http://schemas.microsoft.com/office/drawing/2014/main" id="{0E9F2B9A-52E4-5369-DE70-8BFDBBCC0D18}"/>
              </a:ext>
            </a:extLst>
          </p:cNvPr>
          <p:cNvCxnSpPr>
            <a:cxnSpLocks/>
          </p:cNvCxnSpPr>
          <p:nvPr/>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 xmlns:a16="http://schemas.microsoft.com/office/drawing/2014/main" id="{C0E0F2B1-911D-23F5-0F11-045F8FF1FA0E}"/>
              </a:ext>
            </a:extLst>
          </p:cNvPr>
          <p:cNvPicPr>
            <a:picLocks noChangeAspect="1"/>
          </p:cNvPicPr>
          <p:nvPr/>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23" name="Straight Connector 22">
            <a:extLst>
              <a:ext uri="{FF2B5EF4-FFF2-40B4-BE49-F238E27FC236}">
                <a16:creationId xmlns="" xmlns:a16="http://schemas.microsoft.com/office/drawing/2014/main" id="{E1DC7703-A219-49E7-FEA0-BEFC89E1F97D}"/>
              </a:ext>
            </a:extLst>
          </p:cNvPr>
          <p:cNvCxnSpPr>
            <a:cxnSpLocks/>
          </p:cNvCxnSpPr>
          <p:nvPr/>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 xmlns:a16="http://schemas.microsoft.com/office/drawing/2014/main" id="{00FD386C-28AE-B74F-02DC-04E3555D6840}"/>
              </a:ext>
            </a:extLst>
          </p:cNvPr>
          <p:cNvCxnSpPr>
            <a:cxnSpLocks/>
          </p:cNvCxnSpPr>
          <p:nvPr/>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36" name="Picture 35">
            <a:extLst>
              <a:ext uri="{FF2B5EF4-FFF2-40B4-BE49-F238E27FC236}">
                <a16:creationId xmlns="" xmlns:a16="http://schemas.microsoft.com/office/drawing/2014/main" id="{326B9CEE-3F61-9895-D003-98F8E1D78142}"/>
              </a:ext>
            </a:extLst>
          </p:cNvPr>
          <p:cNvPicPr>
            <a:picLocks noChangeAspect="1"/>
          </p:cNvPicPr>
          <p:nvPr/>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65" name="Picture 64">
            <a:extLst>
              <a:ext uri="{FF2B5EF4-FFF2-40B4-BE49-F238E27FC236}">
                <a16:creationId xmlns="" xmlns:a16="http://schemas.microsoft.com/office/drawing/2014/main" id="{9BA95AFC-6701-9FCC-EF2C-3DFAAF6DE781}"/>
              </a:ext>
            </a:extLst>
          </p:cNvPr>
          <p:cNvPicPr>
            <a:picLocks noChangeAspect="1"/>
          </p:cNvPicPr>
          <p:nvPr/>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p:nvPr>
        </p:nvSpPr>
        <p:spPr>
          <a:xfrm>
            <a:off x="5050831" y="647287"/>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16" name="Text Placeholder 13">
            <a:extLst>
              <a:ext uri="{FF2B5EF4-FFF2-40B4-BE49-F238E27FC236}">
                <a16:creationId xmlns="" xmlns:a16="http://schemas.microsoft.com/office/drawing/2014/main" id="{CA3606B1-576E-7889-44A2-AC25BD122E54}"/>
              </a:ext>
            </a:extLst>
          </p:cNvPr>
          <p:cNvSpPr>
            <a:spLocks noGrp="1"/>
          </p:cNvSpPr>
          <p:nvPr>
            <p:ph type="body" sz="quarter" idx="16"/>
          </p:nvPr>
        </p:nvSpPr>
        <p:spPr>
          <a:xfrm>
            <a:off x="5050831" y="2481629"/>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22" name="Text Placeholder 13">
            <a:extLst>
              <a:ext uri="{FF2B5EF4-FFF2-40B4-BE49-F238E27FC236}">
                <a16:creationId xmlns="" xmlns:a16="http://schemas.microsoft.com/office/drawing/2014/main" id="{DEDA8E94-A7BA-2A7C-EA6E-8F98BCFEB728}"/>
              </a:ext>
            </a:extLst>
          </p:cNvPr>
          <p:cNvSpPr>
            <a:spLocks noGrp="1"/>
          </p:cNvSpPr>
          <p:nvPr>
            <p:ph type="body" sz="quarter" idx="18" hasCustomPrompt="1"/>
          </p:nvPr>
        </p:nvSpPr>
        <p:spPr>
          <a:xfrm>
            <a:off x="5050831" y="4698550"/>
            <a:ext cx="1235667"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lgn="l">
              <a:buNone/>
              <a:defRPr kumimoji="0" lang="en-US" b="1" spc="0" normalizeH="0" baseline="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algn="l">
              <a:defRPr/>
            </a:pPr>
            <a:r>
              <a:rPr lang="en-US" sz="1400" dirty="0">
                <a:solidFill>
                  <a:srgbClr val="47413D"/>
                </a:solidFill>
                <a:latin typeface="+mn-lt"/>
              </a:rPr>
              <a:t>Impact</a:t>
            </a:r>
            <a:endParaRPr lang="en-IN" sz="1400" dirty="0">
              <a:solidFill>
                <a:srgbClr val="47413D"/>
              </a:solidFill>
              <a:latin typeface="+mn-lt"/>
            </a:endParaRPr>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p:nvPr>
        </p:nvSpPr>
        <p:spPr>
          <a:xfrm>
            <a:off x="5050831" y="1036357"/>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27" name="Text Placeholder 24">
            <a:extLst>
              <a:ext uri="{FF2B5EF4-FFF2-40B4-BE49-F238E27FC236}">
                <a16:creationId xmlns="" xmlns:a16="http://schemas.microsoft.com/office/drawing/2014/main" id="{B19AFB08-B154-3AE2-9763-B7A80F0CD723}"/>
              </a:ext>
            </a:extLst>
          </p:cNvPr>
          <p:cNvSpPr>
            <a:spLocks noGrp="1"/>
          </p:cNvSpPr>
          <p:nvPr>
            <p:ph type="body" sz="quarter" idx="20"/>
          </p:nvPr>
        </p:nvSpPr>
        <p:spPr>
          <a:xfrm>
            <a:off x="5050831" y="2870699"/>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8" name="Rectangle 7">
            <a:extLst>
              <a:ext uri="{FF2B5EF4-FFF2-40B4-BE49-F238E27FC236}">
                <a16:creationId xmlns="" xmlns:a16="http://schemas.microsoft.com/office/drawing/2014/main" id="{1580CECB-9733-8E17-F7D6-AEBC84C01F54}"/>
              </a:ext>
            </a:extLst>
          </p:cNvPr>
          <p:cNvSpPr/>
          <p:nvPr userDrawn="1"/>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0145" name="think-cell Slide" r:id="rId10" imgW="7772400" imgH="10058400" progId="TCLayout.ActiveDocument.1">
                  <p:embed/>
                </p:oleObj>
              </mc:Choice>
              <mc:Fallback>
                <p:oleObj name="think-cell Slide" r:id="rId10" imgW="7772400" imgH="10058400" progId="TCLayout.ActiveDocument.1">
                  <p:embed/>
                  <p:pic>
                    <p:nvPicPr>
                      <p:cNvPr id="9" name="think-cell data - do not delete" hidden="1">
                        <a:extLst>
                          <a:ext uri="{FF2B5EF4-FFF2-40B4-BE49-F238E27FC236}">
                            <a16:creationId xmlns="" xmlns:a16="http://schemas.microsoft.com/office/drawing/2014/main"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14" name="TextBox 13">
            <a:extLst>
              <a:ext uri="{FF2B5EF4-FFF2-40B4-BE49-F238E27FC236}">
                <a16:creationId xmlns="" xmlns:a16="http://schemas.microsoft.com/office/drawing/2014/main"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cxnSp>
        <p:nvCxnSpPr>
          <p:cNvPr id="17" name="Straight Connector 16">
            <a:extLst>
              <a:ext uri="{FF2B5EF4-FFF2-40B4-BE49-F238E27FC236}">
                <a16:creationId xmlns="" xmlns:a16="http://schemas.microsoft.com/office/drawing/2014/main" id="{7DED35B3-FE32-22B2-FE4B-F71536D0475E}"/>
              </a:ext>
            </a:extLst>
          </p:cNvPr>
          <p:cNvCxnSpPr>
            <a:cxnSpLocks/>
          </p:cNvCxnSpPr>
          <p:nvPr userDrawn="1"/>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 xmlns:a16="http://schemas.microsoft.com/office/drawing/2014/main" id="{BF19F648-E713-19E4-8E80-E336B132E799}"/>
              </a:ext>
            </a:extLst>
          </p:cNvPr>
          <p:cNvPicPr>
            <a:picLocks noChangeAspect="1"/>
          </p:cNvPicPr>
          <p:nvPr userDrawn="1"/>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19" name="Straight Connector 18">
            <a:extLst>
              <a:ext uri="{FF2B5EF4-FFF2-40B4-BE49-F238E27FC236}">
                <a16:creationId xmlns="" xmlns:a16="http://schemas.microsoft.com/office/drawing/2014/main" id="{AE27C355-0CBF-1E79-F265-A00BA34BBCBF}"/>
              </a:ext>
            </a:extLst>
          </p:cNvPr>
          <p:cNvCxnSpPr>
            <a:cxnSpLocks/>
          </p:cNvCxnSpPr>
          <p:nvPr userDrawn="1"/>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 xmlns:a16="http://schemas.microsoft.com/office/drawing/2014/main" id="{56B8D5F7-A361-8AD4-52B8-082036B1721F}"/>
              </a:ext>
            </a:extLst>
          </p:cNvPr>
          <p:cNvCxnSpPr>
            <a:cxnSpLocks/>
          </p:cNvCxnSpPr>
          <p:nvPr userDrawn="1"/>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 xmlns:a16="http://schemas.microsoft.com/office/drawing/2014/main" id="{D9214AAD-F1D4-D149-48E4-A4CA0897E294}"/>
              </a:ext>
            </a:extLst>
          </p:cNvPr>
          <p:cNvPicPr>
            <a:picLocks noChangeAspect="1"/>
          </p:cNvPicPr>
          <p:nvPr userDrawn="1"/>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24" name="Picture 23">
            <a:extLst>
              <a:ext uri="{FF2B5EF4-FFF2-40B4-BE49-F238E27FC236}">
                <a16:creationId xmlns="" xmlns:a16="http://schemas.microsoft.com/office/drawing/2014/main" id="{97757A16-D1D2-AF1B-D2D6-6B02D3A65248}"/>
              </a:ext>
            </a:extLst>
          </p:cNvPr>
          <p:cNvPicPr>
            <a:picLocks noChangeAspect="1"/>
          </p:cNvPicPr>
          <p:nvPr userDrawn="1"/>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Tree>
    <p:extLst>
      <p:ext uri="{BB962C8B-B14F-4D97-AF65-F5344CB8AC3E}">
        <p14:creationId xmlns:p14="http://schemas.microsoft.com/office/powerpoint/2010/main" val="855943091"/>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2_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1153"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311629579"/>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2177"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0" name="Picture Placeholder 9">
            <a:extLst>
              <a:ext uri="{FF2B5EF4-FFF2-40B4-BE49-F238E27FC236}">
                <a16:creationId xmlns="" xmlns:a16="http://schemas.microsoft.com/office/drawing/2014/main" id="{4D7F28B9-3CD7-58BB-E8E5-1B72C75CB7B0}"/>
              </a:ext>
            </a:extLst>
          </p:cNvPr>
          <p:cNvSpPr>
            <a:spLocks noGrp="1"/>
          </p:cNvSpPr>
          <p:nvPr>
            <p:ph type="pic" sz="quarter" idx="12"/>
          </p:nvPr>
        </p:nvSpPr>
        <p:spPr>
          <a:xfrm>
            <a:off x="4267200" y="-1"/>
            <a:ext cx="7927848" cy="6857999"/>
          </a:xfrm>
          <a:solidFill>
            <a:srgbClr val="DAD2CB"/>
          </a:solidFill>
        </p:spPr>
        <p:txBody>
          <a:bodyPr/>
          <a:lstStyle/>
          <a:p>
            <a:r>
              <a:rPr lang="en-US"/>
              <a:t>Click icon to add picture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504095877"/>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Cas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5160943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3201"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3" name="Picture Placeholder 9">
            <a:extLst>
              <a:ext uri="{FF2B5EF4-FFF2-40B4-BE49-F238E27FC236}">
                <a16:creationId xmlns="" xmlns:a16="http://schemas.microsoft.com/office/drawing/2014/main" id="{5C6055F8-9989-D9E2-3C90-326C85A7A212}"/>
              </a:ext>
            </a:extLst>
          </p:cNvPr>
          <p:cNvSpPr>
            <a:spLocks noGrp="1"/>
          </p:cNvSpPr>
          <p:nvPr>
            <p:ph type="pic" sz="quarter" idx="12"/>
          </p:nvPr>
        </p:nvSpPr>
        <p:spPr>
          <a:xfrm>
            <a:off x="4267200" y="-1"/>
            <a:ext cx="7927848" cy="6857999"/>
          </a:xfrm>
          <a:solidFill>
            <a:srgbClr val="2F2C29"/>
          </a:solidFill>
        </p:spPr>
        <p:txBody>
          <a:bodyPr/>
          <a:lstStyle/>
          <a:p>
            <a:r>
              <a:rPr lang="en-US"/>
              <a:t>Click icon to add picture</a:t>
            </a:r>
          </a:p>
        </p:txBody>
      </p:sp>
    </p:spTree>
    <p:extLst>
      <p:ext uri="{BB962C8B-B14F-4D97-AF65-F5344CB8AC3E}">
        <p14:creationId xmlns:p14="http://schemas.microsoft.com/office/powerpoint/2010/main" val="1247471693"/>
      </p:ext>
    </p:extLst>
  </p:cSld>
  <p:clrMapOvr>
    <a:overrideClrMapping bg1="dk1" tx1="lt1" bg2="dk2" tx2="lt2" accent1="accent1" accent2="accent2" accent3="accent3" accent4="accent4" accent5="accent5" accent6="accent6" hlink="hlink" folHlink="folHlink"/>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Case, mobile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4257464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4225"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 xmlns:a16="http://schemas.microsoft.com/office/drawing/2014/main"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 xmlns:a16="http://schemas.microsoft.com/office/drawing/2014/main"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 xmlns:a16="http://schemas.microsoft.com/office/drawing/2014/main"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 xmlns:a16="http://schemas.microsoft.com/office/drawing/2014/main"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 xmlns:a16="http://schemas.microsoft.com/office/drawing/2014/main"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848515806"/>
      </p:ext>
    </p:extLst>
  </p:cSld>
  <p:clrMapOvr>
    <a:overrideClrMapping bg1="lt1" tx1="dk1" bg2="lt2" tx2="dk2" accent1="accent1" accent2="accent2" accent3="accent3" accent4="accent4" accent5="accent5" accent6="accent6" hlink="hlink" folHlink="folHlink"/>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Case, mobil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4257464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5249"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 xmlns:a16="http://schemas.microsoft.com/office/drawing/2014/main"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 xmlns:a16="http://schemas.microsoft.com/office/drawing/2014/main"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 xmlns:a16="http://schemas.microsoft.com/office/drawing/2014/main"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 xmlns:a16="http://schemas.microsoft.com/office/drawing/2014/main"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 xmlns:a16="http://schemas.microsoft.com/office/drawing/2014/main"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903302158"/>
      </p:ext>
    </p:extLst>
  </p:cSld>
  <p:clrMapOvr>
    <a:overrideClrMapping bg1="dk1" tx1="lt1" bg2="dk2" tx2="lt2" accent1="accent1" accent2="accent2" accent3="accent3" accent4="accent4" accent5="accent5" accent6="accent6" hlink="hlink" folHlink="folHlink"/>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Case, laptop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13664209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6273"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 xmlns:a16="http://schemas.microsoft.com/office/drawing/2014/main"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684322370"/>
      </p:ext>
    </p:extLst>
  </p:cSld>
  <p:clrMapOvr>
    <a:overrideClrMapping bg1="lt1" tx1="dk1" bg2="lt2" tx2="dk2" accent1="accent1" accent2="accent2" accent3="accent3" accent4="accent4" accent5="accent5" accent6="accent6" hlink="hlink" folHlink="folHlink"/>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Case, laptop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13664209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7297"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 xmlns:a16="http://schemas.microsoft.com/office/drawing/2014/main"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313964574"/>
      </p:ext>
    </p:extLst>
  </p:cSld>
  <p:clrMapOvr>
    <a:overrideClrMapping bg1="dk1" tx1="lt1" bg2="dk2" tx2="lt2" accent1="accent1" accent2="accent2" accent3="accent3" accent4="accent4" accent5="accent5" accent6="accent6" hlink="hlink" folHlink="folHlink"/>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Case, Social Media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0144357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8321"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 xmlns:a16="http://schemas.microsoft.com/office/drawing/2014/main" id="{25E49CCA-F737-5786-8174-B0564AEC164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2989882" y="1768475"/>
            <a:ext cx="2956893" cy="3721606"/>
          </a:xfrm>
          <a:prstGeom prst="rect">
            <a:avLst/>
          </a:prstGeom>
        </p:spPr>
      </p:pic>
      <p:pic>
        <p:nvPicPr>
          <p:cNvPr id="8" name="Graphic 7">
            <a:extLst>
              <a:ext uri="{FF2B5EF4-FFF2-40B4-BE49-F238E27FC236}">
                <a16:creationId xmlns="" xmlns:a16="http://schemas.microsoft.com/office/drawing/2014/main" id="{226AC344-E1CE-70B2-B97E-30637E49AB0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6249613" y="1768475"/>
            <a:ext cx="2956893" cy="3721606"/>
          </a:xfrm>
          <a:prstGeom prst="rect">
            <a:avLst/>
          </a:prstGeom>
        </p:spPr>
      </p:pic>
      <p:pic>
        <p:nvPicPr>
          <p:cNvPr id="9" name="Graphic 8">
            <a:extLst>
              <a:ext uri="{FF2B5EF4-FFF2-40B4-BE49-F238E27FC236}">
                <a16:creationId xmlns="" xmlns:a16="http://schemas.microsoft.com/office/drawing/2014/main" id="{FCEB8D3E-A5C6-310F-74E2-78E550DF1E71}"/>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269850" y="1768475"/>
            <a:ext cx="2956893" cy="3721606"/>
          </a:xfrm>
          <a:prstGeom prst="rect">
            <a:avLst/>
          </a:prstGeom>
        </p:spPr>
      </p:pic>
      <p:pic>
        <p:nvPicPr>
          <p:cNvPr id="10" name="Graphic 9">
            <a:extLst>
              <a:ext uri="{FF2B5EF4-FFF2-40B4-BE49-F238E27FC236}">
                <a16:creationId xmlns="" xmlns:a16="http://schemas.microsoft.com/office/drawing/2014/main" id="{47F66854-B8B3-FA25-DFD9-036CBFA383D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9509344" y="1768475"/>
            <a:ext cx="2956893" cy="3721606"/>
          </a:xfrm>
          <a:prstGeom prst="rect">
            <a:avLst/>
          </a:prstGeom>
        </p:spPr>
      </p:pic>
      <p:sp>
        <p:nvSpPr>
          <p:cNvPr id="13" name="Picture Placeholder 12">
            <a:extLst>
              <a:ext uri="{FF2B5EF4-FFF2-40B4-BE49-F238E27FC236}">
                <a16:creationId xmlns="" xmlns:a16="http://schemas.microsoft.com/office/drawing/2014/main"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 xmlns:a16="http://schemas.microsoft.com/office/drawing/2014/main"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 xmlns:a16="http://schemas.microsoft.com/office/drawing/2014/main"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 xmlns:a16="http://schemas.microsoft.com/office/drawing/2014/main"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410956709"/>
      </p:ext>
    </p:extLst>
  </p:cSld>
  <p:clrMapOvr>
    <a:overrideClrMapping bg1="lt1" tx1="dk1" bg2="lt2" tx2="dk2" accent1="accent1" accent2="accent2" accent3="accent3" accent4="accent4" accent5="accent5" accent6="accent6" hlink="hlink" folHlink="folHlink"/>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Case, Social Media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0144357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9345"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 xmlns:a16="http://schemas.microsoft.com/office/drawing/2014/main" id="{25E49CCA-F737-5786-8174-B0564AEC164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2989882" y="1768474"/>
            <a:ext cx="2956893" cy="3721608"/>
          </a:xfrm>
          <a:prstGeom prst="rect">
            <a:avLst/>
          </a:prstGeom>
        </p:spPr>
      </p:pic>
      <p:pic>
        <p:nvPicPr>
          <p:cNvPr id="8" name="Graphic 7">
            <a:extLst>
              <a:ext uri="{FF2B5EF4-FFF2-40B4-BE49-F238E27FC236}">
                <a16:creationId xmlns="" xmlns:a16="http://schemas.microsoft.com/office/drawing/2014/main" id="{226AC344-E1CE-70B2-B97E-30637E49AB0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6249613" y="1768474"/>
            <a:ext cx="2956893" cy="3721608"/>
          </a:xfrm>
          <a:prstGeom prst="rect">
            <a:avLst/>
          </a:prstGeom>
        </p:spPr>
      </p:pic>
      <p:pic>
        <p:nvPicPr>
          <p:cNvPr id="9" name="Graphic 8">
            <a:extLst>
              <a:ext uri="{FF2B5EF4-FFF2-40B4-BE49-F238E27FC236}">
                <a16:creationId xmlns="" xmlns:a16="http://schemas.microsoft.com/office/drawing/2014/main" id="{FCEB8D3E-A5C6-310F-74E2-78E550DF1E71}"/>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269850" y="1768474"/>
            <a:ext cx="2956893" cy="3721608"/>
          </a:xfrm>
          <a:prstGeom prst="rect">
            <a:avLst/>
          </a:prstGeom>
        </p:spPr>
      </p:pic>
      <p:pic>
        <p:nvPicPr>
          <p:cNvPr id="10" name="Graphic 9">
            <a:extLst>
              <a:ext uri="{FF2B5EF4-FFF2-40B4-BE49-F238E27FC236}">
                <a16:creationId xmlns="" xmlns:a16="http://schemas.microsoft.com/office/drawing/2014/main" id="{47F66854-B8B3-FA25-DFD9-036CBFA383D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9509344" y="1768474"/>
            <a:ext cx="2956893" cy="3721608"/>
          </a:xfrm>
          <a:prstGeom prst="rect">
            <a:avLst/>
          </a:prstGeom>
        </p:spPr>
      </p:pic>
      <p:sp>
        <p:nvSpPr>
          <p:cNvPr id="13" name="Picture Placeholder 12">
            <a:extLst>
              <a:ext uri="{FF2B5EF4-FFF2-40B4-BE49-F238E27FC236}">
                <a16:creationId xmlns="" xmlns:a16="http://schemas.microsoft.com/office/drawing/2014/main"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 xmlns:a16="http://schemas.microsoft.com/office/drawing/2014/main"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 xmlns:a16="http://schemas.microsoft.com/office/drawing/2014/main"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 xmlns:a16="http://schemas.microsoft.com/office/drawing/2014/main"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673249528"/>
      </p:ext>
    </p:extLst>
  </p:cSld>
  <p:clrMapOvr>
    <a:overrideClrMapping bg1="dk1" tx1="lt1" bg2="dk2" tx2="lt2" accent1="accent1" accent2="accent2" accent3="accent3" accent4="accent4" accent5="accent5" accent6="accent6" hlink="hlink" folHlink="folHlink"/>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0369"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t>Agenda</a:t>
            </a:r>
          </a:p>
          <a:p>
            <a:pPr algn="ctr"/>
            <a:r>
              <a:rPr lang="en-US" sz="13800"/>
              <a:t>layouts</a:t>
            </a:r>
          </a:p>
        </p:txBody>
      </p:sp>
    </p:spTree>
    <p:extLst>
      <p:ext uri="{BB962C8B-B14F-4D97-AF65-F5344CB8AC3E}">
        <p14:creationId xmlns:p14="http://schemas.microsoft.com/office/powerpoint/2010/main" val="1990656230"/>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4234032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139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43017E1-5C50-A1AB-8360-416C697FA07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 xmlns:a16="http://schemas.microsoft.com/office/drawing/2014/main"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 xmlns:a16="http://schemas.microsoft.com/office/drawing/2014/main"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5E5751"/>
                </a:solidFill>
                <a:latin typeface="+mn-lt"/>
              </a:defRPr>
            </a:lvl3pPr>
            <a:lvl4pPr marL="2514600" indent="-628650">
              <a:spcBef>
                <a:spcPts val="0"/>
              </a:spcBef>
              <a:spcAft>
                <a:spcPts val="600"/>
              </a:spcAft>
              <a:buNone/>
              <a:tabLst/>
              <a:defRPr sz="1600">
                <a:solidFill>
                  <a:srgbClr val="5E5751"/>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341871492"/>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Agenda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4234032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241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43017E1-5C50-A1AB-8360-416C697FA07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 xmlns:a16="http://schemas.microsoft.com/office/drawing/2014/main"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 xmlns:a16="http://schemas.microsoft.com/office/drawing/2014/main"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BEB4AA"/>
                </a:solidFill>
                <a:latin typeface="+mn-lt"/>
              </a:defRPr>
            </a:lvl3pPr>
            <a:lvl4pPr marL="2514600" indent="-628650">
              <a:spcBef>
                <a:spcPts val="0"/>
              </a:spcBef>
              <a:spcAft>
                <a:spcPts val="600"/>
              </a:spcAft>
              <a:buNone/>
              <a:tabLst/>
              <a:defRPr sz="1600">
                <a:solidFill>
                  <a:srgbClr val="BEB4AA"/>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598100926"/>
      </p:ext>
    </p:extLst>
  </p:cSld>
  <p:clrMapOvr>
    <a:overrideClrMapping bg1="dk1" tx1="lt1" bg2="dk2" tx2="lt2" accent1="accent1" accent2="accent2" accent3="accent3" accent4="accent4" accent5="accent5" accent6="accent6" hlink="hlink" folHlink="folHlink"/>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Agenda, tab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26076848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344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6FD185B2-CA96-F547-FFF0-7838243B1A2A}"/>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 xmlns:a16="http://schemas.microsoft.com/office/drawing/2014/main"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817438519"/>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Agenda, table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26076848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446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6FD185B2-CA96-F547-FFF0-7838243B1A2A}"/>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 xmlns:a16="http://schemas.microsoft.com/office/drawing/2014/main"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2519235016"/>
      </p:ext>
    </p:extLst>
  </p:cSld>
  <p:clrMapOvr>
    <a:overrideClrMapping bg1="dk1" tx1="lt1" bg2="dk2" tx2="lt2" accent1="accent1" accent2="accent2" accent3="accent3" accent4="accent4" accent5="accent5" accent6="accent6" hlink="hlink" folHlink="folHlink"/>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5489"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2569560" y="1305349"/>
            <a:ext cx="7052893" cy="4247317"/>
          </a:xfrm>
          <a:prstGeom prst="rect">
            <a:avLst/>
          </a:prstGeom>
          <a:noFill/>
        </p:spPr>
        <p:txBody>
          <a:bodyPr wrap="none" lIns="0" tIns="0" rIns="0" bIns="0" rtlCol="0" anchor="ctr">
            <a:spAutoFit/>
          </a:bodyPr>
          <a:lstStyle/>
          <a:p>
            <a:pPr algn="ctr"/>
            <a:r>
              <a:rPr lang="en-US" sz="13800"/>
              <a:t>Speakers</a:t>
            </a:r>
          </a:p>
          <a:p>
            <a:pPr algn="ctr"/>
            <a:r>
              <a:rPr lang="en-US" sz="13800"/>
              <a:t>layouts</a:t>
            </a:r>
          </a:p>
        </p:txBody>
      </p:sp>
    </p:spTree>
    <p:extLst>
      <p:ext uri="{BB962C8B-B14F-4D97-AF65-F5344CB8AC3E}">
        <p14:creationId xmlns:p14="http://schemas.microsoft.com/office/powerpoint/2010/main" val="1972260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Speaker, 1">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8558889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651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76254" y="1637435"/>
            <a:ext cx="2527309" cy="2553565"/>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3405188" y="1637434"/>
            <a:ext cx="2554626" cy="2553566"/>
          </a:xfrm>
        </p:spPr>
        <p:txBody>
          <a:bodyPr/>
          <a:lstStyle>
            <a:lvl1pPr>
              <a:spcBef>
                <a:spcPts val="0"/>
              </a:spcBef>
              <a:defRPr sz="2400" b="0"/>
            </a:lvl1pPr>
            <a:lvl2pPr marL="0" indent="0">
              <a:spcBef>
                <a:spcPts val="1200"/>
              </a:spcBef>
              <a:buNone/>
              <a:defRPr sz="2400">
                <a:solidFill>
                  <a:srgbClr val="5E5751"/>
                </a:solidFill>
              </a:defRPr>
            </a:lvl2pPr>
          </a:lstStyle>
          <a:p>
            <a:pPr lvl="0"/>
            <a:r>
              <a:rPr lang="en-US" err="1"/>
              <a:t>Firstname</a:t>
            </a:r>
            <a:r>
              <a:rPr lang="en-US"/>
              <a:t> Lastname</a:t>
            </a:r>
          </a:p>
          <a:p>
            <a:pPr lvl="1"/>
            <a:r>
              <a:rPr lang="en-US"/>
              <a:t>Job title</a:t>
            </a:r>
          </a:p>
        </p:txBody>
      </p:sp>
      <p:sp>
        <p:nvSpPr>
          <p:cNvPr id="13" name="Text Placeholder 9">
            <a:extLst>
              <a:ext uri="{FF2B5EF4-FFF2-40B4-BE49-F238E27FC236}">
                <a16:creationId xmlns="" xmlns:a16="http://schemas.microsoft.com/office/drawing/2014/main" id="{00076557-BFE9-5F8B-B4A1-ED0C0029638E}"/>
              </a:ext>
            </a:extLst>
          </p:cNvPr>
          <p:cNvSpPr>
            <a:spLocks noGrp="1"/>
          </p:cNvSpPr>
          <p:nvPr>
            <p:ph type="body" sz="quarter" idx="12" hasCustomPrompt="1"/>
          </p:nvPr>
        </p:nvSpPr>
        <p:spPr>
          <a:xfrm>
            <a:off x="6248400" y="1637435"/>
            <a:ext cx="3776663" cy="2553565"/>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908593213"/>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Speaker, 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268450165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753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4817" y="1637435"/>
            <a:ext cx="1564021" cy="1564021"/>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2428504" y="1637434"/>
            <a:ext cx="3517940"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6263986" y="1637435"/>
            <a:ext cx="1563976" cy="1563976"/>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8129589" y="1637434"/>
            <a:ext cx="3516024"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9" name="Text Placeholder 9">
            <a:extLst>
              <a:ext uri="{FF2B5EF4-FFF2-40B4-BE49-F238E27FC236}">
                <a16:creationId xmlns="" xmlns:a16="http://schemas.microsoft.com/office/drawing/2014/main" id="{43A263B2-272B-44F1-9D39-AEA893A1C856}"/>
              </a:ext>
            </a:extLst>
          </p:cNvPr>
          <p:cNvSpPr>
            <a:spLocks noGrp="1"/>
          </p:cNvSpPr>
          <p:nvPr>
            <p:ph type="body" sz="quarter" idx="12" hasCustomPrompt="1"/>
          </p:nvPr>
        </p:nvSpPr>
        <p:spPr>
          <a:xfrm>
            <a:off x="2428504" y="2974975"/>
            <a:ext cx="3517940"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
        <p:nvSpPr>
          <p:cNvPr id="12" name="Text Placeholder 9">
            <a:extLst>
              <a:ext uri="{FF2B5EF4-FFF2-40B4-BE49-F238E27FC236}">
                <a16:creationId xmlns="" xmlns:a16="http://schemas.microsoft.com/office/drawing/2014/main" id="{061D7D79-B6DD-C3D3-D30D-2056D760FFAA}"/>
              </a:ext>
            </a:extLst>
          </p:cNvPr>
          <p:cNvSpPr>
            <a:spLocks noGrp="1"/>
          </p:cNvSpPr>
          <p:nvPr>
            <p:ph type="body" sz="quarter" idx="16" hasCustomPrompt="1"/>
          </p:nvPr>
        </p:nvSpPr>
        <p:spPr>
          <a:xfrm>
            <a:off x="8122427" y="2974975"/>
            <a:ext cx="3517939"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3204841962"/>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Speaker, 3">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64997887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856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6514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4349799" y="1637435"/>
            <a:ext cx="2511552" cy="2511552"/>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434979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7EBD53F4-AA15-026E-C06F-BFCDCD680F32}"/>
              </a:ext>
            </a:extLst>
          </p:cNvPr>
          <p:cNvSpPr>
            <a:spLocks noGrp="1" noChangeAspect="1"/>
          </p:cNvSpPr>
          <p:nvPr>
            <p:ph type="pic" sz="quarter" idx="16"/>
          </p:nvPr>
        </p:nvSpPr>
        <p:spPr>
          <a:xfrm>
            <a:off x="8143458" y="1637434"/>
            <a:ext cx="2511551" cy="2511551"/>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B6945004-3FBB-EB03-5646-97F9F63ABEAD}"/>
              </a:ext>
            </a:extLst>
          </p:cNvPr>
          <p:cNvSpPr>
            <a:spLocks noGrp="1"/>
          </p:cNvSpPr>
          <p:nvPr>
            <p:ph type="body" sz="quarter" idx="17" hasCustomPrompt="1"/>
          </p:nvPr>
        </p:nvSpPr>
        <p:spPr>
          <a:xfrm>
            <a:off x="814345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1852783036"/>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Speaker, 4">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64997887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958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65149"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3412998" y="1637435"/>
            <a:ext cx="2514600" cy="2514600"/>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3412998"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7EBD53F4-AA15-026E-C06F-BFCDCD680F32}"/>
              </a:ext>
            </a:extLst>
          </p:cNvPr>
          <p:cNvSpPr>
            <a:spLocks noGrp="1" noChangeAspect="1"/>
          </p:cNvSpPr>
          <p:nvPr>
            <p:ph type="pic" sz="quarter" idx="16"/>
          </p:nvPr>
        </p:nvSpPr>
        <p:spPr>
          <a:xfrm>
            <a:off x="6256365" y="1637435"/>
            <a:ext cx="2514600" cy="2514600"/>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B6945004-3FBB-EB03-5646-97F9F63ABEAD}"/>
              </a:ext>
            </a:extLst>
          </p:cNvPr>
          <p:cNvSpPr>
            <a:spLocks noGrp="1"/>
          </p:cNvSpPr>
          <p:nvPr>
            <p:ph type="body" sz="quarter" idx="17" hasCustomPrompt="1"/>
          </p:nvPr>
        </p:nvSpPr>
        <p:spPr>
          <a:xfrm>
            <a:off x="6256364"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7" name="Picture Placeholder 7">
            <a:extLst>
              <a:ext uri="{FF2B5EF4-FFF2-40B4-BE49-F238E27FC236}">
                <a16:creationId xmlns="" xmlns:a16="http://schemas.microsoft.com/office/drawing/2014/main" id="{D16ABBBF-2339-2E06-7C84-AF01ECF613A3}"/>
              </a:ext>
            </a:extLst>
          </p:cNvPr>
          <p:cNvSpPr>
            <a:spLocks noGrp="1" noChangeAspect="1"/>
          </p:cNvSpPr>
          <p:nvPr>
            <p:ph type="pic" sz="quarter" idx="18"/>
          </p:nvPr>
        </p:nvSpPr>
        <p:spPr>
          <a:xfrm>
            <a:off x="9087852" y="1637435"/>
            <a:ext cx="2514600" cy="2514600"/>
          </a:xfrm>
          <a:solidFill>
            <a:srgbClr val="F5F0EB"/>
          </a:solidFill>
        </p:spPr>
        <p:txBody>
          <a:bodyPr/>
          <a:lstStyle/>
          <a:p>
            <a:r>
              <a:rPr lang="en-US"/>
              <a:t>Click icon to add picture</a:t>
            </a:r>
          </a:p>
        </p:txBody>
      </p:sp>
      <p:sp>
        <p:nvSpPr>
          <p:cNvPr id="9" name="Text Placeholder 11">
            <a:extLst>
              <a:ext uri="{FF2B5EF4-FFF2-40B4-BE49-F238E27FC236}">
                <a16:creationId xmlns="" xmlns:a16="http://schemas.microsoft.com/office/drawing/2014/main" id="{0799ED43-EE89-E750-7B23-AFCCA755762E}"/>
              </a:ext>
            </a:extLst>
          </p:cNvPr>
          <p:cNvSpPr>
            <a:spLocks noGrp="1"/>
          </p:cNvSpPr>
          <p:nvPr>
            <p:ph type="body" sz="quarter" idx="19" hasCustomPrompt="1"/>
          </p:nvPr>
        </p:nvSpPr>
        <p:spPr>
          <a:xfrm>
            <a:off x="9087851"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3076283077"/>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Speaker, 6">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43441017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060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76463" y="1775000"/>
            <a:ext cx="1552375" cy="1552375"/>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76463"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Text Placeholder 11">
            <a:extLst>
              <a:ext uri="{FF2B5EF4-FFF2-40B4-BE49-F238E27FC236}">
                <a16:creationId xmlns="" xmlns:a16="http://schemas.microsoft.com/office/drawing/2014/main" id="{F71FED85-DAF8-E75C-B88D-72336814AFD6}"/>
              </a:ext>
            </a:extLst>
          </p:cNvPr>
          <p:cNvSpPr>
            <a:spLocks noGrp="1"/>
          </p:cNvSpPr>
          <p:nvPr>
            <p:ph type="body" sz="quarter" idx="19" hasCustomPrompt="1"/>
          </p:nvPr>
        </p:nvSpPr>
        <p:spPr>
          <a:xfrm>
            <a:off x="576463" y="1254086"/>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(optional)</a:t>
            </a:r>
          </a:p>
        </p:txBody>
      </p:sp>
      <p:sp>
        <p:nvSpPr>
          <p:cNvPr id="26" name="Text Placeholder 11">
            <a:extLst>
              <a:ext uri="{FF2B5EF4-FFF2-40B4-BE49-F238E27FC236}">
                <a16:creationId xmlns="" xmlns:a16="http://schemas.microsoft.com/office/drawing/2014/main" id="{80D331FB-07CC-CBB0-1C97-15E6031B1502}"/>
              </a:ext>
            </a:extLst>
          </p:cNvPr>
          <p:cNvSpPr>
            <a:spLocks noGrp="1"/>
          </p:cNvSpPr>
          <p:nvPr>
            <p:ph type="body" sz="quarter" idx="20" hasCustomPrompt="1"/>
          </p:nvPr>
        </p:nvSpPr>
        <p:spPr>
          <a:xfrm>
            <a:off x="576463" y="4501783"/>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over logos (optional)</a:t>
            </a:r>
          </a:p>
        </p:txBody>
      </p:sp>
      <p:sp>
        <p:nvSpPr>
          <p:cNvPr id="31" name="Picture Placeholder 7">
            <a:extLst>
              <a:ext uri="{FF2B5EF4-FFF2-40B4-BE49-F238E27FC236}">
                <a16:creationId xmlns="" xmlns:a16="http://schemas.microsoft.com/office/drawing/2014/main" id="{3B6500AD-6C0E-2707-679D-0A899C4EA95D}"/>
              </a:ext>
            </a:extLst>
          </p:cNvPr>
          <p:cNvSpPr>
            <a:spLocks noGrp="1" noChangeAspect="1"/>
          </p:cNvSpPr>
          <p:nvPr>
            <p:ph type="pic" sz="quarter" idx="21"/>
          </p:nvPr>
        </p:nvSpPr>
        <p:spPr>
          <a:xfrm>
            <a:off x="2467064" y="1775000"/>
            <a:ext cx="1552375" cy="1552375"/>
          </a:xfrm>
          <a:solidFill>
            <a:srgbClr val="F5F0EB"/>
          </a:solidFill>
        </p:spPr>
        <p:txBody>
          <a:bodyPr/>
          <a:lstStyle/>
          <a:p>
            <a:r>
              <a:rPr lang="en-US"/>
              <a:t>Click icon to add picture</a:t>
            </a:r>
          </a:p>
        </p:txBody>
      </p:sp>
      <p:sp>
        <p:nvSpPr>
          <p:cNvPr id="32" name="Text Placeholder 11">
            <a:extLst>
              <a:ext uri="{FF2B5EF4-FFF2-40B4-BE49-F238E27FC236}">
                <a16:creationId xmlns="" xmlns:a16="http://schemas.microsoft.com/office/drawing/2014/main" id="{F4A0A85C-8282-CFF2-07DC-5B20BB9E9834}"/>
              </a:ext>
            </a:extLst>
          </p:cNvPr>
          <p:cNvSpPr>
            <a:spLocks noGrp="1"/>
          </p:cNvSpPr>
          <p:nvPr>
            <p:ph type="body" sz="quarter" idx="22" hasCustomPrompt="1"/>
          </p:nvPr>
        </p:nvSpPr>
        <p:spPr>
          <a:xfrm>
            <a:off x="2467064"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3" name="Picture Placeholder 7">
            <a:extLst>
              <a:ext uri="{FF2B5EF4-FFF2-40B4-BE49-F238E27FC236}">
                <a16:creationId xmlns="" xmlns:a16="http://schemas.microsoft.com/office/drawing/2014/main" id="{D078D3FA-853F-C115-1493-DF9FB1C6F215}"/>
              </a:ext>
            </a:extLst>
          </p:cNvPr>
          <p:cNvSpPr>
            <a:spLocks noGrp="1" noChangeAspect="1"/>
          </p:cNvSpPr>
          <p:nvPr>
            <p:ph type="pic" sz="quarter" idx="23"/>
          </p:nvPr>
        </p:nvSpPr>
        <p:spPr>
          <a:xfrm>
            <a:off x="4357665" y="1775000"/>
            <a:ext cx="1552375" cy="1552375"/>
          </a:xfrm>
          <a:solidFill>
            <a:srgbClr val="F5F0EB"/>
          </a:solidFill>
        </p:spPr>
        <p:txBody>
          <a:bodyPr/>
          <a:lstStyle/>
          <a:p>
            <a:r>
              <a:rPr lang="en-US"/>
              <a:t>Click icon to add picture</a:t>
            </a:r>
          </a:p>
        </p:txBody>
      </p:sp>
      <p:sp>
        <p:nvSpPr>
          <p:cNvPr id="34" name="Text Placeholder 11">
            <a:extLst>
              <a:ext uri="{FF2B5EF4-FFF2-40B4-BE49-F238E27FC236}">
                <a16:creationId xmlns="" xmlns:a16="http://schemas.microsoft.com/office/drawing/2014/main" id="{05A7CFBA-E0A6-8DD1-C303-4DD735628AC8}"/>
              </a:ext>
            </a:extLst>
          </p:cNvPr>
          <p:cNvSpPr>
            <a:spLocks noGrp="1"/>
          </p:cNvSpPr>
          <p:nvPr>
            <p:ph type="body" sz="quarter" idx="24" hasCustomPrompt="1"/>
          </p:nvPr>
        </p:nvSpPr>
        <p:spPr>
          <a:xfrm>
            <a:off x="4357665"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5" name="Picture Placeholder 7">
            <a:extLst>
              <a:ext uri="{FF2B5EF4-FFF2-40B4-BE49-F238E27FC236}">
                <a16:creationId xmlns="" xmlns:a16="http://schemas.microsoft.com/office/drawing/2014/main" id="{B6102AE7-F278-B5A9-F2C5-1FBF4197ECDB}"/>
              </a:ext>
            </a:extLst>
          </p:cNvPr>
          <p:cNvSpPr>
            <a:spLocks noGrp="1" noChangeAspect="1"/>
          </p:cNvSpPr>
          <p:nvPr>
            <p:ph type="pic" sz="quarter" idx="25"/>
          </p:nvPr>
        </p:nvSpPr>
        <p:spPr>
          <a:xfrm>
            <a:off x="6248266" y="1775000"/>
            <a:ext cx="1552375" cy="1552375"/>
          </a:xfrm>
          <a:solidFill>
            <a:srgbClr val="F5F0EB"/>
          </a:solidFill>
        </p:spPr>
        <p:txBody>
          <a:bodyPr/>
          <a:lstStyle/>
          <a:p>
            <a:r>
              <a:rPr lang="en-US"/>
              <a:t>Click icon to add picture</a:t>
            </a:r>
          </a:p>
        </p:txBody>
      </p:sp>
      <p:sp>
        <p:nvSpPr>
          <p:cNvPr id="36" name="Text Placeholder 11">
            <a:extLst>
              <a:ext uri="{FF2B5EF4-FFF2-40B4-BE49-F238E27FC236}">
                <a16:creationId xmlns="" xmlns:a16="http://schemas.microsoft.com/office/drawing/2014/main" id="{C2A82CB5-B9E0-2A6D-25BE-D13CD2814ADE}"/>
              </a:ext>
            </a:extLst>
          </p:cNvPr>
          <p:cNvSpPr>
            <a:spLocks noGrp="1"/>
          </p:cNvSpPr>
          <p:nvPr>
            <p:ph type="body" sz="quarter" idx="26" hasCustomPrompt="1"/>
          </p:nvPr>
        </p:nvSpPr>
        <p:spPr>
          <a:xfrm>
            <a:off x="62482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7" name="Picture Placeholder 7">
            <a:extLst>
              <a:ext uri="{FF2B5EF4-FFF2-40B4-BE49-F238E27FC236}">
                <a16:creationId xmlns="" xmlns:a16="http://schemas.microsoft.com/office/drawing/2014/main" id="{70B59503-4A68-E260-B103-EA49A509D2C1}"/>
              </a:ext>
            </a:extLst>
          </p:cNvPr>
          <p:cNvSpPr>
            <a:spLocks noGrp="1" noChangeAspect="1"/>
          </p:cNvSpPr>
          <p:nvPr>
            <p:ph type="pic" sz="quarter" idx="27"/>
          </p:nvPr>
        </p:nvSpPr>
        <p:spPr>
          <a:xfrm>
            <a:off x="8138867" y="1775000"/>
            <a:ext cx="1552375" cy="1552375"/>
          </a:xfrm>
          <a:solidFill>
            <a:srgbClr val="F5F0EB"/>
          </a:solidFill>
        </p:spPr>
        <p:txBody>
          <a:bodyPr/>
          <a:lstStyle/>
          <a:p>
            <a:r>
              <a:rPr lang="en-US"/>
              <a:t>Click icon to add picture</a:t>
            </a:r>
          </a:p>
        </p:txBody>
      </p:sp>
      <p:sp>
        <p:nvSpPr>
          <p:cNvPr id="38" name="Text Placeholder 11">
            <a:extLst>
              <a:ext uri="{FF2B5EF4-FFF2-40B4-BE49-F238E27FC236}">
                <a16:creationId xmlns="" xmlns:a16="http://schemas.microsoft.com/office/drawing/2014/main" id="{A0995BA9-2C1D-3A52-7C7F-BC37A2466C4A}"/>
              </a:ext>
            </a:extLst>
          </p:cNvPr>
          <p:cNvSpPr>
            <a:spLocks noGrp="1"/>
          </p:cNvSpPr>
          <p:nvPr>
            <p:ph type="body" sz="quarter" idx="28" hasCustomPrompt="1"/>
          </p:nvPr>
        </p:nvSpPr>
        <p:spPr>
          <a:xfrm>
            <a:off x="8138867"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9" name="Picture Placeholder 7">
            <a:extLst>
              <a:ext uri="{FF2B5EF4-FFF2-40B4-BE49-F238E27FC236}">
                <a16:creationId xmlns="" xmlns:a16="http://schemas.microsoft.com/office/drawing/2014/main" id="{FE049F1E-C38A-F65C-3614-91F97F14616A}"/>
              </a:ext>
            </a:extLst>
          </p:cNvPr>
          <p:cNvSpPr>
            <a:spLocks noGrp="1" noChangeAspect="1"/>
          </p:cNvSpPr>
          <p:nvPr>
            <p:ph type="pic" sz="quarter" idx="29"/>
          </p:nvPr>
        </p:nvSpPr>
        <p:spPr>
          <a:xfrm>
            <a:off x="10029466" y="1775000"/>
            <a:ext cx="1552375" cy="1552375"/>
          </a:xfrm>
          <a:solidFill>
            <a:srgbClr val="F5F0EB"/>
          </a:solidFill>
        </p:spPr>
        <p:txBody>
          <a:bodyPr/>
          <a:lstStyle/>
          <a:p>
            <a:r>
              <a:rPr lang="en-US"/>
              <a:t>Click icon to add picture</a:t>
            </a:r>
          </a:p>
        </p:txBody>
      </p:sp>
      <p:sp>
        <p:nvSpPr>
          <p:cNvPr id="40" name="Text Placeholder 11">
            <a:extLst>
              <a:ext uri="{FF2B5EF4-FFF2-40B4-BE49-F238E27FC236}">
                <a16:creationId xmlns="" xmlns:a16="http://schemas.microsoft.com/office/drawing/2014/main" id="{06C2ADEC-2DA0-0CA9-F153-77DFAA70DA1B}"/>
              </a:ext>
            </a:extLst>
          </p:cNvPr>
          <p:cNvSpPr>
            <a:spLocks noGrp="1"/>
          </p:cNvSpPr>
          <p:nvPr>
            <p:ph type="body" sz="quarter" idx="30" hasCustomPrompt="1"/>
          </p:nvPr>
        </p:nvSpPr>
        <p:spPr>
          <a:xfrm>
            <a:off x="100294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3143115214"/>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Speaker, 1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8558889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163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50" y="1637435"/>
            <a:ext cx="987552" cy="987552"/>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1703515"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4358849" y="1637435"/>
            <a:ext cx="987552" cy="987552"/>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5495540"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9" name="Picture Placeholder 7">
            <a:extLst>
              <a:ext uri="{FF2B5EF4-FFF2-40B4-BE49-F238E27FC236}">
                <a16:creationId xmlns="" xmlns:a16="http://schemas.microsoft.com/office/drawing/2014/main" id="{E07B74AC-EE9A-25D5-4583-5F253A748507}"/>
              </a:ext>
            </a:extLst>
          </p:cNvPr>
          <p:cNvSpPr>
            <a:spLocks noGrp="1" noChangeAspect="1"/>
          </p:cNvSpPr>
          <p:nvPr>
            <p:ph type="pic" sz="quarter" idx="16"/>
          </p:nvPr>
        </p:nvSpPr>
        <p:spPr>
          <a:xfrm>
            <a:off x="565150" y="2888166"/>
            <a:ext cx="987552" cy="987552"/>
          </a:xfrm>
          <a:solidFill>
            <a:srgbClr val="F5F0EB"/>
          </a:solidFill>
        </p:spPr>
        <p:txBody>
          <a:bodyPr/>
          <a:lstStyle/>
          <a:p>
            <a:r>
              <a:rPr lang="en-US"/>
              <a:t>Click icon to add picture</a:t>
            </a:r>
          </a:p>
        </p:txBody>
      </p:sp>
      <p:sp>
        <p:nvSpPr>
          <p:cNvPr id="12" name="Text Placeholder 11">
            <a:extLst>
              <a:ext uri="{FF2B5EF4-FFF2-40B4-BE49-F238E27FC236}">
                <a16:creationId xmlns="" xmlns:a16="http://schemas.microsoft.com/office/drawing/2014/main" id="{35B64ED0-1747-14E8-8C38-312801E015E8}"/>
              </a:ext>
            </a:extLst>
          </p:cNvPr>
          <p:cNvSpPr>
            <a:spLocks noGrp="1"/>
          </p:cNvSpPr>
          <p:nvPr>
            <p:ph type="body" sz="quarter" idx="17" hasCustomPrompt="1"/>
          </p:nvPr>
        </p:nvSpPr>
        <p:spPr>
          <a:xfrm>
            <a:off x="1703515"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3" name="Picture Placeholder 7">
            <a:extLst>
              <a:ext uri="{FF2B5EF4-FFF2-40B4-BE49-F238E27FC236}">
                <a16:creationId xmlns="" xmlns:a16="http://schemas.microsoft.com/office/drawing/2014/main" id="{17D60C2A-77D9-52CA-F221-CE501A39CABC}"/>
              </a:ext>
            </a:extLst>
          </p:cNvPr>
          <p:cNvSpPr>
            <a:spLocks noGrp="1" noChangeAspect="1"/>
          </p:cNvSpPr>
          <p:nvPr>
            <p:ph type="pic" sz="quarter" idx="18"/>
          </p:nvPr>
        </p:nvSpPr>
        <p:spPr>
          <a:xfrm>
            <a:off x="4358849" y="2888166"/>
            <a:ext cx="987552" cy="987552"/>
          </a:xfrm>
          <a:solidFill>
            <a:srgbClr val="F5F0EB"/>
          </a:solidFill>
        </p:spPr>
        <p:txBody>
          <a:bodyPr/>
          <a:lstStyle/>
          <a:p>
            <a:r>
              <a:rPr lang="en-US"/>
              <a:t>Click icon to add picture</a:t>
            </a:r>
          </a:p>
        </p:txBody>
      </p:sp>
      <p:sp>
        <p:nvSpPr>
          <p:cNvPr id="14" name="Text Placeholder 11">
            <a:extLst>
              <a:ext uri="{FF2B5EF4-FFF2-40B4-BE49-F238E27FC236}">
                <a16:creationId xmlns="" xmlns:a16="http://schemas.microsoft.com/office/drawing/2014/main" id="{CB165B28-35C1-D225-4A64-E2A61301A4DD}"/>
              </a:ext>
            </a:extLst>
          </p:cNvPr>
          <p:cNvSpPr>
            <a:spLocks noGrp="1"/>
          </p:cNvSpPr>
          <p:nvPr>
            <p:ph type="body" sz="quarter" idx="19" hasCustomPrompt="1"/>
          </p:nvPr>
        </p:nvSpPr>
        <p:spPr>
          <a:xfrm>
            <a:off x="5495540"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5" name="Picture Placeholder 7">
            <a:extLst>
              <a:ext uri="{FF2B5EF4-FFF2-40B4-BE49-F238E27FC236}">
                <a16:creationId xmlns="" xmlns:a16="http://schemas.microsoft.com/office/drawing/2014/main" id="{E73A1BFE-276C-0927-9FF7-66318C2DBD7D}"/>
              </a:ext>
            </a:extLst>
          </p:cNvPr>
          <p:cNvSpPr>
            <a:spLocks noGrp="1" noChangeAspect="1"/>
          </p:cNvSpPr>
          <p:nvPr>
            <p:ph type="pic" sz="quarter" idx="20"/>
          </p:nvPr>
        </p:nvSpPr>
        <p:spPr>
          <a:xfrm>
            <a:off x="565150" y="4138897"/>
            <a:ext cx="987552" cy="987552"/>
          </a:xfrm>
          <a:solidFill>
            <a:srgbClr val="F5F0EB"/>
          </a:solidFill>
        </p:spPr>
        <p:txBody>
          <a:bodyPr/>
          <a:lstStyle/>
          <a:p>
            <a:r>
              <a:rPr lang="en-US"/>
              <a:t>Click icon to add picture</a:t>
            </a:r>
          </a:p>
        </p:txBody>
      </p:sp>
      <p:sp>
        <p:nvSpPr>
          <p:cNvPr id="16" name="Text Placeholder 11">
            <a:extLst>
              <a:ext uri="{FF2B5EF4-FFF2-40B4-BE49-F238E27FC236}">
                <a16:creationId xmlns="" xmlns:a16="http://schemas.microsoft.com/office/drawing/2014/main" id="{2529DBB2-3720-4AB8-3C81-7BBD12B176C4}"/>
              </a:ext>
            </a:extLst>
          </p:cNvPr>
          <p:cNvSpPr>
            <a:spLocks noGrp="1"/>
          </p:cNvSpPr>
          <p:nvPr>
            <p:ph type="body" sz="quarter" idx="21" hasCustomPrompt="1"/>
          </p:nvPr>
        </p:nvSpPr>
        <p:spPr>
          <a:xfrm>
            <a:off x="1703515"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7" name="Picture Placeholder 7">
            <a:extLst>
              <a:ext uri="{FF2B5EF4-FFF2-40B4-BE49-F238E27FC236}">
                <a16:creationId xmlns="" xmlns:a16="http://schemas.microsoft.com/office/drawing/2014/main" id="{D518239F-8303-6062-88F3-9C2B67E4E1A4}"/>
              </a:ext>
            </a:extLst>
          </p:cNvPr>
          <p:cNvSpPr>
            <a:spLocks noGrp="1" noChangeAspect="1"/>
          </p:cNvSpPr>
          <p:nvPr>
            <p:ph type="pic" sz="quarter" idx="22"/>
          </p:nvPr>
        </p:nvSpPr>
        <p:spPr>
          <a:xfrm>
            <a:off x="4358849" y="4138897"/>
            <a:ext cx="987552" cy="987552"/>
          </a:xfrm>
          <a:solidFill>
            <a:srgbClr val="F5F0EB"/>
          </a:solidFill>
        </p:spPr>
        <p:txBody>
          <a:bodyPr/>
          <a:lstStyle/>
          <a:p>
            <a:r>
              <a:rPr lang="en-US"/>
              <a:t>Click icon to add picture</a:t>
            </a:r>
          </a:p>
        </p:txBody>
      </p:sp>
      <p:sp>
        <p:nvSpPr>
          <p:cNvPr id="18" name="Text Placeholder 11">
            <a:extLst>
              <a:ext uri="{FF2B5EF4-FFF2-40B4-BE49-F238E27FC236}">
                <a16:creationId xmlns="" xmlns:a16="http://schemas.microsoft.com/office/drawing/2014/main" id="{4FA7EC9E-AD87-A0B5-8F3E-FED229E183FF}"/>
              </a:ext>
            </a:extLst>
          </p:cNvPr>
          <p:cNvSpPr>
            <a:spLocks noGrp="1"/>
          </p:cNvSpPr>
          <p:nvPr>
            <p:ph type="body" sz="quarter" idx="23" hasCustomPrompt="1"/>
          </p:nvPr>
        </p:nvSpPr>
        <p:spPr>
          <a:xfrm>
            <a:off x="5495540"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4E9CDB91-D9C5-B930-B1D8-D183D7EC2AEF}"/>
              </a:ext>
            </a:extLst>
          </p:cNvPr>
          <p:cNvSpPr>
            <a:spLocks noGrp="1" noChangeAspect="1"/>
          </p:cNvSpPr>
          <p:nvPr>
            <p:ph type="pic" sz="quarter" idx="24"/>
          </p:nvPr>
        </p:nvSpPr>
        <p:spPr>
          <a:xfrm>
            <a:off x="8142573" y="1637435"/>
            <a:ext cx="987552" cy="987552"/>
          </a:xfrm>
          <a:solidFill>
            <a:srgbClr val="F5F0EB"/>
          </a:solidFill>
        </p:spPr>
        <p:txBody>
          <a:bodyPr/>
          <a:lstStyle/>
          <a:p>
            <a:r>
              <a:rPr lang="en-US"/>
              <a:t>Click icon to add picture</a:t>
            </a:r>
          </a:p>
        </p:txBody>
      </p:sp>
      <p:sp>
        <p:nvSpPr>
          <p:cNvPr id="7" name="Text Placeholder 11">
            <a:extLst>
              <a:ext uri="{FF2B5EF4-FFF2-40B4-BE49-F238E27FC236}">
                <a16:creationId xmlns="" xmlns:a16="http://schemas.microsoft.com/office/drawing/2014/main" id="{311B5EAD-8B7F-6A93-83A3-23F72B428F6D}"/>
              </a:ext>
            </a:extLst>
          </p:cNvPr>
          <p:cNvSpPr>
            <a:spLocks noGrp="1"/>
          </p:cNvSpPr>
          <p:nvPr>
            <p:ph type="body" sz="quarter" idx="25" hasCustomPrompt="1"/>
          </p:nvPr>
        </p:nvSpPr>
        <p:spPr>
          <a:xfrm>
            <a:off x="9279264"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9" name="Picture Placeholder 7">
            <a:extLst>
              <a:ext uri="{FF2B5EF4-FFF2-40B4-BE49-F238E27FC236}">
                <a16:creationId xmlns="" xmlns:a16="http://schemas.microsoft.com/office/drawing/2014/main" id="{3C128D69-5F12-E113-1C1D-87FD3076CE28}"/>
              </a:ext>
            </a:extLst>
          </p:cNvPr>
          <p:cNvSpPr>
            <a:spLocks noGrp="1" noChangeAspect="1"/>
          </p:cNvSpPr>
          <p:nvPr>
            <p:ph type="pic" sz="quarter" idx="26"/>
          </p:nvPr>
        </p:nvSpPr>
        <p:spPr>
          <a:xfrm>
            <a:off x="8142573" y="2888166"/>
            <a:ext cx="987552" cy="987552"/>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7F066EF6-1311-24CB-7809-237CF39D9372}"/>
              </a:ext>
            </a:extLst>
          </p:cNvPr>
          <p:cNvSpPr>
            <a:spLocks noGrp="1"/>
          </p:cNvSpPr>
          <p:nvPr>
            <p:ph type="body" sz="quarter" idx="27" hasCustomPrompt="1"/>
          </p:nvPr>
        </p:nvSpPr>
        <p:spPr>
          <a:xfrm>
            <a:off x="9279264"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1" name="Picture Placeholder 7">
            <a:extLst>
              <a:ext uri="{FF2B5EF4-FFF2-40B4-BE49-F238E27FC236}">
                <a16:creationId xmlns="" xmlns:a16="http://schemas.microsoft.com/office/drawing/2014/main" id="{125D1315-97FF-9A57-853E-248B543B2AF8}"/>
              </a:ext>
            </a:extLst>
          </p:cNvPr>
          <p:cNvSpPr>
            <a:spLocks noGrp="1" noChangeAspect="1"/>
          </p:cNvSpPr>
          <p:nvPr>
            <p:ph type="pic" sz="quarter" idx="28"/>
          </p:nvPr>
        </p:nvSpPr>
        <p:spPr>
          <a:xfrm>
            <a:off x="8142573" y="4138897"/>
            <a:ext cx="987552" cy="987552"/>
          </a:xfrm>
          <a:solidFill>
            <a:srgbClr val="F5F0EB"/>
          </a:solidFill>
        </p:spPr>
        <p:txBody>
          <a:bodyPr/>
          <a:lstStyle/>
          <a:p>
            <a:r>
              <a:rPr lang="en-US"/>
              <a:t>Click icon to add picture</a:t>
            </a:r>
          </a:p>
        </p:txBody>
      </p:sp>
      <p:sp>
        <p:nvSpPr>
          <p:cNvPr id="22" name="Text Placeholder 11">
            <a:extLst>
              <a:ext uri="{FF2B5EF4-FFF2-40B4-BE49-F238E27FC236}">
                <a16:creationId xmlns="" xmlns:a16="http://schemas.microsoft.com/office/drawing/2014/main" id="{68CC0581-D126-BDB7-1E9C-98F2C66DDE7E}"/>
              </a:ext>
            </a:extLst>
          </p:cNvPr>
          <p:cNvSpPr>
            <a:spLocks noGrp="1"/>
          </p:cNvSpPr>
          <p:nvPr>
            <p:ph type="body" sz="quarter" idx="29" hasCustomPrompt="1"/>
          </p:nvPr>
        </p:nvSpPr>
        <p:spPr>
          <a:xfrm>
            <a:off x="9279264"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3" name="Picture Placeholder 7">
            <a:extLst>
              <a:ext uri="{FF2B5EF4-FFF2-40B4-BE49-F238E27FC236}">
                <a16:creationId xmlns="" xmlns:a16="http://schemas.microsoft.com/office/drawing/2014/main" id="{7C60BF74-5B69-8111-2CFB-81EABD313A45}"/>
              </a:ext>
            </a:extLst>
          </p:cNvPr>
          <p:cNvSpPr>
            <a:spLocks noGrp="1" noChangeAspect="1"/>
          </p:cNvSpPr>
          <p:nvPr>
            <p:ph type="pic" sz="quarter" idx="30"/>
          </p:nvPr>
        </p:nvSpPr>
        <p:spPr>
          <a:xfrm>
            <a:off x="565150" y="5389629"/>
            <a:ext cx="987552" cy="987552"/>
          </a:xfrm>
          <a:solidFill>
            <a:srgbClr val="F5F0EB"/>
          </a:solidFill>
        </p:spPr>
        <p:txBody>
          <a:bodyPr/>
          <a:lstStyle/>
          <a:p>
            <a:r>
              <a:rPr lang="en-US"/>
              <a:t>Click icon to add picture</a:t>
            </a:r>
          </a:p>
        </p:txBody>
      </p:sp>
      <p:sp>
        <p:nvSpPr>
          <p:cNvPr id="24" name="Text Placeholder 11">
            <a:extLst>
              <a:ext uri="{FF2B5EF4-FFF2-40B4-BE49-F238E27FC236}">
                <a16:creationId xmlns="" xmlns:a16="http://schemas.microsoft.com/office/drawing/2014/main" id="{FB93A903-C399-3411-D3A5-7D8EA27E4781}"/>
              </a:ext>
            </a:extLst>
          </p:cNvPr>
          <p:cNvSpPr>
            <a:spLocks noGrp="1"/>
          </p:cNvSpPr>
          <p:nvPr>
            <p:ph type="body" sz="quarter" idx="31" hasCustomPrompt="1"/>
          </p:nvPr>
        </p:nvSpPr>
        <p:spPr>
          <a:xfrm>
            <a:off x="1703515"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Picture Placeholder 7">
            <a:extLst>
              <a:ext uri="{FF2B5EF4-FFF2-40B4-BE49-F238E27FC236}">
                <a16:creationId xmlns="" xmlns:a16="http://schemas.microsoft.com/office/drawing/2014/main" id="{2736E186-6C9A-1B23-F922-E7C60426EB6D}"/>
              </a:ext>
            </a:extLst>
          </p:cNvPr>
          <p:cNvSpPr>
            <a:spLocks noGrp="1" noChangeAspect="1"/>
          </p:cNvSpPr>
          <p:nvPr>
            <p:ph type="pic" sz="quarter" idx="32"/>
          </p:nvPr>
        </p:nvSpPr>
        <p:spPr>
          <a:xfrm>
            <a:off x="4358849" y="5389629"/>
            <a:ext cx="987552" cy="987552"/>
          </a:xfrm>
          <a:solidFill>
            <a:srgbClr val="F5F0EB"/>
          </a:solidFill>
        </p:spPr>
        <p:txBody>
          <a:bodyPr/>
          <a:lstStyle/>
          <a:p>
            <a:r>
              <a:rPr lang="en-US"/>
              <a:t>Click icon to add picture</a:t>
            </a:r>
          </a:p>
        </p:txBody>
      </p:sp>
      <p:sp>
        <p:nvSpPr>
          <p:cNvPr id="26" name="Text Placeholder 11">
            <a:extLst>
              <a:ext uri="{FF2B5EF4-FFF2-40B4-BE49-F238E27FC236}">
                <a16:creationId xmlns="" xmlns:a16="http://schemas.microsoft.com/office/drawing/2014/main" id="{D67FFBB4-8EBA-A591-9025-E103B80DA52D}"/>
              </a:ext>
            </a:extLst>
          </p:cNvPr>
          <p:cNvSpPr>
            <a:spLocks noGrp="1"/>
          </p:cNvSpPr>
          <p:nvPr>
            <p:ph type="body" sz="quarter" idx="33" hasCustomPrompt="1"/>
          </p:nvPr>
        </p:nvSpPr>
        <p:spPr>
          <a:xfrm>
            <a:off x="5495540"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7" name="Picture Placeholder 7">
            <a:extLst>
              <a:ext uri="{FF2B5EF4-FFF2-40B4-BE49-F238E27FC236}">
                <a16:creationId xmlns="" xmlns:a16="http://schemas.microsoft.com/office/drawing/2014/main" id="{315113AF-65B1-6860-94D3-6847ED73E65E}"/>
              </a:ext>
            </a:extLst>
          </p:cNvPr>
          <p:cNvSpPr>
            <a:spLocks noGrp="1" noChangeAspect="1"/>
          </p:cNvSpPr>
          <p:nvPr>
            <p:ph type="pic" sz="quarter" idx="34"/>
          </p:nvPr>
        </p:nvSpPr>
        <p:spPr>
          <a:xfrm>
            <a:off x="8142573" y="5389629"/>
            <a:ext cx="987552" cy="987552"/>
          </a:xfrm>
          <a:solidFill>
            <a:srgbClr val="F5F0EB"/>
          </a:solidFill>
        </p:spPr>
        <p:txBody>
          <a:bodyPr/>
          <a:lstStyle/>
          <a:p>
            <a:r>
              <a:rPr lang="en-US"/>
              <a:t>Click icon to add picture</a:t>
            </a:r>
          </a:p>
        </p:txBody>
      </p:sp>
      <p:sp>
        <p:nvSpPr>
          <p:cNvPr id="28" name="Text Placeholder 11">
            <a:extLst>
              <a:ext uri="{FF2B5EF4-FFF2-40B4-BE49-F238E27FC236}">
                <a16:creationId xmlns="" xmlns:a16="http://schemas.microsoft.com/office/drawing/2014/main" id="{D8D2915E-D44F-7A27-1EFE-AA964A273E35}"/>
              </a:ext>
            </a:extLst>
          </p:cNvPr>
          <p:cNvSpPr>
            <a:spLocks noGrp="1"/>
          </p:cNvSpPr>
          <p:nvPr>
            <p:ph type="body" sz="quarter" idx="35" hasCustomPrompt="1"/>
          </p:nvPr>
        </p:nvSpPr>
        <p:spPr>
          <a:xfrm>
            <a:off x="9279264"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445125405"/>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2657"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t>Closing</a:t>
            </a:r>
          </a:p>
          <a:p>
            <a:pPr algn="ctr"/>
            <a:r>
              <a:rPr lang="en-US" sz="13800"/>
              <a:t>layouts</a:t>
            </a:r>
          </a:p>
        </p:txBody>
      </p:sp>
    </p:spTree>
    <p:extLst>
      <p:ext uri="{BB962C8B-B14F-4D97-AF65-F5344CB8AC3E}">
        <p14:creationId xmlns:p14="http://schemas.microsoft.com/office/powerpoint/2010/main" val="530437540"/>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6_End Slide (Carbon)">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 xmlns:a16="http://schemas.microsoft.com/office/drawing/2014/main" id="{F0E82741-EECD-7D5E-DA50-894B61C9F926}"/>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113681" name="think-cell Slide" r:id="rId5" imgW="7772400" imgH="10058400" progId="TCLayout.ActiveDocument.1">
                  <p:embed/>
                </p:oleObj>
              </mc:Choice>
              <mc:Fallback>
                <p:oleObj name="think-cell Slide" r:id="rId5" imgW="7772400" imgH="10058400" progId="TCLayout.ActiveDocument.1">
                  <p:embed/>
                  <p:pic>
                    <p:nvPicPr>
                      <p:cNvPr id="5" name="think-cell data - do not delete" hidden="1">
                        <a:extLst>
                          <a:ext uri="{FF2B5EF4-FFF2-40B4-BE49-F238E27FC236}">
                            <a16:creationId xmlns="" xmlns:a16="http://schemas.microsoft.com/office/drawing/2014/main" id="{4FF04D78-C0F6-15F1-60C3-69F4D9EA6D3E}"/>
                          </a:ext>
                        </a:extLst>
                      </p:cNvPr>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marL="0" marR="0" lvl="0" indent="0" algn="l" defTabSz="914172"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bg1">
                    <a:lumMod val="65000"/>
                    <a:lumOff val="35000"/>
                  </a:schemeClr>
                </a:solidFill>
                <a:effectLst/>
                <a:uLnTx/>
                <a:uFillTx/>
                <a:latin typeface="Arial" panose="020B0604020202020204" pitchFamily="34" charset="0"/>
                <a:ea typeface="+mn-ea"/>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bg1">
                    <a:lumMod val="65000"/>
                    <a:lumOff val="35000"/>
                  </a:schemeClr>
                </a:solidFill>
              </a:rPr>
              <a:t>Copyright 2026, Strictly Confidential, All rights reserved</a:t>
            </a:r>
          </a:p>
        </p:txBody>
      </p:sp>
      <p:sp>
        <p:nvSpPr>
          <p:cNvPr id="2" name="TextBox 1">
            <a:extLst>
              <a:ext uri="{FF2B5EF4-FFF2-40B4-BE49-F238E27FC236}">
                <a16:creationId xmlns="" xmlns:a16="http://schemas.microsoft.com/office/drawing/2014/main" id="{10E9B97E-B871-FBDE-4718-2615A1C20F6E}"/>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tx1"/>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err="1">
                <a:solidFill>
                  <a:schemeClr val="tx1"/>
                </a:solidFill>
              </a:rPr>
              <a:t>Tenarai</a:t>
            </a:r>
            <a:endParaRPr lang="en-US" sz="1000" b="1">
              <a:solidFill>
                <a:schemeClr val="tx1"/>
              </a:solidFill>
            </a:endParaRPr>
          </a:p>
        </p:txBody>
      </p:sp>
      <p:sp>
        <p:nvSpPr>
          <p:cNvPr id="7" name="Text Placeholder 5">
            <a:extLst>
              <a:ext uri="{FF2B5EF4-FFF2-40B4-BE49-F238E27FC236}">
                <a16:creationId xmlns="" xmlns:a16="http://schemas.microsoft.com/office/drawing/2014/main" id="{999A7ADE-D49A-50BF-E2D0-38B4984B8E96}"/>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8E867E"/>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58427825"/>
      </p:ext>
    </p:extLst>
  </p:cSld>
  <p:clrMapOvr>
    <a:overrideClrMapping bg1="dk1" tx1="lt1" bg2="dk2" tx2="lt2" accent1="accent1" accent2="accent2" accent3="accent3" accent4="accent4" accent5="accent5" accent6="accent6" hlink="hlink" folHlink="folHlink"/>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userDrawn="1">
  <p:cSld name="7_End Slide (Carbon)">
    <p:bg>
      <p:bgPr>
        <a:solidFill>
          <a:schemeClr val="tx2"/>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 xmlns:a16="http://schemas.microsoft.com/office/drawing/2014/main" id="{792E8758-AC20-EA9F-2FD3-F5B9E92540F5}"/>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114705" name="think-cell Slide" r:id="rId5" imgW="7772400" imgH="10058400" progId="TCLayout.ActiveDocument.1">
                  <p:embed/>
                </p:oleObj>
              </mc:Choice>
              <mc:Fallback>
                <p:oleObj name="think-cell Slide" r:id="rId5" imgW="7772400" imgH="10058400" progId="TCLayout.ActiveDocument.1">
                  <p:embed/>
                  <p:pic>
                    <p:nvPicPr>
                      <p:cNvPr id="5" name="think-cell data - do not delete" hidden="1">
                        <a:extLst>
                          <a:ext uri="{FF2B5EF4-FFF2-40B4-BE49-F238E27FC236}">
                            <a16:creationId xmlns="" xmlns:a16="http://schemas.microsoft.com/office/drawing/2014/main" id="{4FF04D78-C0F6-15F1-60C3-69F4D9EA6D3E}"/>
                          </a:ext>
                        </a:extLst>
                      </p:cNvPr>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marL="0" marR="0" lvl="0" indent="0" algn="l" defTabSz="914172"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BEB4AA"/>
                </a:solidFill>
                <a:effectLst/>
                <a:uLnTx/>
                <a:uFillTx/>
                <a:latin typeface="Arial" panose="020B0604020202020204" pitchFamily="34" charset="0"/>
                <a:ea typeface="+mn-ea"/>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bg1">
                    <a:lumMod val="65000"/>
                    <a:lumOff val="35000"/>
                  </a:schemeClr>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err="1">
                <a:solidFill>
                  <a:schemeClr val="bg1"/>
                </a:solidFill>
              </a:rPr>
              <a:t>Tenarai</a:t>
            </a:r>
            <a:endParaRPr lang="en-US" sz="1000" b="1">
              <a:solidFill>
                <a:schemeClr val="bg1"/>
              </a:solidFill>
            </a:endParaRPr>
          </a:p>
        </p:txBody>
      </p:sp>
      <p:sp>
        <p:nvSpPr>
          <p:cNvPr id="6" name="Text Placeholder 5">
            <a:extLst>
              <a:ext uri="{FF2B5EF4-FFF2-40B4-BE49-F238E27FC236}">
                <a16:creationId xmlns="" xmlns:a16="http://schemas.microsoft.com/office/drawing/2014/main"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47413D"/>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201907076"/>
      </p:ext>
    </p:extLst>
  </p:cSld>
  <p:clrMapOvr>
    <a:overrideClrMapping bg1="dk1" tx1="lt1" bg2="dk2" tx2="lt2" accent1="accent1" accent2="accent2" accent3="accent3" accent4="accent4" accent5="accent5" accent6="accent6" hlink="hlink" folHlink="folHlink"/>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8_End Slide (Carbon)">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 xmlns:a16="http://schemas.microsoft.com/office/drawing/2014/main" id="{792E8758-AC20-EA9F-2FD3-F5B9E92540F5}"/>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115729" name="think-cell Slide" r:id="rId5" imgW="7772400" imgH="10058400" progId="TCLayout.ActiveDocument.1">
                  <p:embed/>
                </p:oleObj>
              </mc:Choice>
              <mc:Fallback>
                <p:oleObj name="think-cell Slide" r:id="rId5" imgW="7772400" imgH="10058400" progId="TCLayout.ActiveDocument.1">
                  <p:embed/>
                  <p:pic>
                    <p:nvPicPr>
                      <p:cNvPr id="5" name="think-cell data - do not delete" hidden="1">
                        <a:extLst>
                          <a:ext uri="{FF2B5EF4-FFF2-40B4-BE49-F238E27FC236}">
                            <a16:creationId xmlns="" xmlns:a16="http://schemas.microsoft.com/office/drawing/2014/main" id="{4FF04D78-C0F6-15F1-60C3-69F4D9EA6D3E}"/>
                          </a:ext>
                        </a:extLst>
                      </p:cNvPr>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marL="0" marR="0" lvl="0" indent="0" algn="l" defTabSz="914172"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BEB4AA"/>
                </a:solidFill>
                <a:effectLst/>
                <a:uLnTx/>
                <a:uFillTx/>
                <a:latin typeface="Arial" panose="020B0604020202020204" pitchFamily="34" charset="0"/>
                <a:ea typeface="+mn-ea"/>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bg1">
                    <a:lumMod val="65000"/>
                    <a:lumOff val="35000"/>
                  </a:schemeClr>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err="1">
                <a:solidFill>
                  <a:schemeClr val="bg1"/>
                </a:solidFill>
              </a:rPr>
              <a:t>Tenarai</a:t>
            </a:r>
            <a:endParaRPr lang="en-US" sz="1000" b="1">
              <a:solidFill>
                <a:schemeClr val="bg1"/>
              </a:solidFill>
            </a:endParaRPr>
          </a:p>
        </p:txBody>
      </p:sp>
      <p:sp>
        <p:nvSpPr>
          <p:cNvPr id="6" name="Text Placeholder 5">
            <a:extLst>
              <a:ext uri="{FF2B5EF4-FFF2-40B4-BE49-F238E27FC236}">
                <a16:creationId xmlns="" xmlns:a16="http://schemas.microsoft.com/office/drawing/2014/main"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chemeClr val="bg1"/>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3929069579"/>
      </p:ext>
    </p:extLst>
  </p:cSld>
  <p:clrMapOvr>
    <a:overrideClrMapping bg1="dk1" tx1="lt1" bg2="dk2" tx2="lt2" accent1="accent1" accent2="accent2" accent3="accent3" accent4="accent4" accent5="accent5" accent6="accent6" hlink="hlink" folHlink="folHlink"/>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End Slide (Tan)">
    <p:bg>
      <p:bgRef idx="1001">
        <a:schemeClr val="bg2"/>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6753"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4FF04D78-C0F6-15F1-60C3-69F4D9EA6D3E}"/>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 xmlns:a16="http://schemas.microsoft.com/office/drawing/2014/main" id="{CEBDEADF-0953-6CAE-7213-DECA8F5A09E3}"/>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7769515" y="5910834"/>
            <a:ext cx="4012910" cy="585216"/>
          </a:xfrm>
          <a:prstGeom prst="rect">
            <a:avLst/>
          </a:prstGeom>
        </p:spPr>
      </p:pic>
      <p:sp>
        <p:nvSpPr>
          <p:cNvPr id="2" name="Text Placeholder 11">
            <a:extLst>
              <a:ext uri="{FF2B5EF4-FFF2-40B4-BE49-F238E27FC236}">
                <a16:creationId xmlns="" xmlns:a16="http://schemas.microsoft.com/office/drawing/2014/main" id="{1449CD1B-818D-994A-063B-D4E7C53D002E}"/>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1459494033"/>
      </p:ext>
    </p:extLst>
  </p:cSld>
  <p:clrMapOvr>
    <a:overrideClrMapping bg1="lt1" tx1="dk1" bg2="lt2" tx2="dk2" accent1="accent1" accent2="accent2" accent3="accent3" accent4="accent4" accent5="accent5" accent6="accent6" hlink="hlink" folHlink="folHlink"/>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End Slide (Carbon)">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7777"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4FF04D78-C0F6-15F1-60C3-69F4D9EA6D3E}"/>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 xmlns:a16="http://schemas.microsoft.com/office/drawing/2014/main" id="{CEBDEADF-0953-6CAE-7213-DECA8F5A09E3}"/>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7769515" y="5910834"/>
            <a:ext cx="4012909" cy="585216"/>
          </a:xfrm>
          <a:prstGeom prst="rect">
            <a:avLst/>
          </a:prstGeom>
        </p:spPr>
      </p:pic>
      <p:sp>
        <p:nvSpPr>
          <p:cNvPr id="2" name="Text Placeholder 11">
            <a:extLst>
              <a:ext uri="{FF2B5EF4-FFF2-40B4-BE49-F238E27FC236}">
                <a16:creationId xmlns="" xmlns:a16="http://schemas.microsoft.com/office/drawing/2014/main" id="{24200F27-F0C5-8CBC-B4DA-2772790B2C82}"/>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1145878913"/>
      </p:ext>
    </p:extLst>
  </p:cSld>
  <p:clrMapOvr>
    <a:overrideClrMapping bg1="dk1" tx1="lt1" bg2="dk2" tx2="lt2" accent1="accent1" accent2="accent2" accent3="accent3" accent4="accent4" accent5="accent5" accent6="accent6" hlink="hlink" folHlink="folHlink"/>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8801"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565150" y="851377"/>
            <a:ext cx="11066462" cy="5155257"/>
          </a:xfrm>
          <a:prstGeom prst="rect">
            <a:avLst/>
          </a:prstGeom>
          <a:noFill/>
        </p:spPr>
        <p:txBody>
          <a:bodyPr wrap="square" lIns="0" tIns="0" rIns="0" bIns="0" rtlCol="0" anchor="ctr">
            <a:noAutofit/>
          </a:bodyPr>
          <a:lstStyle/>
          <a:p>
            <a:pPr algn="ctr"/>
            <a:r>
              <a:rPr lang="en-US" sz="3600"/>
              <a:t>If you see any </a:t>
            </a:r>
            <a:r>
              <a:rPr lang="en-US" sz="3600" b="1" i="1"/>
              <a:t>layouts after this one</a:t>
            </a:r>
            <a:r>
              <a:rPr lang="en-US" sz="3600" i="1"/>
              <a:t>,</a:t>
            </a:r>
            <a:r>
              <a:rPr lang="en-US" sz="3600"/>
              <a:t> do not use them. These layouts </a:t>
            </a:r>
            <a:r>
              <a:rPr lang="en-US" sz="3600" b="1" i="1"/>
              <a:t>are not </a:t>
            </a:r>
            <a:r>
              <a:rPr lang="en-US" sz="3600"/>
              <a:t>part of our template.</a:t>
            </a:r>
          </a:p>
          <a:p>
            <a:pPr algn="ctr"/>
            <a:r>
              <a:rPr lang="en-US" sz="13800" b="1" i="0"/>
              <a:t>Do not use</a:t>
            </a:r>
            <a:endParaRPr lang="en-US" sz="2000"/>
          </a:p>
          <a:p>
            <a:pPr algn="ctr"/>
            <a:r>
              <a:rPr lang="en-US" sz="2000"/>
              <a:t>Due to PowerPoint’s standard Copy/Paste functionality extra undesirable layouts can appear.</a:t>
            </a:r>
          </a:p>
          <a:p>
            <a:pPr algn="ctr">
              <a:spcBef>
                <a:spcPts val="600"/>
              </a:spcBef>
              <a:buClr>
                <a:srgbClr val="003755"/>
              </a:buClr>
            </a:pPr>
            <a:r>
              <a:rPr lang="en-US" sz="2000"/>
              <a:t>Also notice: Layouts after this might contain potential confidential information.</a:t>
            </a:r>
          </a:p>
        </p:txBody>
      </p:sp>
      <p:sp>
        <p:nvSpPr>
          <p:cNvPr id="2" name="Chevron 1">
            <a:extLst>
              <a:ext uri="{FF2B5EF4-FFF2-40B4-BE49-F238E27FC236}">
                <a16:creationId xmlns="" xmlns:a16="http://schemas.microsoft.com/office/drawing/2014/main" id="{10DC4FBB-A3AA-0EB1-1C90-CC7161DB18D5}"/>
              </a:ext>
            </a:extLst>
          </p:cNvPr>
          <p:cNvSpPr/>
          <p:nvPr userDrawn="1"/>
        </p:nvSpPr>
        <p:spPr>
          <a:xfrm rot="5400000">
            <a:off x="5785638" y="5593195"/>
            <a:ext cx="620724" cy="1014517"/>
          </a:xfrm>
          <a:prstGeom prst="chevron">
            <a:avLst>
              <a:gd name="adj" fmla="val 7745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Tree>
    <p:extLst>
      <p:ext uri="{BB962C8B-B14F-4D97-AF65-F5344CB8AC3E}">
        <p14:creationId xmlns:p14="http://schemas.microsoft.com/office/powerpoint/2010/main" val="3648743523"/>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userDrawn="1">
  <p:cSld name="Title and content v2">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173677"/>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21979998"/>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318355040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2903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2409037093"/>
      </p:ext>
    </p:extLst>
  </p:cSld>
  <p:clrMapOvr>
    <a:overrideClrMapping bg1="lt1" tx1="dk1" bg2="lt2" tx2="dk2" accent1="accent1" accent2="accent2" accent3="accent3" accent4="accent4" accent5="accent5" accent6="accent6" hlink="hlink" folHlink="folHlink"/>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Title Slid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44964903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006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75000"/>
              <a:lumOff val="2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436376758"/>
      </p:ext>
    </p:extLst>
  </p:cSld>
  <p:clrMapOvr>
    <a:overrideClrMapping bg1="dk1" tx1="lt1" bg2="dk2" tx2="lt2" accent1="accent1" accent2="accent2" accent3="accent3" accent4="accent4" accent5="accent5" accent6="accent6" hlink="hlink" folHlink="folHlink"/>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userDrawn="1">
  <p:cSld name="1_Title Slide tan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4273405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108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139250"/>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 xmlns:a16="http://schemas.microsoft.com/office/drawing/2014/main" id="{B6EC5BDD-FA11-9E4A-077F-9E7A240FE274}"/>
              </a:ext>
            </a:extLst>
          </p:cNvPr>
          <p:cNvSpPr/>
          <p:nvPr userDrawn="1"/>
        </p:nvSpPr>
        <p:spPr>
          <a:xfrm>
            <a:off x="351131" y="6569272"/>
            <a:ext cx="2457724" cy="215444"/>
          </a:xfrm>
          <a:prstGeom prst="rect">
            <a:avLst/>
          </a:prstGeom>
        </p:spPr>
        <p:txBody>
          <a:bodyPr wrap="none">
            <a:spAutoFit/>
          </a:bodyPr>
          <a:lstStyle/>
          <a:p>
            <a:pPr defTabSz="914126">
              <a:defRPr/>
            </a:pPr>
            <a:r>
              <a:rPr lang="en-US" sz="800" dirty="0">
                <a:solidFill>
                  <a:srgbClr val="000000"/>
                </a:solidFill>
                <a:latin typeface="Aptos Display"/>
                <a:cs typeface="Arial" panose="020B0604020202020204" pitchFamily="34" charset="0"/>
              </a:rPr>
              <a:t>Copyright 2026, Strictly Confidential, All rights reserved</a:t>
            </a:r>
          </a:p>
        </p:txBody>
      </p:sp>
      <p:sp>
        <p:nvSpPr>
          <p:cNvPr id="6" name="Text Placeholder 5">
            <a:extLst>
              <a:ext uri="{FF2B5EF4-FFF2-40B4-BE49-F238E27FC236}">
                <a16:creationId xmlns="" xmlns:a16="http://schemas.microsoft.com/office/drawing/2014/main" id="{F3E166E2-167C-03A2-FB2E-A293D36B3F0D}"/>
              </a:ext>
            </a:extLst>
          </p:cNvPr>
          <p:cNvSpPr>
            <a:spLocks noGrp="1"/>
          </p:cNvSpPr>
          <p:nvPr>
            <p:ph type="body" sz="quarter" idx="11" hasCustomPrompt="1"/>
          </p:nvPr>
        </p:nvSpPr>
        <p:spPr>
          <a:xfrm>
            <a:off x="463550" y="4358333"/>
            <a:ext cx="4522786"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844913178"/>
      </p:ext>
    </p:extLst>
  </p:cSld>
  <p:clrMapOvr>
    <a:overrideClrMapping bg1="lt1" tx1="dk1" bg2="lt2" tx2="dk2" accent1="accent1" accent2="accent2" accent3="accent3" accent4="accent4" accent5="accent5" accent6="accent6" hlink="hlink" folHlink="folHlink"/>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2_Title Slide Carbon with sub">
    <p:bg>
      <p:bgPr>
        <a:solidFill>
          <a:schemeClr val="tx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7579559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210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alpha val="1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0" y="2137803"/>
            <a:ext cx="4522787" cy="2139250"/>
          </a:xfrm>
        </p:spPr>
        <p:txBody>
          <a:bodyPr vert="horz" anchor="t"/>
          <a:lstStyle>
            <a:lvl1pPr algn="l">
              <a:defRPr sz="4800">
                <a:solidFill>
                  <a:schemeClr val="bg1"/>
                </a:solidFill>
              </a:defRPr>
            </a:lvl1pPr>
          </a:lstStyle>
          <a:p>
            <a:r>
              <a:rPr lang="en-US" dirty="0"/>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date</a:t>
            </a:r>
            <a:br>
              <a:rPr lang="en-US" dirty="0"/>
            </a:br>
            <a:r>
              <a:rPr lang="en-US" dirty="0"/>
              <a:t>presenter</a:t>
            </a:r>
            <a:br>
              <a:rPr lang="en-US" dirty="0"/>
            </a:br>
            <a:r>
              <a:rPr lang="en-US" dirty="0"/>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 xmlns:a16="http://schemas.microsoft.com/office/drawing/2014/main" id="{B6EC5BDD-FA11-9E4A-077F-9E7A240FE274}"/>
              </a:ext>
            </a:extLst>
          </p:cNvPr>
          <p:cNvSpPr/>
          <p:nvPr userDrawn="1"/>
        </p:nvSpPr>
        <p:spPr>
          <a:xfrm>
            <a:off x="351131" y="6569272"/>
            <a:ext cx="2457724" cy="215444"/>
          </a:xfrm>
          <a:prstGeom prst="rect">
            <a:avLst/>
          </a:prstGeom>
        </p:spPr>
        <p:txBody>
          <a:bodyPr wrap="none">
            <a:spAutoFit/>
          </a:bodyPr>
          <a:lstStyle/>
          <a:p>
            <a:pPr defTabSz="914126">
              <a:defRPr/>
            </a:pPr>
            <a:r>
              <a:rPr lang="en-US" sz="800" dirty="0">
                <a:solidFill>
                  <a:srgbClr val="000000"/>
                </a:solidFill>
                <a:latin typeface="Aptos Display"/>
                <a:cs typeface="Arial" panose="020B0604020202020204" pitchFamily="34" charset="0"/>
              </a:rPr>
              <a:t>Copyright 2026, Strictly Confidential, All rights reserved</a:t>
            </a:r>
          </a:p>
        </p:txBody>
      </p:sp>
      <p:sp>
        <p:nvSpPr>
          <p:cNvPr id="6" name="Text Placeholder 5">
            <a:extLst>
              <a:ext uri="{FF2B5EF4-FFF2-40B4-BE49-F238E27FC236}">
                <a16:creationId xmlns="" xmlns:a16="http://schemas.microsoft.com/office/drawing/2014/main" id="{F3E166E2-167C-03A2-FB2E-A293D36B3F0D}"/>
              </a:ext>
            </a:extLst>
          </p:cNvPr>
          <p:cNvSpPr>
            <a:spLocks noGrp="1"/>
          </p:cNvSpPr>
          <p:nvPr>
            <p:ph type="body" sz="quarter" idx="11" hasCustomPrompt="1"/>
          </p:nvPr>
        </p:nvSpPr>
        <p:spPr>
          <a:xfrm>
            <a:off x="463550" y="4358333"/>
            <a:ext cx="4522787" cy="1067435"/>
          </a:xfrm>
        </p:spPr>
        <p:txBody>
          <a:bodyPr/>
          <a:lstStyle>
            <a:lvl1pPr>
              <a:defRPr sz="1800">
                <a:solidFill>
                  <a:schemeClr val="bg1"/>
                </a:solidFill>
              </a:defRPr>
            </a:lvl1pPr>
            <a:lvl2pPr>
              <a:buNone/>
              <a:defRPr/>
            </a:lvl2pPr>
          </a:lstStyle>
          <a:p>
            <a:pPr lvl="0"/>
            <a:r>
              <a:rPr lang="en-US" dirty="0"/>
              <a:t>Click to edit Subtitle text styles</a:t>
            </a:r>
          </a:p>
        </p:txBody>
      </p:sp>
    </p:spTree>
    <p:extLst>
      <p:ext uri="{BB962C8B-B14F-4D97-AF65-F5344CB8AC3E}">
        <p14:creationId xmlns:p14="http://schemas.microsoft.com/office/powerpoint/2010/main" val="1396411958"/>
      </p:ext>
    </p:extLst>
  </p:cSld>
  <p:clrMapOvr>
    <a:overrideClrMapping bg1="lt1" tx1="dk1" bg2="lt2" tx2="dk2" accent1="accent1" accent2="accent2" accent3="accent3" accent4="accent4" accent5="accent5" accent6="accent6" hlink="hlink" folHlink="folHlink"/>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2225906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313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 xmlns:a16="http://schemas.microsoft.com/office/drawing/2014/main"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Tree>
    <p:extLst>
      <p:ext uri="{BB962C8B-B14F-4D97-AF65-F5344CB8AC3E}">
        <p14:creationId xmlns:p14="http://schemas.microsoft.com/office/powerpoint/2010/main" val="1199896033"/>
      </p:ext>
    </p:extLst>
  </p:cSld>
  <p:clrMapOvr>
    <a:overrideClrMapping bg1="lt1" tx1="dk1" bg2="lt2" tx2="dk2" accent1="accent1" accent2="accent2" accent3="accent3" accent4="accent4" accent5="accent5" accent6="accent6" hlink="hlink" folHlink="folHlink"/>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0520871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415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 xmlns:a16="http://schemas.microsoft.com/office/drawing/2014/main"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487606196"/>
      </p:ext>
    </p:extLst>
  </p:cSld>
  <p:clrMapOvr>
    <a:overrideClrMapping bg1="dk1" tx1="lt1" bg2="dk2" tx2="lt2" accent1="accent1" accent2="accent2" accent3="accent3" accent4="accent4" accent5="accent5" accent6="accent6" hlink="hlink" folHlink="folHlink"/>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Title Slide Image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41860562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518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 xmlns:a16="http://schemas.microsoft.com/office/drawing/2014/main"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5" name="Text Placeholder 5">
            <a:extLst>
              <a:ext uri="{FF2B5EF4-FFF2-40B4-BE49-F238E27FC236}">
                <a16:creationId xmlns="" xmlns:a16="http://schemas.microsoft.com/office/drawing/2014/main" id="{4807174D-FDC5-E4A1-2632-800C1838B05D}"/>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2522280710"/>
      </p:ext>
    </p:extLst>
  </p:cSld>
  <p:clrMapOvr>
    <a:overrideClrMapping bg1="lt1" tx1="dk1" bg2="lt2" tx2="dk2" accent1="accent1" accent2="accent2" accent3="accent3" accent4="accent4" accent5="accent5" accent6="accent6" hlink="hlink" folHlink="folHlink"/>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Title Slide Image (Carbon) with sub">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315160758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620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 xmlns:a16="http://schemas.microsoft.com/office/drawing/2014/main"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Text Placeholder 5">
            <a:extLst>
              <a:ext uri="{FF2B5EF4-FFF2-40B4-BE49-F238E27FC236}">
                <a16:creationId xmlns="" xmlns:a16="http://schemas.microsoft.com/office/drawing/2014/main" id="{DFBA4D4C-B779-20CD-83F2-4B8BF48E5510}"/>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1758978719"/>
      </p:ext>
    </p:extLst>
  </p:cSld>
  <p:clrMapOvr>
    <a:overrideClrMapping bg1="dk1" tx1="lt1" bg2="dk2" tx2="lt2" accent1="accent1" accent2="accent2" accent3="accent3" accent4="accent4" accent5="accent5" accent6="accent6" hlink="hlink" folHlink="folHlink"/>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34029495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722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6" y="1305349"/>
            <a:ext cx="5571718" cy="4247317"/>
          </a:xfrm>
          <a:prstGeom prst="rect">
            <a:avLst/>
          </a:prstGeom>
          <a:noFill/>
        </p:spPr>
        <p:txBody>
          <a:bodyPr wrap="none" lIns="0" tIns="0" rIns="0" bIns="0" rtlCol="0" anchor="ctr">
            <a:spAutoFit/>
          </a:bodyPr>
          <a:lstStyle/>
          <a:p>
            <a:pPr algn="ctr"/>
            <a:r>
              <a:rPr lang="en-US" sz="13800">
                <a:solidFill>
                  <a:srgbClr val="000000"/>
                </a:solidFill>
              </a:rPr>
              <a:t>Text </a:t>
            </a:r>
          </a:p>
          <a:p>
            <a:pPr algn="ctr"/>
            <a:r>
              <a:rPr lang="en-US" sz="13800">
                <a:solidFill>
                  <a:srgbClr val="000000"/>
                </a:solidFill>
              </a:rPr>
              <a:t>layouts</a:t>
            </a:r>
          </a:p>
        </p:txBody>
      </p:sp>
    </p:spTree>
    <p:extLst>
      <p:ext uri="{BB962C8B-B14F-4D97-AF65-F5344CB8AC3E}">
        <p14:creationId xmlns:p14="http://schemas.microsoft.com/office/powerpoint/2010/main" val="200757298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8654016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825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2467295740"/>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4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6546051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927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2715001564"/>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5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411442959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030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a:solidFill>
                  <a:schemeClr val="bg1"/>
                </a:solidFill>
              </a:defRPr>
            </a:lvl1pPr>
          </a:lstStyle>
          <a:p>
            <a:r>
              <a:rPr lang="en-US" dirty="0"/>
              <a:t>Click to edit Master title style</a:t>
            </a:r>
          </a:p>
        </p:txBody>
      </p:sp>
      <p:sp>
        <p:nvSpPr>
          <p:cNvPr id="3" name="Slide Number Placeholder 5">
            <a:extLst>
              <a:ext uri="{FF2B5EF4-FFF2-40B4-BE49-F238E27FC236}">
                <a16:creationId xmlns="" xmlns:a16="http://schemas.microsoft.com/office/drawing/2014/main" id="{CC8AF0B6-0637-CB51-5AF0-8CB1F1E91D71}"/>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4" name="Page# static">
            <a:extLst>
              <a:ext uri="{FF2B5EF4-FFF2-40B4-BE49-F238E27FC236}">
                <a16:creationId xmlns="" xmlns:a16="http://schemas.microsoft.com/office/drawing/2014/main" id="{56D23D15-E61C-2B0F-9932-CD8A555451CC}"/>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5" name="TextBox 4">
            <a:extLst>
              <a:ext uri="{FF2B5EF4-FFF2-40B4-BE49-F238E27FC236}">
                <a16:creationId xmlns="" xmlns:a16="http://schemas.microsoft.com/office/drawing/2014/main" id="{1F217B56-9CBB-6830-CE79-981D5D5BA8F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6" name="TextBox 5">
            <a:extLst>
              <a:ext uri="{FF2B5EF4-FFF2-40B4-BE49-F238E27FC236}">
                <a16:creationId xmlns="" xmlns:a16="http://schemas.microsoft.com/office/drawing/2014/main" id="{C812D442-5F38-93DE-FFA5-DD2464B12E3F}"/>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556762253"/>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5_Text, segment tit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0671794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132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674029667"/>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6_Text, segment titl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20874683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234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687671105"/>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7_Text, segment 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136443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337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lvl1pPr>
              <a:defRPr baseline="0">
                <a:solidFill>
                  <a:schemeClr val="bg1"/>
                </a:solidFill>
              </a:defRPr>
            </a:lvl1pPr>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baseline="0">
                <a:solidFill>
                  <a:srgbClr val="DAD2CB"/>
                </a:solidFill>
                <a:latin typeface="+mn-lt"/>
              </a:defRPr>
            </a:lvl1pPr>
          </a:lstStyle>
          <a:p>
            <a:pPr lvl="0"/>
            <a:r>
              <a:rPr lang="en-US" dirty="0"/>
              <a:t>Segment Title</a:t>
            </a:r>
          </a:p>
        </p:txBody>
      </p:sp>
      <p:sp>
        <p:nvSpPr>
          <p:cNvPr id="3" name="Slide Number Placeholder 5">
            <a:extLst>
              <a:ext uri="{FF2B5EF4-FFF2-40B4-BE49-F238E27FC236}">
                <a16:creationId xmlns="" xmlns:a16="http://schemas.microsoft.com/office/drawing/2014/main" id="{7828F419-9D5C-E883-4CC0-CCBA4E68824B}"/>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5" name="Page# static">
            <a:extLst>
              <a:ext uri="{FF2B5EF4-FFF2-40B4-BE49-F238E27FC236}">
                <a16:creationId xmlns="" xmlns:a16="http://schemas.microsoft.com/office/drawing/2014/main" id="{33E709FB-3860-930F-75A5-DF2DB1EB704B}"/>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6" name="TextBox 5">
            <a:extLst>
              <a:ext uri="{FF2B5EF4-FFF2-40B4-BE49-F238E27FC236}">
                <a16:creationId xmlns="" xmlns:a16="http://schemas.microsoft.com/office/drawing/2014/main" id="{431FF450-A988-F9C4-8920-02798A20AF99}"/>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7" name="TextBox 6">
            <a:extLst>
              <a:ext uri="{FF2B5EF4-FFF2-40B4-BE49-F238E27FC236}">
                <a16:creationId xmlns="" xmlns:a16="http://schemas.microsoft.com/office/drawing/2014/main" id="{55F1D2FB-B878-4758-E599-AB15A50C4F89}"/>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2991162542"/>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6_Text, Subtitl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24004135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439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18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1031401250"/>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7_Text, Subtitle Tan">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40374780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542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4222420473"/>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8_Text, Sub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55910389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644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baseline="0">
                <a:solidFill>
                  <a:schemeClr val="bg1"/>
                </a:solidFill>
              </a:defRPr>
            </a:lvl1pPr>
          </a:lstStyle>
          <a:p>
            <a:r>
              <a:rPr lang="en-US" dirty="0"/>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DAD2CB"/>
                </a:solidFill>
              </a:defRPr>
            </a:lvl1pPr>
          </a:lstStyle>
          <a:p>
            <a:pPr lvl="0"/>
            <a:r>
              <a:rPr lang="en-US" dirty="0"/>
              <a:t>Click to edit Master text styles</a:t>
            </a:r>
          </a:p>
        </p:txBody>
      </p:sp>
      <p:sp>
        <p:nvSpPr>
          <p:cNvPr id="3" name="Slide Number Placeholder 5">
            <a:extLst>
              <a:ext uri="{FF2B5EF4-FFF2-40B4-BE49-F238E27FC236}">
                <a16:creationId xmlns="" xmlns:a16="http://schemas.microsoft.com/office/drawing/2014/main" id="{5C04FE88-5B63-D42D-FB0F-8DCAA2CC1B5F}"/>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4" name="Page# static">
            <a:extLst>
              <a:ext uri="{FF2B5EF4-FFF2-40B4-BE49-F238E27FC236}">
                <a16:creationId xmlns="" xmlns:a16="http://schemas.microsoft.com/office/drawing/2014/main" id="{0C3F33B2-F41C-7E62-B0F4-3A640446E682}"/>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6" name="TextBox 5">
            <a:extLst>
              <a:ext uri="{FF2B5EF4-FFF2-40B4-BE49-F238E27FC236}">
                <a16:creationId xmlns="" xmlns:a16="http://schemas.microsoft.com/office/drawing/2014/main" id="{1B27042B-4786-DA51-FE00-470E352278C5}"/>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7" name="TextBox 6">
            <a:extLst>
              <a:ext uri="{FF2B5EF4-FFF2-40B4-BE49-F238E27FC236}">
                <a16:creationId xmlns="" xmlns:a16="http://schemas.microsoft.com/office/drawing/2014/main" id="{32866130-ED2C-3529-A118-1BF6B828C553}"/>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4269683909"/>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7_Text, Subtitle 2 lin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85562369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746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3607397208"/>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8_Text, Subtitle 2 line whit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8833222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849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3989971649"/>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9_Text, Subtitle 2 line bal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96663711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951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baseline="0">
                <a:solidFill>
                  <a:schemeClr val="bg1"/>
                </a:solidFill>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BEB4AA"/>
                </a:solidFill>
              </a:defRPr>
            </a:lvl1pPr>
          </a:lstStyle>
          <a:p>
            <a:pPr lvl="0"/>
            <a:r>
              <a:rPr lang="en-US" dirty="0"/>
              <a:t>Click to edit Sub title text styles</a:t>
            </a:r>
          </a:p>
        </p:txBody>
      </p:sp>
      <p:sp>
        <p:nvSpPr>
          <p:cNvPr id="3" name="Slide Number Placeholder 5">
            <a:extLst>
              <a:ext uri="{FF2B5EF4-FFF2-40B4-BE49-F238E27FC236}">
                <a16:creationId xmlns="" xmlns:a16="http://schemas.microsoft.com/office/drawing/2014/main" id="{221AE987-34E9-A564-0E09-610171BEF8D0}"/>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4" name="Page# static">
            <a:extLst>
              <a:ext uri="{FF2B5EF4-FFF2-40B4-BE49-F238E27FC236}">
                <a16:creationId xmlns="" xmlns:a16="http://schemas.microsoft.com/office/drawing/2014/main" id="{F0A5C614-D4E6-0B1C-28F8-18F3C0215C0F}"/>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6" name="TextBox 5">
            <a:extLst>
              <a:ext uri="{FF2B5EF4-FFF2-40B4-BE49-F238E27FC236}">
                <a16:creationId xmlns="" xmlns:a16="http://schemas.microsoft.com/office/drawing/2014/main" id="{199D4CD5-5CA8-A6AE-C4DA-AC34CBB80A96}"/>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7" name="TextBox 6">
            <a:extLst>
              <a:ext uri="{FF2B5EF4-FFF2-40B4-BE49-F238E27FC236}">
                <a16:creationId xmlns="" xmlns:a16="http://schemas.microsoft.com/office/drawing/2014/main" id="{DB465DA4-4FF4-125F-8FD7-C47DE183D946}"/>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1721826898"/>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3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49241869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054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2776420478"/>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userDrawn="1">
  <p:cSld name="6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75311113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156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Slide Number Placeholder 5">
            <a:extLst>
              <a:ext uri="{FF2B5EF4-FFF2-40B4-BE49-F238E27FC236}">
                <a16:creationId xmlns="" xmlns:a16="http://schemas.microsoft.com/office/drawing/2014/main" id="{D8B7D274-6871-B216-3351-206532447276}"/>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3" name="Page# static">
            <a:extLst>
              <a:ext uri="{FF2B5EF4-FFF2-40B4-BE49-F238E27FC236}">
                <a16:creationId xmlns="" xmlns:a16="http://schemas.microsoft.com/office/drawing/2014/main" id="{D9C90822-4E17-2BF3-F599-CDBF42ACC741}"/>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4" name="TextBox 3">
            <a:extLst>
              <a:ext uri="{FF2B5EF4-FFF2-40B4-BE49-F238E27FC236}">
                <a16:creationId xmlns="" xmlns:a16="http://schemas.microsoft.com/office/drawing/2014/main" id="{C6B7901C-9B47-1346-B4DA-693BBAFF1CA7}"/>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5" name="TextBox 4">
            <a:extLst>
              <a:ext uri="{FF2B5EF4-FFF2-40B4-BE49-F238E27FC236}">
                <a16:creationId xmlns="" xmlns:a16="http://schemas.microsoft.com/office/drawing/2014/main" id="{9409BF9A-824C-C273-8FFE-DCDB8505A75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2156288071"/>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2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9026484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258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1605748601"/>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73771500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361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 xmlns:a16="http://schemas.microsoft.com/office/drawing/2014/main" id="{5DF034D4-F3BF-A3BC-2682-92693FE66700}"/>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571063638"/>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Text, 1 colm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45914917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463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 xmlns:a16="http://schemas.microsoft.com/office/drawing/2014/main" id="{AF7CFF7C-DD05-FBD0-EC42-5B3B2623C61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808994887"/>
      </p:ext>
    </p:extLst>
  </p:cSld>
  <p:clrMapOvr>
    <a:overrideClrMapping bg1="dk1" tx1="lt1" bg2="dk2" tx2="lt2" accent1="accent1" accent2="accent2" accent3="accent3" accent4="accent4" accent5="accent5" accent6="accent6" hlink="hlink" folHlink="folHlink"/>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Text, 2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95065028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566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2039CF61-BC0B-0C5A-4B1F-29A1408D08E6}"/>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 xmlns:a16="http://schemas.microsoft.com/office/drawing/2014/main" id="{79E224EB-2584-4586-5CAE-B2DA13E47865}"/>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1476374897"/>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Text, 2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60064700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668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34BDFC45-26E7-B22B-E2E3-D1E25A860398}"/>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 xmlns:a16="http://schemas.microsoft.com/office/drawing/2014/main" id="{333DF1E7-E105-0A8E-CEAC-430E638AD763}"/>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817145116"/>
      </p:ext>
    </p:extLst>
  </p:cSld>
  <p:clrMapOvr>
    <a:overrideClrMapping bg1="dk1" tx1="lt1" bg2="dk2" tx2="lt2" accent1="accent1" accent2="accent2" accent3="accent3" accent4="accent4" accent5="accent5" accent6="accent6" hlink="hlink" folHlink="folHlink"/>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Text, 3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87429711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770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8151811" y="1617663"/>
            <a:ext cx="3479801" cy="3773487"/>
          </a:xfrm>
        </p:spPr>
        <p:txBody>
          <a:bodyPr/>
          <a:lstStyle>
            <a:lvl1pPr indent="0">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07D28B80-9D26-C148-BDC5-AAE69000AB65}"/>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608296106"/>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Text, 3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219810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873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8151811"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B0402912-59DF-6C93-730A-EB759B71CC4D}"/>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715266619"/>
      </p:ext>
    </p:extLst>
  </p:cSld>
  <p:clrMapOvr>
    <a:overrideClrMapping bg1="dk1" tx1="lt1" bg2="dk2" tx2="lt2" accent1="accent1" accent2="accent2" accent3="accent3" accent4="accent4" accent5="accent5" accent6="accent6" hlink="hlink" folHlink="folHlink"/>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Text, 4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407427441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975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 xmlns:a16="http://schemas.microsoft.com/office/drawing/2014/main"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 xmlns:a16="http://schemas.microsoft.com/office/drawing/2014/main" id="{114DB186-44E3-D211-630F-C6A35B18B5B6}"/>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150851367"/>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Text, 4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73716056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078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 xmlns:a16="http://schemas.microsoft.com/office/drawing/2014/main"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 xmlns:a16="http://schemas.microsoft.com/office/drawing/2014/main" id="{55FFEBE0-720A-1ACB-64EA-FFAABCF68577}"/>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647770894"/>
      </p:ext>
    </p:extLst>
  </p:cSld>
  <p:clrMapOvr>
    <a:overrideClrMapping bg1="dk1" tx1="lt1" bg2="dk2" tx2="lt2" accent1="accent1" accent2="accent2" accent3="accent3" accent4="accent4" accent5="accent5" accent6="accent6" hlink="hlink" folHlink="folHlink"/>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Text, 2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27022145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180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 xmlns:a16="http://schemas.microsoft.com/office/drawing/2014/main" id="{B92D2E64-6BB9-928D-83F1-D878F96BBED4}"/>
              </a:ext>
            </a:extLst>
          </p:cNvPr>
          <p:cNvSpPr/>
          <p:nvPr userDrawn="1"/>
        </p:nvSpPr>
        <p:spPr>
          <a:xfrm>
            <a:off x="6148388"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8257739"/>
      </p:ext>
    </p:extLst>
  </p:cSld>
  <p:clrMapOvr>
    <a:overrideClrMapping bg1="lt1" tx1="dk1" bg2="lt2" tx2="dk2" accent1="accent1" accent2="accent2" accent3="accent3" accent4="accent4" accent5="accent5" accent6="accent6" hlink="hlink" folHlink="folHlink"/>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Text, 2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45119508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282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 xmlns:a16="http://schemas.microsoft.com/office/drawing/2014/main" id="{B92D2E64-6BB9-928D-83F1-D878F96BBED4}"/>
              </a:ext>
            </a:extLst>
          </p:cNvPr>
          <p:cNvSpPr>
            <a:spLocks noGrp="1" noRot="1" noMove="1" noResize="1" noEditPoints="1" noAdjustHandles="1" noChangeArrowheads="1" noChangeShapeType="1"/>
          </p:cNvSpPr>
          <p:nvPr userDrawn="1"/>
        </p:nvSpPr>
        <p:spPr>
          <a:xfrm>
            <a:off x="6148388"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553931655"/>
      </p:ext>
    </p:extLst>
  </p:cSld>
  <p:clrMapOvr>
    <a:overrideClrMapping bg1="dk1" tx1="lt1" bg2="dk2" tx2="lt2" accent1="accent1" accent2="accent2" accent3="accent3" accent4="accent4" accent5="accent5" accent6="accent6" hlink="hlink" folHlink="folHlink"/>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Text, 3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7393144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385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3681413"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 xmlns:a16="http://schemas.microsoft.com/office/drawing/2014/main" id="{B92D2E64-6BB9-928D-83F1-D878F96BBED4}"/>
              </a:ext>
            </a:extLst>
          </p:cNvPr>
          <p:cNvSpPr/>
          <p:nvPr userDrawn="1"/>
        </p:nvSpPr>
        <p:spPr>
          <a:xfrm>
            <a:off x="4253436"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68397"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4442950"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1525"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444305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3" name="Rectangle 2">
            <a:extLst>
              <a:ext uri="{FF2B5EF4-FFF2-40B4-BE49-F238E27FC236}">
                <a16:creationId xmlns="" xmlns:a16="http://schemas.microsoft.com/office/drawing/2014/main" id="{03B89EE7-E754-D1FA-1426-29223B3B4CC6}"/>
              </a:ext>
            </a:extLst>
          </p:cNvPr>
          <p:cNvSpPr/>
          <p:nvPr userDrawn="1"/>
        </p:nvSpPr>
        <p:spPr>
          <a:xfrm>
            <a:off x="8043659"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4" name="Picture Placeholder 13">
            <a:extLst>
              <a:ext uri="{FF2B5EF4-FFF2-40B4-BE49-F238E27FC236}">
                <a16:creationId xmlns="" xmlns:a16="http://schemas.microsoft.com/office/drawing/2014/main" id="{5AFC5DED-0840-16E5-8F18-4379BF12D5F2}"/>
              </a:ext>
            </a:extLst>
          </p:cNvPr>
          <p:cNvSpPr>
            <a:spLocks noGrp="1"/>
          </p:cNvSpPr>
          <p:nvPr>
            <p:ph type="pic" sz="quarter" idx="16" hasCustomPrompt="1"/>
          </p:nvPr>
        </p:nvSpPr>
        <p:spPr>
          <a:xfrm>
            <a:off x="8233173" y="1768475"/>
            <a:ext cx="649288" cy="646113"/>
          </a:xfrm>
        </p:spPr>
        <p:txBody>
          <a:bodyPr/>
          <a:lstStyle>
            <a:lvl1pPr>
              <a:defRPr sz="800"/>
            </a:lvl1pPr>
          </a:lstStyle>
          <a:p>
            <a:r>
              <a:rPr lang="en-US"/>
              <a:t>Icon</a:t>
            </a:r>
          </a:p>
        </p:txBody>
      </p:sp>
      <p:sp>
        <p:nvSpPr>
          <p:cNvPr id="5" name="Text Placeholder 2">
            <a:extLst>
              <a:ext uri="{FF2B5EF4-FFF2-40B4-BE49-F238E27FC236}">
                <a16:creationId xmlns="" xmlns:a16="http://schemas.microsoft.com/office/drawing/2014/main" id="{1D9C80B5-F2B1-5142-E9EE-47BC3FF2F2C1}"/>
              </a:ext>
            </a:extLst>
          </p:cNvPr>
          <p:cNvSpPr>
            <a:spLocks noGrp="1"/>
          </p:cNvSpPr>
          <p:nvPr>
            <p:ph type="body" idx="17"/>
          </p:nvPr>
        </p:nvSpPr>
        <p:spPr>
          <a:xfrm>
            <a:off x="8233282"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272168082"/>
      </p:ext>
    </p:extLst>
  </p:cSld>
  <p:clrMapOvr>
    <a:overrideClrMapping bg1="lt1" tx1="dk1" bg2="lt2" tx2="dk2" accent1="accent1" accent2="accent2" accent3="accent3" accent4="accent4" accent5="accent5" accent6="accent6" hlink="hlink" folHlink="folHlink"/>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Text, 3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818433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487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3681413"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 xmlns:a16="http://schemas.microsoft.com/office/drawing/2014/main" id="{B92D2E64-6BB9-928D-83F1-D878F96BBED4}"/>
              </a:ext>
            </a:extLst>
          </p:cNvPr>
          <p:cNvSpPr>
            <a:spLocks noGrp="1" noRot="1" noMove="1" noResize="1" noEditPoints="1" noAdjustHandles="1" noChangeArrowheads="1" noChangeShapeType="1"/>
          </p:cNvSpPr>
          <p:nvPr userDrawn="1"/>
        </p:nvSpPr>
        <p:spPr>
          <a:xfrm>
            <a:off x="4253436"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 xmlns:a16="http://schemas.microsoft.com/office/drawing/2014/main" id="{03B89EE7-E754-D1FA-1426-29223B3B4CC6}"/>
              </a:ext>
            </a:extLst>
          </p:cNvPr>
          <p:cNvSpPr>
            <a:spLocks noGrp="1" noRot="1" noMove="1" noResize="1" noEditPoints="1" noAdjustHandles="1" noChangeArrowheads="1" noChangeShapeType="1"/>
          </p:cNvSpPr>
          <p:nvPr userDrawn="1"/>
        </p:nvSpPr>
        <p:spPr>
          <a:xfrm>
            <a:off x="8043659"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444658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4446696"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4" name="Picture Placeholder 13">
            <a:extLst>
              <a:ext uri="{FF2B5EF4-FFF2-40B4-BE49-F238E27FC236}">
                <a16:creationId xmlns="" xmlns:a16="http://schemas.microsoft.com/office/drawing/2014/main" id="{5AFC5DED-0840-16E5-8F18-4379BF12D5F2}"/>
              </a:ext>
            </a:extLst>
          </p:cNvPr>
          <p:cNvSpPr>
            <a:spLocks noGrp="1"/>
          </p:cNvSpPr>
          <p:nvPr>
            <p:ph type="pic" sz="quarter" idx="16" hasCustomPrompt="1"/>
          </p:nvPr>
        </p:nvSpPr>
        <p:spPr>
          <a:xfrm>
            <a:off x="8236810" y="1768475"/>
            <a:ext cx="649288" cy="646113"/>
          </a:xfrm>
        </p:spPr>
        <p:txBody>
          <a:bodyPr/>
          <a:lstStyle>
            <a:lvl1pPr>
              <a:defRPr sz="800"/>
            </a:lvl1pPr>
          </a:lstStyle>
          <a:p>
            <a:r>
              <a:rPr lang="en-US"/>
              <a:t>Icon</a:t>
            </a:r>
          </a:p>
        </p:txBody>
      </p:sp>
      <p:sp>
        <p:nvSpPr>
          <p:cNvPr id="5" name="Text Placeholder 2">
            <a:extLst>
              <a:ext uri="{FF2B5EF4-FFF2-40B4-BE49-F238E27FC236}">
                <a16:creationId xmlns="" xmlns:a16="http://schemas.microsoft.com/office/drawing/2014/main" id="{1D9C80B5-F2B1-5142-E9EE-47BC3FF2F2C1}"/>
              </a:ext>
            </a:extLst>
          </p:cNvPr>
          <p:cNvSpPr>
            <a:spLocks noGrp="1"/>
          </p:cNvSpPr>
          <p:nvPr>
            <p:ph type="body" idx="17"/>
          </p:nvPr>
        </p:nvSpPr>
        <p:spPr>
          <a:xfrm>
            <a:off x="823691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93845289"/>
      </p:ext>
    </p:extLst>
  </p:cSld>
  <p:clrMapOvr>
    <a:overrideClrMapping bg1="dk1" tx1="lt1" bg2="dk2" tx2="lt2" accent1="accent1" accent2="accent2" accent3="accent3" accent4="accent4" accent5="accent5" accent6="accent6" hlink="hlink" folHlink="folHlink"/>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Text, 4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3210731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590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5044"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8172"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 xmlns:a16="http://schemas.microsoft.com/office/drawing/2014/main" id="{6B57E3F4-9F43-3E4F-CF14-23C7A7BC11D4}"/>
              </a:ext>
            </a:extLst>
          </p:cNvPr>
          <p:cNvSpPr/>
          <p:nvPr userDrawn="1"/>
        </p:nvSpPr>
        <p:spPr>
          <a:xfrm>
            <a:off x="3311452"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Picture Placeholder 13">
            <a:extLst>
              <a:ext uri="{FF2B5EF4-FFF2-40B4-BE49-F238E27FC236}">
                <a16:creationId xmlns="" xmlns:a16="http://schemas.microsoft.com/office/drawing/2014/main" id="{22728A29-21C1-FE17-D872-29F33FF55B6B}"/>
              </a:ext>
            </a:extLst>
          </p:cNvPr>
          <p:cNvSpPr>
            <a:spLocks noGrp="1"/>
          </p:cNvSpPr>
          <p:nvPr>
            <p:ph type="pic" sz="quarter" idx="14" hasCustomPrompt="1"/>
          </p:nvPr>
        </p:nvSpPr>
        <p:spPr>
          <a:xfrm>
            <a:off x="3522946" y="1768475"/>
            <a:ext cx="649288" cy="646113"/>
          </a:xfrm>
        </p:spPr>
        <p:txBody>
          <a:bodyPr/>
          <a:lstStyle>
            <a:lvl1pPr>
              <a:defRPr sz="800"/>
            </a:lvl1pPr>
          </a:lstStyle>
          <a:p>
            <a:r>
              <a:rPr lang="en-US"/>
              <a:t>Icon</a:t>
            </a:r>
          </a:p>
        </p:txBody>
      </p:sp>
      <p:sp>
        <p:nvSpPr>
          <p:cNvPr id="13" name="Text Placeholder 2">
            <a:extLst>
              <a:ext uri="{FF2B5EF4-FFF2-40B4-BE49-F238E27FC236}">
                <a16:creationId xmlns="" xmlns:a16="http://schemas.microsoft.com/office/drawing/2014/main" id="{F8ED409C-9BB0-C0DE-2DC1-0D8C059AB7DE}"/>
              </a:ext>
            </a:extLst>
          </p:cNvPr>
          <p:cNvSpPr>
            <a:spLocks noGrp="1"/>
          </p:cNvSpPr>
          <p:nvPr>
            <p:ph type="body" idx="15"/>
          </p:nvPr>
        </p:nvSpPr>
        <p:spPr>
          <a:xfrm>
            <a:off x="3516074"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 xmlns:a16="http://schemas.microsoft.com/office/drawing/2014/main" id="{D9C6F735-C3A7-934E-F16F-4C50B49CC156}"/>
              </a:ext>
            </a:extLst>
          </p:cNvPr>
          <p:cNvSpPr/>
          <p:nvPr userDrawn="1"/>
        </p:nvSpPr>
        <p:spPr>
          <a:xfrm>
            <a:off x="6159949"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Picture Placeholder 13">
            <a:extLst>
              <a:ext uri="{FF2B5EF4-FFF2-40B4-BE49-F238E27FC236}">
                <a16:creationId xmlns="" xmlns:a16="http://schemas.microsoft.com/office/drawing/2014/main" id="{F6DF4CC7-B693-843D-35B9-07755D443698}"/>
              </a:ext>
            </a:extLst>
          </p:cNvPr>
          <p:cNvSpPr>
            <a:spLocks noGrp="1"/>
          </p:cNvSpPr>
          <p:nvPr>
            <p:ph type="pic" sz="quarter" idx="16" hasCustomPrompt="1"/>
          </p:nvPr>
        </p:nvSpPr>
        <p:spPr>
          <a:xfrm>
            <a:off x="6371443" y="1768475"/>
            <a:ext cx="649288" cy="646113"/>
          </a:xfrm>
        </p:spPr>
        <p:txBody>
          <a:bodyPr/>
          <a:lstStyle>
            <a:lvl1pPr>
              <a:defRPr sz="800"/>
            </a:lvl1pPr>
          </a:lstStyle>
          <a:p>
            <a:r>
              <a:rPr lang="en-US"/>
              <a:t>Icon</a:t>
            </a:r>
          </a:p>
        </p:txBody>
      </p:sp>
      <p:sp>
        <p:nvSpPr>
          <p:cNvPr id="20" name="Text Placeholder 2">
            <a:extLst>
              <a:ext uri="{FF2B5EF4-FFF2-40B4-BE49-F238E27FC236}">
                <a16:creationId xmlns="" xmlns:a16="http://schemas.microsoft.com/office/drawing/2014/main" id="{DA02A4FC-804F-D905-C80A-508F4B13855C}"/>
              </a:ext>
            </a:extLst>
          </p:cNvPr>
          <p:cNvSpPr>
            <a:spLocks noGrp="1"/>
          </p:cNvSpPr>
          <p:nvPr>
            <p:ph type="body" idx="17"/>
          </p:nvPr>
        </p:nvSpPr>
        <p:spPr>
          <a:xfrm>
            <a:off x="6364571"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 xmlns:a16="http://schemas.microsoft.com/office/drawing/2014/main" id="{D3073047-8DDC-8072-C8AA-70E1791CFDFC}"/>
              </a:ext>
            </a:extLst>
          </p:cNvPr>
          <p:cNvSpPr/>
          <p:nvPr userDrawn="1"/>
        </p:nvSpPr>
        <p:spPr>
          <a:xfrm>
            <a:off x="9001466"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2" name="Picture Placeholder 13">
            <a:extLst>
              <a:ext uri="{FF2B5EF4-FFF2-40B4-BE49-F238E27FC236}">
                <a16:creationId xmlns="" xmlns:a16="http://schemas.microsoft.com/office/drawing/2014/main" id="{E7725F3D-5680-EE14-2B2D-2F8650B78913}"/>
              </a:ext>
            </a:extLst>
          </p:cNvPr>
          <p:cNvSpPr>
            <a:spLocks noGrp="1"/>
          </p:cNvSpPr>
          <p:nvPr>
            <p:ph type="pic" sz="quarter" idx="18" hasCustomPrompt="1"/>
          </p:nvPr>
        </p:nvSpPr>
        <p:spPr>
          <a:xfrm>
            <a:off x="9212960" y="1768475"/>
            <a:ext cx="649288" cy="646113"/>
          </a:xfrm>
        </p:spPr>
        <p:txBody>
          <a:bodyPr/>
          <a:lstStyle>
            <a:lvl1pPr>
              <a:defRPr sz="800"/>
            </a:lvl1pPr>
          </a:lstStyle>
          <a:p>
            <a:r>
              <a:rPr lang="en-US"/>
              <a:t>Icon</a:t>
            </a:r>
          </a:p>
        </p:txBody>
      </p:sp>
      <p:sp>
        <p:nvSpPr>
          <p:cNvPr id="23" name="Text Placeholder 2">
            <a:extLst>
              <a:ext uri="{FF2B5EF4-FFF2-40B4-BE49-F238E27FC236}">
                <a16:creationId xmlns="" xmlns:a16="http://schemas.microsoft.com/office/drawing/2014/main" id="{47911148-2128-D9C7-8E63-A4AABC6503AB}"/>
              </a:ext>
            </a:extLst>
          </p:cNvPr>
          <p:cNvSpPr>
            <a:spLocks noGrp="1"/>
          </p:cNvSpPr>
          <p:nvPr>
            <p:ph type="body" idx="19"/>
          </p:nvPr>
        </p:nvSpPr>
        <p:spPr>
          <a:xfrm>
            <a:off x="9206088"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04561728"/>
      </p:ext>
    </p:extLst>
  </p:cSld>
  <p:clrMapOvr>
    <a:overrideClrMapping bg1="lt1" tx1="dk1" bg2="lt2" tx2="dk2" accent1="accent1" accent2="accent2" accent3="accent3" accent4="accent4" accent5="accent5" accent6="accent6" hlink="hlink" folHlink="folHlink"/>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Text, 4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21307401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692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 xmlns:a16="http://schemas.microsoft.com/office/drawing/2014/main" id="{6B57E3F4-9F43-3E4F-CF14-23C7A7BC11D4}"/>
              </a:ext>
            </a:extLst>
          </p:cNvPr>
          <p:cNvSpPr>
            <a:spLocks noGrp="1" noRot="1" noMove="1" noResize="1" noEditPoints="1" noAdjustHandles="1" noChangeArrowheads="1" noChangeShapeType="1"/>
          </p:cNvSpPr>
          <p:nvPr userDrawn="1"/>
        </p:nvSpPr>
        <p:spPr>
          <a:xfrm>
            <a:off x="3311452"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Picture Placeholder 13">
            <a:extLst>
              <a:ext uri="{FF2B5EF4-FFF2-40B4-BE49-F238E27FC236}">
                <a16:creationId xmlns="" xmlns:a16="http://schemas.microsoft.com/office/drawing/2014/main" id="{22728A29-21C1-FE17-D872-29F33FF55B6B}"/>
              </a:ext>
            </a:extLst>
          </p:cNvPr>
          <p:cNvSpPr>
            <a:spLocks noGrp="1"/>
          </p:cNvSpPr>
          <p:nvPr>
            <p:ph type="pic" sz="quarter" idx="14" hasCustomPrompt="1"/>
          </p:nvPr>
        </p:nvSpPr>
        <p:spPr>
          <a:xfrm>
            <a:off x="3519936" y="1768475"/>
            <a:ext cx="649288" cy="646113"/>
          </a:xfrm>
        </p:spPr>
        <p:txBody>
          <a:bodyPr/>
          <a:lstStyle>
            <a:lvl1pPr>
              <a:defRPr sz="800"/>
            </a:lvl1pPr>
          </a:lstStyle>
          <a:p>
            <a:r>
              <a:rPr lang="en-US"/>
              <a:t>Icon</a:t>
            </a:r>
          </a:p>
        </p:txBody>
      </p:sp>
      <p:sp>
        <p:nvSpPr>
          <p:cNvPr id="13" name="Text Placeholder 2">
            <a:extLst>
              <a:ext uri="{FF2B5EF4-FFF2-40B4-BE49-F238E27FC236}">
                <a16:creationId xmlns="" xmlns:a16="http://schemas.microsoft.com/office/drawing/2014/main" id="{F8ED409C-9BB0-C0DE-2DC1-0D8C059AB7DE}"/>
              </a:ext>
            </a:extLst>
          </p:cNvPr>
          <p:cNvSpPr>
            <a:spLocks noGrp="1"/>
          </p:cNvSpPr>
          <p:nvPr>
            <p:ph type="body" idx="15"/>
          </p:nvPr>
        </p:nvSpPr>
        <p:spPr>
          <a:xfrm>
            <a:off x="3513064"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 xmlns:a16="http://schemas.microsoft.com/office/drawing/2014/main" id="{D9C6F735-C3A7-934E-F16F-4C50B49CC156}"/>
              </a:ext>
            </a:extLst>
          </p:cNvPr>
          <p:cNvSpPr>
            <a:spLocks noGrp="1" noRot="1" noMove="1" noResize="1" noEditPoints="1" noAdjustHandles="1" noChangeArrowheads="1" noChangeShapeType="1"/>
          </p:cNvSpPr>
          <p:nvPr userDrawn="1"/>
        </p:nvSpPr>
        <p:spPr>
          <a:xfrm>
            <a:off x="6159949"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Picture Placeholder 13">
            <a:extLst>
              <a:ext uri="{FF2B5EF4-FFF2-40B4-BE49-F238E27FC236}">
                <a16:creationId xmlns="" xmlns:a16="http://schemas.microsoft.com/office/drawing/2014/main" id="{F6DF4CC7-B693-843D-35B9-07755D443698}"/>
              </a:ext>
            </a:extLst>
          </p:cNvPr>
          <p:cNvSpPr>
            <a:spLocks noGrp="1"/>
          </p:cNvSpPr>
          <p:nvPr>
            <p:ph type="pic" sz="quarter" idx="16" hasCustomPrompt="1"/>
          </p:nvPr>
        </p:nvSpPr>
        <p:spPr>
          <a:xfrm>
            <a:off x="6368433" y="1768475"/>
            <a:ext cx="649288" cy="646113"/>
          </a:xfrm>
        </p:spPr>
        <p:txBody>
          <a:bodyPr/>
          <a:lstStyle>
            <a:lvl1pPr>
              <a:defRPr sz="800"/>
            </a:lvl1pPr>
          </a:lstStyle>
          <a:p>
            <a:r>
              <a:rPr lang="en-US"/>
              <a:t>Icon</a:t>
            </a:r>
          </a:p>
        </p:txBody>
      </p:sp>
      <p:sp>
        <p:nvSpPr>
          <p:cNvPr id="20" name="Text Placeholder 2">
            <a:extLst>
              <a:ext uri="{FF2B5EF4-FFF2-40B4-BE49-F238E27FC236}">
                <a16:creationId xmlns="" xmlns:a16="http://schemas.microsoft.com/office/drawing/2014/main" id="{DA02A4FC-804F-D905-C80A-508F4B13855C}"/>
              </a:ext>
            </a:extLst>
          </p:cNvPr>
          <p:cNvSpPr>
            <a:spLocks noGrp="1"/>
          </p:cNvSpPr>
          <p:nvPr>
            <p:ph type="body" idx="17"/>
          </p:nvPr>
        </p:nvSpPr>
        <p:spPr>
          <a:xfrm>
            <a:off x="6361561"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 xmlns:a16="http://schemas.microsoft.com/office/drawing/2014/main" id="{D3073047-8DDC-8072-C8AA-70E1791CFDFC}"/>
              </a:ext>
            </a:extLst>
          </p:cNvPr>
          <p:cNvSpPr>
            <a:spLocks noGrp="1" noRot="1" noMove="1" noResize="1" noEditPoints="1" noAdjustHandles="1" noChangeArrowheads="1" noChangeShapeType="1"/>
          </p:cNvSpPr>
          <p:nvPr userDrawn="1"/>
        </p:nvSpPr>
        <p:spPr>
          <a:xfrm>
            <a:off x="9001466"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2" name="Picture Placeholder 13">
            <a:extLst>
              <a:ext uri="{FF2B5EF4-FFF2-40B4-BE49-F238E27FC236}">
                <a16:creationId xmlns="" xmlns:a16="http://schemas.microsoft.com/office/drawing/2014/main" id="{E7725F3D-5680-EE14-2B2D-2F8650B78913}"/>
              </a:ext>
            </a:extLst>
          </p:cNvPr>
          <p:cNvSpPr>
            <a:spLocks noGrp="1"/>
          </p:cNvSpPr>
          <p:nvPr>
            <p:ph type="pic" sz="quarter" idx="18" hasCustomPrompt="1"/>
          </p:nvPr>
        </p:nvSpPr>
        <p:spPr>
          <a:xfrm>
            <a:off x="9209950" y="1768475"/>
            <a:ext cx="649288" cy="646113"/>
          </a:xfrm>
        </p:spPr>
        <p:txBody>
          <a:bodyPr/>
          <a:lstStyle>
            <a:lvl1pPr>
              <a:defRPr sz="800"/>
            </a:lvl1pPr>
          </a:lstStyle>
          <a:p>
            <a:r>
              <a:rPr lang="en-US"/>
              <a:t>Icon</a:t>
            </a:r>
          </a:p>
        </p:txBody>
      </p:sp>
      <p:sp>
        <p:nvSpPr>
          <p:cNvPr id="23" name="Text Placeholder 2">
            <a:extLst>
              <a:ext uri="{FF2B5EF4-FFF2-40B4-BE49-F238E27FC236}">
                <a16:creationId xmlns="" xmlns:a16="http://schemas.microsoft.com/office/drawing/2014/main" id="{47911148-2128-D9C7-8E63-A4AABC6503AB}"/>
              </a:ext>
            </a:extLst>
          </p:cNvPr>
          <p:cNvSpPr>
            <a:spLocks noGrp="1"/>
          </p:cNvSpPr>
          <p:nvPr>
            <p:ph type="body" idx="19"/>
          </p:nvPr>
        </p:nvSpPr>
        <p:spPr>
          <a:xfrm>
            <a:off x="9203078"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29942715"/>
      </p:ext>
    </p:extLst>
  </p:cSld>
  <p:clrMapOvr>
    <a:overrideClrMapping bg1="dk1" tx1="lt1" bg2="dk2" tx2="lt2" accent1="accent1" accent2="accent2" accent3="accent3" accent4="accent4" accent5="accent5" accent6="accent6" hlink="hlink" folHlink="folHlink"/>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 xmlns:a16="http://schemas.microsoft.com/office/drawing/2014/main" id="{71717D90-43C9-C972-4D0A-8F8DB9E4B985}"/>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326396353"/>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Title Only (Carb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 xmlns:a16="http://schemas.microsoft.com/office/drawing/2014/main" id="{5B85D50D-E1D8-C209-D561-71978631B8F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047269123"/>
      </p:ext>
    </p:extLst>
  </p:cSld>
  <p:clrMapOvr>
    <a:overrideClrMapping bg1="dk1" tx1="lt1" bg2="dk2" tx2="lt2" accent1="accent1" accent2="accent2" accent3="accent3" accent4="accent4" accent5="accent5" accent6="accent6" hlink="hlink" folHlink="folHlink"/>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6">
            <a:extLst>
              <a:ext uri="{FF2B5EF4-FFF2-40B4-BE49-F238E27FC236}">
                <a16:creationId xmlns="" xmlns:a16="http://schemas.microsoft.com/office/drawing/2014/main" id="{8AB8394B-8C24-A652-FDAD-A12D9786C379}"/>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102115820"/>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Blank (Carbon)">
    <p:bg>
      <p:bgPr>
        <a:solidFill>
          <a:schemeClr val="bg1"/>
        </a:solidFill>
        <a:effectLst/>
      </p:bgPr>
    </p:bg>
    <p:spTree>
      <p:nvGrpSpPr>
        <p:cNvPr id="1" name=""/>
        <p:cNvGrpSpPr/>
        <p:nvPr/>
      </p:nvGrpSpPr>
      <p:grpSpPr>
        <a:xfrm>
          <a:off x="0" y="0"/>
          <a:ext cx="0" cy="0"/>
          <a:chOff x="0" y="0"/>
          <a:chExt cx="0" cy="0"/>
        </a:xfrm>
      </p:grpSpPr>
      <p:sp>
        <p:nvSpPr>
          <p:cNvPr id="2" name="Text Placeholder 6">
            <a:extLst>
              <a:ext uri="{FF2B5EF4-FFF2-40B4-BE49-F238E27FC236}">
                <a16:creationId xmlns="" xmlns:a16="http://schemas.microsoft.com/office/drawing/2014/main" id="{D9A041E9-D37B-F094-0DEB-67D1437229D7}"/>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260849756"/>
      </p:ext>
    </p:extLst>
  </p:cSld>
  <p:clrMapOvr>
    <a:overrideClrMapping bg1="dk1" tx1="lt1" bg2="dk2" tx2="lt2" accent1="accent1" accent2="accent2" accent3="accent3" accent4="accent4" accent5="accent5" accent6="accent6" hlink="hlink" folHlink="folHlink"/>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18658860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794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solidFill>
                  <a:srgbClr val="000000"/>
                </a:solidFill>
              </a:rPr>
              <a:t>Data</a:t>
            </a:r>
          </a:p>
          <a:p>
            <a:pPr algn="ctr"/>
            <a:r>
              <a:rPr lang="en-US" sz="13800">
                <a:solidFill>
                  <a:srgbClr val="000000"/>
                </a:solidFill>
              </a:rPr>
              <a:t>layouts</a:t>
            </a:r>
          </a:p>
        </p:txBody>
      </p:sp>
    </p:spTree>
    <p:extLst>
      <p:ext uri="{BB962C8B-B14F-4D97-AF65-F5344CB8AC3E}">
        <p14:creationId xmlns:p14="http://schemas.microsoft.com/office/powerpoint/2010/main" val="1868601778"/>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Data 1">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26984567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897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37C2CDB7-C805-4574-12AD-751C92140439}"/>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ext Placeholder 6">
            <a:extLst>
              <a:ext uri="{FF2B5EF4-FFF2-40B4-BE49-F238E27FC236}">
                <a16:creationId xmlns="" xmlns:a16="http://schemas.microsoft.com/office/drawing/2014/main" id="{D4167920-63DE-54BB-E65F-1733269DFA65}"/>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825738098"/>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Data 1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4505495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999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6DE963B-81EE-2860-268D-B3A54072AD04}"/>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2" name="Text Placeholder 6">
            <a:extLst>
              <a:ext uri="{FF2B5EF4-FFF2-40B4-BE49-F238E27FC236}">
                <a16:creationId xmlns="" xmlns:a16="http://schemas.microsoft.com/office/drawing/2014/main" id="{A936678D-9654-7C99-C080-9E3A2B10C629}"/>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116866649"/>
      </p:ext>
    </p:extLst>
  </p:cSld>
  <p:clrMapOvr>
    <a:overrideClrMapping bg1="dk1" tx1="lt1" bg2="dk2" tx2="lt2" accent1="accent1" accent2="accent2" accent3="accent3" accent4="accent4" accent5="accent5" accent6="accent6" hlink="hlink" folHlink="folHlink"/>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Data 2">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27912736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102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 xmlns:a16="http://schemas.microsoft.com/office/drawing/2014/main"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 xmlns:a16="http://schemas.microsoft.com/office/drawing/2014/main" id="{41FFC367-0203-EC0E-10DF-B81D77491CB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288492857"/>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Data 2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65071068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204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 xmlns:a16="http://schemas.microsoft.com/office/drawing/2014/main"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 xmlns:a16="http://schemas.microsoft.com/office/drawing/2014/main" id="{BA9A9E04-9AC1-B2EA-811C-A2EBF8AC04EE}"/>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335597385"/>
      </p:ext>
    </p:extLst>
  </p:cSld>
  <p:clrMapOvr>
    <a:overrideClrMapping bg1="dk1" tx1="lt1" bg2="dk2" tx2="lt2" accent1="accent1" accent2="accent2" accent3="accent3" accent4="accent4" accent5="accent5" accent6="accent6" hlink="hlink" folHlink="folHlink"/>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Data, full">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 xmlns:a16="http://schemas.microsoft.com/office/drawing/2014/main"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 xmlns:a16="http://schemas.microsoft.com/office/drawing/2014/main"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425428598"/>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Data, full (Carb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 xmlns:a16="http://schemas.microsoft.com/office/drawing/2014/main"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 xmlns:a16="http://schemas.microsoft.com/office/drawing/2014/main"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191196068"/>
      </p:ext>
    </p:extLst>
  </p:cSld>
  <p:clrMapOvr>
    <a:overrideClrMapping bg1="dk1" tx1="lt1" bg2="dk2" tx2="lt2" accent1="accent1" accent2="accent2" accent3="accent3" accent4="accent4" accent5="accent5" accent6="accent6" hlink="hlink" folHlink="folHlink"/>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27045877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306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433400" y="1305349"/>
            <a:ext cx="11325216" cy="4247317"/>
          </a:xfrm>
          <a:prstGeom prst="rect">
            <a:avLst/>
          </a:prstGeom>
          <a:noFill/>
        </p:spPr>
        <p:txBody>
          <a:bodyPr wrap="none" lIns="0" tIns="0" rIns="0" bIns="0" rtlCol="0" anchor="ctr">
            <a:spAutoFit/>
          </a:bodyPr>
          <a:lstStyle/>
          <a:p>
            <a:pPr algn="ctr"/>
            <a:r>
              <a:rPr lang="en-US" sz="13800">
                <a:solidFill>
                  <a:srgbClr val="000000"/>
                </a:solidFill>
              </a:rPr>
              <a:t>Section divider</a:t>
            </a:r>
          </a:p>
          <a:p>
            <a:pPr algn="ctr"/>
            <a:r>
              <a:rPr lang="en-US" sz="13800">
                <a:solidFill>
                  <a:srgbClr val="000000"/>
                </a:solidFill>
              </a:rPr>
              <a:t>layouts</a:t>
            </a:r>
          </a:p>
        </p:txBody>
      </p:sp>
    </p:spTree>
    <p:extLst>
      <p:ext uri="{BB962C8B-B14F-4D97-AF65-F5344CB8AC3E}">
        <p14:creationId xmlns:p14="http://schemas.microsoft.com/office/powerpoint/2010/main" val="317858611"/>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Divider 1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93764051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409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27050"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3030584707"/>
      </p:ext>
    </p:extLst>
  </p:cSld>
  <p:clrMapOvr>
    <a:overrideClrMapping bg1="lt1" tx1="dk1" bg2="lt2" tx2="dk2" accent1="accent1" accent2="accent2" accent3="accent3" accent4="accent4" accent5="accent5" accent6="accent6" hlink="hlink" folHlink="folHlink"/>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Divider 2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345867624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511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tx1"/>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84780283"/>
      </p:ext>
    </p:extLst>
  </p:cSld>
  <p:clrMapOvr>
    <a:overrideClrMapping bg1="lt1" tx1="dk1" bg2="lt2" tx2="dk2" accent1="accent1" accent2="accent2" accent3="accent3" accent4="accent4" accent5="accent5" accent6="accent6" hlink="hlink" folHlink="folHlink"/>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Divider 1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25449044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614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3445421116"/>
      </p:ext>
    </p:extLst>
  </p:cSld>
  <p:clrMapOvr>
    <a:overrideClrMapping bg1="dk1" tx1="lt1" bg2="dk2" tx2="lt2" accent1="accent1" accent2="accent2" accent3="accent3" accent4="accent4" accent5="accent5" accent6="accent6" hlink="hlink" folHlink="folHlink"/>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Divider 2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97233700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716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1966480769"/>
      </p:ext>
    </p:extLst>
  </p:cSld>
  <p:clrMapOvr>
    <a:overrideClrMapping bg1="dk1" tx1="lt1" bg2="dk2" tx2="lt2" accent1="accent1" accent2="accent2" accent3="accent3" accent4="accent4" accent5="accent5" accent6="accent6" hlink="hlink" folHlink="folHlink"/>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Divider 3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39942180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818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113068390"/>
      </p:ext>
    </p:extLst>
  </p:cSld>
  <p:clrMapOvr>
    <a:overrideClrMapping bg1="dk1" tx1="lt1" bg2="dk2" tx2="lt2" accent1="accent1" accent2="accent2" accent3="accent3" accent4="accent4" accent5="accent5" accent6="accent6" hlink="hlink" folHlink="folHlink"/>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Divider 1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345402771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921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3473199204"/>
      </p:ext>
    </p:extLst>
  </p:cSld>
  <p:clrMapOvr>
    <a:overrideClrMapping bg1="dk1" tx1="lt1" bg2="dk2" tx2="lt2" accent1="accent1" accent2="accent2" accent3="accent3" accent4="accent4" accent5="accent5" accent6="accent6" hlink="hlink" folHlink="folHlink"/>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Divider 2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60608033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023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1573496620"/>
      </p:ext>
    </p:extLst>
  </p:cSld>
  <p:clrMapOvr>
    <a:overrideClrMapping bg1="dk1" tx1="lt1" bg2="dk2" tx2="lt2" accent1="accent1" accent2="accent2" accent3="accent3" accent4="accent4" accent5="accent5" accent6="accent6" hlink="hlink" folHlink="folHlink"/>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Divider 3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42849229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126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025901173"/>
      </p:ext>
    </p:extLst>
  </p:cSld>
  <p:clrMapOvr>
    <a:overrideClrMapping bg1="dk1" tx1="lt1" bg2="dk2" tx2="lt2" accent1="accent1" accent2="accent2" accent3="accent3" accent4="accent4" accent5="accent5" accent6="accent6" hlink="hlink" folHlink="folHlink"/>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4168798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228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2232864" y="1305349"/>
            <a:ext cx="7726282" cy="4247317"/>
          </a:xfrm>
          <a:prstGeom prst="rect">
            <a:avLst/>
          </a:prstGeom>
          <a:noFill/>
        </p:spPr>
        <p:txBody>
          <a:bodyPr wrap="none" lIns="0" tIns="0" rIns="0" bIns="0" rtlCol="0" anchor="ctr">
            <a:spAutoFit/>
          </a:bodyPr>
          <a:lstStyle/>
          <a:p>
            <a:pPr algn="ctr"/>
            <a:r>
              <a:rPr lang="en-US" sz="13800">
                <a:solidFill>
                  <a:srgbClr val="000000"/>
                </a:solidFill>
              </a:rPr>
              <a:t>Large text </a:t>
            </a:r>
          </a:p>
          <a:p>
            <a:pPr algn="ctr"/>
            <a:r>
              <a:rPr lang="en-US" sz="13800">
                <a:solidFill>
                  <a:srgbClr val="000000"/>
                </a:solidFill>
              </a:rPr>
              <a:t>layouts</a:t>
            </a:r>
          </a:p>
        </p:txBody>
      </p:sp>
    </p:spTree>
    <p:extLst>
      <p:ext uri="{BB962C8B-B14F-4D97-AF65-F5344CB8AC3E}">
        <p14:creationId xmlns:p14="http://schemas.microsoft.com/office/powerpoint/2010/main" val="990869071"/>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Large Text">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358332353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330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2101737479"/>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Large Text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4098608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433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1939919774"/>
      </p:ext>
    </p:extLst>
  </p:cSld>
  <p:clrMapOvr>
    <a:overrideClrMapping bg1="lt1" tx1="dk1" bg2="lt2" tx2="dk2" accent1="accent1" accent2="accent2" accent3="accent3" accent4="accent4" accent5="accent5" accent6="accent6" hlink="hlink" folHlink="folHlink"/>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Large Text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61986468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535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1516569473"/>
      </p:ext>
    </p:extLst>
  </p:cSld>
  <p:clrMapOvr>
    <a:overrideClrMapping bg1="dk1" tx1="lt1" bg2="dk2" tx2="lt2" accent1="accent1" accent2="accent2" accent3="accent3" accent4="accent4" accent5="accent5" accent6="accent6" hlink="hlink" folHlink="folHlink"/>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Large Text, patter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5113001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638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703D0EC0-800C-017B-115C-E6C2A79F739E}"/>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0" y="0"/>
            <a:ext cx="12192000" cy="6858000"/>
          </a:xfrm>
          <a:prstGeom prst="rect">
            <a:avLst/>
          </a:prstGeom>
        </p:spPr>
      </p:pic>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9" name="Page# static">
            <a:extLst>
              <a:ext uri="{FF2B5EF4-FFF2-40B4-BE49-F238E27FC236}">
                <a16:creationId xmlns="" xmlns:a16="http://schemas.microsoft.com/office/drawing/2014/main" id="{961FCCAC-9A14-EABD-E6FC-0250DF9CC614}"/>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3" name="TextBox 2">
            <a:extLst>
              <a:ext uri="{FF2B5EF4-FFF2-40B4-BE49-F238E27FC236}">
                <a16:creationId xmlns="" xmlns:a16="http://schemas.microsoft.com/office/drawing/2014/main" id="{C5A28A1E-C0C1-68F9-2CC0-E47E8E939C27}"/>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Tree>
    <p:extLst>
      <p:ext uri="{BB962C8B-B14F-4D97-AF65-F5344CB8AC3E}">
        <p14:creationId xmlns:p14="http://schemas.microsoft.com/office/powerpoint/2010/main" val="722347694"/>
      </p:ext>
    </p:extLst>
  </p:cSld>
  <p:clrMapOvr>
    <a:overrideClrMapping bg1="lt1" tx1="dk1" bg2="lt2" tx2="dk2" accent1="accent1" accent2="accent2" accent3="accent3" accent4="accent4" accent5="accent5" accent6="accent6" hlink="hlink" folHlink="folHlink"/>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Large Text, pattern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407726262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740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4" name="Graphic 3">
            <a:extLst>
              <a:ext uri="{FF2B5EF4-FFF2-40B4-BE49-F238E27FC236}">
                <a16:creationId xmlns="" xmlns:a16="http://schemas.microsoft.com/office/drawing/2014/main" id="{0EAE06A4-0CF9-D5F6-2C1C-A4EA49DA410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0" y="0"/>
            <a:ext cx="12192000" cy="6858000"/>
          </a:xfrm>
          <a:prstGeom prst="rect">
            <a:avLst/>
          </a:prstGeom>
        </p:spPr>
      </p:pic>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12" name="Page# static">
            <a:extLst>
              <a:ext uri="{FF2B5EF4-FFF2-40B4-BE49-F238E27FC236}">
                <a16:creationId xmlns="" xmlns:a16="http://schemas.microsoft.com/office/drawing/2014/main" id="{CFD9CA61-A5D4-A8B1-D137-7AE49157FD8B}"/>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3" name="TextBox 2">
            <a:extLst>
              <a:ext uri="{FF2B5EF4-FFF2-40B4-BE49-F238E27FC236}">
                <a16:creationId xmlns="" xmlns:a16="http://schemas.microsoft.com/office/drawing/2014/main" id="{D2A8C3E6-DD95-5B46-D797-E225A8A1F31E}"/>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Tree>
    <p:extLst>
      <p:ext uri="{BB962C8B-B14F-4D97-AF65-F5344CB8AC3E}">
        <p14:creationId xmlns:p14="http://schemas.microsoft.com/office/powerpoint/2010/main" val="408292974"/>
      </p:ext>
    </p:extLst>
  </p:cSld>
  <p:clrMapOvr>
    <a:overrideClrMapping bg1="dk1" tx1="lt1" bg2="dk2" tx2="lt2" accent1="accent1" accent2="accent2" accent3="accent3" accent4="accent4" accent5="accent5" accent6="accent6" hlink="hlink" folHlink="folHlink"/>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Quote Large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0173603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842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solidFill>
                <a:srgbClr val="000000"/>
              </a:solidFill>
            </a:endParaRPr>
          </a:p>
        </p:txBody>
      </p:sp>
      <p:sp>
        <p:nvSpPr>
          <p:cNvPr id="13" name="Graphic 6">
            <a:extLst>
              <a:ext uri="{FF2B5EF4-FFF2-40B4-BE49-F238E27FC236}">
                <a16:creationId xmlns="" xmlns:a16="http://schemas.microsoft.com/office/drawing/2014/main"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solidFill>
                <a:srgbClr val="000000"/>
              </a:solidFill>
            </a:endParaRPr>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2812478625"/>
      </p:ext>
    </p:extLst>
  </p:cSld>
  <p:clrMapOvr>
    <a:overrideClrMapping bg1="lt1" tx1="dk1" bg2="lt2" tx2="dk2" accent1="accent1" accent2="accent2" accent3="accent3" accent4="accent4" accent5="accent5" accent6="accent6" hlink="hlink" folHlink="folHlink"/>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Quote Large (Carbon)">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36192085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945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solidFill>
                <a:srgbClr val="FFFFFF"/>
              </a:solidFill>
            </a:endParaRPr>
          </a:p>
        </p:txBody>
      </p:sp>
      <p:sp>
        <p:nvSpPr>
          <p:cNvPr id="13" name="Graphic 6">
            <a:extLst>
              <a:ext uri="{FF2B5EF4-FFF2-40B4-BE49-F238E27FC236}">
                <a16:creationId xmlns="" xmlns:a16="http://schemas.microsoft.com/office/drawing/2014/main"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solidFill>
                <a:srgbClr val="FFFFFF"/>
              </a:solidFill>
            </a:endParaRPr>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1868610825"/>
      </p:ext>
    </p:extLst>
  </p:cSld>
  <p:clrMapOvr>
    <a:overrideClrMapping bg1="dk1" tx1="lt1" bg2="dk2" tx2="lt2" accent1="accent1" accent2="accent2" accent3="accent3" accent4="accent4" accent5="accent5" accent6="accent6" hlink="hlink" folHlink="folHlink"/>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Quote Small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6440497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047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solidFill>
                <a:srgbClr val="FFFFFF"/>
              </a:solidFill>
            </a:endParaRPr>
          </a:p>
        </p:txBody>
      </p:sp>
      <p:sp>
        <p:nvSpPr>
          <p:cNvPr id="5" name="Graphic 6">
            <a:extLst>
              <a:ext uri="{FF2B5EF4-FFF2-40B4-BE49-F238E27FC236}">
                <a16:creationId xmlns="" xmlns:a16="http://schemas.microsoft.com/office/drawing/2014/main"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solidFill>
                <a:srgbClr val="FFFFFF"/>
              </a:solidFill>
            </a:endParaRPr>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2278801549"/>
      </p:ext>
    </p:extLst>
  </p:cSld>
  <p:clrMapOvr>
    <a:overrideClrMapping bg1="dk1" tx1="lt1" bg2="dk2" tx2="lt2" accent1="accent1" accent2="accent2" accent3="accent3" accent4="accent4" accent5="accent5" accent6="accent6" hlink="hlink" folHlink="folHlink"/>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Quote Small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30960572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150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solidFill>
                <a:srgbClr val="000000"/>
              </a:solidFill>
            </a:endParaRPr>
          </a:p>
        </p:txBody>
      </p:sp>
      <p:sp>
        <p:nvSpPr>
          <p:cNvPr id="5" name="Graphic 6">
            <a:extLst>
              <a:ext uri="{FF2B5EF4-FFF2-40B4-BE49-F238E27FC236}">
                <a16:creationId xmlns="" xmlns:a16="http://schemas.microsoft.com/office/drawing/2014/main"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solidFill>
                <a:srgbClr val="000000"/>
              </a:solidFill>
            </a:endParaRPr>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4055401298"/>
      </p:ext>
    </p:extLst>
  </p:cSld>
  <p:clrMapOvr>
    <a:overrideClrMapping bg1="lt1" tx1="dk1" bg2="lt2" tx2="dk2" accent1="accent1" accent2="accent2" accent3="accent3" accent4="accent4" accent5="accent5" accent6="accent6" hlink="hlink" folHlink="folHlink"/>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82106486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252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1437038" y="1305349"/>
            <a:ext cx="9317936" cy="4247317"/>
          </a:xfrm>
          <a:prstGeom prst="rect">
            <a:avLst/>
          </a:prstGeom>
          <a:noFill/>
        </p:spPr>
        <p:txBody>
          <a:bodyPr wrap="none" lIns="0" tIns="0" rIns="0" bIns="0" rtlCol="0" anchor="ctr">
            <a:spAutoFit/>
          </a:bodyPr>
          <a:lstStyle/>
          <a:p>
            <a:pPr algn="ctr"/>
            <a:r>
              <a:rPr lang="en-US" sz="13800">
                <a:solidFill>
                  <a:srgbClr val="000000"/>
                </a:solidFill>
              </a:rPr>
              <a:t>Text + Image</a:t>
            </a:r>
          </a:p>
          <a:p>
            <a:pPr algn="ctr"/>
            <a:r>
              <a:rPr lang="en-US" sz="13800">
                <a:solidFill>
                  <a:srgbClr val="000000"/>
                </a:solidFill>
              </a:rPr>
              <a:t>layouts</a:t>
            </a:r>
          </a:p>
        </p:txBody>
      </p:sp>
    </p:spTree>
    <p:extLst>
      <p:ext uri="{BB962C8B-B14F-4D97-AF65-F5344CB8AC3E}">
        <p14:creationId xmlns:p14="http://schemas.microsoft.com/office/powerpoint/2010/main" val="1289946805"/>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preserve="1" userDrawn="1">
  <p:cSld name="Title Only + Image (white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204069778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354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D4560061-E12B-343E-74A9-8D141BE850FC}"/>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50000"/>
              <a:lumOff val="50000"/>
            </a:schemeClr>
          </a:solidFill>
        </p:spPr>
        <p:txBody>
          <a:bodyPr wrap="square">
            <a:noAutofit/>
          </a:bodyPr>
          <a:lstStyle/>
          <a:p>
            <a:r>
              <a:rPr lang="en-US"/>
              <a:t>Click icon to add picture</a:t>
            </a:r>
          </a:p>
        </p:txBody>
      </p:sp>
      <p:sp>
        <p:nvSpPr>
          <p:cNvPr id="5" name="Title 4">
            <a:extLst>
              <a:ext uri="{FF2B5EF4-FFF2-40B4-BE49-F238E27FC236}">
                <a16:creationId xmlns="" xmlns:a16="http://schemas.microsoft.com/office/drawing/2014/main"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 xmlns:a16="http://schemas.microsoft.com/office/drawing/2014/main" id="{9EA11B80-ED54-BA49-69A0-DA418072FEF3}"/>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1423848775"/>
      </p:ext>
    </p:extLst>
  </p:cSld>
  <p:clrMapOvr>
    <a:overrideClrMapping bg1="lt1" tx1="dk1" bg2="lt2" tx2="dk2" accent1="accent1" accent2="accent2" accent3="accent3" accent4="accent4" accent5="accent5" accent6="accent6" hlink="hlink" folHlink="folHlink"/>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preserve="1" userDrawn="1">
  <p:cSld name="Title Only + Image (dark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383320149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457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27A1CDB2-CCE0-BB20-550A-00A6A2BF7F12}"/>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5" name="Title 4">
            <a:extLst>
              <a:ext uri="{FF2B5EF4-FFF2-40B4-BE49-F238E27FC236}">
                <a16:creationId xmlns="" xmlns:a16="http://schemas.microsoft.com/office/drawing/2014/main"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 xmlns:a16="http://schemas.microsoft.com/office/drawing/2014/main" id="{773BFFBA-BDD4-3A19-5F77-2115BCF77AE5}"/>
              </a:ext>
            </a:extLst>
          </p:cNvPr>
          <p:cNvSpPr>
            <a:spLocks noGrp="1"/>
          </p:cNvSpPr>
          <p:nvPr>
            <p:ph type="sldNum" sz="quarter" idx="15"/>
          </p:nvPr>
        </p:nvSpPr>
        <p:spPr>
          <a:noFill/>
        </p:spPr>
        <p:txBody>
          <a:bodyPr/>
          <a:lstStyle>
            <a:lvl1pPr>
              <a:defRPr>
                <a:solidFill>
                  <a:schemeClr val="bg1"/>
                </a:solidFill>
              </a:defRPr>
            </a:lvl1pPr>
          </a:lstStyle>
          <a:p>
            <a:fld id="{48F63A3B-78C7-47BE-AE5E-E10140E04643}"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037260919"/>
      </p:ext>
    </p:extLst>
  </p:cSld>
  <p:clrMapOvr>
    <a:overrideClrMapping bg1="dk1" tx1="lt1" bg2="dk2" tx2="lt2" accent1="accent1" accent2="accent2" accent3="accent3" accent4="accent4" accent5="accent5" accent6="accent6" hlink="hlink" folHlink="folHlink"/>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Text + Image, overlay white">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231249982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559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203AE294-C7C7-AF77-7408-9188832D4394}"/>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2" name="Title 1">
            <a:extLst>
              <a:ext uri="{FF2B5EF4-FFF2-40B4-BE49-F238E27FC236}">
                <a16:creationId xmlns="" xmlns:a16="http://schemas.microsoft.com/office/drawing/2014/main" id="{2A8160C1-257C-7AAE-C491-296AF113DC78}"/>
              </a:ext>
            </a:extLst>
          </p:cNvPr>
          <p:cNvSpPr>
            <a:spLocks noGrp="1"/>
          </p:cNvSpPr>
          <p:nvPr>
            <p:ph type="title"/>
          </p:nvPr>
        </p:nvSpPr>
        <p:spPr>
          <a:xfrm>
            <a:off x="565150" y="460374"/>
            <a:ext cx="3479800" cy="2212975"/>
          </a:xfrm>
        </p:spPr>
        <p:txBody>
          <a:bodyPr vert="horz"/>
          <a:lstStyle>
            <a:lvl1pPr>
              <a:defRPr>
                <a:solidFill>
                  <a:schemeClr val="bg1"/>
                </a:solidFill>
              </a:defRPr>
            </a:lvl1pPr>
          </a:lstStyle>
          <a:p>
            <a:r>
              <a:rPr lang="en-US"/>
              <a:t>Click to edit Master title style</a:t>
            </a:r>
          </a:p>
        </p:txBody>
      </p:sp>
      <p:sp>
        <p:nvSpPr>
          <p:cNvPr id="13" name="Text Placeholder 12">
            <a:extLst>
              <a:ext uri="{FF2B5EF4-FFF2-40B4-BE49-F238E27FC236}">
                <a16:creationId xmlns="" xmlns:a16="http://schemas.microsoft.com/office/drawing/2014/main"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tx1">
              <a:alpha val="65000"/>
            </a:schemeClr>
          </a:solidFill>
        </p:spPr>
        <p:txBody>
          <a:bodyPr wrap="square" lIns="914400" tIns="402336" rIns="1371600">
            <a:noAutofit/>
          </a:bodyPr>
          <a:lstStyle>
            <a:lvl1pPr>
              <a:defRPr sz="180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 xmlns:a16="http://schemas.microsoft.com/office/drawing/2014/main" id="{CA7C3122-E6F9-FD8C-5516-A3734BC187BE}"/>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2206523961"/>
      </p:ext>
    </p:extLst>
  </p:cSld>
  <p:clrMapOvr>
    <a:overrideClrMapping bg1="dk1" tx1="lt1" bg2="dk2" tx2="lt2" accent1="accent1" accent2="accent2" accent3="accent3" accent4="accent4" accent5="accent5" accent6="accent6" hlink="hlink" folHlink="folHlink"/>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Text + Image, overlay dark">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19263180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662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185C2D0C-55B8-E2AC-5B89-356BBDF1C98D}"/>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bg1">
              <a:lumMod val="50000"/>
              <a:lumOff val="50000"/>
            </a:schemeClr>
          </a:solidFill>
        </p:spPr>
        <p:txBody>
          <a:bodyPr wrap="square">
            <a:noAutofit/>
          </a:bodyPr>
          <a:lstStyle/>
          <a:p>
            <a:r>
              <a:rPr lang="en-US"/>
              <a:t>Click icon to add picture</a:t>
            </a:r>
          </a:p>
        </p:txBody>
      </p:sp>
      <p:sp>
        <p:nvSpPr>
          <p:cNvPr id="2" name="Title 1">
            <a:extLst>
              <a:ext uri="{FF2B5EF4-FFF2-40B4-BE49-F238E27FC236}">
                <a16:creationId xmlns="" xmlns:a16="http://schemas.microsoft.com/office/drawing/2014/main" id="{2A8160C1-257C-7AAE-C491-296AF113DC78}"/>
              </a:ext>
            </a:extLst>
          </p:cNvPr>
          <p:cNvSpPr>
            <a:spLocks noGrp="1"/>
          </p:cNvSpPr>
          <p:nvPr>
            <p:ph type="title"/>
          </p:nvPr>
        </p:nvSpPr>
        <p:spPr>
          <a:xfrm>
            <a:off x="565150" y="460374"/>
            <a:ext cx="3479800" cy="2212975"/>
          </a:xfrm>
        </p:spPr>
        <p:txBody>
          <a:bodyPr vert="horz"/>
          <a:lstStyle/>
          <a:p>
            <a:r>
              <a:rPr lang="en-US"/>
              <a:t>Click to edit Master title style</a:t>
            </a:r>
          </a:p>
        </p:txBody>
      </p:sp>
      <p:sp>
        <p:nvSpPr>
          <p:cNvPr id="13" name="Text Placeholder 12">
            <a:extLst>
              <a:ext uri="{FF2B5EF4-FFF2-40B4-BE49-F238E27FC236}">
                <a16:creationId xmlns="" xmlns:a16="http://schemas.microsoft.com/office/drawing/2014/main"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bg1">
              <a:alpha val="30000"/>
            </a:schemeClr>
          </a:solidFill>
        </p:spPr>
        <p:txBody>
          <a:bodyPr wrap="square" lIns="914400" tIns="402336" rIns="1371600">
            <a:noAutofit/>
          </a:bodyPr>
          <a:lstStyle>
            <a:lvl1pPr>
              <a:defRPr sz="1800"/>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 xmlns:a16="http://schemas.microsoft.com/office/drawing/2014/main" id="{34A4401C-3313-2C03-438B-0B7C7043CEB2}"/>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1521226675"/>
      </p:ext>
    </p:extLst>
  </p:cSld>
  <p:clrMapOvr>
    <a:overrideClrMapping bg1="dk1" tx1="lt1" bg2="dk2" tx2="lt2" accent1="accent1" accent2="accent2" accent3="accent3" accent4="accent4" accent5="accent5" accent6="accent6" hlink="hlink" folHlink="folHlink"/>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Text + Image, 33% lef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13069747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764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0"/>
            <a:ext cx="7845425" cy="6858000"/>
          </a:xfrm>
          <a:solidFill>
            <a:schemeClr val="bg1">
              <a:lumMod val="95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10" name="Text Placeholder 9">
            <a:extLst>
              <a:ext uri="{FF2B5EF4-FFF2-40B4-BE49-F238E27FC236}">
                <a16:creationId xmlns="" xmlns:a16="http://schemas.microsoft.com/office/drawing/2014/main" id="{88403ECA-F93D-BE4E-2FD5-BD8E047A9F00}"/>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7" name="Slide Number Placeholder 6">
            <a:extLst>
              <a:ext uri="{FF2B5EF4-FFF2-40B4-BE49-F238E27FC236}">
                <a16:creationId xmlns="" xmlns:a16="http://schemas.microsoft.com/office/drawing/2014/main" id="{1B7C2440-A050-99BC-6EE3-70279BE5C5F5}"/>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4123124671"/>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Text + Image, 33% Lef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403986272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866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0"/>
            <a:ext cx="7845425" cy="6858000"/>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388A1134-0987-22DD-8DD0-0A995B637E4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9" name="Slide Number Placeholder 8">
            <a:extLst>
              <a:ext uri="{FF2B5EF4-FFF2-40B4-BE49-F238E27FC236}">
                <a16:creationId xmlns="" xmlns:a16="http://schemas.microsoft.com/office/drawing/2014/main" id="{1E8D5F67-F09B-F6C0-93DE-F3E9F433FD94}"/>
              </a:ext>
            </a:extLst>
          </p:cNvPr>
          <p:cNvSpPr>
            <a:spLocks noGrp="1"/>
          </p:cNvSpPr>
          <p:nvPr>
            <p:ph type="sldNum" sz="quarter" idx="15"/>
          </p:nvPr>
        </p:nvSpPr>
        <p:spPr/>
        <p:txBody>
          <a:bodyPr/>
          <a:lstStyle>
            <a:lvl1pPr>
              <a:defRPr>
                <a:solidFill>
                  <a:schemeClr val="tx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2799683860"/>
      </p:ext>
    </p:extLst>
  </p:cSld>
  <p:clrMapOvr>
    <a:overrideClrMapping bg1="dk1" tx1="lt1" bg2="dk2" tx2="lt2" accent1="accent1" accent2="accent2" accent3="accent3" accent4="accent4" accent5="accent5" accent6="accent6" hlink="hlink" folHlink="folHlink"/>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Text + Image, inse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74969102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969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260350"/>
            <a:ext cx="7516368" cy="6035675"/>
          </a:xfrm>
          <a:solidFill>
            <a:schemeClr val="bg1">
              <a:lumMod val="95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737250338"/>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Text + Image, inse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6245650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071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260350"/>
            <a:ext cx="7516368" cy="6035675"/>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C8533EED-4FDE-C8A5-79CA-8C8A0202D10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796937857"/>
      </p:ext>
    </p:extLst>
  </p:cSld>
  <p:clrMapOvr>
    <a:overrideClrMapping bg1="dk1" tx1="lt1" bg2="dk2" tx2="lt2" accent1="accent1" accent2="accent2" accent3="accent3" accent4="accent4" accent5="accent5" accent6="accent6" hlink="hlink" folHlink="folHlink"/>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Text + Image, 2">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01996392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174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539496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 xmlns:a16="http://schemas.microsoft.com/office/drawing/2014/main" id="{F3162975-62F4-436D-4FC6-1EF79CDD4AC2}"/>
              </a:ext>
            </a:extLst>
          </p:cNvPr>
          <p:cNvSpPr>
            <a:spLocks noGrp="1"/>
          </p:cNvSpPr>
          <p:nvPr>
            <p:ph type="pic" sz="quarter" idx="14"/>
          </p:nvPr>
        </p:nvSpPr>
        <p:spPr>
          <a:xfrm>
            <a:off x="6248400" y="1481052"/>
            <a:ext cx="5394960"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56911038"/>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Text + Image, 2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5467931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276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539496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 xmlns:a16="http://schemas.microsoft.com/office/drawing/2014/main" id="{F3162975-62F4-436D-4FC6-1EF79CDD4AC2}"/>
              </a:ext>
            </a:extLst>
          </p:cNvPr>
          <p:cNvSpPr>
            <a:spLocks noGrp="1"/>
          </p:cNvSpPr>
          <p:nvPr>
            <p:ph type="pic" sz="quarter" idx="14"/>
          </p:nvPr>
        </p:nvSpPr>
        <p:spPr>
          <a:xfrm>
            <a:off x="6248400" y="1481052"/>
            <a:ext cx="5394960"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33383088"/>
      </p:ext>
    </p:extLst>
  </p:cSld>
  <p:clrMapOvr>
    <a:overrideClrMapping bg1="dk1" tx1="lt1" bg2="dk2" tx2="lt2" accent1="accent1" accent2="accent2" accent3="accent3" accent4="accent4" accent5="accent5" accent6="accent6" hlink="hlink" folHlink="folHlink"/>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Text + Image, 3">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57728713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378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347980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4355373" y="1481052"/>
            <a:ext cx="3479800"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8145596" y="1481052"/>
            <a:ext cx="3479800"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99920229"/>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Text + Image, 3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9871044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481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347980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4355373" y="1481052"/>
            <a:ext cx="3479800"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8145596" y="1481052"/>
            <a:ext cx="3479800"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30336317"/>
      </p:ext>
    </p:extLst>
  </p:cSld>
  <p:clrMapOvr>
    <a:overrideClrMapping bg1="dk1" tx1="lt1" bg2="dk2" tx2="lt2" accent1="accent1" accent2="accent2" accent3="accent3" accent4="accent4" accent5="accent5" accent6="accent6" hlink="hlink" folHlink="folHlink"/>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Text + Image, 4">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0335989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583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2542032"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3406627" y="1481052"/>
            <a:ext cx="2542032"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6248104" y="1481052"/>
            <a:ext cx="2542032"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 xmlns:a16="http://schemas.microsoft.com/office/drawing/2014/main" id="{F46AC7D4-BC15-6A84-4467-242C1C4BAFE1}"/>
              </a:ext>
            </a:extLst>
          </p:cNvPr>
          <p:cNvSpPr>
            <a:spLocks noGrp="1"/>
          </p:cNvSpPr>
          <p:nvPr>
            <p:ph type="pic" sz="quarter" idx="18"/>
          </p:nvPr>
        </p:nvSpPr>
        <p:spPr>
          <a:xfrm>
            <a:off x="9089580" y="1481052"/>
            <a:ext cx="2542032"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55891793"/>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Text + Image, 4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5074786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686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2542032"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3406627" y="1481052"/>
            <a:ext cx="2542032"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6248104" y="1481052"/>
            <a:ext cx="2542032"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 xmlns:a16="http://schemas.microsoft.com/office/drawing/2014/main" id="{F46AC7D4-BC15-6A84-4467-242C1C4BAFE1}"/>
              </a:ext>
            </a:extLst>
          </p:cNvPr>
          <p:cNvSpPr>
            <a:spLocks noGrp="1"/>
          </p:cNvSpPr>
          <p:nvPr>
            <p:ph type="pic" sz="quarter" idx="18"/>
          </p:nvPr>
        </p:nvSpPr>
        <p:spPr>
          <a:xfrm>
            <a:off x="9089580" y="1481052"/>
            <a:ext cx="2542032"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88871333"/>
      </p:ext>
    </p:extLst>
  </p:cSld>
  <p:clrMapOvr>
    <a:overrideClrMapping bg1="dk1" tx1="lt1" bg2="dk2" tx2="lt2" accent1="accent1" accent2="accent2" accent3="accent3" accent4="accent4" accent5="accent5" accent6="accent6" hlink="hlink" folHlink="folHlink"/>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237508618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788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solidFill>
                  <a:srgbClr val="000000"/>
                </a:solidFill>
              </a:rPr>
              <a:t>Case</a:t>
            </a:r>
          </a:p>
          <a:p>
            <a:pPr algn="ctr"/>
            <a:r>
              <a:rPr lang="en-US" sz="13800">
                <a:solidFill>
                  <a:srgbClr val="000000"/>
                </a:solidFill>
              </a:rPr>
              <a:t>layouts</a:t>
            </a:r>
          </a:p>
        </p:txBody>
      </p:sp>
    </p:spTree>
    <p:extLst>
      <p:ext uri="{BB962C8B-B14F-4D97-AF65-F5344CB8AC3E}">
        <p14:creationId xmlns:p14="http://schemas.microsoft.com/office/powerpoint/2010/main" val="465531071"/>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6_Cas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46" name="Rectangle 45">
            <a:extLst>
              <a:ext uri="{FF2B5EF4-FFF2-40B4-BE49-F238E27FC236}">
                <a16:creationId xmlns="" xmlns:a16="http://schemas.microsoft.com/office/drawing/2014/main" id="{EDF65D57-7405-B1F1-189F-3EA07B19BDD8}"/>
              </a:ext>
            </a:extLst>
          </p:cNvPr>
          <p:cNvSpPr/>
          <p:nvPr userDrawn="1"/>
        </p:nvSpPr>
        <p:spPr>
          <a:xfrm>
            <a:off x="5525393" y="5300630"/>
            <a:ext cx="6316085" cy="1124607"/>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rgbClr val="000000"/>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353997667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8920"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6" name="TextBox 5">
            <a:extLst>
              <a:ext uri="{FF2B5EF4-FFF2-40B4-BE49-F238E27FC236}">
                <a16:creationId xmlns="" xmlns:a16="http://schemas.microsoft.com/office/drawing/2014/main" id="{7DB752B6-A013-4EB6-8E20-8EA33B1FE962}"/>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407613272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8921" name="think-cell Slide" r:id="rId7" imgW="7772400" imgH="10058400" progId="TCLayout.ActiveDocument.1">
                  <p:embed/>
                </p:oleObj>
              </mc:Choice>
              <mc:Fallback>
                <p:oleObj name="think-cell Slide" r:id="rId7"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992072"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195236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 xmlns:a16="http://schemas.microsoft.com/office/drawing/2014/main" id="{E7B7D991-8F48-A2FE-48B9-5DE04A8FC96C}"/>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Tree>
    <p:extLst>
      <p:ext uri="{BB962C8B-B14F-4D97-AF65-F5344CB8AC3E}">
        <p14:creationId xmlns:p14="http://schemas.microsoft.com/office/powerpoint/2010/main" val="930839048"/>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showMasterSp="0" preserve="1" userDrawn="1">
  <p:cSld name="7_Case">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 xmlns:a16="http://schemas.microsoft.com/office/drawing/2014/main" id="{ACF7983F-BA5F-CFFA-A0A8-08DDC8806E6C}"/>
              </a:ext>
            </a:extLst>
          </p:cNvPr>
          <p:cNvSpPr/>
          <p:nvPr userDrawn="1"/>
        </p:nvSpPr>
        <p:spPr>
          <a:xfrm>
            <a:off x="5525393" y="5300630"/>
            <a:ext cx="6316085" cy="1124607"/>
          </a:xfrm>
          <a:prstGeom prst="rect">
            <a:avLst/>
          </a:prstGeom>
          <a:solidFill>
            <a:srgbClr val="DAD2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rgbClr val="000000"/>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33150028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9944"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6820632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9945" name="think-cell Slide" r:id="rId7" imgW="7772400" imgH="10058400" progId="TCLayout.ActiveDocument.1">
                  <p:embed/>
                </p:oleObj>
              </mc:Choice>
              <mc:Fallback>
                <p:oleObj name="think-cell Slide" r:id="rId7"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baseline="0">
                <a:solidFill>
                  <a:srgbClr val="8E867E"/>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881247" cy="168321"/>
          </a:xfrm>
        </p:spPr>
        <p:txBody>
          <a:bodyPr/>
          <a:lstStyle>
            <a:lvl1pPr marL="182880" indent="-182880">
              <a:lnSpc>
                <a:spcPct val="100000"/>
              </a:lnSpc>
              <a:spcBef>
                <a:spcPts val="0"/>
              </a:spcBef>
              <a:buFont typeface="Arial" panose="020B0604020202020204" pitchFamily="34" charset="0"/>
              <a:buNone/>
              <a:defRPr sz="1100" b="1" kern="1200" cap="all" spc="200" baseline="0">
                <a:solidFill>
                  <a:srgbClr val="8E867E"/>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1527769"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 </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 xmlns:a16="http://schemas.microsoft.com/office/drawing/2014/main" id="{132D2CBB-6B5E-C0DC-5A56-451205979AAE}"/>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Tree>
    <p:extLst>
      <p:ext uri="{BB962C8B-B14F-4D97-AF65-F5344CB8AC3E}">
        <p14:creationId xmlns:p14="http://schemas.microsoft.com/office/powerpoint/2010/main" val="2072111206"/>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8_Case">
    <p:bg>
      <p:bgPr>
        <a:solidFill>
          <a:schemeClr val="tx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rgbClr val="1E1E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Rectangle 18">
            <a:extLst>
              <a:ext uri="{FF2B5EF4-FFF2-40B4-BE49-F238E27FC236}">
                <a16:creationId xmlns="" xmlns:a16="http://schemas.microsoft.com/office/drawing/2014/main" id="{EBFAB308-4AAB-3B8F-BC70-3145A0D359C1}"/>
              </a:ext>
            </a:extLst>
          </p:cNvPr>
          <p:cNvSpPr/>
          <p:nvPr userDrawn="1"/>
        </p:nvSpPr>
        <p:spPr>
          <a:xfrm>
            <a:off x="5525393" y="5300630"/>
            <a:ext cx="6316085" cy="1124607"/>
          </a:xfrm>
          <a:prstGeom prst="rect">
            <a:avLst/>
          </a:prstGeom>
          <a:solidFill>
            <a:srgbClr val="161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rgbClr val="000000"/>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22429785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0968"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lvl1pPr>
              <a:defRPr b="0">
                <a:solidFill>
                  <a:schemeClr val="bg1"/>
                </a:solidFill>
              </a:defRPr>
            </a:lvl1pPr>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solidFill>
                  <a:schemeClr val="bg1"/>
                </a:solidFill>
              </a:defRPr>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lumMod val="50000"/>
                  </a:schemeClr>
                </a:solidFill>
              </a:defRPr>
            </a:lvl1pPr>
          </a:lstStyle>
          <a:p>
            <a:fld id="{48F63A3B-78C7-47BE-AE5E-E10140E04643}" type="slidenum">
              <a:rPr lang="en-US" smtClean="0">
                <a:solidFill>
                  <a:srgbClr val="FFFFFF">
                    <a:lumMod val="50000"/>
                  </a:srgbClr>
                </a:solidFill>
              </a:rPr>
              <a:pPr/>
              <a:t>‹#›</a:t>
            </a:fld>
            <a:endParaRPr lang="en-US">
              <a:solidFill>
                <a:srgbClr val="FFFFFF">
                  <a:lumMod val="50000"/>
                </a:srgbClr>
              </a:solidFill>
            </a:endParaRPr>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lumMod val="50000"/>
                  </a:srgbClr>
                </a:solidFill>
              </a:rPr>
              <a:pPr algn="r"/>
              <a:t>‹#›</a:t>
            </a:fld>
            <a:endParaRPr lang="en-US" sz="1000">
              <a:solidFill>
                <a:srgbClr val="FFFFFF">
                  <a:lumMod val="50000"/>
                </a:srgbClr>
              </a:solidFill>
            </a:endParaRPr>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rgbClr val="FFFFFF">
                    <a:lumMod val="50000"/>
                  </a:srgbClr>
                </a:solidFill>
              </a:rPr>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chemeClr val="tx2"/>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91778956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0969" name="think-cell Slide" r:id="rId7" imgW="7772400" imgH="10058400" progId="TCLayout.ActiveDocument.1">
                  <p:embed/>
                </p:oleObj>
              </mc:Choice>
              <mc:Fallback>
                <p:oleObj name="think-cell Slide" r:id="rId7"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lumMod val="50000"/>
                  </a:srgbClr>
                </a:solidFill>
              </a:rPr>
              <a:pPr algn="r"/>
              <a:t>‹#›</a:t>
            </a:fld>
            <a:endParaRPr lang="en-US" sz="1000">
              <a:solidFill>
                <a:srgbClr val="FFFFFF">
                  <a:lumMod val="50000"/>
                </a:srgbClr>
              </a:solidFill>
            </a:endParaRPr>
          </a:p>
        </p:txBody>
      </p:sp>
      <p:sp>
        <p:nvSpPr>
          <p:cNvPr id="14" name="TextBox 13">
            <a:extLst>
              <a:ext uri="{FF2B5EF4-FFF2-40B4-BE49-F238E27FC236}">
                <a16:creationId xmlns="" xmlns:a16="http://schemas.microsoft.com/office/drawing/2014/main"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lumMod val="50000"/>
                  </a:srgbClr>
                </a:solidFill>
              </a:rPr>
              <a:t>Copyright 2026, Strictly Confidential, All rights reserved</a:t>
            </a:r>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solidFill>
                  <a:schemeClr val="bg1">
                    <a:lumMod val="75000"/>
                  </a:schemeClr>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992072" cy="215019"/>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224192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050">
                <a:solidFill>
                  <a:schemeClr val="bg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2"/>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 xmlns:a16="http://schemas.microsoft.com/office/drawing/2014/main" id="{09D0CC24-D7A4-EBC9-ED92-E511AB8246E9}"/>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lumMod val="50000"/>
                  </a:srgbClr>
                </a:solidFill>
              </a:rPr>
              <a:t>Tenarai</a:t>
            </a:r>
          </a:p>
        </p:txBody>
      </p:sp>
    </p:spTree>
    <p:extLst>
      <p:ext uri="{BB962C8B-B14F-4D97-AF65-F5344CB8AC3E}">
        <p14:creationId xmlns:p14="http://schemas.microsoft.com/office/powerpoint/2010/main" val="1149561108"/>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p:cSld name="1_Case">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96728310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1992"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358668" cy="2329125"/>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49" y="3067291"/>
            <a:ext cx="3358668" cy="3228733"/>
          </a:xfrm>
        </p:spPr>
        <p:txBody>
          <a:bodyPr/>
          <a:lstStyle>
            <a:lvl1pPr>
              <a:spcBef>
                <a:spcPts val="1200"/>
              </a:spcBef>
              <a:defRPr sz="1600" b="1"/>
            </a:lvl1pPr>
            <a:lvl2pPr marL="0" indent="0">
              <a:spcBef>
                <a:spcPts val="1200"/>
              </a:spcBef>
              <a:buNone/>
              <a:defRPr>
                <a:solidFill>
                  <a:srgbClr val="5E5751"/>
                </a:solidFill>
              </a:defRPr>
            </a:lvl2pPr>
          </a:lstStyle>
          <a:p>
            <a:pPr lvl="0"/>
            <a:r>
              <a:rPr lang="en-US" dirty="0"/>
              <a:t>Click to edit Master text styles</a:t>
            </a:r>
          </a:p>
          <a:p>
            <a:pPr lvl="1"/>
            <a:r>
              <a:rPr lang="en-US" dirty="0"/>
              <a:t>Second level</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cxnSp>
        <p:nvCxnSpPr>
          <p:cNvPr id="11" name="Straight Connector 10">
            <a:extLst>
              <a:ext uri="{FF2B5EF4-FFF2-40B4-BE49-F238E27FC236}">
                <a16:creationId xmlns="" xmlns:a16="http://schemas.microsoft.com/office/drawing/2014/main" id="{0E9F2B9A-52E4-5369-DE70-8BFDBBCC0D18}"/>
              </a:ext>
            </a:extLst>
          </p:cNvPr>
          <p:cNvCxnSpPr>
            <a:cxnSpLocks/>
          </p:cNvCxnSpPr>
          <p:nvPr/>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 xmlns:a16="http://schemas.microsoft.com/office/drawing/2014/main" id="{C0E0F2B1-911D-23F5-0F11-045F8FF1FA0E}"/>
              </a:ext>
            </a:extLst>
          </p:cNvPr>
          <p:cNvPicPr>
            <a:picLocks noChangeAspect="1"/>
          </p:cNvPicPr>
          <p:nvPr/>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23" name="Straight Connector 22">
            <a:extLst>
              <a:ext uri="{FF2B5EF4-FFF2-40B4-BE49-F238E27FC236}">
                <a16:creationId xmlns="" xmlns:a16="http://schemas.microsoft.com/office/drawing/2014/main" id="{E1DC7703-A219-49E7-FEA0-BEFC89E1F97D}"/>
              </a:ext>
            </a:extLst>
          </p:cNvPr>
          <p:cNvCxnSpPr>
            <a:cxnSpLocks/>
          </p:cNvCxnSpPr>
          <p:nvPr/>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 xmlns:a16="http://schemas.microsoft.com/office/drawing/2014/main" id="{00FD386C-28AE-B74F-02DC-04E3555D6840}"/>
              </a:ext>
            </a:extLst>
          </p:cNvPr>
          <p:cNvCxnSpPr>
            <a:cxnSpLocks/>
          </p:cNvCxnSpPr>
          <p:nvPr/>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36" name="Picture 35">
            <a:extLst>
              <a:ext uri="{FF2B5EF4-FFF2-40B4-BE49-F238E27FC236}">
                <a16:creationId xmlns="" xmlns:a16="http://schemas.microsoft.com/office/drawing/2014/main" id="{326B9CEE-3F61-9895-D003-98F8E1D78142}"/>
              </a:ext>
            </a:extLst>
          </p:cNvPr>
          <p:cNvPicPr>
            <a:picLocks noChangeAspect="1"/>
          </p:cNvPicPr>
          <p:nvPr/>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65" name="Picture 64">
            <a:extLst>
              <a:ext uri="{FF2B5EF4-FFF2-40B4-BE49-F238E27FC236}">
                <a16:creationId xmlns="" xmlns:a16="http://schemas.microsoft.com/office/drawing/2014/main" id="{9BA95AFC-6701-9FCC-EF2C-3DFAAF6DE781}"/>
              </a:ext>
            </a:extLst>
          </p:cNvPr>
          <p:cNvPicPr>
            <a:picLocks noChangeAspect="1"/>
          </p:cNvPicPr>
          <p:nvPr/>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p:nvPr>
        </p:nvSpPr>
        <p:spPr>
          <a:xfrm>
            <a:off x="5050831" y="647287"/>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16" name="Text Placeholder 13">
            <a:extLst>
              <a:ext uri="{FF2B5EF4-FFF2-40B4-BE49-F238E27FC236}">
                <a16:creationId xmlns="" xmlns:a16="http://schemas.microsoft.com/office/drawing/2014/main" id="{CA3606B1-576E-7889-44A2-AC25BD122E54}"/>
              </a:ext>
            </a:extLst>
          </p:cNvPr>
          <p:cNvSpPr>
            <a:spLocks noGrp="1"/>
          </p:cNvSpPr>
          <p:nvPr>
            <p:ph type="body" sz="quarter" idx="16"/>
          </p:nvPr>
        </p:nvSpPr>
        <p:spPr>
          <a:xfrm>
            <a:off x="5050831" y="2481629"/>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22" name="Text Placeholder 13">
            <a:extLst>
              <a:ext uri="{FF2B5EF4-FFF2-40B4-BE49-F238E27FC236}">
                <a16:creationId xmlns="" xmlns:a16="http://schemas.microsoft.com/office/drawing/2014/main" id="{DEDA8E94-A7BA-2A7C-EA6E-8F98BCFEB728}"/>
              </a:ext>
            </a:extLst>
          </p:cNvPr>
          <p:cNvSpPr>
            <a:spLocks noGrp="1"/>
          </p:cNvSpPr>
          <p:nvPr>
            <p:ph type="body" sz="quarter" idx="18" hasCustomPrompt="1"/>
          </p:nvPr>
        </p:nvSpPr>
        <p:spPr>
          <a:xfrm>
            <a:off x="5050831" y="4698550"/>
            <a:ext cx="1235667"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lgn="l">
              <a:buNone/>
              <a:defRPr kumimoji="0" lang="en-US" b="1" spc="0" normalizeH="0" baseline="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algn="l">
              <a:defRPr/>
            </a:pPr>
            <a:r>
              <a:rPr lang="en-US" sz="1400" dirty="0">
                <a:solidFill>
                  <a:srgbClr val="47413D"/>
                </a:solidFill>
                <a:latin typeface="+mn-lt"/>
              </a:rPr>
              <a:t>Impact</a:t>
            </a:r>
            <a:endParaRPr lang="en-IN" sz="1400" dirty="0">
              <a:solidFill>
                <a:srgbClr val="47413D"/>
              </a:solidFill>
              <a:latin typeface="+mn-lt"/>
            </a:endParaRPr>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p:nvPr>
        </p:nvSpPr>
        <p:spPr>
          <a:xfrm>
            <a:off x="5050831" y="1036357"/>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27" name="Text Placeholder 24">
            <a:extLst>
              <a:ext uri="{FF2B5EF4-FFF2-40B4-BE49-F238E27FC236}">
                <a16:creationId xmlns="" xmlns:a16="http://schemas.microsoft.com/office/drawing/2014/main" id="{B19AFB08-B154-3AE2-9763-B7A80F0CD723}"/>
              </a:ext>
            </a:extLst>
          </p:cNvPr>
          <p:cNvSpPr>
            <a:spLocks noGrp="1"/>
          </p:cNvSpPr>
          <p:nvPr>
            <p:ph type="body" sz="quarter" idx="20"/>
          </p:nvPr>
        </p:nvSpPr>
        <p:spPr>
          <a:xfrm>
            <a:off x="5050831" y="2870699"/>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8" name="Rectangle 7">
            <a:extLst>
              <a:ext uri="{FF2B5EF4-FFF2-40B4-BE49-F238E27FC236}">
                <a16:creationId xmlns="" xmlns:a16="http://schemas.microsoft.com/office/drawing/2014/main" id="{1580CECB-9733-8E17-F7D6-AEBC84C01F54}"/>
              </a:ext>
            </a:extLst>
          </p:cNvPr>
          <p:cNvSpPr/>
          <p:nvPr userDrawn="1"/>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210738198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1993" name="think-cell Slide" r:id="rId10" imgW="7772400" imgH="10058400" progId="TCLayout.ActiveDocument.1">
                  <p:embed/>
                </p:oleObj>
              </mc:Choice>
              <mc:Fallback>
                <p:oleObj name="think-cell Slide" r:id="rId10"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14" name="TextBox 13">
            <a:extLst>
              <a:ext uri="{FF2B5EF4-FFF2-40B4-BE49-F238E27FC236}">
                <a16:creationId xmlns="" xmlns:a16="http://schemas.microsoft.com/office/drawing/2014/main"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cxnSp>
        <p:nvCxnSpPr>
          <p:cNvPr id="17" name="Straight Connector 16">
            <a:extLst>
              <a:ext uri="{FF2B5EF4-FFF2-40B4-BE49-F238E27FC236}">
                <a16:creationId xmlns="" xmlns:a16="http://schemas.microsoft.com/office/drawing/2014/main" id="{7DED35B3-FE32-22B2-FE4B-F71536D0475E}"/>
              </a:ext>
            </a:extLst>
          </p:cNvPr>
          <p:cNvCxnSpPr>
            <a:cxnSpLocks/>
          </p:cNvCxnSpPr>
          <p:nvPr userDrawn="1"/>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 xmlns:a16="http://schemas.microsoft.com/office/drawing/2014/main" id="{BF19F648-E713-19E4-8E80-E336B132E799}"/>
              </a:ext>
            </a:extLst>
          </p:cNvPr>
          <p:cNvPicPr>
            <a:picLocks noChangeAspect="1"/>
          </p:cNvPicPr>
          <p:nvPr userDrawn="1"/>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19" name="Straight Connector 18">
            <a:extLst>
              <a:ext uri="{FF2B5EF4-FFF2-40B4-BE49-F238E27FC236}">
                <a16:creationId xmlns="" xmlns:a16="http://schemas.microsoft.com/office/drawing/2014/main" id="{AE27C355-0CBF-1E79-F265-A00BA34BBCBF}"/>
              </a:ext>
            </a:extLst>
          </p:cNvPr>
          <p:cNvCxnSpPr>
            <a:cxnSpLocks/>
          </p:cNvCxnSpPr>
          <p:nvPr userDrawn="1"/>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 xmlns:a16="http://schemas.microsoft.com/office/drawing/2014/main" id="{56B8D5F7-A361-8AD4-52B8-082036B1721F}"/>
              </a:ext>
            </a:extLst>
          </p:cNvPr>
          <p:cNvCxnSpPr>
            <a:cxnSpLocks/>
          </p:cNvCxnSpPr>
          <p:nvPr userDrawn="1"/>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 xmlns:a16="http://schemas.microsoft.com/office/drawing/2014/main" id="{D9214AAD-F1D4-D149-48E4-A4CA0897E294}"/>
              </a:ext>
            </a:extLst>
          </p:cNvPr>
          <p:cNvPicPr>
            <a:picLocks noChangeAspect="1"/>
          </p:cNvPicPr>
          <p:nvPr userDrawn="1"/>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24" name="Picture 23">
            <a:extLst>
              <a:ext uri="{FF2B5EF4-FFF2-40B4-BE49-F238E27FC236}">
                <a16:creationId xmlns="" xmlns:a16="http://schemas.microsoft.com/office/drawing/2014/main" id="{97757A16-D1D2-AF1B-D2D6-6B02D3A65248}"/>
              </a:ext>
            </a:extLst>
          </p:cNvPr>
          <p:cNvPicPr>
            <a:picLocks noChangeAspect="1"/>
          </p:cNvPicPr>
          <p:nvPr userDrawn="1"/>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Tree>
    <p:extLst>
      <p:ext uri="{BB962C8B-B14F-4D97-AF65-F5344CB8AC3E}">
        <p14:creationId xmlns:p14="http://schemas.microsoft.com/office/powerpoint/2010/main" val="4223079547"/>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p:cSld name="2_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25457857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300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474616600"/>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0740252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402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0" name="Picture Placeholder 9">
            <a:extLst>
              <a:ext uri="{FF2B5EF4-FFF2-40B4-BE49-F238E27FC236}">
                <a16:creationId xmlns="" xmlns:a16="http://schemas.microsoft.com/office/drawing/2014/main" id="{4D7F28B9-3CD7-58BB-E8E5-1B72C75CB7B0}"/>
              </a:ext>
            </a:extLst>
          </p:cNvPr>
          <p:cNvSpPr>
            <a:spLocks noGrp="1"/>
          </p:cNvSpPr>
          <p:nvPr>
            <p:ph type="pic" sz="quarter" idx="12"/>
          </p:nvPr>
        </p:nvSpPr>
        <p:spPr>
          <a:xfrm>
            <a:off x="4267200" y="-1"/>
            <a:ext cx="7927848" cy="6857999"/>
          </a:xfrm>
          <a:solidFill>
            <a:srgbClr val="DAD2CB"/>
          </a:solidFill>
        </p:spPr>
        <p:txBody>
          <a:bodyPr/>
          <a:lstStyle/>
          <a:p>
            <a:r>
              <a:rPr lang="en-US"/>
              <a:t>Click icon to add picture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591070875"/>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Cas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07996809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505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3" name="Picture Placeholder 9">
            <a:extLst>
              <a:ext uri="{FF2B5EF4-FFF2-40B4-BE49-F238E27FC236}">
                <a16:creationId xmlns="" xmlns:a16="http://schemas.microsoft.com/office/drawing/2014/main" id="{5C6055F8-9989-D9E2-3C90-326C85A7A212}"/>
              </a:ext>
            </a:extLst>
          </p:cNvPr>
          <p:cNvSpPr>
            <a:spLocks noGrp="1"/>
          </p:cNvSpPr>
          <p:nvPr>
            <p:ph type="pic" sz="quarter" idx="12"/>
          </p:nvPr>
        </p:nvSpPr>
        <p:spPr>
          <a:xfrm>
            <a:off x="4267200" y="-1"/>
            <a:ext cx="7927848" cy="6857999"/>
          </a:xfrm>
          <a:solidFill>
            <a:srgbClr val="2F2C29"/>
          </a:solidFill>
        </p:spPr>
        <p:txBody>
          <a:bodyPr/>
          <a:lstStyle/>
          <a:p>
            <a:r>
              <a:rPr lang="en-US"/>
              <a:t>Click icon to add picture</a:t>
            </a:r>
          </a:p>
        </p:txBody>
      </p:sp>
    </p:spTree>
    <p:extLst>
      <p:ext uri="{BB962C8B-B14F-4D97-AF65-F5344CB8AC3E}">
        <p14:creationId xmlns:p14="http://schemas.microsoft.com/office/powerpoint/2010/main" val="808329495"/>
      </p:ext>
    </p:extLst>
  </p:cSld>
  <p:clrMapOvr>
    <a:overrideClrMapping bg1="dk1" tx1="lt1" bg2="dk2" tx2="lt2" accent1="accent1" accent2="accent2" accent3="accent3" accent4="accent4" accent5="accent5" accent6="accent6" hlink="hlink" folHlink="folHlink"/>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Case, mobile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2113273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607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 xmlns:a16="http://schemas.microsoft.com/office/drawing/2014/main"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 xmlns:a16="http://schemas.microsoft.com/office/drawing/2014/main"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 xmlns:a16="http://schemas.microsoft.com/office/drawing/2014/main"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 xmlns:a16="http://schemas.microsoft.com/office/drawing/2014/main"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 xmlns:a16="http://schemas.microsoft.com/office/drawing/2014/main"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1784746153"/>
      </p:ext>
    </p:extLst>
  </p:cSld>
  <p:clrMapOvr>
    <a:overrideClrMapping bg1="lt1" tx1="dk1" bg2="lt2" tx2="dk2" accent1="accent1" accent2="accent2" accent3="accent3" accent4="accent4" accent5="accent5" accent6="accent6" hlink="hlink" folHlink="folHlink"/>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Case, mobil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0903947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710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 xmlns:a16="http://schemas.microsoft.com/office/drawing/2014/main"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 xmlns:a16="http://schemas.microsoft.com/office/drawing/2014/main"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 xmlns:a16="http://schemas.microsoft.com/office/drawing/2014/main"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 xmlns:a16="http://schemas.microsoft.com/office/drawing/2014/main"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 xmlns:a16="http://schemas.microsoft.com/office/drawing/2014/main"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2493304497"/>
      </p:ext>
    </p:extLst>
  </p:cSld>
  <p:clrMapOvr>
    <a:overrideClrMapping bg1="dk1" tx1="lt1" bg2="dk2" tx2="lt2" accent1="accent1" accent2="accent2" accent3="accent3" accent4="accent4" accent5="accent5" accent6="accent6" hlink="hlink" folHlink="folHlink"/>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Case, laptop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62292197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812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 xmlns:a16="http://schemas.microsoft.com/office/drawing/2014/main"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2842190896"/>
      </p:ext>
    </p:extLst>
  </p:cSld>
  <p:clrMapOvr>
    <a:overrideClrMapping bg1="lt1" tx1="dk1" bg2="lt2" tx2="dk2" accent1="accent1" accent2="accent2" accent3="accent3" accent4="accent4" accent5="accent5" accent6="accent6" hlink="hlink" folHlink="folHlink"/>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Case, laptop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7405784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914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 xmlns:a16="http://schemas.microsoft.com/office/drawing/2014/main"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28778206"/>
      </p:ext>
    </p:extLst>
  </p:cSld>
  <p:clrMapOvr>
    <a:overrideClrMapping bg1="dk1" tx1="lt1" bg2="dk2" tx2="lt2" accent1="accent1" accent2="accent2" accent3="accent3" accent4="accent4" accent5="accent5" accent6="accent6" hlink="hlink" folHlink="folHlink"/>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Case, Social Media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334524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017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 xmlns:a16="http://schemas.microsoft.com/office/drawing/2014/main" id="{25E49CCA-F737-5786-8174-B0564AEC164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2989882" y="1768475"/>
            <a:ext cx="2956893" cy="3721606"/>
          </a:xfrm>
          <a:prstGeom prst="rect">
            <a:avLst/>
          </a:prstGeom>
        </p:spPr>
      </p:pic>
      <p:pic>
        <p:nvPicPr>
          <p:cNvPr id="8" name="Graphic 7">
            <a:extLst>
              <a:ext uri="{FF2B5EF4-FFF2-40B4-BE49-F238E27FC236}">
                <a16:creationId xmlns="" xmlns:a16="http://schemas.microsoft.com/office/drawing/2014/main" id="{226AC344-E1CE-70B2-B97E-30637E49AB0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6249613" y="1768475"/>
            <a:ext cx="2956893" cy="3721606"/>
          </a:xfrm>
          <a:prstGeom prst="rect">
            <a:avLst/>
          </a:prstGeom>
        </p:spPr>
      </p:pic>
      <p:pic>
        <p:nvPicPr>
          <p:cNvPr id="9" name="Graphic 8">
            <a:extLst>
              <a:ext uri="{FF2B5EF4-FFF2-40B4-BE49-F238E27FC236}">
                <a16:creationId xmlns="" xmlns:a16="http://schemas.microsoft.com/office/drawing/2014/main" id="{FCEB8D3E-A5C6-310F-74E2-78E550DF1E71}"/>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269850" y="1768475"/>
            <a:ext cx="2956893" cy="3721606"/>
          </a:xfrm>
          <a:prstGeom prst="rect">
            <a:avLst/>
          </a:prstGeom>
        </p:spPr>
      </p:pic>
      <p:pic>
        <p:nvPicPr>
          <p:cNvPr id="10" name="Graphic 9">
            <a:extLst>
              <a:ext uri="{FF2B5EF4-FFF2-40B4-BE49-F238E27FC236}">
                <a16:creationId xmlns="" xmlns:a16="http://schemas.microsoft.com/office/drawing/2014/main" id="{47F66854-B8B3-FA25-DFD9-036CBFA383D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9509344" y="1768475"/>
            <a:ext cx="2956893" cy="3721606"/>
          </a:xfrm>
          <a:prstGeom prst="rect">
            <a:avLst/>
          </a:prstGeom>
        </p:spPr>
      </p:pic>
      <p:sp>
        <p:nvSpPr>
          <p:cNvPr id="13" name="Picture Placeholder 12">
            <a:extLst>
              <a:ext uri="{FF2B5EF4-FFF2-40B4-BE49-F238E27FC236}">
                <a16:creationId xmlns="" xmlns:a16="http://schemas.microsoft.com/office/drawing/2014/main"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 xmlns:a16="http://schemas.microsoft.com/office/drawing/2014/main"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 xmlns:a16="http://schemas.microsoft.com/office/drawing/2014/main"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 xmlns:a16="http://schemas.microsoft.com/office/drawing/2014/main"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1029430402"/>
      </p:ext>
    </p:extLst>
  </p:cSld>
  <p:clrMapOvr>
    <a:overrideClrMapping bg1="lt1" tx1="dk1" bg2="lt2" tx2="dk2" accent1="accent1" accent2="accent2" accent3="accent3" accent4="accent4" accent5="accent5" accent6="accent6" hlink="hlink" folHlink="folHlink"/>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Case, Social Media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5083130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119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 xmlns:a16="http://schemas.microsoft.com/office/drawing/2014/main" id="{25E49CCA-F737-5786-8174-B0564AEC164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2989882" y="1768474"/>
            <a:ext cx="2956893" cy="3721608"/>
          </a:xfrm>
          <a:prstGeom prst="rect">
            <a:avLst/>
          </a:prstGeom>
        </p:spPr>
      </p:pic>
      <p:pic>
        <p:nvPicPr>
          <p:cNvPr id="8" name="Graphic 7">
            <a:extLst>
              <a:ext uri="{FF2B5EF4-FFF2-40B4-BE49-F238E27FC236}">
                <a16:creationId xmlns="" xmlns:a16="http://schemas.microsoft.com/office/drawing/2014/main" id="{226AC344-E1CE-70B2-B97E-30637E49AB0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6249613" y="1768474"/>
            <a:ext cx="2956893" cy="3721608"/>
          </a:xfrm>
          <a:prstGeom prst="rect">
            <a:avLst/>
          </a:prstGeom>
        </p:spPr>
      </p:pic>
      <p:pic>
        <p:nvPicPr>
          <p:cNvPr id="9" name="Graphic 8">
            <a:extLst>
              <a:ext uri="{FF2B5EF4-FFF2-40B4-BE49-F238E27FC236}">
                <a16:creationId xmlns="" xmlns:a16="http://schemas.microsoft.com/office/drawing/2014/main" id="{FCEB8D3E-A5C6-310F-74E2-78E550DF1E71}"/>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269850" y="1768474"/>
            <a:ext cx="2956893" cy="3721608"/>
          </a:xfrm>
          <a:prstGeom prst="rect">
            <a:avLst/>
          </a:prstGeom>
        </p:spPr>
      </p:pic>
      <p:pic>
        <p:nvPicPr>
          <p:cNvPr id="10" name="Graphic 9">
            <a:extLst>
              <a:ext uri="{FF2B5EF4-FFF2-40B4-BE49-F238E27FC236}">
                <a16:creationId xmlns="" xmlns:a16="http://schemas.microsoft.com/office/drawing/2014/main" id="{47F66854-B8B3-FA25-DFD9-036CBFA383D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9509344" y="1768474"/>
            <a:ext cx="2956893" cy="3721608"/>
          </a:xfrm>
          <a:prstGeom prst="rect">
            <a:avLst/>
          </a:prstGeom>
        </p:spPr>
      </p:pic>
      <p:sp>
        <p:nvSpPr>
          <p:cNvPr id="13" name="Picture Placeholder 12">
            <a:extLst>
              <a:ext uri="{FF2B5EF4-FFF2-40B4-BE49-F238E27FC236}">
                <a16:creationId xmlns="" xmlns:a16="http://schemas.microsoft.com/office/drawing/2014/main"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 xmlns:a16="http://schemas.microsoft.com/office/drawing/2014/main"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 xmlns:a16="http://schemas.microsoft.com/office/drawing/2014/main"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 xmlns:a16="http://schemas.microsoft.com/office/drawing/2014/main"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445686510"/>
      </p:ext>
    </p:extLst>
  </p:cSld>
  <p:clrMapOvr>
    <a:overrideClrMapping bg1="dk1" tx1="lt1" bg2="dk2" tx2="lt2" accent1="accent1" accent2="accent2" accent3="accent3" accent4="accent4" accent5="accent5" accent6="accent6" hlink="hlink" folHlink="folHlink"/>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255089615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222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solidFill>
                  <a:srgbClr val="000000"/>
                </a:solidFill>
              </a:rPr>
              <a:t>Agenda</a:t>
            </a:r>
          </a:p>
          <a:p>
            <a:pPr algn="ctr"/>
            <a:r>
              <a:rPr lang="en-US" sz="13800">
                <a:solidFill>
                  <a:srgbClr val="000000"/>
                </a:solidFill>
              </a:rPr>
              <a:t>layouts</a:t>
            </a:r>
          </a:p>
        </p:txBody>
      </p:sp>
    </p:spTree>
    <p:extLst>
      <p:ext uri="{BB962C8B-B14F-4D97-AF65-F5344CB8AC3E}">
        <p14:creationId xmlns:p14="http://schemas.microsoft.com/office/powerpoint/2010/main" val="591938669"/>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218903251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324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 xmlns:a16="http://schemas.microsoft.com/office/drawing/2014/main"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 xmlns:a16="http://schemas.microsoft.com/office/drawing/2014/main"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 xmlns:a16="http://schemas.microsoft.com/office/drawing/2014/main"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5E5751"/>
                </a:solidFill>
                <a:latin typeface="+mn-lt"/>
              </a:defRPr>
            </a:lvl3pPr>
            <a:lvl4pPr marL="2514600" indent="-628650">
              <a:spcBef>
                <a:spcPts val="0"/>
              </a:spcBef>
              <a:spcAft>
                <a:spcPts val="600"/>
              </a:spcAft>
              <a:buNone/>
              <a:tabLst/>
              <a:defRPr sz="1600">
                <a:solidFill>
                  <a:srgbClr val="5E5751"/>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4266721279"/>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Agenda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30273486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426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 xmlns:a16="http://schemas.microsoft.com/office/drawing/2014/main"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 xmlns:a16="http://schemas.microsoft.com/office/drawing/2014/main"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 xmlns:a16="http://schemas.microsoft.com/office/drawing/2014/main"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BEB4AA"/>
                </a:solidFill>
                <a:latin typeface="+mn-lt"/>
              </a:defRPr>
            </a:lvl3pPr>
            <a:lvl4pPr marL="2514600" indent="-628650">
              <a:spcBef>
                <a:spcPts val="0"/>
              </a:spcBef>
              <a:spcAft>
                <a:spcPts val="600"/>
              </a:spcAft>
              <a:buNone/>
              <a:tabLst/>
              <a:defRPr sz="1600">
                <a:solidFill>
                  <a:srgbClr val="BEB4AA"/>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590701100"/>
      </p:ext>
    </p:extLst>
  </p:cSld>
  <p:clrMapOvr>
    <a:overrideClrMapping bg1="dk1" tx1="lt1" bg2="dk2" tx2="lt2" accent1="accent1" accent2="accent2" accent3="accent3" accent4="accent4" accent5="accent5" accent6="accent6" hlink="hlink" folHlink="folHlink"/>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Agenda, tab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81937865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529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 xmlns:a16="http://schemas.microsoft.com/office/drawing/2014/main"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1343137585"/>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Agenda, table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382144336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631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 xmlns:a16="http://schemas.microsoft.com/office/drawing/2014/main"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715954589"/>
      </p:ext>
    </p:extLst>
  </p:cSld>
  <p:clrMapOvr>
    <a:overrideClrMapping bg1="dk1" tx1="lt1" bg2="dk2" tx2="lt2" accent1="accent1" accent2="accent2" accent3="accent3" accent4="accent4" accent5="accent5" accent6="accent6" hlink="hlink" folHlink="folHlink"/>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3029620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734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2569560" y="1305349"/>
            <a:ext cx="7052893" cy="4247317"/>
          </a:xfrm>
          <a:prstGeom prst="rect">
            <a:avLst/>
          </a:prstGeom>
          <a:noFill/>
        </p:spPr>
        <p:txBody>
          <a:bodyPr wrap="none" lIns="0" tIns="0" rIns="0" bIns="0" rtlCol="0" anchor="ctr">
            <a:spAutoFit/>
          </a:bodyPr>
          <a:lstStyle/>
          <a:p>
            <a:pPr algn="ctr"/>
            <a:r>
              <a:rPr lang="en-US" sz="13800">
                <a:solidFill>
                  <a:srgbClr val="000000"/>
                </a:solidFill>
              </a:rPr>
              <a:t>Speakers</a:t>
            </a:r>
          </a:p>
          <a:p>
            <a:pPr algn="ctr"/>
            <a:r>
              <a:rPr lang="en-US" sz="13800">
                <a:solidFill>
                  <a:srgbClr val="000000"/>
                </a:solidFill>
              </a:rPr>
              <a:t>layouts</a:t>
            </a:r>
          </a:p>
        </p:txBody>
      </p:sp>
    </p:spTree>
    <p:extLst>
      <p:ext uri="{BB962C8B-B14F-4D97-AF65-F5344CB8AC3E}">
        <p14:creationId xmlns:p14="http://schemas.microsoft.com/office/powerpoint/2010/main" val="2765443025"/>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Speaker, 1">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03728889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836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76254" y="1637435"/>
            <a:ext cx="2527309" cy="2553565"/>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3405188" y="1637434"/>
            <a:ext cx="2554626" cy="2553566"/>
          </a:xfrm>
        </p:spPr>
        <p:txBody>
          <a:bodyPr/>
          <a:lstStyle>
            <a:lvl1pPr>
              <a:spcBef>
                <a:spcPts val="0"/>
              </a:spcBef>
              <a:defRPr sz="2400" b="0"/>
            </a:lvl1pPr>
            <a:lvl2pPr marL="0" indent="0">
              <a:spcBef>
                <a:spcPts val="1200"/>
              </a:spcBef>
              <a:buNone/>
              <a:defRPr sz="2400">
                <a:solidFill>
                  <a:srgbClr val="5E5751"/>
                </a:solidFill>
              </a:defRPr>
            </a:lvl2pPr>
          </a:lstStyle>
          <a:p>
            <a:pPr lvl="0"/>
            <a:r>
              <a:rPr lang="en-US" err="1"/>
              <a:t>Firstname</a:t>
            </a:r>
            <a:r>
              <a:rPr lang="en-US"/>
              <a:t> Lastname</a:t>
            </a:r>
          </a:p>
          <a:p>
            <a:pPr lvl="1"/>
            <a:r>
              <a:rPr lang="en-US"/>
              <a:t>Job title</a:t>
            </a:r>
          </a:p>
        </p:txBody>
      </p:sp>
      <p:sp>
        <p:nvSpPr>
          <p:cNvPr id="13" name="Text Placeholder 9">
            <a:extLst>
              <a:ext uri="{FF2B5EF4-FFF2-40B4-BE49-F238E27FC236}">
                <a16:creationId xmlns="" xmlns:a16="http://schemas.microsoft.com/office/drawing/2014/main" id="{00076557-BFE9-5F8B-B4A1-ED0C0029638E}"/>
              </a:ext>
            </a:extLst>
          </p:cNvPr>
          <p:cNvSpPr>
            <a:spLocks noGrp="1"/>
          </p:cNvSpPr>
          <p:nvPr>
            <p:ph type="body" sz="quarter" idx="12" hasCustomPrompt="1"/>
          </p:nvPr>
        </p:nvSpPr>
        <p:spPr>
          <a:xfrm>
            <a:off x="6248400" y="1637435"/>
            <a:ext cx="3776663" cy="2553565"/>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2459879857"/>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Speaker, 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43676579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938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4817" y="1637435"/>
            <a:ext cx="1564021" cy="1564021"/>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2428504" y="1637434"/>
            <a:ext cx="3517940"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6263986" y="1637435"/>
            <a:ext cx="1563976" cy="1563976"/>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8129589" y="1637434"/>
            <a:ext cx="3516024"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9" name="Text Placeholder 9">
            <a:extLst>
              <a:ext uri="{FF2B5EF4-FFF2-40B4-BE49-F238E27FC236}">
                <a16:creationId xmlns="" xmlns:a16="http://schemas.microsoft.com/office/drawing/2014/main" id="{43A263B2-272B-44F1-9D39-AEA893A1C856}"/>
              </a:ext>
            </a:extLst>
          </p:cNvPr>
          <p:cNvSpPr>
            <a:spLocks noGrp="1"/>
          </p:cNvSpPr>
          <p:nvPr>
            <p:ph type="body" sz="quarter" idx="12" hasCustomPrompt="1"/>
          </p:nvPr>
        </p:nvSpPr>
        <p:spPr>
          <a:xfrm>
            <a:off x="2428504" y="2974975"/>
            <a:ext cx="3517940"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
        <p:nvSpPr>
          <p:cNvPr id="12" name="Text Placeholder 9">
            <a:extLst>
              <a:ext uri="{FF2B5EF4-FFF2-40B4-BE49-F238E27FC236}">
                <a16:creationId xmlns="" xmlns:a16="http://schemas.microsoft.com/office/drawing/2014/main" id="{061D7D79-B6DD-C3D3-D30D-2056D760FFAA}"/>
              </a:ext>
            </a:extLst>
          </p:cNvPr>
          <p:cNvSpPr>
            <a:spLocks noGrp="1"/>
          </p:cNvSpPr>
          <p:nvPr>
            <p:ph type="body" sz="quarter" idx="16" hasCustomPrompt="1"/>
          </p:nvPr>
        </p:nvSpPr>
        <p:spPr>
          <a:xfrm>
            <a:off x="8122427" y="2974975"/>
            <a:ext cx="3517939"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2524254148"/>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Speaker, 3">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3552956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041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6514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4349799" y="1637435"/>
            <a:ext cx="2511552" cy="2511552"/>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434979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7EBD53F4-AA15-026E-C06F-BFCDCD680F32}"/>
              </a:ext>
            </a:extLst>
          </p:cNvPr>
          <p:cNvSpPr>
            <a:spLocks noGrp="1" noChangeAspect="1"/>
          </p:cNvSpPr>
          <p:nvPr>
            <p:ph type="pic" sz="quarter" idx="16"/>
          </p:nvPr>
        </p:nvSpPr>
        <p:spPr>
          <a:xfrm>
            <a:off x="8143458" y="1637434"/>
            <a:ext cx="2511551" cy="2511551"/>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B6945004-3FBB-EB03-5646-97F9F63ABEAD}"/>
              </a:ext>
            </a:extLst>
          </p:cNvPr>
          <p:cNvSpPr>
            <a:spLocks noGrp="1"/>
          </p:cNvSpPr>
          <p:nvPr>
            <p:ph type="body" sz="quarter" idx="17" hasCustomPrompt="1"/>
          </p:nvPr>
        </p:nvSpPr>
        <p:spPr>
          <a:xfrm>
            <a:off x="814345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145786142"/>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Speaker, 4">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6303326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143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65149"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3412998" y="1637435"/>
            <a:ext cx="2514600" cy="2514600"/>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3412998"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7EBD53F4-AA15-026E-C06F-BFCDCD680F32}"/>
              </a:ext>
            </a:extLst>
          </p:cNvPr>
          <p:cNvSpPr>
            <a:spLocks noGrp="1" noChangeAspect="1"/>
          </p:cNvSpPr>
          <p:nvPr>
            <p:ph type="pic" sz="quarter" idx="16"/>
          </p:nvPr>
        </p:nvSpPr>
        <p:spPr>
          <a:xfrm>
            <a:off x="6256365" y="1637435"/>
            <a:ext cx="2514600" cy="2514600"/>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B6945004-3FBB-EB03-5646-97F9F63ABEAD}"/>
              </a:ext>
            </a:extLst>
          </p:cNvPr>
          <p:cNvSpPr>
            <a:spLocks noGrp="1"/>
          </p:cNvSpPr>
          <p:nvPr>
            <p:ph type="body" sz="quarter" idx="17" hasCustomPrompt="1"/>
          </p:nvPr>
        </p:nvSpPr>
        <p:spPr>
          <a:xfrm>
            <a:off x="6256364"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7" name="Picture Placeholder 7">
            <a:extLst>
              <a:ext uri="{FF2B5EF4-FFF2-40B4-BE49-F238E27FC236}">
                <a16:creationId xmlns="" xmlns:a16="http://schemas.microsoft.com/office/drawing/2014/main" id="{D16ABBBF-2339-2E06-7C84-AF01ECF613A3}"/>
              </a:ext>
            </a:extLst>
          </p:cNvPr>
          <p:cNvSpPr>
            <a:spLocks noGrp="1" noChangeAspect="1"/>
          </p:cNvSpPr>
          <p:nvPr>
            <p:ph type="pic" sz="quarter" idx="18"/>
          </p:nvPr>
        </p:nvSpPr>
        <p:spPr>
          <a:xfrm>
            <a:off x="9087852" y="1637435"/>
            <a:ext cx="2514600" cy="2514600"/>
          </a:xfrm>
          <a:solidFill>
            <a:srgbClr val="F5F0EB"/>
          </a:solidFill>
        </p:spPr>
        <p:txBody>
          <a:bodyPr/>
          <a:lstStyle/>
          <a:p>
            <a:r>
              <a:rPr lang="en-US"/>
              <a:t>Click icon to add picture</a:t>
            </a:r>
          </a:p>
        </p:txBody>
      </p:sp>
      <p:sp>
        <p:nvSpPr>
          <p:cNvPr id="9" name="Text Placeholder 11">
            <a:extLst>
              <a:ext uri="{FF2B5EF4-FFF2-40B4-BE49-F238E27FC236}">
                <a16:creationId xmlns="" xmlns:a16="http://schemas.microsoft.com/office/drawing/2014/main" id="{0799ED43-EE89-E750-7B23-AFCCA755762E}"/>
              </a:ext>
            </a:extLst>
          </p:cNvPr>
          <p:cNvSpPr>
            <a:spLocks noGrp="1"/>
          </p:cNvSpPr>
          <p:nvPr>
            <p:ph type="body" sz="quarter" idx="19" hasCustomPrompt="1"/>
          </p:nvPr>
        </p:nvSpPr>
        <p:spPr>
          <a:xfrm>
            <a:off x="9087851"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2786960867"/>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Speaker, 6">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10031900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246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76463" y="1775000"/>
            <a:ext cx="1552375" cy="1552375"/>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76463"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Text Placeholder 11">
            <a:extLst>
              <a:ext uri="{FF2B5EF4-FFF2-40B4-BE49-F238E27FC236}">
                <a16:creationId xmlns="" xmlns:a16="http://schemas.microsoft.com/office/drawing/2014/main" id="{F71FED85-DAF8-E75C-B88D-72336814AFD6}"/>
              </a:ext>
            </a:extLst>
          </p:cNvPr>
          <p:cNvSpPr>
            <a:spLocks noGrp="1"/>
          </p:cNvSpPr>
          <p:nvPr>
            <p:ph type="body" sz="quarter" idx="19" hasCustomPrompt="1"/>
          </p:nvPr>
        </p:nvSpPr>
        <p:spPr>
          <a:xfrm>
            <a:off x="576463" y="1254086"/>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(optional)</a:t>
            </a:r>
          </a:p>
        </p:txBody>
      </p:sp>
      <p:sp>
        <p:nvSpPr>
          <p:cNvPr id="26" name="Text Placeholder 11">
            <a:extLst>
              <a:ext uri="{FF2B5EF4-FFF2-40B4-BE49-F238E27FC236}">
                <a16:creationId xmlns="" xmlns:a16="http://schemas.microsoft.com/office/drawing/2014/main" id="{80D331FB-07CC-CBB0-1C97-15E6031B1502}"/>
              </a:ext>
            </a:extLst>
          </p:cNvPr>
          <p:cNvSpPr>
            <a:spLocks noGrp="1"/>
          </p:cNvSpPr>
          <p:nvPr>
            <p:ph type="body" sz="quarter" idx="20" hasCustomPrompt="1"/>
          </p:nvPr>
        </p:nvSpPr>
        <p:spPr>
          <a:xfrm>
            <a:off x="576463" y="4501783"/>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over logos (optional)</a:t>
            </a:r>
          </a:p>
        </p:txBody>
      </p:sp>
      <p:sp>
        <p:nvSpPr>
          <p:cNvPr id="31" name="Picture Placeholder 7">
            <a:extLst>
              <a:ext uri="{FF2B5EF4-FFF2-40B4-BE49-F238E27FC236}">
                <a16:creationId xmlns="" xmlns:a16="http://schemas.microsoft.com/office/drawing/2014/main" id="{3B6500AD-6C0E-2707-679D-0A899C4EA95D}"/>
              </a:ext>
            </a:extLst>
          </p:cNvPr>
          <p:cNvSpPr>
            <a:spLocks noGrp="1" noChangeAspect="1"/>
          </p:cNvSpPr>
          <p:nvPr>
            <p:ph type="pic" sz="quarter" idx="21"/>
          </p:nvPr>
        </p:nvSpPr>
        <p:spPr>
          <a:xfrm>
            <a:off x="2467064" y="1775000"/>
            <a:ext cx="1552375" cy="1552375"/>
          </a:xfrm>
          <a:solidFill>
            <a:srgbClr val="F5F0EB"/>
          </a:solidFill>
        </p:spPr>
        <p:txBody>
          <a:bodyPr/>
          <a:lstStyle/>
          <a:p>
            <a:r>
              <a:rPr lang="en-US"/>
              <a:t>Click icon to add picture</a:t>
            </a:r>
          </a:p>
        </p:txBody>
      </p:sp>
      <p:sp>
        <p:nvSpPr>
          <p:cNvPr id="32" name="Text Placeholder 11">
            <a:extLst>
              <a:ext uri="{FF2B5EF4-FFF2-40B4-BE49-F238E27FC236}">
                <a16:creationId xmlns="" xmlns:a16="http://schemas.microsoft.com/office/drawing/2014/main" id="{F4A0A85C-8282-CFF2-07DC-5B20BB9E9834}"/>
              </a:ext>
            </a:extLst>
          </p:cNvPr>
          <p:cNvSpPr>
            <a:spLocks noGrp="1"/>
          </p:cNvSpPr>
          <p:nvPr>
            <p:ph type="body" sz="quarter" idx="22" hasCustomPrompt="1"/>
          </p:nvPr>
        </p:nvSpPr>
        <p:spPr>
          <a:xfrm>
            <a:off x="2467064"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3" name="Picture Placeholder 7">
            <a:extLst>
              <a:ext uri="{FF2B5EF4-FFF2-40B4-BE49-F238E27FC236}">
                <a16:creationId xmlns="" xmlns:a16="http://schemas.microsoft.com/office/drawing/2014/main" id="{D078D3FA-853F-C115-1493-DF9FB1C6F215}"/>
              </a:ext>
            </a:extLst>
          </p:cNvPr>
          <p:cNvSpPr>
            <a:spLocks noGrp="1" noChangeAspect="1"/>
          </p:cNvSpPr>
          <p:nvPr>
            <p:ph type="pic" sz="quarter" idx="23"/>
          </p:nvPr>
        </p:nvSpPr>
        <p:spPr>
          <a:xfrm>
            <a:off x="4357665" y="1775000"/>
            <a:ext cx="1552375" cy="1552375"/>
          </a:xfrm>
          <a:solidFill>
            <a:srgbClr val="F5F0EB"/>
          </a:solidFill>
        </p:spPr>
        <p:txBody>
          <a:bodyPr/>
          <a:lstStyle/>
          <a:p>
            <a:r>
              <a:rPr lang="en-US"/>
              <a:t>Click icon to add picture</a:t>
            </a:r>
          </a:p>
        </p:txBody>
      </p:sp>
      <p:sp>
        <p:nvSpPr>
          <p:cNvPr id="34" name="Text Placeholder 11">
            <a:extLst>
              <a:ext uri="{FF2B5EF4-FFF2-40B4-BE49-F238E27FC236}">
                <a16:creationId xmlns="" xmlns:a16="http://schemas.microsoft.com/office/drawing/2014/main" id="{05A7CFBA-E0A6-8DD1-C303-4DD735628AC8}"/>
              </a:ext>
            </a:extLst>
          </p:cNvPr>
          <p:cNvSpPr>
            <a:spLocks noGrp="1"/>
          </p:cNvSpPr>
          <p:nvPr>
            <p:ph type="body" sz="quarter" idx="24" hasCustomPrompt="1"/>
          </p:nvPr>
        </p:nvSpPr>
        <p:spPr>
          <a:xfrm>
            <a:off x="4357665"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5" name="Picture Placeholder 7">
            <a:extLst>
              <a:ext uri="{FF2B5EF4-FFF2-40B4-BE49-F238E27FC236}">
                <a16:creationId xmlns="" xmlns:a16="http://schemas.microsoft.com/office/drawing/2014/main" id="{B6102AE7-F278-B5A9-F2C5-1FBF4197ECDB}"/>
              </a:ext>
            </a:extLst>
          </p:cNvPr>
          <p:cNvSpPr>
            <a:spLocks noGrp="1" noChangeAspect="1"/>
          </p:cNvSpPr>
          <p:nvPr>
            <p:ph type="pic" sz="quarter" idx="25"/>
          </p:nvPr>
        </p:nvSpPr>
        <p:spPr>
          <a:xfrm>
            <a:off x="6248266" y="1775000"/>
            <a:ext cx="1552375" cy="1552375"/>
          </a:xfrm>
          <a:solidFill>
            <a:srgbClr val="F5F0EB"/>
          </a:solidFill>
        </p:spPr>
        <p:txBody>
          <a:bodyPr/>
          <a:lstStyle/>
          <a:p>
            <a:r>
              <a:rPr lang="en-US"/>
              <a:t>Click icon to add picture</a:t>
            </a:r>
          </a:p>
        </p:txBody>
      </p:sp>
      <p:sp>
        <p:nvSpPr>
          <p:cNvPr id="36" name="Text Placeholder 11">
            <a:extLst>
              <a:ext uri="{FF2B5EF4-FFF2-40B4-BE49-F238E27FC236}">
                <a16:creationId xmlns="" xmlns:a16="http://schemas.microsoft.com/office/drawing/2014/main" id="{C2A82CB5-B9E0-2A6D-25BE-D13CD2814ADE}"/>
              </a:ext>
            </a:extLst>
          </p:cNvPr>
          <p:cNvSpPr>
            <a:spLocks noGrp="1"/>
          </p:cNvSpPr>
          <p:nvPr>
            <p:ph type="body" sz="quarter" idx="26" hasCustomPrompt="1"/>
          </p:nvPr>
        </p:nvSpPr>
        <p:spPr>
          <a:xfrm>
            <a:off x="62482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7" name="Picture Placeholder 7">
            <a:extLst>
              <a:ext uri="{FF2B5EF4-FFF2-40B4-BE49-F238E27FC236}">
                <a16:creationId xmlns="" xmlns:a16="http://schemas.microsoft.com/office/drawing/2014/main" id="{70B59503-4A68-E260-B103-EA49A509D2C1}"/>
              </a:ext>
            </a:extLst>
          </p:cNvPr>
          <p:cNvSpPr>
            <a:spLocks noGrp="1" noChangeAspect="1"/>
          </p:cNvSpPr>
          <p:nvPr>
            <p:ph type="pic" sz="quarter" idx="27"/>
          </p:nvPr>
        </p:nvSpPr>
        <p:spPr>
          <a:xfrm>
            <a:off x="8138867" y="1775000"/>
            <a:ext cx="1552375" cy="1552375"/>
          </a:xfrm>
          <a:solidFill>
            <a:srgbClr val="F5F0EB"/>
          </a:solidFill>
        </p:spPr>
        <p:txBody>
          <a:bodyPr/>
          <a:lstStyle/>
          <a:p>
            <a:r>
              <a:rPr lang="en-US"/>
              <a:t>Click icon to add picture</a:t>
            </a:r>
          </a:p>
        </p:txBody>
      </p:sp>
      <p:sp>
        <p:nvSpPr>
          <p:cNvPr id="38" name="Text Placeholder 11">
            <a:extLst>
              <a:ext uri="{FF2B5EF4-FFF2-40B4-BE49-F238E27FC236}">
                <a16:creationId xmlns="" xmlns:a16="http://schemas.microsoft.com/office/drawing/2014/main" id="{A0995BA9-2C1D-3A52-7C7F-BC37A2466C4A}"/>
              </a:ext>
            </a:extLst>
          </p:cNvPr>
          <p:cNvSpPr>
            <a:spLocks noGrp="1"/>
          </p:cNvSpPr>
          <p:nvPr>
            <p:ph type="body" sz="quarter" idx="28" hasCustomPrompt="1"/>
          </p:nvPr>
        </p:nvSpPr>
        <p:spPr>
          <a:xfrm>
            <a:off x="8138867"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9" name="Picture Placeholder 7">
            <a:extLst>
              <a:ext uri="{FF2B5EF4-FFF2-40B4-BE49-F238E27FC236}">
                <a16:creationId xmlns="" xmlns:a16="http://schemas.microsoft.com/office/drawing/2014/main" id="{FE049F1E-C38A-F65C-3614-91F97F14616A}"/>
              </a:ext>
            </a:extLst>
          </p:cNvPr>
          <p:cNvSpPr>
            <a:spLocks noGrp="1" noChangeAspect="1"/>
          </p:cNvSpPr>
          <p:nvPr>
            <p:ph type="pic" sz="quarter" idx="29"/>
          </p:nvPr>
        </p:nvSpPr>
        <p:spPr>
          <a:xfrm>
            <a:off x="10029466" y="1775000"/>
            <a:ext cx="1552375" cy="1552375"/>
          </a:xfrm>
          <a:solidFill>
            <a:srgbClr val="F5F0EB"/>
          </a:solidFill>
        </p:spPr>
        <p:txBody>
          <a:bodyPr/>
          <a:lstStyle/>
          <a:p>
            <a:r>
              <a:rPr lang="en-US"/>
              <a:t>Click icon to add picture</a:t>
            </a:r>
          </a:p>
        </p:txBody>
      </p:sp>
      <p:sp>
        <p:nvSpPr>
          <p:cNvPr id="40" name="Text Placeholder 11">
            <a:extLst>
              <a:ext uri="{FF2B5EF4-FFF2-40B4-BE49-F238E27FC236}">
                <a16:creationId xmlns="" xmlns:a16="http://schemas.microsoft.com/office/drawing/2014/main" id="{06C2ADEC-2DA0-0CA9-F153-77DFAA70DA1B}"/>
              </a:ext>
            </a:extLst>
          </p:cNvPr>
          <p:cNvSpPr>
            <a:spLocks noGrp="1"/>
          </p:cNvSpPr>
          <p:nvPr>
            <p:ph type="body" sz="quarter" idx="30" hasCustomPrompt="1"/>
          </p:nvPr>
        </p:nvSpPr>
        <p:spPr>
          <a:xfrm>
            <a:off x="100294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2078235520"/>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Speaker, 1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9020097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348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50" y="1637435"/>
            <a:ext cx="987552" cy="987552"/>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1703515"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4358849" y="1637435"/>
            <a:ext cx="987552" cy="987552"/>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5495540"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9" name="Picture Placeholder 7">
            <a:extLst>
              <a:ext uri="{FF2B5EF4-FFF2-40B4-BE49-F238E27FC236}">
                <a16:creationId xmlns="" xmlns:a16="http://schemas.microsoft.com/office/drawing/2014/main" id="{E07B74AC-EE9A-25D5-4583-5F253A748507}"/>
              </a:ext>
            </a:extLst>
          </p:cNvPr>
          <p:cNvSpPr>
            <a:spLocks noGrp="1" noChangeAspect="1"/>
          </p:cNvSpPr>
          <p:nvPr>
            <p:ph type="pic" sz="quarter" idx="16"/>
          </p:nvPr>
        </p:nvSpPr>
        <p:spPr>
          <a:xfrm>
            <a:off x="565150" y="2888166"/>
            <a:ext cx="987552" cy="987552"/>
          </a:xfrm>
          <a:solidFill>
            <a:srgbClr val="F5F0EB"/>
          </a:solidFill>
        </p:spPr>
        <p:txBody>
          <a:bodyPr/>
          <a:lstStyle/>
          <a:p>
            <a:r>
              <a:rPr lang="en-US"/>
              <a:t>Click icon to add picture</a:t>
            </a:r>
          </a:p>
        </p:txBody>
      </p:sp>
      <p:sp>
        <p:nvSpPr>
          <p:cNvPr id="12" name="Text Placeholder 11">
            <a:extLst>
              <a:ext uri="{FF2B5EF4-FFF2-40B4-BE49-F238E27FC236}">
                <a16:creationId xmlns="" xmlns:a16="http://schemas.microsoft.com/office/drawing/2014/main" id="{35B64ED0-1747-14E8-8C38-312801E015E8}"/>
              </a:ext>
            </a:extLst>
          </p:cNvPr>
          <p:cNvSpPr>
            <a:spLocks noGrp="1"/>
          </p:cNvSpPr>
          <p:nvPr>
            <p:ph type="body" sz="quarter" idx="17" hasCustomPrompt="1"/>
          </p:nvPr>
        </p:nvSpPr>
        <p:spPr>
          <a:xfrm>
            <a:off x="1703515"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3" name="Picture Placeholder 7">
            <a:extLst>
              <a:ext uri="{FF2B5EF4-FFF2-40B4-BE49-F238E27FC236}">
                <a16:creationId xmlns="" xmlns:a16="http://schemas.microsoft.com/office/drawing/2014/main" id="{17D60C2A-77D9-52CA-F221-CE501A39CABC}"/>
              </a:ext>
            </a:extLst>
          </p:cNvPr>
          <p:cNvSpPr>
            <a:spLocks noGrp="1" noChangeAspect="1"/>
          </p:cNvSpPr>
          <p:nvPr>
            <p:ph type="pic" sz="quarter" idx="18"/>
          </p:nvPr>
        </p:nvSpPr>
        <p:spPr>
          <a:xfrm>
            <a:off x="4358849" y="2888166"/>
            <a:ext cx="987552" cy="987552"/>
          </a:xfrm>
          <a:solidFill>
            <a:srgbClr val="F5F0EB"/>
          </a:solidFill>
        </p:spPr>
        <p:txBody>
          <a:bodyPr/>
          <a:lstStyle/>
          <a:p>
            <a:r>
              <a:rPr lang="en-US"/>
              <a:t>Click icon to add picture</a:t>
            </a:r>
          </a:p>
        </p:txBody>
      </p:sp>
      <p:sp>
        <p:nvSpPr>
          <p:cNvPr id="14" name="Text Placeholder 11">
            <a:extLst>
              <a:ext uri="{FF2B5EF4-FFF2-40B4-BE49-F238E27FC236}">
                <a16:creationId xmlns="" xmlns:a16="http://schemas.microsoft.com/office/drawing/2014/main" id="{CB165B28-35C1-D225-4A64-E2A61301A4DD}"/>
              </a:ext>
            </a:extLst>
          </p:cNvPr>
          <p:cNvSpPr>
            <a:spLocks noGrp="1"/>
          </p:cNvSpPr>
          <p:nvPr>
            <p:ph type="body" sz="quarter" idx="19" hasCustomPrompt="1"/>
          </p:nvPr>
        </p:nvSpPr>
        <p:spPr>
          <a:xfrm>
            <a:off x="5495540"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5" name="Picture Placeholder 7">
            <a:extLst>
              <a:ext uri="{FF2B5EF4-FFF2-40B4-BE49-F238E27FC236}">
                <a16:creationId xmlns="" xmlns:a16="http://schemas.microsoft.com/office/drawing/2014/main" id="{E73A1BFE-276C-0927-9FF7-66318C2DBD7D}"/>
              </a:ext>
            </a:extLst>
          </p:cNvPr>
          <p:cNvSpPr>
            <a:spLocks noGrp="1" noChangeAspect="1"/>
          </p:cNvSpPr>
          <p:nvPr>
            <p:ph type="pic" sz="quarter" idx="20"/>
          </p:nvPr>
        </p:nvSpPr>
        <p:spPr>
          <a:xfrm>
            <a:off x="565150" y="4138897"/>
            <a:ext cx="987552" cy="987552"/>
          </a:xfrm>
          <a:solidFill>
            <a:srgbClr val="F5F0EB"/>
          </a:solidFill>
        </p:spPr>
        <p:txBody>
          <a:bodyPr/>
          <a:lstStyle/>
          <a:p>
            <a:r>
              <a:rPr lang="en-US"/>
              <a:t>Click icon to add picture</a:t>
            </a:r>
          </a:p>
        </p:txBody>
      </p:sp>
      <p:sp>
        <p:nvSpPr>
          <p:cNvPr id="16" name="Text Placeholder 11">
            <a:extLst>
              <a:ext uri="{FF2B5EF4-FFF2-40B4-BE49-F238E27FC236}">
                <a16:creationId xmlns="" xmlns:a16="http://schemas.microsoft.com/office/drawing/2014/main" id="{2529DBB2-3720-4AB8-3C81-7BBD12B176C4}"/>
              </a:ext>
            </a:extLst>
          </p:cNvPr>
          <p:cNvSpPr>
            <a:spLocks noGrp="1"/>
          </p:cNvSpPr>
          <p:nvPr>
            <p:ph type="body" sz="quarter" idx="21" hasCustomPrompt="1"/>
          </p:nvPr>
        </p:nvSpPr>
        <p:spPr>
          <a:xfrm>
            <a:off x="1703515"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7" name="Picture Placeholder 7">
            <a:extLst>
              <a:ext uri="{FF2B5EF4-FFF2-40B4-BE49-F238E27FC236}">
                <a16:creationId xmlns="" xmlns:a16="http://schemas.microsoft.com/office/drawing/2014/main" id="{D518239F-8303-6062-88F3-9C2B67E4E1A4}"/>
              </a:ext>
            </a:extLst>
          </p:cNvPr>
          <p:cNvSpPr>
            <a:spLocks noGrp="1" noChangeAspect="1"/>
          </p:cNvSpPr>
          <p:nvPr>
            <p:ph type="pic" sz="quarter" idx="22"/>
          </p:nvPr>
        </p:nvSpPr>
        <p:spPr>
          <a:xfrm>
            <a:off x="4358849" y="4138897"/>
            <a:ext cx="987552" cy="987552"/>
          </a:xfrm>
          <a:solidFill>
            <a:srgbClr val="F5F0EB"/>
          </a:solidFill>
        </p:spPr>
        <p:txBody>
          <a:bodyPr/>
          <a:lstStyle/>
          <a:p>
            <a:r>
              <a:rPr lang="en-US"/>
              <a:t>Click icon to add picture</a:t>
            </a:r>
          </a:p>
        </p:txBody>
      </p:sp>
      <p:sp>
        <p:nvSpPr>
          <p:cNvPr id="18" name="Text Placeholder 11">
            <a:extLst>
              <a:ext uri="{FF2B5EF4-FFF2-40B4-BE49-F238E27FC236}">
                <a16:creationId xmlns="" xmlns:a16="http://schemas.microsoft.com/office/drawing/2014/main" id="{4FA7EC9E-AD87-A0B5-8F3E-FED229E183FF}"/>
              </a:ext>
            </a:extLst>
          </p:cNvPr>
          <p:cNvSpPr>
            <a:spLocks noGrp="1"/>
          </p:cNvSpPr>
          <p:nvPr>
            <p:ph type="body" sz="quarter" idx="23" hasCustomPrompt="1"/>
          </p:nvPr>
        </p:nvSpPr>
        <p:spPr>
          <a:xfrm>
            <a:off x="5495540"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4E9CDB91-D9C5-B930-B1D8-D183D7EC2AEF}"/>
              </a:ext>
            </a:extLst>
          </p:cNvPr>
          <p:cNvSpPr>
            <a:spLocks noGrp="1" noChangeAspect="1"/>
          </p:cNvSpPr>
          <p:nvPr>
            <p:ph type="pic" sz="quarter" idx="24"/>
          </p:nvPr>
        </p:nvSpPr>
        <p:spPr>
          <a:xfrm>
            <a:off x="8142573" y="1637435"/>
            <a:ext cx="987552" cy="987552"/>
          </a:xfrm>
          <a:solidFill>
            <a:srgbClr val="F5F0EB"/>
          </a:solidFill>
        </p:spPr>
        <p:txBody>
          <a:bodyPr/>
          <a:lstStyle/>
          <a:p>
            <a:r>
              <a:rPr lang="en-US"/>
              <a:t>Click icon to add picture</a:t>
            </a:r>
          </a:p>
        </p:txBody>
      </p:sp>
      <p:sp>
        <p:nvSpPr>
          <p:cNvPr id="7" name="Text Placeholder 11">
            <a:extLst>
              <a:ext uri="{FF2B5EF4-FFF2-40B4-BE49-F238E27FC236}">
                <a16:creationId xmlns="" xmlns:a16="http://schemas.microsoft.com/office/drawing/2014/main" id="{311B5EAD-8B7F-6A93-83A3-23F72B428F6D}"/>
              </a:ext>
            </a:extLst>
          </p:cNvPr>
          <p:cNvSpPr>
            <a:spLocks noGrp="1"/>
          </p:cNvSpPr>
          <p:nvPr>
            <p:ph type="body" sz="quarter" idx="25" hasCustomPrompt="1"/>
          </p:nvPr>
        </p:nvSpPr>
        <p:spPr>
          <a:xfrm>
            <a:off x="9279264"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9" name="Picture Placeholder 7">
            <a:extLst>
              <a:ext uri="{FF2B5EF4-FFF2-40B4-BE49-F238E27FC236}">
                <a16:creationId xmlns="" xmlns:a16="http://schemas.microsoft.com/office/drawing/2014/main" id="{3C128D69-5F12-E113-1C1D-87FD3076CE28}"/>
              </a:ext>
            </a:extLst>
          </p:cNvPr>
          <p:cNvSpPr>
            <a:spLocks noGrp="1" noChangeAspect="1"/>
          </p:cNvSpPr>
          <p:nvPr>
            <p:ph type="pic" sz="quarter" idx="26"/>
          </p:nvPr>
        </p:nvSpPr>
        <p:spPr>
          <a:xfrm>
            <a:off x="8142573" y="2888166"/>
            <a:ext cx="987552" cy="987552"/>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7F066EF6-1311-24CB-7809-237CF39D9372}"/>
              </a:ext>
            </a:extLst>
          </p:cNvPr>
          <p:cNvSpPr>
            <a:spLocks noGrp="1"/>
          </p:cNvSpPr>
          <p:nvPr>
            <p:ph type="body" sz="quarter" idx="27" hasCustomPrompt="1"/>
          </p:nvPr>
        </p:nvSpPr>
        <p:spPr>
          <a:xfrm>
            <a:off x="9279264"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1" name="Picture Placeholder 7">
            <a:extLst>
              <a:ext uri="{FF2B5EF4-FFF2-40B4-BE49-F238E27FC236}">
                <a16:creationId xmlns="" xmlns:a16="http://schemas.microsoft.com/office/drawing/2014/main" id="{125D1315-97FF-9A57-853E-248B543B2AF8}"/>
              </a:ext>
            </a:extLst>
          </p:cNvPr>
          <p:cNvSpPr>
            <a:spLocks noGrp="1" noChangeAspect="1"/>
          </p:cNvSpPr>
          <p:nvPr>
            <p:ph type="pic" sz="quarter" idx="28"/>
          </p:nvPr>
        </p:nvSpPr>
        <p:spPr>
          <a:xfrm>
            <a:off x="8142573" y="4138897"/>
            <a:ext cx="987552" cy="987552"/>
          </a:xfrm>
          <a:solidFill>
            <a:srgbClr val="F5F0EB"/>
          </a:solidFill>
        </p:spPr>
        <p:txBody>
          <a:bodyPr/>
          <a:lstStyle/>
          <a:p>
            <a:r>
              <a:rPr lang="en-US"/>
              <a:t>Click icon to add picture</a:t>
            </a:r>
          </a:p>
        </p:txBody>
      </p:sp>
      <p:sp>
        <p:nvSpPr>
          <p:cNvPr id="22" name="Text Placeholder 11">
            <a:extLst>
              <a:ext uri="{FF2B5EF4-FFF2-40B4-BE49-F238E27FC236}">
                <a16:creationId xmlns="" xmlns:a16="http://schemas.microsoft.com/office/drawing/2014/main" id="{68CC0581-D126-BDB7-1E9C-98F2C66DDE7E}"/>
              </a:ext>
            </a:extLst>
          </p:cNvPr>
          <p:cNvSpPr>
            <a:spLocks noGrp="1"/>
          </p:cNvSpPr>
          <p:nvPr>
            <p:ph type="body" sz="quarter" idx="29" hasCustomPrompt="1"/>
          </p:nvPr>
        </p:nvSpPr>
        <p:spPr>
          <a:xfrm>
            <a:off x="9279264"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3" name="Picture Placeholder 7">
            <a:extLst>
              <a:ext uri="{FF2B5EF4-FFF2-40B4-BE49-F238E27FC236}">
                <a16:creationId xmlns="" xmlns:a16="http://schemas.microsoft.com/office/drawing/2014/main" id="{7C60BF74-5B69-8111-2CFB-81EABD313A45}"/>
              </a:ext>
            </a:extLst>
          </p:cNvPr>
          <p:cNvSpPr>
            <a:spLocks noGrp="1" noChangeAspect="1"/>
          </p:cNvSpPr>
          <p:nvPr>
            <p:ph type="pic" sz="quarter" idx="30"/>
          </p:nvPr>
        </p:nvSpPr>
        <p:spPr>
          <a:xfrm>
            <a:off x="565150" y="5389629"/>
            <a:ext cx="987552" cy="987552"/>
          </a:xfrm>
          <a:solidFill>
            <a:srgbClr val="F5F0EB"/>
          </a:solidFill>
        </p:spPr>
        <p:txBody>
          <a:bodyPr/>
          <a:lstStyle/>
          <a:p>
            <a:r>
              <a:rPr lang="en-US"/>
              <a:t>Click icon to add picture</a:t>
            </a:r>
          </a:p>
        </p:txBody>
      </p:sp>
      <p:sp>
        <p:nvSpPr>
          <p:cNvPr id="24" name="Text Placeholder 11">
            <a:extLst>
              <a:ext uri="{FF2B5EF4-FFF2-40B4-BE49-F238E27FC236}">
                <a16:creationId xmlns="" xmlns:a16="http://schemas.microsoft.com/office/drawing/2014/main" id="{FB93A903-C399-3411-D3A5-7D8EA27E4781}"/>
              </a:ext>
            </a:extLst>
          </p:cNvPr>
          <p:cNvSpPr>
            <a:spLocks noGrp="1"/>
          </p:cNvSpPr>
          <p:nvPr>
            <p:ph type="body" sz="quarter" idx="31" hasCustomPrompt="1"/>
          </p:nvPr>
        </p:nvSpPr>
        <p:spPr>
          <a:xfrm>
            <a:off x="1703515"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Picture Placeholder 7">
            <a:extLst>
              <a:ext uri="{FF2B5EF4-FFF2-40B4-BE49-F238E27FC236}">
                <a16:creationId xmlns="" xmlns:a16="http://schemas.microsoft.com/office/drawing/2014/main" id="{2736E186-6C9A-1B23-F922-E7C60426EB6D}"/>
              </a:ext>
            </a:extLst>
          </p:cNvPr>
          <p:cNvSpPr>
            <a:spLocks noGrp="1" noChangeAspect="1"/>
          </p:cNvSpPr>
          <p:nvPr>
            <p:ph type="pic" sz="quarter" idx="32"/>
          </p:nvPr>
        </p:nvSpPr>
        <p:spPr>
          <a:xfrm>
            <a:off x="4358849" y="5389629"/>
            <a:ext cx="987552" cy="987552"/>
          </a:xfrm>
          <a:solidFill>
            <a:srgbClr val="F5F0EB"/>
          </a:solidFill>
        </p:spPr>
        <p:txBody>
          <a:bodyPr/>
          <a:lstStyle/>
          <a:p>
            <a:r>
              <a:rPr lang="en-US"/>
              <a:t>Click icon to add picture</a:t>
            </a:r>
          </a:p>
        </p:txBody>
      </p:sp>
      <p:sp>
        <p:nvSpPr>
          <p:cNvPr id="26" name="Text Placeholder 11">
            <a:extLst>
              <a:ext uri="{FF2B5EF4-FFF2-40B4-BE49-F238E27FC236}">
                <a16:creationId xmlns="" xmlns:a16="http://schemas.microsoft.com/office/drawing/2014/main" id="{D67FFBB4-8EBA-A591-9025-E103B80DA52D}"/>
              </a:ext>
            </a:extLst>
          </p:cNvPr>
          <p:cNvSpPr>
            <a:spLocks noGrp="1"/>
          </p:cNvSpPr>
          <p:nvPr>
            <p:ph type="body" sz="quarter" idx="33" hasCustomPrompt="1"/>
          </p:nvPr>
        </p:nvSpPr>
        <p:spPr>
          <a:xfrm>
            <a:off x="5495540"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7" name="Picture Placeholder 7">
            <a:extLst>
              <a:ext uri="{FF2B5EF4-FFF2-40B4-BE49-F238E27FC236}">
                <a16:creationId xmlns="" xmlns:a16="http://schemas.microsoft.com/office/drawing/2014/main" id="{315113AF-65B1-6860-94D3-6847ED73E65E}"/>
              </a:ext>
            </a:extLst>
          </p:cNvPr>
          <p:cNvSpPr>
            <a:spLocks noGrp="1" noChangeAspect="1"/>
          </p:cNvSpPr>
          <p:nvPr>
            <p:ph type="pic" sz="quarter" idx="34"/>
          </p:nvPr>
        </p:nvSpPr>
        <p:spPr>
          <a:xfrm>
            <a:off x="8142573" y="5389629"/>
            <a:ext cx="987552" cy="987552"/>
          </a:xfrm>
          <a:solidFill>
            <a:srgbClr val="F5F0EB"/>
          </a:solidFill>
        </p:spPr>
        <p:txBody>
          <a:bodyPr/>
          <a:lstStyle/>
          <a:p>
            <a:r>
              <a:rPr lang="en-US"/>
              <a:t>Click icon to add picture</a:t>
            </a:r>
          </a:p>
        </p:txBody>
      </p:sp>
      <p:sp>
        <p:nvSpPr>
          <p:cNvPr id="28" name="Text Placeholder 11">
            <a:extLst>
              <a:ext uri="{FF2B5EF4-FFF2-40B4-BE49-F238E27FC236}">
                <a16:creationId xmlns="" xmlns:a16="http://schemas.microsoft.com/office/drawing/2014/main" id="{D8D2915E-D44F-7A27-1EFE-AA964A273E35}"/>
              </a:ext>
            </a:extLst>
          </p:cNvPr>
          <p:cNvSpPr>
            <a:spLocks noGrp="1"/>
          </p:cNvSpPr>
          <p:nvPr>
            <p:ph type="body" sz="quarter" idx="35" hasCustomPrompt="1"/>
          </p:nvPr>
        </p:nvSpPr>
        <p:spPr>
          <a:xfrm>
            <a:off x="9279264"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4181779623"/>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14253529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450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solidFill>
                  <a:srgbClr val="000000"/>
                </a:solidFill>
              </a:rPr>
              <a:t>Closing</a:t>
            </a:r>
          </a:p>
          <a:p>
            <a:pPr algn="ctr"/>
            <a:r>
              <a:rPr lang="en-US" sz="13800">
                <a:solidFill>
                  <a:srgbClr val="000000"/>
                </a:solidFill>
              </a:rPr>
              <a:t>layouts</a:t>
            </a:r>
          </a:p>
        </p:txBody>
      </p:sp>
    </p:spTree>
    <p:extLst>
      <p:ext uri="{BB962C8B-B14F-4D97-AF65-F5344CB8AC3E}">
        <p14:creationId xmlns:p14="http://schemas.microsoft.com/office/powerpoint/2010/main" val="1933230681"/>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showMasterSp="0" preserve="1" userDrawn="1">
  <p:cSld name="6_End Slide (Carbon)">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 xmlns:a16="http://schemas.microsoft.com/office/drawing/2014/main" id="{F0E82741-EECD-7D5E-DA50-894B61C9F926}"/>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342190216"/>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235533"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defTabSz="914172">
              <a:defRPr/>
            </a:pPr>
            <a:r>
              <a:rPr lang="en-US" sz="600">
                <a:solidFill>
                  <a:srgbClr val="000000">
                    <a:lumMod val="65000"/>
                    <a:lumOff val="35000"/>
                  </a:srgbClr>
                </a:solidFill>
                <a:latin typeface="Arial" panose="020B0604020202020204" pitchFamily="34" charset="0"/>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000000">
                    <a:lumMod val="65000"/>
                    <a:lumOff val="35000"/>
                  </a:srgbClr>
                </a:solidFill>
              </a:rPr>
              <a:t>Copyright 2026, Strictly Confidential, All rights reserved</a:t>
            </a:r>
          </a:p>
        </p:txBody>
      </p:sp>
      <p:sp>
        <p:nvSpPr>
          <p:cNvPr id="2" name="TextBox 1">
            <a:extLst>
              <a:ext uri="{FF2B5EF4-FFF2-40B4-BE49-F238E27FC236}">
                <a16:creationId xmlns="" xmlns:a16="http://schemas.microsoft.com/office/drawing/2014/main" id="{10E9B97E-B871-FBDE-4718-2615A1C20F6E}"/>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FFFFFF"/>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err="1">
                <a:solidFill>
                  <a:srgbClr val="FFFFFF"/>
                </a:solidFill>
              </a:rPr>
              <a:t>Tenarai</a:t>
            </a:r>
            <a:endParaRPr lang="en-US" sz="1000" b="1">
              <a:solidFill>
                <a:srgbClr val="FFFFFF"/>
              </a:solidFill>
            </a:endParaRPr>
          </a:p>
        </p:txBody>
      </p:sp>
      <p:sp>
        <p:nvSpPr>
          <p:cNvPr id="7" name="Text Placeholder 5">
            <a:extLst>
              <a:ext uri="{FF2B5EF4-FFF2-40B4-BE49-F238E27FC236}">
                <a16:creationId xmlns="" xmlns:a16="http://schemas.microsoft.com/office/drawing/2014/main" id="{999A7ADE-D49A-50BF-E2D0-38B4984B8E96}"/>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8E867E"/>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132776825"/>
      </p:ext>
    </p:extLst>
  </p:cSld>
  <p:clrMapOvr>
    <a:overrideClrMapping bg1="dk1" tx1="lt1" bg2="dk2" tx2="lt2" accent1="accent1" accent2="accent2" accent3="accent3" accent4="accent4" accent5="accent5" accent6="accent6" hlink="hlink" folHlink="folHlink"/>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showMasterSp="0" preserve="1" userDrawn="1">
  <p:cSld name="7_End Slide (Carbon)">
    <p:bg>
      <p:bgPr>
        <a:solidFill>
          <a:schemeClr val="tx2"/>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 xmlns:a16="http://schemas.microsoft.com/office/drawing/2014/main" id="{792E8758-AC20-EA9F-2FD3-F5B9E92540F5}"/>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1855751468"/>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236557"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defTabSz="914172">
              <a:defRPr/>
            </a:pPr>
            <a:r>
              <a:rPr lang="en-US" sz="600">
                <a:solidFill>
                  <a:srgbClr val="BEB4AA"/>
                </a:solidFill>
                <a:latin typeface="Arial" panose="020B0604020202020204" pitchFamily="34" charset="0"/>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000000">
                    <a:lumMod val="65000"/>
                    <a:lumOff val="35000"/>
                  </a:srgbClr>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err="1">
                <a:solidFill>
                  <a:srgbClr val="000000"/>
                </a:solidFill>
              </a:rPr>
              <a:t>Tenarai</a:t>
            </a:r>
            <a:endParaRPr lang="en-US" sz="1000" b="1">
              <a:solidFill>
                <a:srgbClr val="000000"/>
              </a:solidFill>
            </a:endParaRPr>
          </a:p>
        </p:txBody>
      </p:sp>
      <p:sp>
        <p:nvSpPr>
          <p:cNvPr id="6" name="Text Placeholder 5">
            <a:extLst>
              <a:ext uri="{FF2B5EF4-FFF2-40B4-BE49-F238E27FC236}">
                <a16:creationId xmlns="" xmlns:a16="http://schemas.microsoft.com/office/drawing/2014/main"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47413D"/>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810136954"/>
      </p:ext>
    </p:extLst>
  </p:cSld>
  <p:clrMapOvr>
    <a:overrideClrMapping bg1="dk1" tx1="lt1" bg2="dk2" tx2="lt2" accent1="accent1" accent2="accent2" accent3="accent3" accent4="accent4" accent5="accent5" accent6="accent6" hlink="hlink" folHlink="folHlink"/>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showMasterSp="0" preserve="1" userDrawn="1">
  <p:cSld name="8_End Slide (Carbon)">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 xmlns:a16="http://schemas.microsoft.com/office/drawing/2014/main" id="{792E8758-AC20-EA9F-2FD3-F5B9E92540F5}"/>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366624365"/>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237581"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defTabSz="914172">
              <a:defRPr/>
            </a:pPr>
            <a:r>
              <a:rPr lang="en-US" sz="600">
                <a:solidFill>
                  <a:srgbClr val="BEB4AA"/>
                </a:solidFill>
                <a:latin typeface="Arial" panose="020B0604020202020204" pitchFamily="34" charset="0"/>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000000">
                    <a:lumMod val="65000"/>
                    <a:lumOff val="35000"/>
                  </a:srgbClr>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err="1">
                <a:solidFill>
                  <a:srgbClr val="000000"/>
                </a:solidFill>
              </a:rPr>
              <a:t>Tenarai</a:t>
            </a:r>
            <a:endParaRPr lang="en-US" sz="1000" b="1">
              <a:solidFill>
                <a:srgbClr val="000000"/>
              </a:solidFill>
            </a:endParaRPr>
          </a:p>
        </p:txBody>
      </p:sp>
      <p:sp>
        <p:nvSpPr>
          <p:cNvPr id="6" name="Text Placeholder 5">
            <a:extLst>
              <a:ext uri="{FF2B5EF4-FFF2-40B4-BE49-F238E27FC236}">
                <a16:creationId xmlns="" xmlns:a16="http://schemas.microsoft.com/office/drawing/2014/main"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chemeClr val="bg1"/>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126235597"/>
      </p:ext>
    </p:extLst>
  </p:cSld>
  <p:clrMapOvr>
    <a:overrideClrMapping bg1="dk1" tx1="lt1" bg2="dk2" tx2="lt2" accent1="accent1" accent2="accent2" accent3="accent3" accent4="accent4" accent5="accent5" accent6="accent6" hlink="hlink" folHlink="folHlink"/>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showMasterSp="0" preserve="1" userDrawn="1">
  <p:cSld name="End Slide (Tan)">
    <p:bg>
      <p:bgRef idx="1001">
        <a:schemeClr val="bg2"/>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14921417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860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 xmlns:a16="http://schemas.microsoft.com/office/drawing/2014/main" id="{CEBDEADF-0953-6CAE-7213-DECA8F5A09E3}"/>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7769515" y="5910834"/>
            <a:ext cx="4012910" cy="585216"/>
          </a:xfrm>
          <a:prstGeom prst="rect">
            <a:avLst/>
          </a:prstGeom>
        </p:spPr>
      </p:pic>
      <p:sp>
        <p:nvSpPr>
          <p:cNvPr id="2" name="Text Placeholder 11">
            <a:extLst>
              <a:ext uri="{FF2B5EF4-FFF2-40B4-BE49-F238E27FC236}">
                <a16:creationId xmlns="" xmlns:a16="http://schemas.microsoft.com/office/drawing/2014/main" id="{1449CD1B-818D-994A-063B-D4E7C53D002E}"/>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1943036629"/>
      </p:ext>
    </p:extLst>
  </p:cSld>
  <p:clrMapOvr>
    <a:overrideClrMapping bg1="lt1" tx1="dk1" bg2="lt2" tx2="dk2" accent1="accent1" accent2="accent2" accent3="accent3" accent4="accent4" accent5="accent5" accent6="accent6" hlink="hlink" folHlink="folHlink"/>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showMasterSp="0" preserve="1" userDrawn="1">
  <p:cSld name="End Slide (Carbon)">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2930656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962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 xmlns:a16="http://schemas.microsoft.com/office/drawing/2014/main" id="{CEBDEADF-0953-6CAE-7213-DECA8F5A09E3}"/>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7769515" y="5910834"/>
            <a:ext cx="4012909" cy="585216"/>
          </a:xfrm>
          <a:prstGeom prst="rect">
            <a:avLst/>
          </a:prstGeom>
        </p:spPr>
      </p:pic>
      <p:sp>
        <p:nvSpPr>
          <p:cNvPr id="2" name="Text Placeholder 11">
            <a:extLst>
              <a:ext uri="{FF2B5EF4-FFF2-40B4-BE49-F238E27FC236}">
                <a16:creationId xmlns="" xmlns:a16="http://schemas.microsoft.com/office/drawing/2014/main" id="{24200F27-F0C5-8CBC-B4DA-2772790B2C82}"/>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627362940"/>
      </p:ext>
    </p:extLst>
  </p:cSld>
  <p:clrMapOvr>
    <a:overrideClrMapping bg1="dk1" tx1="lt1" bg2="dk2" tx2="lt2" accent1="accent1" accent2="accent2" accent3="accent3" accent4="accent4" accent5="accent5" accent6="accent6" hlink="hlink" folHlink="folHlink"/>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2414319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4065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565150" y="851377"/>
            <a:ext cx="11066462" cy="5155257"/>
          </a:xfrm>
          <a:prstGeom prst="rect">
            <a:avLst/>
          </a:prstGeom>
          <a:noFill/>
        </p:spPr>
        <p:txBody>
          <a:bodyPr wrap="square" lIns="0" tIns="0" rIns="0" bIns="0" rtlCol="0" anchor="ctr">
            <a:noAutofit/>
          </a:bodyPr>
          <a:lstStyle/>
          <a:p>
            <a:pPr algn="ctr"/>
            <a:r>
              <a:rPr lang="en-US" sz="3600">
                <a:solidFill>
                  <a:srgbClr val="000000"/>
                </a:solidFill>
              </a:rPr>
              <a:t>If you see any </a:t>
            </a:r>
            <a:r>
              <a:rPr lang="en-US" sz="3600" b="1" i="1">
                <a:solidFill>
                  <a:srgbClr val="000000"/>
                </a:solidFill>
              </a:rPr>
              <a:t>layouts after this one</a:t>
            </a:r>
            <a:r>
              <a:rPr lang="en-US" sz="3600" i="1">
                <a:solidFill>
                  <a:srgbClr val="000000"/>
                </a:solidFill>
              </a:rPr>
              <a:t>,</a:t>
            </a:r>
            <a:r>
              <a:rPr lang="en-US" sz="3600">
                <a:solidFill>
                  <a:srgbClr val="000000"/>
                </a:solidFill>
              </a:rPr>
              <a:t> do not use them. These layouts </a:t>
            </a:r>
            <a:r>
              <a:rPr lang="en-US" sz="3600" b="1" i="1">
                <a:solidFill>
                  <a:srgbClr val="000000"/>
                </a:solidFill>
              </a:rPr>
              <a:t>are not </a:t>
            </a:r>
            <a:r>
              <a:rPr lang="en-US" sz="3600">
                <a:solidFill>
                  <a:srgbClr val="000000"/>
                </a:solidFill>
              </a:rPr>
              <a:t>part of our template.</a:t>
            </a:r>
          </a:p>
          <a:p>
            <a:pPr algn="ctr"/>
            <a:r>
              <a:rPr lang="en-US" sz="13800" b="1">
                <a:solidFill>
                  <a:srgbClr val="000000"/>
                </a:solidFill>
              </a:rPr>
              <a:t>Do not use</a:t>
            </a:r>
            <a:endParaRPr lang="en-US" sz="2000">
              <a:solidFill>
                <a:srgbClr val="000000"/>
              </a:solidFill>
            </a:endParaRPr>
          </a:p>
          <a:p>
            <a:pPr algn="ctr"/>
            <a:r>
              <a:rPr lang="en-US" sz="2000">
                <a:solidFill>
                  <a:srgbClr val="000000"/>
                </a:solidFill>
              </a:rPr>
              <a:t>Due to PowerPoint’s standard Copy/Paste functionality extra undesirable layouts can appear.</a:t>
            </a:r>
          </a:p>
          <a:p>
            <a:pPr algn="ctr">
              <a:spcBef>
                <a:spcPts val="600"/>
              </a:spcBef>
              <a:buClr>
                <a:srgbClr val="003755"/>
              </a:buClr>
            </a:pPr>
            <a:r>
              <a:rPr lang="en-US" sz="2000">
                <a:solidFill>
                  <a:srgbClr val="000000"/>
                </a:solidFill>
              </a:rPr>
              <a:t>Also notice: Layouts after this might contain potential confidential information.</a:t>
            </a:r>
          </a:p>
        </p:txBody>
      </p:sp>
      <p:sp>
        <p:nvSpPr>
          <p:cNvPr id="2" name="Chevron 1">
            <a:extLst>
              <a:ext uri="{FF2B5EF4-FFF2-40B4-BE49-F238E27FC236}">
                <a16:creationId xmlns="" xmlns:a16="http://schemas.microsoft.com/office/drawing/2014/main" id="{10DC4FBB-A3AA-0EB1-1C90-CC7161DB18D5}"/>
              </a:ext>
            </a:extLst>
          </p:cNvPr>
          <p:cNvSpPr/>
          <p:nvPr userDrawn="1"/>
        </p:nvSpPr>
        <p:spPr>
          <a:xfrm rot="5400000">
            <a:off x="5785638" y="5593195"/>
            <a:ext cx="620724" cy="1014517"/>
          </a:xfrm>
          <a:prstGeom prst="chevron">
            <a:avLst>
              <a:gd name="adj" fmla="val 7745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rgbClr val="000000"/>
              </a:solidFill>
            </a:endParaRPr>
          </a:p>
        </p:txBody>
      </p:sp>
    </p:spTree>
    <p:extLst>
      <p:ext uri="{BB962C8B-B14F-4D97-AF65-F5344CB8AC3E}">
        <p14:creationId xmlns:p14="http://schemas.microsoft.com/office/powerpoint/2010/main" val="328098989"/>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userDrawn="1">
  <p:cSld name="Title and content v2">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173677"/>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35358522"/>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type="blank">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xmlns="" id="{C4DC091D-E20B-43AF-85A6-D06B098A5765}"/>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solidFill>
                  <a:srgbClr val="000000"/>
                </a:solidFill>
              </a:rPr>
              <a:pPr/>
              <a:t>23.07.2026</a:t>
            </a:fld>
            <a:endParaRPr lang="ru-RU">
              <a:solidFill>
                <a:srgbClr val="000000"/>
              </a:solidFill>
            </a:endParaRPr>
          </a:p>
        </p:txBody>
      </p:sp>
      <p:sp>
        <p:nvSpPr>
          <p:cNvPr id="3" name="Нижний колонтитул 2">
            <a:extLst>
              <a:ext uri="{FF2B5EF4-FFF2-40B4-BE49-F238E27FC236}">
                <a16:creationId xmlns:a16="http://schemas.microsoft.com/office/drawing/2014/main" xmlns="" id="{7256F216-F3C5-4473-B251-72A6A8FB0A56}"/>
              </a:ext>
            </a:extLst>
          </p:cNvPr>
          <p:cNvSpPr>
            <a:spLocks noGrp="1"/>
          </p:cNvSpPr>
          <p:nvPr>
            <p:ph type="ftr" sz="quarter" idx="11"/>
          </p:nvPr>
        </p:nvSpPr>
        <p:spPr>
          <a:xfrm>
            <a:off x="4038600" y="6356350"/>
            <a:ext cx="4114800" cy="365125"/>
          </a:xfrm>
          <a:prstGeom prst="rect">
            <a:avLst/>
          </a:prstGeom>
        </p:spPr>
        <p:txBody>
          <a:bodyPr/>
          <a:lstStyle/>
          <a:p>
            <a:endParaRPr lang="ru-RU">
              <a:solidFill>
                <a:srgbClr val="000000"/>
              </a:solidFill>
            </a:endParaRPr>
          </a:p>
        </p:txBody>
      </p:sp>
      <p:sp>
        <p:nvSpPr>
          <p:cNvPr id="4" name="Номер слайда 3">
            <a:extLst>
              <a:ext uri="{FF2B5EF4-FFF2-40B4-BE49-F238E27FC236}">
                <a16:creationId xmlns:a16="http://schemas.microsoft.com/office/drawing/2014/main" xmlns="" id="{0510FE17-D12B-4940-A9BA-F5142885EE84}"/>
              </a:ext>
            </a:extLst>
          </p:cNvPr>
          <p:cNvSpPr>
            <a:spLocks noGrp="1"/>
          </p:cNvSpPr>
          <p:nvPr>
            <p:ph type="sldNum" sz="quarter" idx="12"/>
          </p:nvPr>
        </p:nvSpPr>
        <p:spPr/>
        <p:txBody>
          <a:bodyPr/>
          <a:lstStyle/>
          <a:p>
            <a:fld id="{218DFB81-B4D1-4C46-8DB6-75181515BA6D}" type="slidenum">
              <a:rPr lang="ru-RU" smtClean="0"/>
              <a:pPr/>
              <a:t>‹#›</a:t>
            </a:fld>
            <a:endParaRPr lang="ru-RU"/>
          </a:p>
        </p:txBody>
      </p:sp>
    </p:spTree>
    <p:extLst>
      <p:ext uri="{BB962C8B-B14F-4D97-AF65-F5344CB8AC3E}">
        <p14:creationId xmlns:p14="http://schemas.microsoft.com/office/powerpoint/2010/main" val="1458587628"/>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obj">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BD785E31-5EE4-4031-8DAA-64044DE0836F}"/>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xmlns="" id="{EAAB51F7-AD05-4812-9AEE-F0A7A18CE345}"/>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xmlns="" id="{CE39D8A6-338D-4A25-B834-B4A942E94EFE}"/>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solidFill>
                  <a:srgbClr val="000000"/>
                </a:solidFill>
              </a:rPr>
              <a:pPr/>
              <a:t>23.07.2026</a:t>
            </a:fld>
            <a:endParaRPr lang="ru-RU">
              <a:solidFill>
                <a:srgbClr val="000000"/>
              </a:solidFill>
            </a:endParaRPr>
          </a:p>
        </p:txBody>
      </p:sp>
      <p:sp>
        <p:nvSpPr>
          <p:cNvPr id="5" name="Нижний колонтитул 4">
            <a:extLst>
              <a:ext uri="{FF2B5EF4-FFF2-40B4-BE49-F238E27FC236}">
                <a16:creationId xmlns:a16="http://schemas.microsoft.com/office/drawing/2014/main" xmlns="" id="{CC93547E-E0C5-4326-ADC3-C43A6781B1A5}"/>
              </a:ext>
            </a:extLst>
          </p:cNvPr>
          <p:cNvSpPr>
            <a:spLocks noGrp="1"/>
          </p:cNvSpPr>
          <p:nvPr>
            <p:ph type="ftr" sz="quarter" idx="11"/>
          </p:nvPr>
        </p:nvSpPr>
        <p:spPr>
          <a:xfrm>
            <a:off x="4038600" y="6356350"/>
            <a:ext cx="4114800" cy="365125"/>
          </a:xfrm>
          <a:prstGeom prst="rect">
            <a:avLst/>
          </a:prstGeom>
        </p:spPr>
        <p:txBody>
          <a:bodyPr/>
          <a:lstStyle/>
          <a:p>
            <a:endParaRPr lang="ru-RU">
              <a:solidFill>
                <a:srgbClr val="000000"/>
              </a:solidFill>
            </a:endParaRPr>
          </a:p>
        </p:txBody>
      </p:sp>
      <p:sp>
        <p:nvSpPr>
          <p:cNvPr id="6" name="Номер слайда 5">
            <a:extLst>
              <a:ext uri="{FF2B5EF4-FFF2-40B4-BE49-F238E27FC236}">
                <a16:creationId xmlns:a16="http://schemas.microsoft.com/office/drawing/2014/main" xmlns="" id="{C267DB44-D3F4-429C-AB2C-E561CB263BD7}"/>
              </a:ext>
            </a:extLst>
          </p:cNvPr>
          <p:cNvSpPr>
            <a:spLocks noGrp="1"/>
          </p:cNvSpPr>
          <p:nvPr>
            <p:ph type="sldNum" sz="quarter" idx="12"/>
          </p:nvPr>
        </p:nvSpPr>
        <p:spPr/>
        <p:txBody>
          <a:bodyPr/>
          <a:lstStyle/>
          <a:p>
            <a:fld id="{218DFB81-B4D1-4C46-8DB6-75181515BA6D}" type="slidenum">
              <a:rPr lang="ru-RU" smtClean="0"/>
              <a:pPr/>
              <a:t>‹#›</a:t>
            </a:fld>
            <a:endParaRPr lang="ru-RU"/>
          </a:p>
        </p:txBody>
      </p:sp>
    </p:spTree>
    <p:extLst>
      <p:ext uri="{BB962C8B-B14F-4D97-AF65-F5344CB8AC3E}">
        <p14:creationId xmlns:p14="http://schemas.microsoft.com/office/powerpoint/2010/main" val="3346919047"/>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title">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570CF9D4-6142-441F-9CC7-B111E5F3C8F7}"/>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xmlns="" id="{A8BD84C9-C47B-4688-9E12-08B97B78CB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xmlns="" id="{83306C19-EDB8-45AC-A06D-1C6E7A4688A4}"/>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solidFill>
                  <a:srgbClr val="000000"/>
                </a:solidFill>
              </a:rPr>
              <a:pPr/>
              <a:t>23.07.2026</a:t>
            </a:fld>
            <a:endParaRPr lang="ru-RU">
              <a:solidFill>
                <a:srgbClr val="000000"/>
              </a:solidFill>
            </a:endParaRPr>
          </a:p>
        </p:txBody>
      </p:sp>
      <p:sp>
        <p:nvSpPr>
          <p:cNvPr id="5" name="Нижний колонтитул 4">
            <a:extLst>
              <a:ext uri="{FF2B5EF4-FFF2-40B4-BE49-F238E27FC236}">
                <a16:creationId xmlns:a16="http://schemas.microsoft.com/office/drawing/2014/main" xmlns="" id="{19420566-273E-44F3-9CE4-498C94861A3E}"/>
              </a:ext>
            </a:extLst>
          </p:cNvPr>
          <p:cNvSpPr>
            <a:spLocks noGrp="1"/>
          </p:cNvSpPr>
          <p:nvPr>
            <p:ph type="ftr" sz="quarter" idx="11"/>
          </p:nvPr>
        </p:nvSpPr>
        <p:spPr>
          <a:xfrm>
            <a:off x="4038600" y="6356350"/>
            <a:ext cx="4114800" cy="365125"/>
          </a:xfrm>
          <a:prstGeom prst="rect">
            <a:avLst/>
          </a:prstGeom>
        </p:spPr>
        <p:txBody>
          <a:bodyPr/>
          <a:lstStyle/>
          <a:p>
            <a:endParaRPr lang="ru-RU">
              <a:solidFill>
                <a:srgbClr val="000000"/>
              </a:solidFill>
            </a:endParaRPr>
          </a:p>
        </p:txBody>
      </p:sp>
      <p:sp>
        <p:nvSpPr>
          <p:cNvPr id="6" name="Номер слайда 5">
            <a:extLst>
              <a:ext uri="{FF2B5EF4-FFF2-40B4-BE49-F238E27FC236}">
                <a16:creationId xmlns:a16="http://schemas.microsoft.com/office/drawing/2014/main" xmlns="" id="{B96D2815-D915-46BB-8E74-27731C3228F5}"/>
              </a:ext>
            </a:extLst>
          </p:cNvPr>
          <p:cNvSpPr>
            <a:spLocks noGrp="1"/>
          </p:cNvSpPr>
          <p:nvPr>
            <p:ph type="sldNum" sz="quarter" idx="12"/>
          </p:nvPr>
        </p:nvSpPr>
        <p:spPr/>
        <p:txBody>
          <a:bodyPr/>
          <a:lstStyle/>
          <a:p>
            <a:fld id="{218DFB81-B4D1-4C46-8DB6-75181515BA6D}" type="slidenum">
              <a:rPr lang="ru-RU" smtClean="0"/>
              <a:pPr/>
              <a:t>‹#›</a:t>
            </a:fld>
            <a:endParaRPr lang="ru-RU"/>
          </a:p>
        </p:txBody>
      </p:sp>
    </p:spTree>
    <p:extLst>
      <p:ext uri="{BB962C8B-B14F-4D97-AF65-F5344CB8AC3E}">
        <p14:creationId xmlns:p14="http://schemas.microsoft.com/office/powerpoint/2010/main" val="833501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58.xml"/><Relationship Id="rId117" Type="http://schemas.openxmlformats.org/officeDocument/2006/relationships/slideLayout" Target="../slideLayouts/slideLayout149.xml"/><Relationship Id="rId21" Type="http://schemas.openxmlformats.org/officeDocument/2006/relationships/slideLayout" Target="../slideLayouts/slideLayout53.xml"/><Relationship Id="rId42" Type="http://schemas.openxmlformats.org/officeDocument/2006/relationships/slideLayout" Target="../slideLayouts/slideLayout74.xml"/><Relationship Id="rId47" Type="http://schemas.openxmlformats.org/officeDocument/2006/relationships/slideLayout" Target="../slideLayouts/slideLayout79.xml"/><Relationship Id="rId63" Type="http://schemas.openxmlformats.org/officeDocument/2006/relationships/slideLayout" Target="../slideLayouts/slideLayout95.xml"/><Relationship Id="rId68" Type="http://schemas.openxmlformats.org/officeDocument/2006/relationships/slideLayout" Target="../slideLayouts/slideLayout100.xml"/><Relationship Id="rId84" Type="http://schemas.openxmlformats.org/officeDocument/2006/relationships/slideLayout" Target="../slideLayouts/slideLayout116.xml"/><Relationship Id="rId89" Type="http://schemas.openxmlformats.org/officeDocument/2006/relationships/slideLayout" Target="../slideLayouts/slideLayout121.xml"/><Relationship Id="rId112" Type="http://schemas.openxmlformats.org/officeDocument/2006/relationships/slideLayout" Target="../slideLayouts/slideLayout144.xml"/><Relationship Id="rId16" Type="http://schemas.openxmlformats.org/officeDocument/2006/relationships/slideLayout" Target="../slideLayouts/slideLayout48.xml"/><Relationship Id="rId107" Type="http://schemas.openxmlformats.org/officeDocument/2006/relationships/slideLayout" Target="../slideLayouts/slideLayout139.xml"/><Relationship Id="rId11" Type="http://schemas.openxmlformats.org/officeDocument/2006/relationships/slideLayout" Target="../slideLayouts/slideLayout43.xml"/><Relationship Id="rId32" Type="http://schemas.openxmlformats.org/officeDocument/2006/relationships/slideLayout" Target="../slideLayouts/slideLayout64.xml"/><Relationship Id="rId37" Type="http://schemas.openxmlformats.org/officeDocument/2006/relationships/slideLayout" Target="../slideLayouts/slideLayout69.xml"/><Relationship Id="rId53" Type="http://schemas.openxmlformats.org/officeDocument/2006/relationships/slideLayout" Target="../slideLayouts/slideLayout85.xml"/><Relationship Id="rId58" Type="http://schemas.openxmlformats.org/officeDocument/2006/relationships/slideLayout" Target="../slideLayouts/slideLayout90.xml"/><Relationship Id="rId74" Type="http://schemas.openxmlformats.org/officeDocument/2006/relationships/slideLayout" Target="../slideLayouts/slideLayout106.xml"/><Relationship Id="rId79" Type="http://schemas.openxmlformats.org/officeDocument/2006/relationships/slideLayout" Target="../slideLayouts/slideLayout111.xml"/><Relationship Id="rId102" Type="http://schemas.openxmlformats.org/officeDocument/2006/relationships/slideLayout" Target="../slideLayouts/slideLayout134.xml"/><Relationship Id="rId5" Type="http://schemas.openxmlformats.org/officeDocument/2006/relationships/slideLayout" Target="../slideLayouts/slideLayout37.xml"/><Relationship Id="rId61" Type="http://schemas.openxmlformats.org/officeDocument/2006/relationships/slideLayout" Target="../slideLayouts/slideLayout93.xml"/><Relationship Id="rId82" Type="http://schemas.openxmlformats.org/officeDocument/2006/relationships/slideLayout" Target="../slideLayouts/slideLayout114.xml"/><Relationship Id="rId90" Type="http://schemas.openxmlformats.org/officeDocument/2006/relationships/slideLayout" Target="../slideLayouts/slideLayout122.xml"/><Relationship Id="rId95" Type="http://schemas.openxmlformats.org/officeDocument/2006/relationships/slideLayout" Target="../slideLayouts/slideLayout127.xml"/><Relationship Id="rId19" Type="http://schemas.openxmlformats.org/officeDocument/2006/relationships/slideLayout" Target="../slideLayouts/slideLayout51.xml"/><Relationship Id="rId14" Type="http://schemas.openxmlformats.org/officeDocument/2006/relationships/slideLayout" Target="../slideLayouts/slideLayout46.xml"/><Relationship Id="rId22" Type="http://schemas.openxmlformats.org/officeDocument/2006/relationships/slideLayout" Target="../slideLayouts/slideLayout54.xml"/><Relationship Id="rId27" Type="http://schemas.openxmlformats.org/officeDocument/2006/relationships/slideLayout" Target="../slideLayouts/slideLayout59.xml"/><Relationship Id="rId30" Type="http://schemas.openxmlformats.org/officeDocument/2006/relationships/slideLayout" Target="../slideLayouts/slideLayout62.xml"/><Relationship Id="rId35" Type="http://schemas.openxmlformats.org/officeDocument/2006/relationships/slideLayout" Target="../slideLayouts/slideLayout67.xml"/><Relationship Id="rId43" Type="http://schemas.openxmlformats.org/officeDocument/2006/relationships/slideLayout" Target="../slideLayouts/slideLayout75.xml"/><Relationship Id="rId48" Type="http://schemas.openxmlformats.org/officeDocument/2006/relationships/slideLayout" Target="../slideLayouts/slideLayout80.xml"/><Relationship Id="rId56" Type="http://schemas.openxmlformats.org/officeDocument/2006/relationships/slideLayout" Target="../slideLayouts/slideLayout88.xml"/><Relationship Id="rId64" Type="http://schemas.openxmlformats.org/officeDocument/2006/relationships/slideLayout" Target="../slideLayouts/slideLayout96.xml"/><Relationship Id="rId69" Type="http://schemas.openxmlformats.org/officeDocument/2006/relationships/slideLayout" Target="../slideLayouts/slideLayout101.xml"/><Relationship Id="rId77" Type="http://schemas.openxmlformats.org/officeDocument/2006/relationships/slideLayout" Target="../slideLayouts/slideLayout109.xml"/><Relationship Id="rId100" Type="http://schemas.openxmlformats.org/officeDocument/2006/relationships/slideLayout" Target="../slideLayouts/slideLayout132.xml"/><Relationship Id="rId105" Type="http://schemas.openxmlformats.org/officeDocument/2006/relationships/slideLayout" Target="../slideLayouts/slideLayout137.xml"/><Relationship Id="rId113" Type="http://schemas.openxmlformats.org/officeDocument/2006/relationships/slideLayout" Target="../slideLayouts/slideLayout145.xml"/><Relationship Id="rId118" Type="http://schemas.openxmlformats.org/officeDocument/2006/relationships/theme" Target="../theme/theme2.xml"/><Relationship Id="rId8" Type="http://schemas.openxmlformats.org/officeDocument/2006/relationships/slideLayout" Target="../slideLayouts/slideLayout40.xml"/><Relationship Id="rId51" Type="http://schemas.openxmlformats.org/officeDocument/2006/relationships/slideLayout" Target="../slideLayouts/slideLayout83.xml"/><Relationship Id="rId72" Type="http://schemas.openxmlformats.org/officeDocument/2006/relationships/slideLayout" Target="../slideLayouts/slideLayout104.xml"/><Relationship Id="rId80" Type="http://schemas.openxmlformats.org/officeDocument/2006/relationships/slideLayout" Target="../slideLayouts/slideLayout112.xml"/><Relationship Id="rId85" Type="http://schemas.openxmlformats.org/officeDocument/2006/relationships/slideLayout" Target="../slideLayouts/slideLayout117.xml"/><Relationship Id="rId93" Type="http://schemas.openxmlformats.org/officeDocument/2006/relationships/slideLayout" Target="../slideLayouts/slideLayout125.xml"/><Relationship Id="rId98" Type="http://schemas.openxmlformats.org/officeDocument/2006/relationships/slideLayout" Target="../slideLayouts/slideLayout130.xml"/><Relationship Id="rId121" Type="http://schemas.openxmlformats.org/officeDocument/2006/relationships/oleObject" Target="../embeddings/oleObject1.bin"/><Relationship Id="rId3" Type="http://schemas.openxmlformats.org/officeDocument/2006/relationships/slideLayout" Target="../slideLayouts/slideLayout35.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slideLayout" Target="../slideLayouts/slideLayout57.xml"/><Relationship Id="rId33" Type="http://schemas.openxmlformats.org/officeDocument/2006/relationships/slideLayout" Target="../slideLayouts/slideLayout65.xml"/><Relationship Id="rId38" Type="http://schemas.openxmlformats.org/officeDocument/2006/relationships/slideLayout" Target="../slideLayouts/slideLayout70.xml"/><Relationship Id="rId46" Type="http://schemas.openxmlformats.org/officeDocument/2006/relationships/slideLayout" Target="../slideLayouts/slideLayout78.xml"/><Relationship Id="rId59" Type="http://schemas.openxmlformats.org/officeDocument/2006/relationships/slideLayout" Target="../slideLayouts/slideLayout91.xml"/><Relationship Id="rId67" Type="http://schemas.openxmlformats.org/officeDocument/2006/relationships/slideLayout" Target="../slideLayouts/slideLayout99.xml"/><Relationship Id="rId103" Type="http://schemas.openxmlformats.org/officeDocument/2006/relationships/slideLayout" Target="../slideLayouts/slideLayout135.xml"/><Relationship Id="rId108" Type="http://schemas.openxmlformats.org/officeDocument/2006/relationships/slideLayout" Target="../slideLayouts/slideLayout140.xml"/><Relationship Id="rId116" Type="http://schemas.openxmlformats.org/officeDocument/2006/relationships/slideLayout" Target="../slideLayouts/slideLayout148.xml"/><Relationship Id="rId20" Type="http://schemas.openxmlformats.org/officeDocument/2006/relationships/slideLayout" Target="../slideLayouts/slideLayout52.xml"/><Relationship Id="rId41" Type="http://schemas.openxmlformats.org/officeDocument/2006/relationships/slideLayout" Target="../slideLayouts/slideLayout73.xml"/><Relationship Id="rId54" Type="http://schemas.openxmlformats.org/officeDocument/2006/relationships/slideLayout" Target="../slideLayouts/slideLayout86.xml"/><Relationship Id="rId62" Type="http://schemas.openxmlformats.org/officeDocument/2006/relationships/slideLayout" Target="../slideLayouts/slideLayout94.xml"/><Relationship Id="rId70" Type="http://schemas.openxmlformats.org/officeDocument/2006/relationships/slideLayout" Target="../slideLayouts/slideLayout102.xml"/><Relationship Id="rId75" Type="http://schemas.openxmlformats.org/officeDocument/2006/relationships/slideLayout" Target="../slideLayouts/slideLayout107.xml"/><Relationship Id="rId83" Type="http://schemas.openxmlformats.org/officeDocument/2006/relationships/slideLayout" Target="../slideLayouts/slideLayout115.xml"/><Relationship Id="rId88" Type="http://schemas.openxmlformats.org/officeDocument/2006/relationships/slideLayout" Target="../slideLayouts/slideLayout120.xml"/><Relationship Id="rId91" Type="http://schemas.openxmlformats.org/officeDocument/2006/relationships/slideLayout" Target="../slideLayouts/slideLayout123.xml"/><Relationship Id="rId96" Type="http://schemas.openxmlformats.org/officeDocument/2006/relationships/slideLayout" Target="../slideLayouts/slideLayout128.xml"/><Relationship Id="rId111" Type="http://schemas.openxmlformats.org/officeDocument/2006/relationships/slideLayout" Target="../slideLayouts/slideLayout143.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28" Type="http://schemas.openxmlformats.org/officeDocument/2006/relationships/slideLayout" Target="../slideLayouts/slideLayout60.xml"/><Relationship Id="rId36" Type="http://schemas.openxmlformats.org/officeDocument/2006/relationships/slideLayout" Target="../slideLayouts/slideLayout68.xml"/><Relationship Id="rId49" Type="http://schemas.openxmlformats.org/officeDocument/2006/relationships/slideLayout" Target="../slideLayouts/slideLayout81.xml"/><Relationship Id="rId57" Type="http://schemas.openxmlformats.org/officeDocument/2006/relationships/slideLayout" Target="../slideLayouts/slideLayout89.xml"/><Relationship Id="rId106" Type="http://schemas.openxmlformats.org/officeDocument/2006/relationships/slideLayout" Target="../slideLayouts/slideLayout138.xml"/><Relationship Id="rId114" Type="http://schemas.openxmlformats.org/officeDocument/2006/relationships/slideLayout" Target="../slideLayouts/slideLayout146.xml"/><Relationship Id="rId119" Type="http://schemas.openxmlformats.org/officeDocument/2006/relationships/vmlDrawing" Target="../drawings/vmlDrawing1.vml"/><Relationship Id="rId10" Type="http://schemas.openxmlformats.org/officeDocument/2006/relationships/slideLayout" Target="../slideLayouts/slideLayout42.xml"/><Relationship Id="rId31" Type="http://schemas.openxmlformats.org/officeDocument/2006/relationships/slideLayout" Target="../slideLayouts/slideLayout63.xml"/><Relationship Id="rId44" Type="http://schemas.openxmlformats.org/officeDocument/2006/relationships/slideLayout" Target="../slideLayouts/slideLayout76.xml"/><Relationship Id="rId52" Type="http://schemas.openxmlformats.org/officeDocument/2006/relationships/slideLayout" Target="../slideLayouts/slideLayout84.xml"/><Relationship Id="rId60" Type="http://schemas.openxmlformats.org/officeDocument/2006/relationships/slideLayout" Target="../slideLayouts/slideLayout92.xml"/><Relationship Id="rId65" Type="http://schemas.openxmlformats.org/officeDocument/2006/relationships/slideLayout" Target="../slideLayouts/slideLayout97.xml"/><Relationship Id="rId73" Type="http://schemas.openxmlformats.org/officeDocument/2006/relationships/slideLayout" Target="../slideLayouts/slideLayout105.xml"/><Relationship Id="rId78" Type="http://schemas.openxmlformats.org/officeDocument/2006/relationships/slideLayout" Target="../slideLayouts/slideLayout110.xml"/><Relationship Id="rId81" Type="http://schemas.openxmlformats.org/officeDocument/2006/relationships/slideLayout" Target="../slideLayouts/slideLayout113.xml"/><Relationship Id="rId86" Type="http://schemas.openxmlformats.org/officeDocument/2006/relationships/slideLayout" Target="../slideLayouts/slideLayout118.xml"/><Relationship Id="rId94" Type="http://schemas.openxmlformats.org/officeDocument/2006/relationships/slideLayout" Target="../slideLayouts/slideLayout126.xml"/><Relationship Id="rId99" Type="http://schemas.openxmlformats.org/officeDocument/2006/relationships/slideLayout" Target="../slideLayouts/slideLayout131.xml"/><Relationship Id="rId101" Type="http://schemas.openxmlformats.org/officeDocument/2006/relationships/slideLayout" Target="../slideLayouts/slideLayout133.xml"/><Relationship Id="rId122" Type="http://schemas.openxmlformats.org/officeDocument/2006/relationships/image" Target="../media/image14.emf"/><Relationship Id="rId4" Type="http://schemas.openxmlformats.org/officeDocument/2006/relationships/slideLayout" Target="../slideLayouts/slideLayout36.xml"/><Relationship Id="rId9" Type="http://schemas.openxmlformats.org/officeDocument/2006/relationships/slideLayout" Target="../slideLayouts/slideLayout41.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39" Type="http://schemas.openxmlformats.org/officeDocument/2006/relationships/slideLayout" Target="../slideLayouts/slideLayout71.xml"/><Relationship Id="rId109" Type="http://schemas.openxmlformats.org/officeDocument/2006/relationships/slideLayout" Target="../slideLayouts/slideLayout141.xml"/><Relationship Id="rId34" Type="http://schemas.openxmlformats.org/officeDocument/2006/relationships/slideLayout" Target="../slideLayouts/slideLayout66.xml"/><Relationship Id="rId50" Type="http://schemas.openxmlformats.org/officeDocument/2006/relationships/slideLayout" Target="../slideLayouts/slideLayout82.xml"/><Relationship Id="rId55" Type="http://schemas.openxmlformats.org/officeDocument/2006/relationships/slideLayout" Target="../slideLayouts/slideLayout87.xml"/><Relationship Id="rId76" Type="http://schemas.openxmlformats.org/officeDocument/2006/relationships/slideLayout" Target="../slideLayouts/slideLayout108.xml"/><Relationship Id="rId97" Type="http://schemas.openxmlformats.org/officeDocument/2006/relationships/slideLayout" Target="../slideLayouts/slideLayout129.xml"/><Relationship Id="rId104" Type="http://schemas.openxmlformats.org/officeDocument/2006/relationships/slideLayout" Target="../slideLayouts/slideLayout136.xml"/><Relationship Id="rId120" Type="http://schemas.openxmlformats.org/officeDocument/2006/relationships/tags" Target="../tags/tag2.xml"/><Relationship Id="rId7" Type="http://schemas.openxmlformats.org/officeDocument/2006/relationships/slideLayout" Target="../slideLayouts/slideLayout39.xml"/><Relationship Id="rId71" Type="http://schemas.openxmlformats.org/officeDocument/2006/relationships/slideLayout" Target="../slideLayouts/slideLayout103.xml"/><Relationship Id="rId92" Type="http://schemas.openxmlformats.org/officeDocument/2006/relationships/slideLayout" Target="../slideLayouts/slideLayout124.xml"/><Relationship Id="rId2" Type="http://schemas.openxmlformats.org/officeDocument/2006/relationships/slideLayout" Target="../slideLayouts/slideLayout34.xml"/><Relationship Id="rId29" Type="http://schemas.openxmlformats.org/officeDocument/2006/relationships/slideLayout" Target="../slideLayouts/slideLayout61.xml"/><Relationship Id="rId24" Type="http://schemas.openxmlformats.org/officeDocument/2006/relationships/slideLayout" Target="../slideLayouts/slideLayout56.xml"/><Relationship Id="rId40" Type="http://schemas.openxmlformats.org/officeDocument/2006/relationships/slideLayout" Target="../slideLayouts/slideLayout72.xml"/><Relationship Id="rId45" Type="http://schemas.openxmlformats.org/officeDocument/2006/relationships/slideLayout" Target="../slideLayouts/slideLayout77.xml"/><Relationship Id="rId66" Type="http://schemas.openxmlformats.org/officeDocument/2006/relationships/slideLayout" Target="../slideLayouts/slideLayout98.xml"/><Relationship Id="rId87" Type="http://schemas.openxmlformats.org/officeDocument/2006/relationships/slideLayout" Target="../slideLayouts/slideLayout119.xml"/><Relationship Id="rId110" Type="http://schemas.openxmlformats.org/officeDocument/2006/relationships/slideLayout" Target="../slideLayouts/slideLayout142.xml"/><Relationship Id="rId115" Type="http://schemas.openxmlformats.org/officeDocument/2006/relationships/slideLayout" Target="../slideLayouts/slideLayout147.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75.xml"/><Relationship Id="rId117" Type="http://schemas.openxmlformats.org/officeDocument/2006/relationships/slideLayout" Target="../slideLayouts/slideLayout266.xml"/><Relationship Id="rId21" Type="http://schemas.openxmlformats.org/officeDocument/2006/relationships/slideLayout" Target="../slideLayouts/slideLayout170.xml"/><Relationship Id="rId42" Type="http://schemas.openxmlformats.org/officeDocument/2006/relationships/slideLayout" Target="../slideLayouts/slideLayout191.xml"/><Relationship Id="rId47" Type="http://schemas.openxmlformats.org/officeDocument/2006/relationships/slideLayout" Target="../slideLayouts/slideLayout196.xml"/><Relationship Id="rId63" Type="http://schemas.openxmlformats.org/officeDocument/2006/relationships/slideLayout" Target="../slideLayouts/slideLayout212.xml"/><Relationship Id="rId68" Type="http://schemas.openxmlformats.org/officeDocument/2006/relationships/slideLayout" Target="../slideLayouts/slideLayout217.xml"/><Relationship Id="rId84" Type="http://schemas.openxmlformats.org/officeDocument/2006/relationships/slideLayout" Target="../slideLayouts/slideLayout233.xml"/><Relationship Id="rId89" Type="http://schemas.openxmlformats.org/officeDocument/2006/relationships/slideLayout" Target="../slideLayouts/slideLayout238.xml"/><Relationship Id="rId112" Type="http://schemas.openxmlformats.org/officeDocument/2006/relationships/slideLayout" Target="../slideLayouts/slideLayout261.xml"/><Relationship Id="rId16" Type="http://schemas.openxmlformats.org/officeDocument/2006/relationships/slideLayout" Target="../slideLayouts/slideLayout165.xml"/><Relationship Id="rId107" Type="http://schemas.openxmlformats.org/officeDocument/2006/relationships/slideLayout" Target="../slideLayouts/slideLayout256.xml"/><Relationship Id="rId11" Type="http://schemas.openxmlformats.org/officeDocument/2006/relationships/slideLayout" Target="../slideLayouts/slideLayout160.xml"/><Relationship Id="rId32" Type="http://schemas.openxmlformats.org/officeDocument/2006/relationships/slideLayout" Target="../slideLayouts/slideLayout181.xml"/><Relationship Id="rId37" Type="http://schemas.openxmlformats.org/officeDocument/2006/relationships/slideLayout" Target="../slideLayouts/slideLayout186.xml"/><Relationship Id="rId53" Type="http://schemas.openxmlformats.org/officeDocument/2006/relationships/slideLayout" Target="../slideLayouts/slideLayout202.xml"/><Relationship Id="rId58" Type="http://schemas.openxmlformats.org/officeDocument/2006/relationships/slideLayout" Target="../slideLayouts/slideLayout207.xml"/><Relationship Id="rId74" Type="http://schemas.openxmlformats.org/officeDocument/2006/relationships/slideLayout" Target="../slideLayouts/slideLayout223.xml"/><Relationship Id="rId79" Type="http://schemas.openxmlformats.org/officeDocument/2006/relationships/slideLayout" Target="../slideLayouts/slideLayout228.xml"/><Relationship Id="rId102" Type="http://schemas.openxmlformats.org/officeDocument/2006/relationships/slideLayout" Target="../slideLayouts/slideLayout251.xml"/><Relationship Id="rId123" Type="http://schemas.openxmlformats.org/officeDocument/2006/relationships/tags" Target="../tags/tag117.xml"/><Relationship Id="rId5" Type="http://schemas.openxmlformats.org/officeDocument/2006/relationships/slideLayout" Target="../slideLayouts/slideLayout154.xml"/><Relationship Id="rId61" Type="http://schemas.openxmlformats.org/officeDocument/2006/relationships/slideLayout" Target="../slideLayouts/slideLayout210.xml"/><Relationship Id="rId82" Type="http://schemas.openxmlformats.org/officeDocument/2006/relationships/slideLayout" Target="../slideLayouts/slideLayout231.xml"/><Relationship Id="rId90" Type="http://schemas.openxmlformats.org/officeDocument/2006/relationships/slideLayout" Target="../slideLayouts/slideLayout239.xml"/><Relationship Id="rId95" Type="http://schemas.openxmlformats.org/officeDocument/2006/relationships/slideLayout" Target="../slideLayouts/slideLayout244.xml"/><Relationship Id="rId19" Type="http://schemas.openxmlformats.org/officeDocument/2006/relationships/slideLayout" Target="../slideLayouts/slideLayout168.xml"/><Relationship Id="rId14" Type="http://schemas.openxmlformats.org/officeDocument/2006/relationships/slideLayout" Target="../slideLayouts/slideLayout163.xml"/><Relationship Id="rId22" Type="http://schemas.openxmlformats.org/officeDocument/2006/relationships/slideLayout" Target="../slideLayouts/slideLayout171.xml"/><Relationship Id="rId27" Type="http://schemas.openxmlformats.org/officeDocument/2006/relationships/slideLayout" Target="../slideLayouts/slideLayout176.xml"/><Relationship Id="rId30" Type="http://schemas.openxmlformats.org/officeDocument/2006/relationships/slideLayout" Target="../slideLayouts/slideLayout179.xml"/><Relationship Id="rId35" Type="http://schemas.openxmlformats.org/officeDocument/2006/relationships/slideLayout" Target="../slideLayouts/slideLayout184.xml"/><Relationship Id="rId43" Type="http://schemas.openxmlformats.org/officeDocument/2006/relationships/slideLayout" Target="../slideLayouts/slideLayout192.xml"/><Relationship Id="rId48" Type="http://schemas.openxmlformats.org/officeDocument/2006/relationships/slideLayout" Target="../slideLayouts/slideLayout197.xml"/><Relationship Id="rId56" Type="http://schemas.openxmlformats.org/officeDocument/2006/relationships/slideLayout" Target="../slideLayouts/slideLayout205.xml"/><Relationship Id="rId64" Type="http://schemas.openxmlformats.org/officeDocument/2006/relationships/slideLayout" Target="../slideLayouts/slideLayout213.xml"/><Relationship Id="rId69" Type="http://schemas.openxmlformats.org/officeDocument/2006/relationships/slideLayout" Target="../slideLayouts/slideLayout218.xml"/><Relationship Id="rId77" Type="http://schemas.openxmlformats.org/officeDocument/2006/relationships/slideLayout" Target="../slideLayouts/slideLayout226.xml"/><Relationship Id="rId100" Type="http://schemas.openxmlformats.org/officeDocument/2006/relationships/slideLayout" Target="../slideLayouts/slideLayout249.xml"/><Relationship Id="rId105" Type="http://schemas.openxmlformats.org/officeDocument/2006/relationships/slideLayout" Target="../slideLayouts/slideLayout254.xml"/><Relationship Id="rId113" Type="http://schemas.openxmlformats.org/officeDocument/2006/relationships/slideLayout" Target="../slideLayouts/slideLayout262.xml"/><Relationship Id="rId118" Type="http://schemas.openxmlformats.org/officeDocument/2006/relationships/slideLayout" Target="../slideLayouts/slideLayout267.xml"/><Relationship Id="rId8" Type="http://schemas.openxmlformats.org/officeDocument/2006/relationships/slideLayout" Target="../slideLayouts/slideLayout157.xml"/><Relationship Id="rId51" Type="http://schemas.openxmlformats.org/officeDocument/2006/relationships/slideLayout" Target="../slideLayouts/slideLayout200.xml"/><Relationship Id="rId72" Type="http://schemas.openxmlformats.org/officeDocument/2006/relationships/slideLayout" Target="../slideLayouts/slideLayout221.xml"/><Relationship Id="rId80" Type="http://schemas.openxmlformats.org/officeDocument/2006/relationships/slideLayout" Target="../slideLayouts/slideLayout229.xml"/><Relationship Id="rId85" Type="http://schemas.openxmlformats.org/officeDocument/2006/relationships/slideLayout" Target="../slideLayouts/slideLayout234.xml"/><Relationship Id="rId93" Type="http://schemas.openxmlformats.org/officeDocument/2006/relationships/slideLayout" Target="../slideLayouts/slideLayout242.xml"/><Relationship Id="rId98" Type="http://schemas.openxmlformats.org/officeDocument/2006/relationships/slideLayout" Target="../slideLayouts/slideLayout247.xml"/><Relationship Id="rId121" Type="http://schemas.openxmlformats.org/officeDocument/2006/relationships/theme" Target="../theme/theme3.xml"/><Relationship Id="rId3" Type="http://schemas.openxmlformats.org/officeDocument/2006/relationships/slideLayout" Target="../slideLayouts/slideLayout152.xml"/><Relationship Id="rId12" Type="http://schemas.openxmlformats.org/officeDocument/2006/relationships/slideLayout" Target="../slideLayouts/slideLayout161.xml"/><Relationship Id="rId17" Type="http://schemas.openxmlformats.org/officeDocument/2006/relationships/slideLayout" Target="../slideLayouts/slideLayout166.xml"/><Relationship Id="rId25" Type="http://schemas.openxmlformats.org/officeDocument/2006/relationships/slideLayout" Target="../slideLayouts/slideLayout174.xml"/><Relationship Id="rId33" Type="http://schemas.openxmlformats.org/officeDocument/2006/relationships/slideLayout" Target="../slideLayouts/slideLayout182.xml"/><Relationship Id="rId38" Type="http://schemas.openxmlformats.org/officeDocument/2006/relationships/slideLayout" Target="../slideLayouts/slideLayout187.xml"/><Relationship Id="rId46" Type="http://schemas.openxmlformats.org/officeDocument/2006/relationships/slideLayout" Target="../slideLayouts/slideLayout195.xml"/><Relationship Id="rId59" Type="http://schemas.openxmlformats.org/officeDocument/2006/relationships/slideLayout" Target="../slideLayouts/slideLayout208.xml"/><Relationship Id="rId67" Type="http://schemas.openxmlformats.org/officeDocument/2006/relationships/slideLayout" Target="../slideLayouts/slideLayout216.xml"/><Relationship Id="rId103" Type="http://schemas.openxmlformats.org/officeDocument/2006/relationships/slideLayout" Target="../slideLayouts/slideLayout252.xml"/><Relationship Id="rId108" Type="http://schemas.openxmlformats.org/officeDocument/2006/relationships/slideLayout" Target="../slideLayouts/slideLayout257.xml"/><Relationship Id="rId116" Type="http://schemas.openxmlformats.org/officeDocument/2006/relationships/slideLayout" Target="../slideLayouts/slideLayout265.xml"/><Relationship Id="rId124" Type="http://schemas.openxmlformats.org/officeDocument/2006/relationships/oleObject" Target="../embeddings/oleObject116.bin"/><Relationship Id="rId20" Type="http://schemas.openxmlformats.org/officeDocument/2006/relationships/slideLayout" Target="../slideLayouts/slideLayout169.xml"/><Relationship Id="rId41" Type="http://schemas.openxmlformats.org/officeDocument/2006/relationships/slideLayout" Target="../slideLayouts/slideLayout190.xml"/><Relationship Id="rId54" Type="http://schemas.openxmlformats.org/officeDocument/2006/relationships/slideLayout" Target="../slideLayouts/slideLayout203.xml"/><Relationship Id="rId62" Type="http://schemas.openxmlformats.org/officeDocument/2006/relationships/slideLayout" Target="../slideLayouts/slideLayout211.xml"/><Relationship Id="rId70" Type="http://schemas.openxmlformats.org/officeDocument/2006/relationships/slideLayout" Target="../slideLayouts/slideLayout219.xml"/><Relationship Id="rId75" Type="http://schemas.openxmlformats.org/officeDocument/2006/relationships/slideLayout" Target="../slideLayouts/slideLayout224.xml"/><Relationship Id="rId83" Type="http://schemas.openxmlformats.org/officeDocument/2006/relationships/slideLayout" Target="../slideLayouts/slideLayout232.xml"/><Relationship Id="rId88" Type="http://schemas.openxmlformats.org/officeDocument/2006/relationships/slideLayout" Target="../slideLayouts/slideLayout237.xml"/><Relationship Id="rId91" Type="http://schemas.openxmlformats.org/officeDocument/2006/relationships/slideLayout" Target="../slideLayouts/slideLayout240.xml"/><Relationship Id="rId96" Type="http://schemas.openxmlformats.org/officeDocument/2006/relationships/slideLayout" Target="../slideLayouts/slideLayout245.xml"/><Relationship Id="rId111" Type="http://schemas.openxmlformats.org/officeDocument/2006/relationships/slideLayout" Target="../slideLayouts/slideLayout260.xml"/><Relationship Id="rId1" Type="http://schemas.openxmlformats.org/officeDocument/2006/relationships/slideLayout" Target="../slideLayouts/slideLayout150.xml"/><Relationship Id="rId6" Type="http://schemas.openxmlformats.org/officeDocument/2006/relationships/slideLayout" Target="../slideLayouts/slideLayout155.xml"/><Relationship Id="rId15" Type="http://schemas.openxmlformats.org/officeDocument/2006/relationships/slideLayout" Target="../slideLayouts/slideLayout164.xml"/><Relationship Id="rId23" Type="http://schemas.openxmlformats.org/officeDocument/2006/relationships/slideLayout" Target="../slideLayouts/slideLayout172.xml"/><Relationship Id="rId28" Type="http://schemas.openxmlformats.org/officeDocument/2006/relationships/slideLayout" Target="../slideLayouts/slideLayout177.xml"/><Relationship Id="rId36" Type="http://schemas.openxmlformats.org/officeDocument/2006/relationships/slideLayout" Target="../slideLayouts/slideLayout185.xml"/><Relationship Id="rId49" Type="http://schemas.openxmlformats.org/officeDocument/2006/relationships/slideLayout" Target="../slideLayouts/slideLayout198.xml"/><Relationship Id="rId57" Type="http://schemas.openxmlformats.org/officeDocument/2006/relationships/slideLayout" Target="../slideLayouts/slideLayout206.xml"/><Relationship Id="rId106" Type="http://schemas.openxmlformats.org/officeDocument/2006/relationships/slideLayout" Target="../slideLayouts/slideLayout255.xml"/><Relationship Id="rId114" Type="http://schemas.openxmlformats.org/officeDocument/2006/relationships/slideLayout" Target="../slideLayouts/slideLayout263.xml"/><Relationship Id="rId119" Type="http://schemas.openxmlformats.org/officeDocument/2006/relationships/slideLayout" Target="../slideLayouts/slideLayout268.xml"/><Relationship Id="rId10" Type="http://schemas.openxmlformats.org/officeDocument/2006/relationships/slideLayout" Target="../slideLayouts/slideLayout159.xml"/><Relationship Id="rId31" Type="http://schemas.openxmlformats.org/officeDocument/2006/relationships/slideLayout" Target="../slideLayouts/slideLayout180.xml"/><Relationship Id="rId44" Type="http://schemas.openxmlformats.org/officeDocument/2006/relationships/slideLayout" Target="../slideLayouts/slideLayout193.xml"/><Relationship Id="rId52" Type="http://schemas.openxmlformats.org/officeDocument/2006/relationships/slideLayout" Target="../slideLayouts/slideLayout201.xml"/><Relationship Id="rId60" Type="http://schemas.openxmlformats.org/officeDocument/2006/relationships/slideLayout" Target="../slideLayouts/slideLayout209.xml"/><Relationship Id="rId65" Type="http://schemas.openxmlformats.org/officeDocument/2006/relationships/slideLayout" Target="../slideLayouts/slideLayout214.xml"/><Relationship Id="rId73" Type="http://schemas.openxmlformats.org/officeDocument/2006/relationships/slideLayout" Target="../slideLayouts/slideLayout222.xml"/><Relationship Id="rId78" Type="http://schemas.openxmlformats.org/officeDocument/2006/relationships/slideLayout" Target="../slideLayouts/slideLayout227.xml"/><Relationship Id="rId81" Type="http://schemas.openxmlformats.org/officeDocument/2006/relationships/slideLayout" Target="../slideLayouts/slideLayout230.xml"/><Relationship Id="rId86" Type="http://schemas.openxmlformats.org/officeDocument/2006/relationships/slideLayout" Target="../slideLayouts/slideLayout235.xml"/><Relationship Id="rId94" Type="http://schemas.openxmlformats.org/officeDocument/2006/relationships/slideLayout" Target="../slideLayouts/slideLayout243.xml"/><Relationship Id="rId99" Type="http://schemas.openxmlformats.org/officeDocument/2006/relationships/slideLayout" Target="../slideLayouts/slideLayout248.xml"/><Relationship Id="rId101" Type="http://schemas.openxmlformats.org/officeDocument/2006/relationships/slideLayout" Target="../slideLayouts/slideLayout250.xml"/><Relationship Id="rId122" Type="http://schemas.openxmlformats.org/officeDocument/2006/relationships/vmlDrawing" Target="../drawings/vmlDrawing112.vml"/><Relationship Id="rId4" Type="http://schemas.openxmlformats.org/officeDocument/2006/relationships/slideLayout" Target="../slideLayouts/slideLayout153.xml"/><Relationship Id="rId9" Type="http://schemas.openxmlformats.org/officeDocument/2006/relationships/slideLayout" Target="../slideLayouts/slideLayout158.xml"/><Relationship Id="rId13" Type="http://schemas.openxmlformats.org/officeDocument/2006/relationships/slideLayout" Target="../slideLayouts/slideLayout162.xml"/><Relationship Id="rId18" Type="http://schemas.openxmlformats.org/officeDocument/2006/relationships/slideLayout" Target="../slideLayouts/slideLayout167.xml"/><Relationship Id="rId39" Type="http://schemas.openxmlformats.org/officeDocument/2006/relationships/slideLayout" Target="../slideLayouts/slideLayout188.xml"/><Relationship Id="rId109" Type="http://schemas.openxmlformats.org/officeDocument/2006/relationships/slideLayout" Target="../slideLayouts/slideLayout258.xml"/><Relationship Id="rId34" Type="http://schemas.openxmlformats.org/officeDocument/2006/relationships/slideLayout" Target="../slideLayouts/slideLayout183.xml"/><Relationship Id="rId50" Type="http://schemas.openxmlformats.org/officeDocument/2006/relationships/slideLayout" Target="../slideLayouts/slideLayout199.xml"/><Relationship Id="rId55" Type="http://schemas.openxmlformats.org/officeDocument/2006/relationships/slideLayout" Target="../slideLayouts/slideLayout204.xml"/><Relationship Id="rId76" Type="http://schemas.openxmlformats.org/officeDocument/2006/relationships/slideLayout" Target="../slideLayouts/slideLayout225.xml"/><Relationship Id="rId97" Type="http://schemas.openxmlformats.org/officeDocument/2006/relationships/slideLayout" Target="../slideLayouts/slideLayout246.xml"/><Relationship Id="rId104" Type="http://schemas.openxmlformats.org/officeDocument/2006/relationships/slideLayout" Target="../slideLayouts/slideLayout253.xml"/><Relationship Id="rId120" Type="http://schemas.openxmlformats.org/officeDocument/2006/relationships/slideLayout" Target="../slideLayouts/slideLayout269.xml"/><Relationship Id="rId125" Type="http://schemas.openxmlformats.org/officeDocument/2006/relationships/image" Target="../media/image14.emf"/><Relationship Id="rId7" Type="http://schemas.openxmlformats.org/officeDocument/2006/relationships/slideLayout" Target="../slideLayouts/slideLayout156.xml"/><Relationship Id="rId71" Type="http://schemas.openxmlformats.org/officeDocument/2006/relationships/slideLayout" Target="../slideLayouts/slideLayout220.xml"/><Relationship Id="rId92" Type="http://schemas.openxmlformats.org/officeDocument/2006/relationships/slideLayout" Target="../slideLayouts/slideLayout241.xml"/><Relationship Id="rId2" Type="http://schemas.openxmlformats.org/officeDocument/2006/relationships/slideLayout" Target="../slideLayouts/slideLayout151.xml"/><Relationship Id="rId29" Type="http://schemas.openxmlformats.org/officeDocument/2006/relationships/slideLayout" Target="../slideLayouts/slideLayout178.xml"/><Relationship Id="rId24" Type="http://schemas.openxmlformats.org/officeDocument/2006/relationships/slideLayout" Target="../slideLayouts/slideLayout173.xml"/><Relationship Id="rId40" Type="http://schemas.openxmlformats.org/officeDocument/2006/relationships/slideLayout" Target="../slideLayouts/slideLayout189.xml"/><Relationship Id="rId45" Type="http://schemas.openxmlformats.org/officeDocument/2006/relationships/slideLayout" Target="../slideLayouts/slideLayout194.xml"/><Relationship Id="rId66" Type="http://schemas.openxmlformats.org/officeDocument/2006/relationships/slideLayout" Target="../slideLayouts/slideLayout215.xml"/><Relationship Id="rId87" Type="http://schemas.openxmlformats.org/officeDocument/2006/relationships/slideLayout" Target="../slideLayouts/slideLayout236.xml"/><Relationship Id="rId110" Type="http://schemas.openxmlformats.org/officeDocument/2006/relationships/slideLayout" Target="../slideLayouts/slideLayout259.xml"/><Relationship Id="rId115" Type="http://schemas.openxmlformats.org/officeDocument/2006/relationships/slideLayout" Target="../slideLayouts/slideLayout26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8962" y="245863"/>
            <a:ext cx="9050409" cy="315704"/>
          </a:xfrm>
          <a:prstGeom prst="rect">
            <a:avLst/>
          </a:prstGeom>
        </p:spPr>
        <p:txBody>
          <a:bodyPr vert="horz" wrap="square" lIns="0" tIns="0" rIns="0" bIns="0" rtlCol="0" anchor="b">
            <a:noAutofit/>
          </a:bodyPr>
          <a:lstStyle/>
          <a:p>
            <a:r>
              <a:rPr lang="en-US" dirty="0"/>
              <a:t>SECTION HEADING</a:t>
            </a:r>
          </a:p>
        </p:txBody>
      </p:sp>
      <p:sp>
        <p:nvSpPr>
          <p:cNvPr id="3" name="Text Placeholder 2"/>
          <p:cNvSpPr>
            <a:spLocks noGrp="1"/>
          </p:cNvSpPr>
          <p:nvPr>
            <p:ph type="body" idx="1"/>
          </p:nvPr>
        </p:nvSpPr>
        <p:spPr>
          <a:xfrm>
            <a:off x="456927" y="1066801"/>
            <a:ext cx="11296110" cy="5059365"/>
          </a:xfrm>
          <a:prstGeom prst="rect">
            <a:avLst/>
          </a:prstGeom>
        </p:spPr>
        <p:txBody>
          <a:bodyPr vert="horz" lIns="91440" tIns="45720" rIns="91440" bIns="45720" rtlCol="0">
            <a:normAutofit/>
          </a:bodyPr>
          <a:lstStyle/>
          <a:p>
            <a:pPr lvl="0"/>
            <a:r>
              <a:rPr lang="x-none" dirty="0"/>
              <a:t>Click to edit Master text styles</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sp>
        <p:nvSpPr>
          <p:cNvPr id="9" name="TextBox 8">
            <a:extLst>
              <a:ext uri="{FF2B5EF4-FFF2-40B4-BE49-F238E27FC236}">
                <a16:creationId xmlns="" xmlns:a16="http://schemas.microsoft.com/office/drawing/2014/main" id="{3230B90F-242E-4EDF-94F3-70B9791F7EF3}"/>
              </a:ext>
            </a:extLst>
          </p:cNvPr>
          <p:cNvSpPr txBox="1"/>
          <p:nvPr userDrawn="1"/>
        </p:nvSpPr>
        <p:spPr>
          <a:xfrm>
            <a:off x="11470597" y="6601381"/>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lumMod val="50000"/>
                  </a:schemeClr>
                </a:solidFill>
                <a:latin typeface="+mj-lt"/>
                <a:cs typeface="Avenir Roman"/>
              </a:rPr>
              <a:pPr algn="r"/>
              <a:t>‹#›</a:t>
            </a:fld>
            <a:endParaRPr kumimoji="0" lang="en-US" sz="1000" u="none" strike="noStrike" kern="1200" cap="none" spc="0" normalizeH="0" baseline="0" noProof="0" dirty="0">
              <a:ln>
                <a:noFill/>
              </a:ln>
              <a:solidFill>
                <a:schemeClr val="bg1">
                  <a:lumMod val="50000"/>
                </a:schemeClr>
              </a:solidFill>
              <a:effectLst/>
              <a:uLnTx/>
              <a:uFillTx/>
              <a:latin typeface="+mj-lt"/>
              <a:cs typeface="Avenir Roman"/>
            </a:endParaRPr>
          </a:p>
        </p:txBody>
      </p:sp>
      <p:sp>
        <p:nvSpPr>
          <p:cNvPr id="13" name="Rectangle 12">
            <a:extLst>
              <a:ext uri="{FF2B5EF4-FFF2-40B4-BE49-F238E27FC236}">
                <a16:creationId xmlns="" xmlns:a16="http://schemas.microsoft.com/office/drawing/2014/main" id="{8F56F0B2-4CBF-477D-95D0-F4A877A249B7}"/>
              </a:ext>
            </a:extLst>
          </p:cNvPr>
          <p:cNvSpPr/>
          <p:nvPr userDrawn="1"/>
        </p:nvSpPr>
        <p:spPr>
          <a:xfrm>
            <a:off x="351223" y="6569272"/>
            <a:ext cx="2999539" cy="230832"/>
          </a:xfrm>
          <a:prstGeom prst="rect">
            <a:avLst/>
          </a:prstGeom>
        </p:spPr>
        <p:txBody>
          <a:bodyPr wrap="none">
            <a:spAutoFit/>
          </a:bodyPr>
          <a:lstStyle/>
          <a:p>
            <a:r>
              <a:rPr lang="en-US" sz="900" b="0" dirty="0">
                <a:solidFill>
                  <a:schemeClr val="bg1">
                    <a:lumMod val="50000"/>
                  </a:schemeClr>
                </a:solidFill>
                <a:latin typeface="+mj-lt"/>
                <a:cs typeface="Avenir Roman"/>
              </a:rPr>
              <a:t>Copyright © 2026 Infogain Corporation. All Rights Reserved.</a:t>
            </a:r>
          </a:p>
        </p:txBody>
      </p:sp>
      <p:pic>
        <p:nvPicPr>
          <p:cNvPr id="8" name="Picture 7"/>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3937550629"/>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 id="2147483689" r:id="rId21"/>
    <p:sldLayoutId id="2147483690" r:id="rId22"/>
    <p:sldLayoutId id="2147483691" r:id="rId23"/>
    <p:sldLayoutId id="2147483692" r:id="rId24"/>
    <p:sldLayoutId id="2147483693" r:id="rId25"/>
    <p:sldLayoutId id="2147483694" r:id="rId26"/>
    <p:sldLayoutId id="2147483695" r:id="rId27"/>
    <p:sldLayoutId id="2147483696" r:id="rId28"/>
    <p:sldLayoutId id="2147483697" r:id="rId29"/>
    <p:sldLayoutId id="2147483698" r:id="rId30"/>
    <p:sldLayoutId id="2147483699" r:id="rId31"/>
    <p:sldLayoutId id="2147483703" r:id="rId32"/>
  </p:sldLayoutIdLst>
  <p:txStyles>
    <p:titleStyle>
      <a:lvl1pPr algn="l" defTabSz="457200" rtl="0" eaLnBrk="1" latinLnBrk="0" hangingPunct="1">
        <a:spcBef>
          <a:spcPct val="0"/>
        </a:spcBef>
        <a:buNone/>
        <a:defRPr sz="1600" kern="1200" cap="all" spc="0" baseline="0">
          <a:solidFill>
            <a:schemeClr val="bg2"/>
          </a:solidFill>
          <a:latin typeface="+mj-lt"/>
          <a:ea typeface="+mj-ea"/>
          <a:cs typeface="+mj-cs"/>
        </a:defRPr>
      </a:lvl1pPr>
    </p:titleStyle>
    <p:bodyStyle>
      <a:lvl1pPr marL="342900" indent="-342900" algn="l" defTabSz="457200" rtl="0" eaLnBrk="1" latinLnBrk="0" hangingPunct="1">
        <a:spcBef>
          <a:spcPts val="1600"/>
        </a:spcBef>
        <a:buClr>
          <a:schemeClr val="bg2"/>
        </a:buClr>
        <a:buFontTx/>
        <a:buChar char="◌"/>
        <a:defRPr sz="1800" kern="1200">
          <a:solidFill>
            <a:schemeClr val="tx1"/>
          </a:solidFill>
          <a:latin typeface="+mn-lt"/>
          <a:ea typeface="+mn-ea"/>
          <a:cs typeface="+mn-cs"/>
        </a:defRPr>
      </a:lvl1pPr>
      <a:lvl2pPr marL="742950" indent="-285750" algn="l" defTabSz="457200" rtl="0" eaLnBrk="1" latinLnBrk="0" hangingPunct="1">
        <a:spcBef>
          <a:spcPts val="800"/>
        </a:spcBef>
        <a:buClr>
          <a:schemeClr val="bg2"/>
        </a:buClr>
        <a:buFontTx/>
        <a:buChar char="◌"/>
        <a:defRPr sz="1600" kern="1200">
          <a:solidFill>
            <a:schemeClr val="tx1"/>
          </a:solidFill>
          <a:latin typeface="+mn-lt"/>
          <a:ea typeface="+mn-ea"/>
          <a:cs typeface="+mn-cs"/>
        </a:defRPr>
      </a:lvl2pPr>
      <a:lvl3pPr marL="1143000" indent="-228600" algn="l" defTabSz="457200" rtl="0" eaLnBrk="1" latinLnBrk="0" hangingPunct="1">
        <a:spcBef>
          <a:spcPts val="600"/>
        </a:spcBef>
        <a:buClr>
          <a:schemeClr val="bg2"/>
        </a:buClr>
        <a:buFontTx/>
        <a:buChar char="◌"/>
        <a:defRPr sz="1400" kern="1200">
          <a:solidFill>
            <a:schemeClr val="tx1"/>
          </a:solidFill>
          <a:latin typeface="+mn-lt"/>
          <a:ea typeface="+mn-ea"/>
          <a:cs typeface="+mn-cs"/>
        </a:defRPr>
      </a:lvl3pPr>
      <a:lvl4pPr marL="1600200" indent="-228600" algn="l" defTabSz="457200" rtl="0" eaLnBrk="1" latinLnBrk="0" hangingPunct="1">
        <a:spcBef>
          <a:spcPts val="400"/>
        </a:spcBef>
        <a:buClr>
          <a:schemeClr val="bg2"/>
        </a:buClr>
        <a:buFontTx/>
        <a:buChar char="◌"/>
        <a:defRPr sz="1200" kern="1200">
          <a:solidFill>
            <a:schemeClr val="tx1"/>
          </a:solidFill>
          <a:latin typeface="+mn-lt"/>
          <a:ea typeface="+mn-ea"/>
          <a:cs typeface="+mn-cs"/>
        </a:defRPr>
      </a:lvl4pPr>
      <a:lvl5pPr marL="2057400" indent="-228600" algn="l" defTabSz="457200" rtl="0" eaLnBrk="1" latinLnBrk="0" hangingPunct="1">
        <a:spcBef>
          <a:spcPts val="400"/>
        </a:spcBef>
        <a:buClr>
          <a:schemeClr val="bg2"/>
        </a:buClr>
        <a:buFontTx/>
        <a:buChar char="◌"/>
        <a:defRPr sz="12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orient="horz" pos="672">
          <p15:clr>
            <a:srgbClr val="F26B43"/>
          </p15:clr>
        </p15:guide>
        <p15:guide id="2" pos="275">
          <p15:clr>
            <a:srgbClr val="F26B43"/>
          </p15:clr>
        </p15:guide>
        <p15:guide id="3" pos="7403">
          <p15:clr>
            <a:srgbClr val="F26B43"/>
          </p15:clr>
        </p15:guide>
        <p15:guide id="4" orient="horz" pos="3864">
          <p15:clr>
            <a:srgbClr val="F26B43"/>
          </p15:clr>
        </p15:guide>
        <p15:guide id="5" orient="horz" pos="888">
          <p15:clr>
            <a:srgbClr val="F26B43"/>
          </p15:clr>
        </p15:guide>
        <p15:guide id="6" pos="254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DC79CD5-1EA1-EEAF-4FD1-E9B0B275A370}"/>
              </a:ext>
            </a:extLst>
          </p:cNvPr>
          <p:cNvGraphicFramePr>
            <a:graphicFrameLocks noChangeAspect="1"/>
          </p:cNvGraphicFramePr>
          <p:nvPr userDrawn="1">
            <p:custDataLst>
              <p:tags r:id="rId120"/>
            </p:custDataLst>
            <p:extLst>
              <p:ext uri="{D42A27DB-BD31-4B8C-83A1-F6EECF244321}">
                <p14:modId xmlns:p14="http://schemas.microsoft.com/office/powerpoint/2010/main" val="360570811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161" name="think-cell Slide" r:id="rId121" imgW="7772400" imgH="10058400" progId="TCLayout.ActiveDocument.1">
                  <p:embed/>
                </p:oleObj>
              </mc:Choice>
              <mc:Fallback>
                <p:oleObj name="think-cell Slide" r:id="rId121" imgW="7772400" imgH="10058400" progId="TCLayout.ActiveDocument.1">
                  <p:embed/>
                  <p:pic>
                    <p:nvPicPr>
                      <p:cNvPr id="8" name="think-cell data - do not delete" hidden="1">
                        <a:extLst>
                          <a:ext uri="{FF2B5EF4-FFF2-40B4-BE49-F238E27FC236}">
                            <a16:creationId xmlns="" xmlns:a16="http://schemas.microsoft.com/office/drawing/2014/main" id="{8DC79CD5-1EA1-EEAF-4FD1-E9B0B275A370}"/>
                          </a:ext>
                        </a:extLst>
                      </p:cNvPr>
                      <p:cNvPicPr/>
                      <p:nvPr/>
                    </p:nvPicPr>
                    <p:blipFill>
                      <a:blip r:embed="rId122"/>
                      <a:stretch>
                        <a:fillRect/>
                      </a:stretch>
                    </p:blipFill>
                    <p:spPr>
                      <a:xfrm>
                        <a:off x="1588" y="1588"/>
                        <a:ext cx="1227" cy="1588"/>
                      </a:xfrm>
                      <a:prstGeom prst="rect">
                        <a:avLst/>
                      </a:prstGeom>
                    </p:spPr>
                  </p:pic>
                </p:oleObj>
              </mc:Fallback>
            </mc:AlternateContent>
          </a:graphicData>
        </a:graphic>
      </p:graphicFrame>
      <p:sp>
        <p:nvSpPr>
          <p:cNvPr id="6" name="Slide Number Placeholder 5"/>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4" name="Page# static">
            <a:extLst>
              <a:ext uri="{FF2B5EF4-FFF2-40B4-BE49-F238E27FC236}">
                <a16:creationId xmlns="" xmlns:a16="http://schemas.microsoft.com/office/drawing/2014/main" id="{FD550928-01C5-D4F3-E973-6F240B67225A}"/>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2" name="Title Placeholder 1"/>
          <p:cNvSpPr>
            <a:spLocks noGrp="1"/>
          </p:cNvSpPr>
          <p:nvPr>
            <p:ph type="title"/>
          </p:nvPr>
        </p:nvSpPr>
        <p:spPr>
          <a:xfrm>
            <a:off x="565149" y="460375"/>
            <a:ext cx="11066463" cy="73152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565149" y="1617663"/>
            <a:ext cx="11066464" cy="377348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 xmlns:a16="http://schemas.microsoft.com/office/drawing/2014/main" id="{C3F896F8-33A6-2AF9-F20C-2B04802E31F1}"/>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t>Tenarai</a:t>
            </a:r>
          </a:p>
        </p:txBody>
      </p:sp>
      <p:sp>
        <p:nvSpPr>
          <p:cNvPr id="11" name="TextBox 10">
            <a:extLst>
              <a:ext uri="{FF2B5EF4-FFF2-40B4-BE49-F238E27FC236}">
                <a16:creationId xmlns="" xmlns:a16="http://schemas.microsoft.com/office/drawing/2014/main" id="{BB6F12C9-9305-1B46-3B2C-1383963166E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spTree>
    <p:extLst>
      <p:ext uri="{BB962C8B-B14F-4D97-AF65-F5344CB8AC3E}">
        <p14:creationId xmlns:p14="http://schemas.microsoft.com/office/powerpoint/2010/main" val="2566521523"/>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 id="2147483724" r:id="rId19"/>
    <p:sldLayoutId id="2147483725" r:id="rId20"/>
    <p:sldLayoutId id="2147483726" r:id="rId21"/>
    <p:sldLayoutId id="2147483727" r:id="rId22"/>
    <p:sldLayoutId id="2147483728" r:id="rId23"/>
    <p:sldLayoutId id="2147483729" r:id="rId24"/>
    <p:sldLayoutId id="2147483730" r:id="rId25"/>
    <p:sldLayoutId id="2147483731" r:id="rId26"/>
    <p:sldLayoutId id="2147483732" r:id="rId27"/>
    <p:sldLayoutId id="2147483733" r:id="rId28"/>
    <p:sldLayoutId id="2147483734" r:id="rId29"/>
    <p:sldLayoutId id="2147483735" r:id="rId30"/>
    <p:sldLayoutId id="2147483736" r:id="rId31"/>
    <p:sldLayoutId id="2147483737" r:id="rId32"/>
    <p:sldLayoutId id="2147483738" r:id="rId33"/>
    <p:sldLayoutId id="2147483739" r:id="rId34"/>
    <p:sldLayoutId id="2147483740" r:id="rId35"/>
    <p:sldLayoutId id="2147483741" r:id="rId36"/>
    <p:sldLayoutId id="2147483742" r:id="rId37"/>
    <p:sldLayoutId id="2147483743" r:id="rId38"/>
    <p:sldLayoutId id="2147483744" r:id="rId39"/>
    <p:sldLayoutId id="2147483745" r:id="rId40"/>
    <p:sldLayoutId id="2147483746" r:id="rId41"/>
    <p:sldLayoutId id="2147483747" r:id="rId42"/>
    <p:sldLayoutId id="2147483748" r:id="rId43"/>
    <p:sldLayoutId id="2147483749" r:id="rId44"/>
    <p:sldLayoutId id="2147483750" r:id="rId45"/>
    <p:sldLayoutId id="2147483751" r:id="rId46"/>
    <p:sldLayoutId id="2147483752" r:id="rId47"/>
    <p:sldLayoutId id="2147483753" r:id="rId48"/>
    <p:sldLayoutId id="2147483754" r:id="rId49"/>
    <p:sldLayoutId id="2147483755" r:id="rId50"/>
    <p:sldLayoutId id="2147483756" r:id="rId51"/>
    <p:sldLayoutId id="2147483757" r:id="rId52"/>
    <p:sldLayoutId id="2147483758" r:id="rId53"/>
    <p:sldLayoutId id="2147483759" r:id="rId54"/>
    <p:sldLayoutId id="2147483760" r:id="rId55"/>
    <p:sldLayoutId id="2147483761" r:id="rId56"/>
    <p:sldLayoutId id="2147483762" r:id="rId57"/>
    <p:sldLayoutId id="2147483763" r:id="rId58"/>
    <p:sldLayoutId id="2147483764" r:id="rId59"/>
    <p:sldLayoutId id="2147483765" r:id="rId60"/>
    <p:sldLayoutId id="2147483766" r:id="rId61"/>
    <p:sldLayoutId id="2147483767" r:id="rId62"/>
    <p:sldLayoutId id="2147483768" r:id="rId63"/>
    <p:sldLayoutId id="2147483769" r:id="rId64"/>
    <p:sldLayoutId id="2147483770" r:id="rId65"/>
    <p:sldLayoutId id="2147483771" r:id="rId66"/>
    <p:sldLayoutId id="2147483772" r:id="rId67"/>
    <p:sldLayoutId id="2147483773" r:id="rId68"/>
    <p:sldLayoutId id="2147483774" r:id="rId69"/>
    <p:sldLayoutId id="2147483775" r:id="rId70"/>
    <p:sldLayoutId id="2147483776" r:id="rId71"/>
    <p:sldLayoutId id="2147483777" r:id="rId72"/>
    <p:sldLayoutId id="2147483778" r:id="rId73"/>
    <p:sldLayoutId id="2147483779" r:id="rId74"/>
    <p:sldLayoutId id="2147483780" r:id="rId75"/>
    <p:sldLayoutId id="2147483781" r:id="rId76"/>
    <p:sldLayoutId id="2147483782" r:id="rId77"/>
    <p:sldLayoutId id="2147483783" r:id="rId78"/>
    <p:sldLayoutId id="2147483784" r:id="rId79"/>
    <p:sldLayoutId id="2147483785" r:id="rId80"/>
    <p:sldLayoutId id="2147483786" r:id="rId81"/>
    <p:sldLayoutId id="2147483787" r:id="rId82"/>
    <p:sldLayoutId id="2147483788" r:id="rId83"/>
    <p:sldLayoutId id="2147483789" r:id="rId84"/>
    <p:sldLayoutId id="2147483790" r:id="rId85"/>
    <p:sldLayoutId id="2147483791" r:id="rId86"/>
    <p:sldLayoutId id="2147483792" r:id="rId87"/>
    <p:sldLayoutId id="2147483793" r:id="rId88"/>
    <p:sldLayoutId id="2147483794" r:id="rId89"/>
    <p:sldLayoutId id="2147483795" r:id="rId90"/>
    <p:sldLayoutId id="2147483796" r:id="rId91"/>
    <p:sldLayoutId id="2147483797" r:id="rId92"/>
    <p:sldLayoutId id="2147483798" r:id="rId93"/>
    <p:sldLayoutId id="2147483799" r:id="rId94"/>
    <p:sldLayoutId id="2147483800" r:id="rId95"/>
    <p:sldLayoutId id="2147483801" r:id="rId96"/>
    <p:sldLayoutId id="2147483802" r:id="rId97"/>
    <p:sldLayoutId id="2147483803" r:id="rId98"/>
    <p:sldLayoutId id="2147483804" r:id="rId99"/>
    <p:sldLayoutId id="2147483805" r:id="rId100"/>
    <p:sldLayoutId id="2147483806" r:id="rId101"/>
    <p:sldLayoutId id="2147483807" r:id="rId102"/>
    <p:sldLayoutId id="2147483808" r:id="rId103"/>
    <p:sldLayoutId id="2147483809" r:id="rId104"/>
    <p:sldLayoutId id="2147483810" r:id="rId105"/>
    <p:sldLayoutId id="2147483811" r:id="rId106"/>
    <p:sldLayoutId id="2147483812" r:id="rId107"/>
    <p:sldLayoutId id="2147483813" r:id="rId108"/>
    <p:sldLayoutId id="2147483814" r:id="rId109"/>
    <p:sldLayoutId id="2147483815" r:id="rId110"/>
    <p:sldLayoutId id="2147483816" r:id="rId111"/>
    <p:sldLayoutId id="2147483817" r:id="rId112"/>
    <p:sldLayoutId id="2147483818" r:id="rId113"/>
    <p:sldLayoutId id="2147483819" r:id="rId114"/>
    <p:sldLayoutId id="2147483820" r:id="rId115"/>
    <p:sldLayoutId id="2147483821" r:id="rId116"/>
    <p:sldLayoutId id="2147483822" r:id="rId117"/>
  </p:sldLayoutIdLst>
  <p:hf hd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200"/>
        </a:spcBef>
        <a:buFontTx/>
        <a:buNone/>
        <a:defRPr sz="1400" kern="1200">
          <a:solidFill>
            <a:schemeClr val="tx1"/>
          </a:solidFill>
          <a:latin typeface="+mn-lt"/>
          <a:ea typeface="+mn-ea"/>
          <a:cs typeface="+mn-cs"/>
        </a:defRPr>
      </a:lvl1pPr>
      <a:lvl2pPr marL="228600" indent="-228600" algn="l" defTabSz="914400" rtl="0" eaLnBrk="1" latinLnBrk="0" hangingPunct="1">
        <a:lnSpc>
          <a:spcPct val="110000"/>
        </a:lnSpc>
        <a:spcBef>
          <a:spcPts val="600"/>
        </a:spcBef>
        <a:buFont typeface="Arial" panose="020B0604020202020204" pitchFamily="34" charset="0"/>
        <a:buChar char="•"/>
        <a:tabLst/>
        <a:defRPr sz="1400" kern="1200">
          <a:solidFill>
            <a:schemeClr val="tx1"/>
          </a:solidFill>
          <a:latin typeface="+mn-lt"/>
          <a:ea typeface="+mn-ea"/>
          <a:cs typeface="+mn-cs"/>
        </a:defRPr>
      </a:lvl2pPr>
      <a:lvl3pPr marL="4572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3pPr>
      <a:lvl4pPr marL="6858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4pPr>
      <a:lvl5pPr marL="9144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pos="3841">
          <p15:clr>
            <a:srgbClr val="5ACBF0"/>
          </p15:clr>
        </p15:guide>
        <p15:guide id="2" pos="3936">
          <p15:clr>
            <a:srgbClr val="F26B43"/>
          </p15:clr>
        </p15:guide>
        <p15:guide id="3" pos="3746">
          <p15:clr>
            <a:srgbClr val="F26B43"/>
          </p15:clr>
        </p15:guide>
        <p15:guide id="4" pos="3810">
          <p15:clr>
            <a:srgbClr val="FBAE40"/>
          </p15:clr>
        </p15:guide>
        <p15:guide id="5" pos="3873">
          <p15:clr>
            <a:srgbClr val="FBAE40"/>
          </p15:clr>
        </p15:guide>
        <p15:guide id="6" pos="3236">
          <p15:clr>
            <a:srgbClr val="5ACBF0"/>
          </p15:clr>
        </p15:guide>
        <p15:guide id="7" pos="3331">
          <p15:clr>
            <a:srgbClr val="F26B43"/>
          </p15:clr>
        </p15:guide>
        <p15:guide id="8" pos="3141">
          <p15:clr>
            <a:srgbClr val="F26B43"/>
          </p15:clr>
        </p15:guide>
        <p15:guide id="9" pos="3204">
          <p15:clr>
            <a:srgbClr val="FBAE40"/>
          </p15:clr>
        </p15:guide>
        <p15:guide id="10" pos="3267">
          <p15:clr>
            <a:srgbClr val="FBAE40"/>
          </p15:clr>
        </p15:guide>
        <p15:guide id="11" pos="2643">
          <p15:clr>
            <a:srgbClr val="5ACBF0"/>
          </p15:clr>
        </p15:guide>
        <p15:guide id="12" pos="2738">
          <p15:clr>
            <a:srgbClr val="F26B43"/>
          </p15:clr>
        </p15:guide>
        <p15:guide id="13" pos="2548">
          <p15:clr>
            <a:srgbClr val="F26B43"/>
          </p15:clr>
        </p15:guide>
        <p15:guide id="14" pos="2611">
          <p15:clr>
            <a:srgbClr val="FBAE40"/>
          </p15:clr>
        </p15:guide>
        <p15:guide id="15" pos="2674">
          <p15:clr>
            <a:srgbClr val="FBAE40"/>
          </p15:clr>
        </p15:guide>
        <p15:guide id="16" pos="2050">
          <p15:clr>
            <a:srgbClr val="5ACBF0"/>
          </p15:clr>
        </p15:guide>
        <p15:guide id="17" pos="2145">
          <p15:clr>
            <a:srgbClr val="F26B43"/>
          </p15:clr>
        </p15:guide>
        <p15:guide id="18" pos="1955">
          <p15:clr>
            <a:srgbClr val="F26B43"/>
          </p15:clr>
        </p15:guide>
        <p15:guide id="19" pos="2018">
          <p15:clr>
            <a:srgbClr val="FBAE40"/>
          </p15:clr>
        </p15:guide>
        <p15:guide id="20" pos="2081">
          <p15:clr>
            <a:srgbClr val="FBAE40"/>
          </p15:clr>
        </p15:guide>
        <p15:guide id="21" pos="1436">
          <p15:clr>
            <a:srgbClr val="5ACBF0"/>
          </p15:clr>
        </p15:guide>
        <p15:guide id="22" pos="1531">
          <p15:clr>
            <a:srgbClr val="F26B43"/>
          </p15:clr>
        </p15:guide>
        <p15:guide id="23" pos="1341">
          <p15:clr>
            <a:srgbClr val="F26B43"/>
          </p15:clr>
        </p15:guide>
        <p15:guide id="24" pos="1404">
          <p15:clr>
            <a:srgbClr val="FBAE40"/>
          </p15:clr>
        </p15:guide>
        <p15:guide id="25" pos="1467">
          <p15:clr>
            <a:srgbClr val="FBAE40"/>
          </p15:clr>
        </p15:guide>
        <p15:guide id="26" pos="860">
          <p15:clr>
            <a:srgbClr val="5ACBF0"/>
          </p15:clr>
        </p15:guide>
        <p15:guide id="27" pos="955">
          <p15:clr>
            <a:srgbClr val="F26B43"/>
          </p15:clr>
        </p15:guide>
        <p15:guide id="28" pos="765">
          <p15:clr>
            <a:srgbClr val="F26B43"/>
          </p15:clr>
        </p15:guide>
        <p15:guide id="29" pos="828">
          <p15:clr>
            <a:srgbClr val="FBAE40"/>
          </p15:clr>
        </p15:guide>
        <p15:guide id="30" pos="891">
          <p15:clr>
            <a:srgbClr val="FBAE40"/>
          </p15:clr>
        </p15:guide>
        <p15:guide id="31" pos="4433">
          <p15:clr>
            <a:srgbClr val="5ACBF0"/>
          </p15:clr>
        </p15:guide>
        <p15:guide id="32" pos="4528">
          <p15:clr>
            <a:srgbClr val="F26B43"/>
          </p15:clr>
        </p15:guide>
        <p15:guide id="33" pos="4338">
          <p15:clr>
            <a:srgbClr val="F26B43"/>
          </p15:clr>
        </p15:guide>
        <p15:guide id="34" pos="4401">
          <p15:clr>
            <a:srgbClr val="FBAE40"/>
          </p15:clr>
        </p15:guide>
        <p15:guide id="35" pos="4465">
          <p15:clr>
            <a:srgbClr val="FBAE40"/>
          </p15:clr>
        </p15:guide>
        <p15:guide id="36" pos="5026">
          <p15:clr>
            <a:srgbClr val="5ACBF0"/>
          </p15:clr>
        </p15:guide>
        <p15:guide id="37" pos="5121">
          <p15:clr>
            <a:srgbClr val="F26B43"/>
          </p15:clr>
        </p15:guide>
        <p15:guide id="38" pos="4931">
          <p15:clr>
            <a:srgbClr val="F26B43"/>
          </p15:clr>
        </p15:guide>
        <p15:guide id="39" pos="4994">
          <p15:clr>
            <a:srgbClr val="FBAE40"/>
          </p15:clr>
        </p15:guide>
        <p15:guide id="40" pos="5057">
          <p15:clr>
            <a:srgbClr val="FBAE40"/>
          </p15:clr>
        </p15:guide>
        <p15:guide id="41" pos="5631">
          <p15:clr>
            <a:srgbClr val="5ACBF0"/>
          </p15:clr>
        </p15:guide>
        <p15:guide id="42" pos="5726">
          <p15:clr>
            <a:srgbClr val="F26B43"/>
          </p15:clr>
        </p15:guide>
        <p15:guide id="43" pos="5536">
          <p15:clr>
            <a:srgbClr val="F26B43"/>
          </p15:clr>
        </p15:guide>
        <p15:guide id="44" pos="5600">
          <p15:clr>
            <a:srgbClr val="FBAE40"/>
          </p15:clr>
        </p15:guide>
        <p15:guide id="45" pos="5663">
          <p15:clr>
            <a:srgbClr val="FBAE40"/>
          </p15:clr>
        </p15:guide>
        <p15:guide id="46" pos="6220">
          <p15:clr>
            <a:srgbClr val="5ACBF0"/>
          </p15:clr>
        </p15:guide>
        <p15:guide id="47" pos="6315">
          <p15:clr>
            <a:srgbClr val="F26B43"/>
          </p15:clr>
        </p15:guide>
        <p15:guide id="48" pos="6125">
          <p15:clr>
            <a:srgbClr val="F26B43"/>
          </p15:clr>
        </p15:guide>
        <p15:guide id="49" pos="6188">
          <p15:clr>
            <a:srgbClr val="FBAE40"/>
          </p15:clr>
        </p15:guide>
        <p15:guide id="50" pos="6252">
          <p15:clr>
            <a:srgbClr val="FBAE40"/>
          </p15:clr>
        </p15:guide>
        <p15:guide id="51" pos="6817">
          <p15:clr>
            <a:srgbClr val="5ACBF0"/>
          </p15:clr>
        </p15:guide>
        <p15:guide id="52" pos="6912">
          <p15:clr>
            <a:srgbClr val="F26B43"/>
          </p15:clr>
        </p15:guide>
        <p15:guide id="53" pos="6722">
          <p15:clr>
            <a:srgbClr val="F26B43"/>
          </p15:clr>
        </p15:guide>
        <p15:guide id="54" pos="6786">
          <p15:clr>
            <a:srgbClr val="FBAE40"/>
          </p15:clr>
        </p15:guide>
        <p15:guide id="55" pos="6849">
          <p15:clr>
            <a:srgbClr val="FBAE40"/>
          </p15:clr>
        </p15:guide>
        <p15:guide id="56" orient="horz" pos="1019">
          <p15:clr>
            <a:srgbClr val="5ACBF0"/>
          </p15:clr>
        </p15:guide>
        <p15:guide id="57" orient="horz" pos="924">
          <p15:clr>
            <a:srgbClr val="F26B43"/>
          </p15:clr>
        </p15:guide>
        <p15:guide id="58" orient="horz" pos="1114">
          <p15:clr>
            <a:srgbClr val="F26B43"/>
          </p15:clr>
        </p15:guide>
        <p15:guide id="59" orient="horz" pos="1051">
          <p15:clr>
            <a:srgbClr val="FBAE40"/>
          </p15:clr>
        </p15:guide>
        <p15:guide id="60" orient="horz" pos="987">
          <p15:clr>
            <a:srgbClr val="FBAE40"/>
          </p15:clr>
        </p15:guide>
        <p15:guide id="61" orient="horz" pos="1779">
          <p15:clr>
            <a:srgbClr val="5ACBF0"/>
          </p15:clr>
        </p15:guide>
        <p15:guide id="62" orient="horz" pos="1684">
          <p15:clr>
            <a:srgbClr val="F26B43"/>
          </p15:clr>
        </p15:guide>
        <p15:guide id="63" orient="horz" pos="1874">
          <p15:clr>
            <a:srgbClr val="F26B43"/>
          </p15:clr>
        </p15:guide>
        <p15:guide id="64" orient="horz" pos="1811">
          <p15:clr>
            <a:srgbClr val="FBAE40"/>
          </p15:clr>
        </p15:guide>
        <p15:guide id="65" orient="horz" pos="1748">
          <p15:clr>
            <a:srgbClr val="FBAE40"/>
          </p15:clr>
        </p15:guide>
        <p15:guide id="66" orient="horz" pos="2540">
          <p15:clr>
            <a:srgbClr val="5ACBF0"/>
          </p15:clr>
        </p15:guide>
        <p15:guide id="67" orient="horz" pos="2445">
          <p15:clr>
            <a:srgbClr val="F26B43"/>
          </p15:clr>
        </p15:guide>
        <p15:guide id="68" orient="horz" pos="2640">
          <p15:clr>
            <a:srgbClr val="F26B43"/>
          </p15:clr>
        </p15:guide>
        <p15:guide id="69" orient="horz" pos="2572">
          <p15:clr>
            <a:srgbClr val="FBAE40"/>
          </p15:clr>
        </p15:guide>
        <p15:guide id="70" orient="horz" pos="2508">
          <p15:clr>
            <a:srgbClr val="FBAE40"/>
          </p15:clr>
        </p15:guide>
        <p15:guide id="71" orient="horz" pos="3301">
          <p15:clr>
            <a:srgbClr val="5ACBF0"/>
          </p15:clr>
        </p15:guide>
        <p15:guide id="72" orient="horz" pos="3206">
          <p15:clr>
            <a:srgbClr val="F26B43"/>
          </p15:clr>
        </p15:guide>
        <p15:guide id="73" orient="horz" pos="3396">
          <p15:clr>
            <a:srgbClr val="F26B43"/>
          </p15:clr>
        </p15:guide>
        <p15:guide id="74" orient="horz" pos="3332">
          <p15:clr>
            <a:srgbClr val="FBAE40"/>
          </p15:clr>
        </p15:guide>
        <p15:guide id="75" orient="horz" pos="3269">
          <p15:clr>
            <a:srgbClr val="FBAE40"/>
          </p15:clr>
        </p15:guide>
        <p15:guide id="76" orient="horz" pos="3966">
          <p15:clr>
            <a:srgbClr val="F26B43"/>
          </p15:clr>
        </p15:guide>
        <p15:guide id="77" orient="horz" pos="4156">
          <p15:clr>
            <a:srgbClr val="F26B43"/>
          </p15:clr>
        </p15:guide>
        <p15:guide id="78" orient="horz" pos="290">
          <p15:clr>
            <a:srgbClr val="F26B43"/>
          </p15:clr>
        </p15:guide>
        <p15:guide id="79" pos="261">
          <p15:clr>
            <a:srgbClr val="5ACBF0"/>
          </p15:clr>
        </p15:guide>
        <p15:guide id="80" pos="356">
          <p15:clr>
            <a:srgbClr val="F26B43"/>
          </p15:clr>
        </p15:guide>
        <p15:guide id="81" pos="292">
          <p15:clr>
            <a:srgbClr val="FBAE40"/>
          </p15:clr>
        </p15:guide>
        <p15:guide id="82" pos="7422">
          <p15:clr>
            <a:srgbClr val="5ACBF0"/>
          </p15:clr>
        </p15:guide>
        <p15:guide id="83" pos="7327">
          <p15:clr>
            <a:srgbClr val="F26B43"/>
          </p15:clr>
        </p15:guide>
        <p15:guide id="84" pos="7390">
          <p15:clr>
            <a:srgbClr val="FBAE40"/>
          </p15:clr>
        </p15:guide>
        <p15:guide id="85" orient="horz" pos="258">
          <p15:clr>
            <a:srgbClr val="5ACBF0"/>
          </p15:clr>
        </p15:guide>
        <p15:guide id="86" orient="horz" pos="228">
          <p15:clr>
            <a:srgbClr val="F26B43"/>
          </p15:clr>
        </p15:guide>
        <p15:guide id="87" orient="horz" pos="4028">
          <p15:clr>
            <a:srgbClr val="F26B43"/>
          </p15:clr>
        </p15:guide>
        <p15:guide id="88" orient="horz" pos="4092">
          <p15:clr>
            <a:srgbClr val="F26B43"/>
          </p15:clr>
        </p15:guide>
        <p15:guide id="89" orient="horz" pos="4062">
          <p15:clr>
            <a:srgbClr val="5ACBF0"/>
          </p15:clr>
        </p15:guide>
        <p15:guide id="90" orient="horz" pos="352">
          <p15:clr>
            <a:srgbClr val="F26B43"/>
          </p15:clr>
        </p15:guide>
        <p15:guide id="91" orient="horz" pos="1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DC79CD5-1EA1-EEAF-4FD1-E9B0B275A370}"/>
              </a:ext>
            </a:extLst>
          </p:cNvPr>
          <p:cNvGraphicFramePr>
            <a:graphicFrameLocks noChangeAspect="1"/>
          </p:cNvGraphicFramePr>
          <p:nvPr userDrawn="1">
            <p:custDataLst>
              <p:tags r:id="rId123"/>
            </p:custDataLst>
            <p:extLst>
              <p:ext uri="{D42A27DB-BD31-4B8C-83A1-F6EECF244321}">
                <p14:modId xmlns:p14="http://schemas.microsoft.com/office/powerpoint/2010/main" val="62341311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28013" name="think-cell Slide" r:id="rId124" imgW="7772400" imgH="10058400" progId="TCLayout.ActiveDocument.1">
                  <p:embed/>
                </p:oleObj>
              </mc:Choice>
              <mc:Fallback>
                <p:oleObj name="think-cell Slide" r:id="rId124" imgW="7772400" imgH="10058400" progId="TCLayout.ActiveDocument.1">
                  <p:embed/>
                  <p:pic>
                    <p:nvPicPr>
                      <p:cNvPr id="0" name=""/>
                      <p:cNvPicPr/>
                      <p:nvPr/>
                    </p:nvPicPr>
                    <p:blipFill>
                      <a:blip r:embed="rId125"/>
                      <a:stretch>
                        <a:fillRect/>
                      </a:stretch>
                    </p:blipFill>
                    <p:spPr>
                      <a:xfrm>
                        <a:off x="1588" y="1588"/>
                        <a:ext cx="1227" cy="1588"/>
                      </a:xfrm>
                      <a:prstGeom prst="rect">
                        <a:avLst/>
                      </a:prstGeom>
                    </p:spPr>
                  </p:pic>
                </p:oleObj>
              </mc:Fallback>
            </mc:AlternateContent>
          </a:graphicData>
        </a:graphic>
      </p:graphicFrame>
      <p:sp>
        <p:nvSpPr>
          <p:cNvPr id="6" name="Slide Number Placeholder 5"/>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4" name="Page# static">
            <a:extLst>
              <a:ext uri="{FF2B5EF4-FFF2-40B4-BE49-F238E27FC236}">
                <a16:creationId xmlns="" xmlns:a16="http://schemas.microsoft.com/office/drawing/2014/main" id="{FD550928-01C5-D4F3-E973-6F240B67225A}"/>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2" name="Title Placeholder 1"/>
          <p:cNvSpPr>
            <a:spLocks noGrp="1"/>
          </p:cNvSpPr>
          <p:nvPr>
            <p:ph type="title"/>
          </p:nvPr>
        </p:nvSpPr>
        <p:spPr>
          <a:xfrm>
            <a:off x="565149" y="460375"/>
            <a:ext cx="11066463" cy="73152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565149" y="1617663"/>
            <a:ext cx="11066464" cy="377348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 xmlns:a16="http://schemas.microsoft.com/office/drawing/2014/main" id="{C3F896F8-33A6-2AF9-F20C-2B04802E31F1}"/>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
        <p:nvSpPr>
          <p:cNvPr id="11" name="TextBox 10">
            <a:extLst>
              <a:ext uri="{FF2B5EF4-FFF2-40B4-BE49-F238E27FC236}">
                <a16:creationId xmlns="" xmlns:a16="http://schemas.microsoft.com/office/drawing/2014/main" id="{BB6F12C9-9305-1B46-3B2C-1383963166E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spTree>
    <p:extLst>
      <p:ext uri="{BB962C8B-B14F-4D97-AF65-F5344CB8AC3E}">
        <p14:creationId xmlns:p14="http://schemas.microsoft.com/office/powerpoint/2010/main" val="3381888689"/>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 id="2147483841" r:id="rId15"/>
    <p:sldLayoutId id="2147483842" r:id="rId16"/>
    <p:sldLayoutId id="2147483843" r:id="rId17"/>
    <p:sldLayoutId id="2147483844" r:id="rId18"/>
    <p:sldLayoutId id="2147483845" r:id="rId19"/>
    <p:sldLayoutId id="2147483846" r:id="rId20"/>
    <p:sldLayoutId id="2147483847" r:id="rId21"/>
    <p:sldLayoutId id="2147483848" r:id="rId22"/>
    <p:sldLayoutId id="2147483849" r:id="rId23"/>
    <p:sldLayoutId id="2147483850" r:id="rId24"/>
    <p:sldLayoutId id="2147483851" r:id="rId25"/>
    <p:sldLayoutId id="2147483852" r:id="rId26"/>
    <p:sldLayoutId id="2147483853" r:id="rId27"/>
    <p:sldLayoutId id="2147483854" r:id="rId28"/>
    <p:sldLayoutId id="2147483855" r:id="rId29"/>
    <p:sldLayoutId id="2147483856" r:id="rId30"/>
    <p:sldLayoutId id="2147483857" r:id="rId31"/>
    <p:sldLayoutId id="2147483858" r:id="rId32"/>
    <p:sldLayoutId id="2147483859" r:id="rId33"/>
    <p:sldLayoutId id="2147483860" r:id="rId34"/>
    <p:sldLayoutId id="2147483861" r:id="rId35"/>
    <p:sldLayoutId id="2147483862" r:id="rId36"/>
    <p:sldLayoutId id="2147483863" r:id="rId37"/>
    <p:sldLayoutId id="2147483864" r:id="rId38"/>
    <p:sldLayoutId id="2147483865" r:id="rId39"/>
    <p:sldLayoutId id="2147483866" r:id="rId40"/>
    <p:sldLayoutId id="2147483867" r:id="rId41"/>
    <p:sldLayoutId id="2147483868" r:id="rId42"/>
    <p:sldLayoutId id="2147483869" r:id="rId43"/>
    <p:sldLayoutId id="2147483870" r:id="rId44"/>
    <p:sldLayoutId id="2147483871" r:id="rId45"/>
    <p:sldLayoutId id="2147483872" r:id="rId46"/>
    <p:sldLayoutId id="2147483873" r:id="rId47"/>
    <p:sldLayoutId id="2147483874" r:id="rId48"/>
    <p:sldLayoutId id="2147483875" r:id="rId49"/>
    <p:sldLayoutId id="2147483876" r:id="rId50"/>
    <p:sldLayoutId id="2147483877" r:id="rId51"/>
    <p:sldLayoutId id="2147483878" r:id="rId52"/>
    <p:sldLayoutId id="2147483879" r:id="rId53"/>
    <p:sldLayoutId id="2147483880" r:id="rId54"/>
    <p:sldLayoutId id="2147483881" r:id="rId55"/>
    <p:sldLayoutId id="2147483882" r:id="rId56"/>
    <p:sldLayoutId id="2147483883" r:id="rId57"/>
    <p:sldLayoutId id="2147483884" r:id="rId58"/>
    <p:sldLayoutId id="2147483885" r:id="rId59"/>
    <p:sldLayoutId id="2147483886" r:id="rId60"/>
    <p:sldLayoutId id="2147483887" r:id="rId61"/>
    <p:sldLayoutId id="2147483888" r:id="rId62"/>
    <p:sldLayoutId id="2147483889" r:id="rId63"/>
    <p:sldLayoutId id="2147483890" r:id="rId64"/>
    <p:sldLayoutId id="2147483891" r:id="rId65"/>
    <p:sldLayoutId id="2147483892" r:id="rId66"/>
    <p:sldLayoutId id="2147483893" r:id="rId67"/>
    <p:sldLayoutId id="2147483894" r:id="rId68"/>
    <p:sldLayoutId id="2147483895" r:id="rId69"/>
    <p:sldLayoutId id="2147483896" r:id="rId70"/>
    <p:sldLayoutId id="2147483897" r:id="rId71"/>
    <p:sldLayoutId id="2147483898" r:id="rId72"/>
    <p:sldLayoutId id="2147483899" r:id="rId73"/>
    <p:sldLayoutId id="2147483900" r:id="rId74"/>
    <p:sldLayoutId id="2147483901" r:id="rId75"/>
    <p:sldLayoutId id="2147483902" r:id="rId76"/>
    <p:sldLayoutId id="2147483903" r:id="rId77"/>
    <p:sldLayoutId id="2147483904" r:id="rId78"/>
    <p:sldLayoutId id="2147483905" r:id="rId79"/>
    <p:sldLayoutId id="2147483906" r:id="rId80"/>
    <p:sldLayoutId id="2147483907" r:id="rId81"/>
    <p:sldLayoutId id="2147483908" r:id="rId82"/>
    <p:sldLayoutId id="2147483909" r:id="rId83"/>
    <p:sldLayoutId id="2147483910" r:id="rId84"/>
    <p:sldLayoutId id="2147483911" r:id="rId85"/>
    <p:sldLayoutId id="2147483912" r:id="rId86"/>
    <p:sldLayoutId id="2147483913" r:id="rId87"/>
    <p:sldLayoutId id="2147483914" r:id="rId88"/>
    <p:sldLayoutId id="2147483915" r:id="rId89"/>
    <p:sldLayoutId id="2147483916" r:id="rId90"/>
    <p:sldLayoutId id="2147483917" r:id="rId91"/>
    <p:sldLayoutId id="2147483918" r:id="rId92"/>
    <p:sldLayoutId id="2147483919" r:id="rId93"/>
    <p:sldLayoutId id="2147483920" r:id="rId94"/>
    <p:sldLayoutId id="2147483921" r:id="rId95"/>
    <p:sldLayoutId id="2147483922" r:id="rId96"/>
    <p:sldLayoutId id="2147483923" r:id="rId97"/>
    <p:sldLayoutId id="2147483924" r:id="rId98"/>
    <p:sldLayoutId id="2147483925" r:id="rId99"/>
    <p:sldLayoutId id="2147483926" r:id="rId100"/>
    <p:sldLayoutId id="2147483927" r:id="rId101"/>
    <p:sldLayoutId id="2147483928" r:id="rId102"/>
    <p:sldLayoutId id="2147483929" r:id="rId103"/>
    <p:sldLayoutId id="2147483930" r:id="rId104"/>
    <p:sldLayoutId id="2147483931" r:id="rId105"/>
    <p:sldLayoutId id="2147483932" r:id="rId106"/>
    <p:sldLayoutId id="2147483933" r:id="rId107"/>
    <p:sldLayoutId id="2147483934" r:id="rId108"/>
    <p:sldLayoutId id="2147483935" r:id="rId109"/>
    <p:sldLayoutId id="2147483936" r:id="rId110"/>
    <p:sldLayoutId id="2147483937" r:id="rId111"/>
    <p:sldLayoutId id="2147483938" r:id="rId112"/>
    <p:sldLayoutId id="2147483939" r:id="rId113"/>
    <p:sldLayoutId id="2147483940" r:id="rId114"/>
    <p:sldLayoutId id="2147483941" r:id="rId115"/>
    <p:sldLayoutId id="2147483942" r:id="rId116"/>
    <p:sldLayoutId id="2147483943" r:id="rId117"/>
    <p:sldLayoutId id="2147483944" r:id="rId118"/>
    <p:sldLayoutId id="2147483945" r:id="rId119"/>
    <p:sldLayoutId id="2147483946" r:id="rId120"/>
  </p:sldLayoutIdLst>
  <p:hf hd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200"/>
        </a:spcBef>
        <a:buFontTx/>
        <a:buNone/>
        <a:defRPr sz="1400" kern="1200">
          <a:solidFill>
            <a:schemeClr val="tx1"/>
          </a:solidFill>
          <a:latin typeface="+mn-lt"/>
          <a:ea typeface="+mn-ea"/>
          <a:cs typeface="+mn-cs"/>
        </a:defRPr>
      </a:lvl1pPr>
      <a:lvl2pPr marL="228600" indent="-228600" algn="l" defTabSz="914400" rtl="0" eaLnBrk="1" latinLnBrk="0" hangingPunct="1">
        <a:lnSpc>
          <a:spcPct val="110000"/>
        </a:lnSpc>
        <a:spcBef>
          <a:spcPts val="600"/>
        </a:spcBef>
        <a:buFont typeface="Arial" panose="020B0604020202020204" pitchFamily="34" charset="0"/>
        <a:buChar char="•"/>
        <a:tabLst/>
        <a:defRPr sz="1400" kern="1200">
          <a:solidFill>
            <a:schemeClr val="tx1"/>
          </a:solidFill>
          <a:latin typeface="+mn-lt"/>
          <a:ea typeface="+mn-ea"/>
          <a:cs typeface="+mn-cs"/>
        </a:defRPr>
      </a:lvl2pPr>
      <a:lvl3pPr marL="4572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3pPr>
      <a:lvl4pPr marL="6858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4pPr>
      <a:lvl5pPr marL="9144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pos="3841">
          <p15:clr>
            <a:srgbClr val="5ACBF0"/>
          </p15:clr>
        </p15:guide>
        <p15:guide id="2" pos="3936">
          <p15:clr>
            <a:srgbClr val="F26B43"/>
          </p15:clr>
        </p15:guide>
        <p15:guide id="3" pos="3746">
          <p15:clr>
            <a:srgbClr val="F26B43"/>
          </p15:clr>
        </p15:guide>
        <p15:guide id="4" pos="3810">
          <p15:clr>
            <a:srgbClr val="FBAE40"/>
          </p15:clr>
        </p15:guide>
        <p15:guide id="5" pos="3873">
          <p15:clr>
            <a:srgbClr val="FBAE40"/>
          </p15:clr>
        </p15:guide>
        <p15:guide id="6" pos="3236">
          <p15:clr>
            <a:srgbClr val="5ACBF0"/>
          </p15:clr>
        </p15:guide>
        <p15:guide id="7" pos="3331">
          <p15:clr>
            <a:srgbClr val="F26B43"/>
          </p15:clr>
        </p15:guide>
        <p15:guide id="8" pos="3141">
          <p15:clr>
            <a:srgbClr val="F26B43"/>
          </p15:clr>
        </p15:guide>
        <p15:guide id="9" pos="3204">
          <p15:clr>
            <a:srgbClr val="FBAE40"/>
          </p15:clr>
        </p15:guide>
        <p15:guide id="10" pos="3267">
          <p15:clr>
            <a:srgbClr val="FBAE40"/>
          </p15:clr>
        </p15:guide>
        <p15:guide id="11" pos="2643">
          <p15:clr>
            <a:srgbClr val="5ACBF0"/>
          </p15:clr>
        </p15:guide>
        <p15:guide id="12" pos="2738">
          <p15:clr>
            <a:srgbClr val="F26B43"/>
          </p15:clr>
        </p15:guide>
        <p15:guide id="13" pos="2548">
          <p15:clr>
            <a:srgbClr val="F26B43"/>
          </p15:clr>
        </p15:guide>
        <p15:guide id="14" pos="2611">
          <p15:clr>
            <a:srgbClr val="FBAE40"/>
          </p15:clr>
        </p15:guide>
        <p15:guide id="15" pos="2674">
          <p15:clr>
            <a:srgbClr val="FBAE40"/>
          </p15:clr>
        </p15:guide>
        <p15:guide id="16" pos="2050">
          <p15:clr>
            <a:srgbClr val="5ACBF0"/>
          </p15:clr>
        </p15:guide>
        <p15:guide id="17" pos="2145">
          <p15:clr>
            <a:srgbClr val="F26B43"/>
          </p15:clr>
        </p15:guide>
        <p15:guide id="18" pos="1955">
          <p15:clr>
            <a:srgbClr val="F26B43"/>
          </p15:clr>
        </p15:guide>
        <p15:guide id="19" pos="2018">
          <p15:clr>
            <a:srgbClr val="FBAE40"/>
          </p15:clr>
        </p15:guide>
        <p15:guide id="20" pos="2081">
          <p15:clr>
            <a:srgbClr val="FBAE40"/>
          </p15:clr>
        </p15:guide>
        <p15:guide id="21" pos="1436">
          <p15:clr>
            <a:srgbClr val="5ACBF0"/>
          </p15:clr>
        </p15:guide>
        <p15:guide id="22" pos="1531">
          <p15:clr>
            <a:srgbClr val="F26B43"/>
          </p15:clr>
        </p15:guide>
        <p15:guide id="23" pos="1341">
          <p15:clr>
            <a:srgbClr val="F26B43"/>
          </p15:clr>
        </p15:guide>
        <p15:guide id="24" pos="1404">
          <p15:clr>
            <a:srgbClr val="FBAE40"/>
          </p15:clr>
        </p15:guide>
        <p15:guide id="25" pos="1467">
          <p15:clr>
            <a:srgbClr val="FBAE40"/>
          </p15:clr>
        </p15:guide>
        <p15:guide id="26" pos="860">
          <p15:clr>
            <a:srgbClr val="5ACBF0"/>
          </p15:clr>
        </p15:guide>
        <p15:guide id="27" pos="955">
          <p15:clr>
            <a:srgbClr val="F26B43"/>
          </p15:clr>
        </p15:guide>
        <p15:guide id="28" pos="765">
          <p15:clr>
            <a:srgbClr val="F26B43"/>
          </p15:clr>
        </p15:guide>
        <p15:guide id="29" pos="828">
          <p15:clr>
            <a:srgbClr val="FBAE40"/>
          </p15:clr>
        </p15:guide>
        <p15:guide id="30" pos="891">
          <p15:clr>
            <a:srgbClr val="FBAE40"/>
          </p15:clr>
        </p15:guide>
        <p15:guide id="31" pos="4433">
          <p15:clr>
            <a:srgbClr val="5ACBF0"/>
          </p15:clr>
        </p15:guide>
        <p15:guide id="32" pos="4528">
          <p15:clr>
            <a:srgbClr val="F26B43"/>
          </p15:clr>
        </p15:guide>
        <p15:guide id="33" pos="4338">
          <p15:clr>
            <a:srgbClr val="F26B43"/>
          </p15:clr>
        </p15:guide>
        <p15:guide id="34" pos="4401">
          <p15:clr>
            <a:srgbClr val="FBAE40"/>
          </p15:clr>
        </p15:guide>
        <p15:guide id="35" pos="4465">
          <p15:clr>
            <a:srgbClr val="FBAE40"/>
          </p15:clr>
        </p15:guide>
        <p15:guide id="36" pos="5026">
          <p15:clr>
            <a:srgbClr val="5ACBF0"/>
          </p15:clr>
        </p15:guide>
        <p15:guide id="37" pos="5121">
          <p15:clr>
            <a:srgbClr val="F26B43"/>
          </p15:clr>
        </p15:guide>
        <p15:guide id="38" pos="4931">
          <p15:clr>
            <a:srgbClr val="F26B43"/>
          </p15:clr>
        </p15:guide>
        <p15:guide id="39" pos="4994">
          <p15:clr>
            <a:srgbClr val="FBAE40"/>
          </p15:clr>
        </p15:guide>
        <p15:guide id="40" pos="5057">
          <p15:clr>
            <a:srgbClr val="FBAE40"/>
          </p15:clr>
        </p15:guide>
        <p15:guide id="41" pos="5631">
          <p15:clr>
            <a:srgbClr val="5ACBF0"/>
          </p15:clr>
        </p15:guide>
        <p15:guide id="42" pos="5726">
          <p15:clr>
            <a:srgbClr val="F26B43"/>
          </p15:clr>
        </p15:guide>
        <p15:guide id="43" pos="5536">
          <p15:clr>
            <a:srgbClr val="F26B43"/>
          </p15:clr>
        </p15:guide>
        <p15:guide id="44" pos="5600">
          <p15:clr>
            <a:srgbClr val="FBAE40"/>
          </p15:clr>
        </p15:guide>
        <p15:guide id="45" pos="5663">
          <p15:clr>
            <a:srgbClr val="FBAE40"/>
          </p15:clr>
        </p15:guide>
        <p15:guide id="46" pos="6220">
          <p15:clr>
            <a:srgbClr val="5ACBF0"/>
          </p15:clr>
        </p15:guide>
        <p15:guide id="47" pos="6315">
          <p15:clr>
            <a:srgbClr val="F26B43"/>
          </p15:clr>
        </p15:guide>
        <p15:guide id="48" pos="6125">
          <p15:clr>
            <a:srgbClr val="F26B43"/>
          </p15:clr>
        </p15:guide>
        <p15:guide id="49" pos="6188">
          <p15:clr>
            <a:srgbClr val="FBAE40"/>
          </p15:clr>
        </p15:guide>
        <p15:guide id="50" pos="6252">
          <p15:clr>
            <a:srgbClr val="FBAE40"/>
          </p15:clr>
        </p15:guide>
        <p15:guide id="51" pos="6817">
          <p15:clr>
            <a:srgbClr val="5ACBF0"/>
          </p15:clr>
        </p15:guide>
        <p15:guide id="52" pos="6912">
          <p15:clr>
            <a:srgbClr val="F26B43"/>
          </p15:clr>
        </p15:guide>
        <p15:guide id="53" pos="6722">
          <p15:clr>
            <a:srgbClr val="F26B43"/>
          </p15:clr>
        </p15:guide>
        <p15:guide id="54" pos="6786">
          <p15:clr>
            <a:srgbClr val="FBAE40"/>
          </p15:clr>
        </p15:guide>
        <p15:guide id="55" pos="6849">
          <p15:clr>
            <a:srgbClr val="FBAE40"/>
          </p15:clr>
        </p15:guide>
        <p15:guide id="56" orient="horz" pos="1019">
          <p15:clr>
            <a:srgbClr val="5ACBF0"/>
          </p15:clr>
        </p15:guide>
        <p15:guide id="57" orient="horz" pos="924">
          <p15:clr>
            <a:srgbClr val="F26B43"/>
          </p15:clr>
        </p15:guide>
        <p15:guide id="58" orient="horz" pos="1114">
          <p15:clr>
            <a:srgbClr val="F26B43"/>
          </p15:clr>
        </p15:guide>
        <p15:guide id="59" orient="horz" pos="1051">
          <p15:clr>
            <a:srgbClr val="FBAE40"/>
          </p15:clr>
        </p15:guide>
        <p15:guide id="60" orient="horz" pos="987">
          <p15:clr>
            <a:srgbClr val="FBAE40"/>
          </p15:clr>
        </p15:guide>
        <p15:guide id="61" orient="horz" pos="1779">
          <p15:clr>
            <a:srgbClr val="5ACBF0"/>
          </p15:clr>
        </p15:guide>
        <p15:guide id="62" orient="horz" pos="1684">
          <p15:clr>
            <a:srgbClr val="F26B43"/>
          </p15:clr>
        </p15:guide>
        <p15:guide id="63" orient="horz" pos="1874">
          <p15:clr>
            <a:srgbClr val="F26B43"/>
          </p15:clr>
        </p15:guide>
        <p15:guide id="64" orient="horz" pos="1811">
          <p15:clr>
            <a:srgbClr val="FBAE40"/>
          </p15:clr>
        </p15:guide>
        <p15:guide id="65" orient="horz" pos="1748">
          <p15:clr>
            <a:srgbClr val="FBAE40"/>
          </p15:clr>
        </p15:guide>
        <p15:guide id="66" orient="horz" pos="2540">
          <p15:clr>
            <a:srgbClr val="5ACBF0"/>
          </p15:clr>
        </p15:guide>
        <p15:guide id="67" orient="horz" pos="2445">
          <p15:clr>
            <a:srgbClr val="F26B43"/>
          </p15:clr>
        </p15:guide>
        <p15:guide id="68" orient="horz" pos="2640">
          <p15:clr>
            <a:srgbClr val="F26B43"/>
          </p15:clr>
        </p15:guide>
        <p15:guide id="69" orient="horz" pos="2572">
          <p15:clr>
            <a:srgbClr val="FBAE40"/>
          </p15:clr>
        </p15:guide>
        <p15:guide id="70" orient="horz" pos="2508">
          <p15:clr>
            <a:srgbClr val="FBAE40"/>
          </p15:clr>
        </p15:guide>
        <p15:guide id="71" orient="horz" pos="3301">
          <p15:clr>
            <a:srgbClr val="5ACBF0"/>
          </p15:clr>
        </p15:guide>
        <p15:guide id="72" orient="horz" pos="3206">
          <p15:clr>
            <a:srgbClr val="F26B43"/>
          </p15:clr>
        </p15:guide>
        <p15:guide id="73" orient="horz" pos="3396">
          <p15:clr>
            <a:srgbClr val="F26B43"/>
          </p15:clr>
        </p15:guide>
        <p15:guide id="74" orient="horz" pos="3332">
          <p15:clr>
            <a:srgbClr val="FBAE40"/>
          </p15:clr>
        </p15:guide>
        <p15:guide id="75" orient="horz" pos="3269">
          <p15:clr>
            <a:srgbClr val="FBAE40"/>
          </p15:clr>
        </p15:guide>
        <p15:guide id="76" orient="horz" pos="3966">
          <p15:clr>
            <a:srgbClr val="F26B43"/>
          </p15:clr>
        </p15:guide>
        <p15:guide id="77" orient="horz" pos="4156">
          <p15:clr>
            <a:srgbClr val="F26B43"/>
          </p15:clr>
        </p15:guide>
        <p15:guide id="78" orient="horz" pos="290">
          <p15:clr>
            <a:srgbClr val="F26B43"/>
          </p15:clr>
        </p15:guide>
        <p15:guide id="79" pos="261">
          <p15:clr>
            <a:srgbClr val="5ACBF0"/>
          </p15:clr>
        </p15:guide>
        <p15:guide id="80" pos="356">
          <p15:clr>
            <a:srgbClr val="F26B43"/>
          </p15:clr>
        </p15:guide>
        <p15:guide id="81" pos="292">
          <p15:clr>
            <a:srgbClr val="FBAE40"/>
          </p15:clr>
        </p15:guide>
        <p15:guide id="82" pos="7422">
          <p15:clr>
            <a:srgbClr val="5ACBF0"/>
          </p15:clr>
        </p15:guide>
        <p15:guide id="83" pos="7327">
          <p15:clr>
            <a:srgbClr val="F26B43"/>
          </p15:clr>
        </p15:guide>
        <p15:guide id="84" pos="7390">
          <p15:clr>
            <a:srgbClr val="FBAE40"/>
          </p15:clr>
        </p15:guide>
        <p15:guide id="85" orient="horz" pos="258">
          <p15:clr>
            <a:srgbClr val="5ACBF0"/>
          </p15:clr>
        </p15:guide>
        <p15:guide id="86" orient="horz" pos="228">
          <p15:clr>
            <a:srgbClr val="F26B43"/>
          </p15:clr>
        </p15:guide>
        <p15:guide id="87" orient="horz" pos="4028">
          <p15:clr>
            <a:srgbClr val="F26B43"/>
          </p15:clr>
        </p15:guide>
        <p15:guide id="88" orient="horz" pos="4092">
          <p15:clr>
            <a:srgbClr val="F26B43"/>
          </p15:clr>
        </p15:guide>
        <p15:guide id="89" orient="horz" pos="4062">
          <p15:clr>
            <a:srgbClr val="5ACBF0"/>
          </p15:clr>
        </p15:guide>
        <p15:guide id="90" orient="horz" pos="352">
          <p15:clr>
            <a:srgbClr val="F26B43"/>
          </p15:clr>
        </p15:guide>
        <p15:guide id="91" orient="horz" pos="1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3.xml"/><Relationship Id="rId2" Type="http://schemas.openxmlformats.org/officeDocument/2006/relationships/tags" Target="../tags/tag232.xml"/><Relationship Id="rId1" Type="http://schemas.openxmlformats.org/officeDocument/2006/relationships/vmlDrawing" Target="../drawings/vmlDrawing223.vml"/><Relationship Id="rId6" Type="http://schemas.openxmlformats.org/officeDocument/2006/relationships/image" Target="../media/image35.png"/><Relationship Id="rId5" Type="http://schemas.openxmlformats.org/officeDocument/2006/relationships/image" Target="../media/image34.emf"/><Relationship Id="rId4" Type="http://schemas.openxmlformats.org/officeDocument/2006/relationships/oleObject" Target="../embeddings/oleObject231.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4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6.xml"/></Relationships>
</file>

<file path=ppt/slides/_rels/slide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6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49.xml"/></Relationships>
</file>

<file path=ppt/slides/_rels/slide1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49.xml"/></Relationships>
</file>

<file path=ppt/slides/_rels/slide1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49.xml"/></Relationships>
</file>

<file path=ppt/slides/_rels/slide1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49.xml"/></Relationships>
</file>

<file path=ppt/slides/_rels/slide1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49.xml"/></Relationships>
</file>

<file path=ppt/slides/_rels/slide1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4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1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49.xml"/></Relationships>
</file>

<file path=ppt/slides/_rels/slide1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4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3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49.xml"/></Relationships>
</file>

<file path=ppt/slides/_rels/slide3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49.xml"/></Relationships>
</file>

<file path=ppt/slides/_rels/slide3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4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2C62F63-F613-65E8-461B-E30F9BECE5C8}"/>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 xmlns:a16="http://schemas.microsoft.com/office/drawing/2014/main" id="{B35D352A-A569-4B0A-685A-75E03F950259}"/>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9825" name="think-cell Slide" r:id="rId4" imgW="7772400" imgH="10058400" progId="TCLayout.ActiveDocument.1">
                  <p:embed/>
                </p:oleObj>
              </mc:Choice>
              <mc:Fallback>
                <p:oleObj name="think-cell Slide" r:id="rId4" imgW="7772400" imgH="10058400" progId="TCLayout.ActiveDocument.1">
                  <p:embed/>
                  <p:pic>
                    <p:nvPicPr>
                      <p:cNvPr id="4" name="think-cell data - do not delete" hidden="1">
                        <a:extLst>
                          <a:ext uri="{FF2B5EF4-FFF2-40B4-BE49-F238E27FC236}">
                            <a16:creationId xmlns="" xmlns:a16="http://schemas.microsoft.com/office/drawing/2014/main" id="{B35D352A-A569-4B0A-685A-75E03F950259}"/>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 name="Picture Placeholder 2">
            <a:extLst>
              <a:ext uri="{FF2B5EF4-FFF2-40B4-BE49-F238E27FC236}">
                <a16:creationId xmlns="" xmlns:a16="http://schemas.microsoft.com/office/drawing/2014/main" id="{7B23BA59-04E1-BCC3-F4FA-8A0B8E47883E}"/>
              </a:ext>
            </a:extLst>
          </p:cNvPr>
          <p:cNvPicPr>
            <a:picLocks noGrp="1" noChangeAspect="1"/>
          </p:cNvPicPr>
          <p:nvPr>
            <p:ph type="pic" sz="quarter" idx="10"/>
          </p:nvPr>
        </p:nvPicPr>
        <p:blipFill>
          <a:blip r:embed="rId6" cstate="print">
            <a:extLst>
              <a:ext uri="{28A0092B-C50C-407E-A947-70E740481C1C}">
                <a14:useLocalDpi xmlns:a14="http://schemas.microsoft.com/office/drawing/2010/main"/>
              </a:ext>
            </a:extLst>
          </a:blip>
          <a:srcRect/>
          <a:stretch/>
        </p:blipFill>
        <p:spPr>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rgbClr val="FFFFFF">
              <a:lumMod val="95000"/>
            </a:srgbClr>
          </a:solidFill>
        </p:spPr>
      </p:pic>
      <p:sp>
        <p:nvSpPr>
          <p:cNvPr id="7" name="Title 6">
            <a:extLst>
              <a:ext uri="{FF2B5EF4-FFF2-40B4-BE49-F238E27FC236}">
                <a16:creationId xmlns="" xmlns:a16="http://schemas.microsoft.com/office/drawing/2014/main" id="{8BCCF240-086B-DEFA-BC9A-4868CDC7DEA8}"/>
              </a:ext>
            </a:extLst>
          </p:cNvPr>
          <p:cNvSpPr>
            <a:spLocks noGrp="1"/>
          </p:cNvSpPr>
          <p:nvPr>
            <p:ph type="ctrTitle"/>
          </p:nvPr>
        </p:nvSpPr>
        <p:spPr/>
        <p:txBody>
          <a:bodyPr vert="horz"/>
          <a:lstStyle/>
          <a:p>
            <a:r>
              <a:rPr lang="en-US" dirty="0" smtClean="0"/>
              <a:t>AI/ML</a:t>
            </a:r>
            <a:br>
              <a:rPr lang="en-US" dirty="0" smtClean="0"/>
            </a:br>
            <a:r>
              <a:rPr lang="en-US" dirty="0" smtClean="0"/>
              <a:t>Part-03</a:t>
            </a:r>
            <a:endParaRPr lang="en-US" dirty="0"/>
          </a:p>
        </p:txBody>
      </p:sp>
      <p:sp>
        <p:nvSpPr>
          <p:cNvPr id="11" name="Subtitle 10">
            <a:extLst>
              <a:ext uri="{FF2B5EF4-FFF2-40B4-BE49-F238E27FC236}">
                <a16:creationId xmlns="" xmlns:a16="http://schemas.microsoft.com/office/drawing/2014/main" id="{04DAD340-52B1-7144-3B72-D95266398734}"/>
              </a:ext>
            </a:extLst>
          </p:cNvPr>
          <p:cNvSpPr>
            <a:spLocks noGrp="1"/>
          </p:cNvSpPr>
          <p:nvPr>
            <p:ph type="subTitle" idx="1"/>
          </p:nvPr>
        </p:nvSpPr>
        <p:spPr/>
        <p:txBody>
          <a:bodyPr/>
          <a:lstStyle/>
          <a:p>
            <a:r>
              <a:rPr lang="en-US"/>
              <a:t>Date</a:t>
            </a:r>
          </a:p>
          <a:p>
            <a:endParaRPr lang="en-US"/>
          </a:p>
          <a:p>
            <a:r>
              <a:rPr lang="en-US"/>
              <a:t>Name</a:t>
            </a:r>
          </a:p>
          <a:p>
            <a:r>
              <a:rPr lang="en-US"/>
              <a:t>Title</a:t>
            </a:r>
          </a:p>
        </p:txBody>
      </p:sp>
    </p:spTree>
    <p:extLst>
      <p:ext uri="{BB962C8B-B14F-4D97-AF65-F5344CB8AC3E}">
        <p14:creationId xmlns:p14="http://schemas.microsoft.com/office/powerpoint/2010/main" val="35017799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a:xfrm>
            <a:off x="334937" y="245863"/>
            <a:ext cx="11478122" cy="557326"/>
          </a:xfrm>
        </p:spPr>
        <p:txBody>
          <a:bodyPr/>
          <a:lstStyle/>
          <a:p>
            <a:r>
              <a:rPr lang="en-US" dirty="0"/>
              <a:t>Objectives</a:t>
            </a:r>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34937" y="1029334"/>
            <a:ext cx="11450409" cy="3363998"/>
          </a:xfrm>
        </p:spPr>
        <p:txBody>
          <a:bodyPr/>
          <a:lstStyle/>
          <a:p>
            <a:pPr>
              <a:buClr>
                <a:srgbClr val="00B0F0"/>
              </a:buClr>
              <a:buFont typeface="Courier New" panose="02070309020205020404" pitchFamily="49" charset="0"/>
              <a:buChar char="o"/>
            </a:pPr>
            <a:r>
              <a:rPr lang="en-IN" dirty="0" smtClean="0"/>
              <a:t>Understand </a:t>
            </a:r>
            <a:r>
              <a:rPr lang="en-IN" dirty="0"/>
              <a:t>the concepts of Multiple Linear Regression</a:t>
            </a:r>
            <a:r>
              <a:rPr lang="en-IN" dirty="0" smtClean="0"/>
              <a:t>.</a:t>
            </a:r>
          </a:p>
          <a:p>
            <a:pPr>
              <a:buClr>
                <a:srgbClr val="00B0F0"/>
              </a:buClr>
              <a:buFont typeface="Courier New" panose="02070309020205020404" pitchFamily="49" charset="0"/>
              <a:buChar char="o"/>
            </a:pPr>
            <a:r>
              <a:rPr lang="en-IN" dirty="0" smtClean="0"/>
              <a:t>Prepare </a:t>
            </a:r>
            <a:r>
              <a:rPr lang="en-IN" dirty="0"/>
              <a:t>and </a:t>
            </a:r>
            <a:r>
              <a:rPr lang="en-IN" dirty="0" err="1"/>
              <a:t>preprocess</a:t>
            </a:r>
            <a:r>
              <a:rPr lang="en-IN" dirty="0"/>
              <a:t> data for regression analysis</a:t>
            </a:r>
            <a:r>
              <a:rPr lang="en-IN" dirty="0" smtClean="0"/>
              <a:t>.</a:t>
            </a:r>
          </a:p>
          <a:p>
            <a:pPr>
              <a:buClr>
                <a:srgbClr val="00B0F0"/>
              </a:buClr>
              <a:buFont typeface="Courier New" panose="02070309020205020404" pitchFamily="49" charset="0"/>
              <a:buChar char="o"/>
            </a:pPr>
            <a:r>
              <a:rPr lang="en-IN" dirty="0" smtClean="0"/>
              <a:t>Encode </a:t>
            </a:r>
            <a:r>
              <a:rPr lang="en-IN" dirty="0"/>
              <a:t>categorical variables using dummy variables</a:t>
            </a:r>
            <a:r>
              <a:rPr lang="en-IN" dirty="0" smtClean="0"/>
              <a:t>.</a:t>
            </a:r>
          </a:p>
          <a:p>
            <a:pPr>
              <a:buClr>
                <a:srgbClr val="00B0F0"/>
              </a:buClr>
              <a:buFont typeface="Courier New" panose="02070309020205020404" pitchFamily="49" charset="0"/>
              <a:buChar char="o"/>
            </a:pPr>
            <a:r>
              <a:rPr lang="en-IN" dirty="0" smtClean="0"/>
              <a:t>Avoid </a:t>
            </a:r>
            <a:r>
              <a:rPr lang="en-IN" dirty="0"/>
              <a:t>the Dummy Variable Trap and understand </a:t>
            </a:r>
            <a:r>
              <a:rPr lang="en-IN" dirty="0" err="1"/>
              <a:t>multicollinearity</a:t>
            </a:r>
            <a:r>
              <a:rPr lang="en-IN" dirty="0" smtClean="0"/>
              <a:t>.</a:t>
            </a:r>
          </a:p>
          <a:p>
            <a:pPr>
              <a:buClr>
                <a:srgbClr val="00B0F0"/>
              </a:buClr>
              <a:buFont typeface="Courier New" panose="02070309020205020404" pitchFamily="49" charset="0"/>
              <a:buChar char="o"/>
            </a:pPr>
            <a:r>
              <a:rPr lang="en-IN" dirty="0" smtClean="0"/>
              <a:t>Build </a:t>
            </a:r>
            <a:r>
              <a:rPr lang="en-IN" dirty="0"/>
              <a:t>and train Multiple Linear Regression models using Python and </a:t>
            </a:r>
            <a:r>
              <a:rPr lang="en-IN" dirty="0" err="1"/>
              <a:t>Scikit</a:t>
            </a:r>
            <a:r>
              <a:rPr lang="en-IN" dirty="0"/>
              <a:t>-learn</a:t>
            </a:r>
            <a:r>
              <a:rPr lang="en-IN" dirty="0" smtClean="0"/>
              <a:t>.</a:t>
            </a:r>
          </a:p>
          <a:p>
            <a:pPr>
              <a:buClr>
                <a:srgbClr val="00B0F0"/>
              </a:buClr>
              <a:buFont typeface="Courier New" panose="02070309020205020404" pitchFamily="49" charset="0"/>
              <a:buChar char="o"/>
            </a:pPr>
            <a:r>
              <a:rPr lang="en-IN" dirty="0" smtClean="0"/>
              <a:t>Make </a:t>
            </a:r>
            <a:r>
              <a:rPr lang="en-IN" dirty="0"/>
              <a:t>predictions and interpret regression coefficients.</a:t>
            </a:r>
            <a:endParaRPr lang="en-IN" dirty="0"/>
          </a:p>
          <a:p>
            <a:pPr>
              <a:buClr>
                <a:srgbClr val="00B0F0"/>
              </a:buClr>
              <a:buFont typeface="Courier New" panose="02070309020205020404" pitchFamily="49" charset="0"/>
              <a:buChar char="o"/>
            </a:pPr>
            <a:endParaRPr lang="en-US" dirty="0"/>
          </a:p>
        </p:txBody>
      </p:sp>
    </p:spTree>
    <p:extLst>
      <p:ext uri="{BB962C8B-B14F-4D97-AF65-F5344CB8AC3E}">
        <p14:creationId xmlns:p14="http://schemas.microsoft.com/office/powerpoint/2010/main" val="180284961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a:xfrm>
            <a:off x="334937" y="245863"/>
            <a:ext cx="11478122" cy="557326"/>
          </a:xfrm>
        </p:spPr>
        <p:txBody>
          <a:bodyPr/>
          <a:lstStyle/>
          <a:p>
            <a:r>
              <a:rPr lang="en-US" dirty="0"/>
              <a:t>Introduction to Multiple Linear Regression</a:t>
            </a: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34937" y="1029334"/>
            <a:ext cx="11450409" cy="1629164"/>
          </a:xfrm>
        </p:spPr>
        <p:txBody>
          <a:bodyPr/>
          <a:lstStyle/>
          <a:p>
            <a:pPr>
              <a:buClr>
                <a:srgbClr val="00B0F0"/>
              </a:buClr>
              <a:buFont typeface="Courier New" panose="02070309020205020404" pitchFamily="49" charset="0"/>
              <a:buChar char="o"/>
            </a:pPr>
            <a:r>
              <a:rPr lang="en-IN" dirty="0" smtClean="0"/>
              <a:t>While </a:t>
            </a:r>
            <a:r>
              <a:rPr lang="en-IN" dirty="0"/>
              <a:t>Simple Linear Regression predicts an outcome using </a:t>
            </a:r>
            <a:r>
              <a:rPr lang="en-IN" b="1" dirty="0"/>
              <a:t>one independent variable</a:t>
            </a:r>
            <a:r>
              <a:rPr lang="en-IN" dirty="0"/>
              <a:t>, Multiple Linear Regression allows us to use </a:t>
            </a:r>
            <a:r>
              <a:rPr lang="en-IN" b="1" dirty="0"/>
              <a:t>multiple independent variables</a:t>
            </a:r>
            <a:r>
              <a:rPr lang="en-IN" dirty="0"/>
              <a:t> to make </a:t>
            </a:r>
            <a:r>
              <a:rPr lang="en-IN" dirty="0" smtClean="0"/>
              <a:t>predictions</a:t>
            </a:r>
          </a:p>
          <a:p>
            <a:pPr>
              <a:buClr>
                <a:srgbClr val="00B0F0"/>
              </a:buClr>
              <a:buFont typeface="Courier New" panose="02070309020205020404" pitchFamily="49" charset="0"/>
              <a:buChar char="o"/>
            </a:pPr>
            <a:r>
              <a:rPr lang="en-IN" b="1" dirty="0"/>
              <a:t>The Multiple Linear Regression Equation</a:t>
            </a:r>
          </a:p>
          <a:p>
            <a:pPr>
              <a:buClr>
                <a:srgbClr val="00B0F0"/>
              </a:buClr>
              <a:buFont typeface="Courier New" panose="02070309020205020404" pitchFamily="49" charset="0"/>
              <a:buChar char="o"/>
            </a:pPr>
            <a:endParaRPr lang="en-US" dirty="0"/>
          </a:p>
        </p:txBody>
      </p:sp>
      <p:pic>
        <p:nvPicPr>
          <p:cNvPr id="5" name="Picture 4"/>
          <p:cNvPicPr/>
          <p:nvPr/>
        </p:nvPicPr>
        <p:blipFill>
          <a:blip r:embed="rId2"/>
          <a:stretch>
            <a:fillRect/>
          </a:stretch>
        </p:blipFill>
        <p:spPr>
          <a:xfrm>
            <a:off x="2829697" y="2574289"/>
            <a:ext cx="6132058" cy="2306629"/>
          </a:xfrm>
          <a:prstGeom prst="rect">
            <a:avLst/>
          </a:prstGeom>
        </p:spPr>
      </p:pic>
    </p:spTree>
    <p:extLst>
      <p:ext uri="{BB962C8B-B14F-4D97-AF65-F5344CB8AC3E}">
        <p14:creationId xmlns:p14="http://schemas.microsoft.com/office/powerpoint/2010/main" val="32337725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a:xfrm>
            <a:off x="334937" y="245863"/>
            <a:ext cx="11478122" cy="557326"/>
          </a:xfrm>
        </p:spPr>
        <p:txBody>
          <a:bodyPr/>
          <a:lstStyle/>
          <a:p>
            <a:r>
              <a:rPr lang="en-CA" dirty="0"/>
              <a:t>Understanding the Coefficients</a:t>
            </a: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34937" y="1029334"/>
            <a:ext cx="11450409" cy="2885918"/>
          </a:xfrm>
        </p:spPr>
        <p:txBody>
          <a:bodyPr/>
          <a:lstStyle/>
          <a:p>
            <a:pPr>
              <a:buClr>
                <a:srgbClr val="00B0F0"/>
              </a:buClr>
              <a:buFont typeface="Courier New" panose="02070309020205020404" pitchFamily="49" charset="0"/>
              <a:buChar char="o"/>
            </a:pPr>
            <a:r>
              <a:rPr lang="en-US" dirty="0" smtClean="0"/>
              <a:t>In </a:t>
            </a:r>
            <a:r>
              <a:rPr lang="en-US" dirty="0"/>
              <a:t>Multiple Linear Regression, each independent variable has its own coefficient.</a:t>
            </a:r>
          </a:p>
          <a:p>
            <a:pPr>
              <a:buClr>
                <a:srgbClr val="00B0F0"/>
              </a:buClr>
              <a:buFont typeface="Courier New" panose="02070309020205020404" pitchFamily="49" charset="0"/>
              <a:buChar char="o"/>
            </a:pPr>
            <a:r>
              <a:rPr lang="en-US" dirty="0"/>
              <a:t>The coefficient represents how much the dependent variable changes when that particular feature increases by one unit, while keeping all other variables constant.</a:t>
            </a:r>
          </a:p>
          <a:p>
            <a:pPr>
              <a:buClr>
                <a:srgbClr val="00B0F0"/>
              </a:buClr>
              <a:buFont typeface="Courier New" panose="02070309020205020404" pitchFamily="49" charset="0"/>
              <a:buChar char="o"/>
            </a:pPr>
            <a:r>
              <a:rPr lang="en-US" dirty="0"/>
              <a:t>For </a:t>
            </a:r>
            <a:r>
              <a:rPr lang="en-US" dirty="0" smtClean="0"/>
              <a:t>example:</a:t>
            </a:r>
          </a:p>
          <a:p>
            <a:pPr lvl="1">
              <a:buClr>
                <a:srgbClr val="00B0F0"/>
              </a:buClr>
              <a:buFont typeface="Courier New" panose="02070309020205020404" pitchFamily="49" charset="0"/>
              <a:buChar char="o"/>
            </a:pPr>
            <a:r>
              <a:rPr lang="en-US" dirty="0" smtClean="0"/>
              <a:t>A </a:t>
            </a:r>
            <a:r>
              <a:rPr lang="en-US" dirty="0"/>
              <a:t>positive coefficient means the feature increases the predicted outcome. </a:t>
            </a:r>
          </a:p>
          <a:p>
            <a:pPr lvl="1">
              <a:buClr>
                <a:srgbClr val="00B0F0"/>
              </a:buClr>
              <a:buFont typeface="Courier New" panose="02070309020205020404" pitchFamily="49" charset="0"/>
              <a:buChar char="o"/>
            </a:pPr>
            <a:r>
              <a:rPr lang="en-US" dirty="0" smtClean="0"/>
              <a:t>A </a:t>
            </a:r>
            <a:r>
              <a:rPr lang="en-US" dirty="0"/>
              <a:t>negative coefficient means the feature decreases the predicted outcome.</a:t>
            </a:r>
          </a:p>
          <a:p>
            <a:pPr>
              <a:buClr>
                <a:srgbClr val="00B0F0"/>
              </a:buClr>
              <a:buFont typeface="Courier New" panose="02070309020205020404" pitchFamily="49" charset="0"/>
              <a:buChar char="o"/>
            </a:pPr>
            <a:endParaRPr lang="en-US" dirty="0"/>
          </a:p>
        </p:txBody>
      </p:sp>
    </p:spTree>
    <p:extLst>
      <p:ext uri="{BB962C8B-B14F-4D97-AF65-F5344CB8AC3E}">
        <p14:creationId xmlns:p14="http://schemas.microsoft.com/office/powerpoint/2010/main" val="32337725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a:xfrm>
            <a:off x="334937" y="245863"/>
            <a:ext cx="11478122" cy="557326"/>
          </a:xfrm>
        </p:spPr>
        <p:txBody>
          <a:bodyPr/>
          <a:lstStyle/>
          <a:p>
            <a:r>
              <a:rPr lang="en-US" dirty="0"/>
              <a:t>Example: Predicting Potato Yield</a:t>
            </a: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34937" y="1029334"/>
            <a:ext cx="11450409" cy="2444772"/>
          </a:xfrm>
        </p:spPr>
        <p:txBody>
          <a:bodyPr/>
          <a:lstStyle/>
          <a:p>
            <a:pPr>
              <a:buClr>
                <a:srgbClr val="00B0F0"/>
              </a:buClr>
              <a:buFont typeface="Courier New" panose="02070309020205020404" pitchFamily="49" charset="0"/>
              <a:buChar char="o"/>
            </a:pPr>
            <a:r>
              <a:rPr lang="en-US" dirty="0" smtClean="0"/>
              <a:t>Let's </a:t>
            </a:r>
            <a:r>
              <a:rPr lang="en-US" dirty="0"/>
              <a:t>return to our farming example.</a:t>
            </a:r>
          </a:p>
          <a:p>
            <a:pPr>
              <a:buClr>
                <a:srgbClr val="00B0F0"/>
              </a:buClr>
              <a:buFont typeface="Courier New" panose="02070309020205020404" pitchFamily="49" charset="0"/>
              <a:buChar char="o"/>
            </a:pPr>
            <a:r>
              <a:rPr lang="en-US" dirty="0"/>
              <a:t>Suppose we want to predict potato production based on three different factors:</a:t>
            </a:r>
          </a:p>
          <a:p>
            <a:pPr lvl="1">
              <a:buClr>
                <a:srgbClr val="00B0F0"/>
              </a:buClr>
              <a:buFont typeface="Courier New" panose="02070309020205020404" pitchFamily="49" charset="0"/>
              <a:buChar char="o"/>
            </a:pPr>
            <a:r>
              <a:rPr lang="en-US" dirty="0" smtClean="0"/>
              <a:t>Amount </a:t>
            </a:r>
            <a:r>
              <a:rPr lang="en-US" dirty="0"/>
              <a:t>of nitrogen fertilizer used </a:t>
            </a:r>
          </a:p>
          <a:p>
            <a:pPr lvl="1">
              <a:buClr>
                <a:srgbClr val="00B0F0"/>
              </a:buClr>
              <a:buFont typeface="Courier New" panose="02070309020205020404" pitchFamily="49" charset="0"/>
              <a:buChar char="o"/>
            </a:pPr>
            <a:r>
              <a:rPr lang="en-US" dirty="0" smtClean="0"/>
              <a:t>Average </a:t>
            </a:r>
            <a:r>
              <a:rPr lang="en-US" dirty="0"/>
              <a:t>temperature during the season </a:t>
            </a:r>
          </a:p>
          <a:p>
            <a:pPr lvl="1">
              <a:buClr>
                <a:srgbClr val="00B0F0"/>
              </a:buClr>
              <a:buFont typeface="Courier New" panose="02070309020205020404" pitchFamily="49" charset="0"/>
              <a:buChar char="o"/>
            </a:pPr>
            <a:r>
              <a:rPr lang="en-US" dirty="0" smtClean="0"/>
              <a:t>Amount </a:t>
            </a:r>
            <a:r>
              <a:rPr lang="en-US" dirty="0"/>
              <a:t>of rainfall received </a:t>
            </a:r>
          </a:p>
          <a:p>
            <a:pPr>
              <a:buClr>
                <a:srgbClr val="00B0F0"/>
              </a:buClr>
              <a:buFont typeface="Courier New" panose="02070309020205020404" pitchFamily="49" charset="0"/>
              <a:buChar char="o"/>
            </a:pPr>
            <a:r>
              <a:rPr lang="en-US" dirty="0"/>
              <a:t>The regression equation could look like:</a:t>
            </a:r>
          </a:p>
        </p:txBody>
      </p:sp>
      <p:pic>
        <p:nvPicPr>
          <p:cNvPr id="2416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8912" y="3834843"/>
            <a:ext cx="6610350" cy="185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3377259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a:xfrm>
            <a:off x="334937" y="245863"/>
            <a:ext cx="11478122" cy="557326"/>
          </a:xfrm>
        </p:spPr>
        <p:txBody>
          <a:bodyPr/>
          <a:lstStyle/>
          <a:p>
            <a:r>
              <a:rPr lang="en-CA" dirty="0"/>
              <a:t>Interpreting the Equation</a:t>
            </a: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34937" y="1029334"/>
            <a:ext cx="11450409" cy="4990084"/>
          </a:xfrm>
        </p:spPr>
        <p:txBody>
          <a:bodyPr/>
          <a:lstStyle/>
          <a:p>
            <a:pPr>
              <a:buClr>
                <a:srgbClr val="00B0F0"/>
              </a:buClr>
              <a:buFont typeface="Courier New" panose="02070309020205020404" pitchFamily="49" charset="0"/>
              <a:buChar char="o"/>
            </a:pPr>
            <a:r>
              <a:rPr lang="en-US" b="1" dirty="0" smtClean="0"/>
              <a:t>Intercept</a:t>
            </a:r>
            <a:r>
              <a:rPr lang="en-US" b="1" dirty="0"/>
              <a:t>: 8 Tons</a:t>
            </a:r>
          </a:p>
          <a:p>
            <a:pPr lvl="1">
              <a:buClr>
                <a:srgbClr val="00B0F0"/>
              </a:buClr>
              <a:buFont typeface="Courier New" panose="02070309020205020404" pitchFamily="49" charset="0"/>
              <a:buChar char="o"/>
            </a:pPr>
            <a:r>
              <a:rPr lang="en-US" dirty="0"/>
              <a:t>The value 8 tons represents the predicted potato yield when all input variables are zero.</a:t>
            </a:r>
          </a:p>
          <a:p>
            <a:pPr lvl="1">
              <a:buClr>
                <a:srgbClr val="00B0F0"/>
              </a:buClr>
              <a:buFont typeface="Courier New" panose="02070309020205020404" pitchFamily="49" charset="0"/>
              <a:buChar char="o"/>
            </a:pPr>
            <a:r>
              <a:rPr lang="en-US" dirty="0"/>
              <a:t>This is the baseline value of the model</a:t>
            </a:r>
            <a:r>
              <a:rPr lang="en-US" dirty="0" smtClean="0"/>
              <a:t>.</a:t>
            </a:r>
          </a:p>
          <a:p>
            <a:pPr>
              <a:buClr>
                <a:srgbClr val="00B0F0"/>
              </a:buClr>
              <a:buFont typeface="Courier New" panose="02070309020205020404" pitchFamily="49" charset="0"/>
              <a:buChar char="o"/>
            </a:pPr>
            <a:r>
              <a:rPr lang="en-US" b="1" dirty="0"/>
              <a:t>Fertilizer Coefficient: 3 Tons per Kilogram</a:t>
            </a:r>
          </a:p>
          <a:p>
            <a:pPr lvl="1">
              <a:buClr>
                <a:srgbClr val="00B0F0"/>
              </a:buClr>
              <a:buFont typeface="Courier New" panose="02070309020205020404" pitchFamily="49" charset="0"/>
              <a:buChar char="o"/>
            </a:pPr>
            <a:r>
              <a:rPr lang="en-US" dirty="0" smtClean="0"/>
              <a:t>For </a:t>
            </a:r>
            <a:r>
              <a:rPr lang="en-US" dirty="0"/>
              <a:t>every additional kilogram of nitrogen fertilizer used, potato production increases by approximately 3 tons, assuming temperature and rainfall remain unchanged.</a:t>
            </a:r>
          </a:p>
          <a:p>
            <a:pPr lvl="1">
              <a:buClr>
                <a:srgbClr val="00B0F0"/>
              </a:buClr>
              <a:buFont typeface="Courier New" panose="02070309020205020404" pitchFamily="49" charset="0"/>
              <a:buChar char="o"/>
            </a:pPr>
            <a:r>
              <a:rPr lang="en-US" dirty="0"/>
              <a:t>This is a positive relationship</a:t>
            </a:r>
            <a:r>
              <a:rPr lang="en-US" dirty="0" smtClean="0"/>
              <a:t>.</a:t>
            </a:r>
          </a:p>
          <a:p>
            <a:pPr>
              <a:buClr>
                <a:srgbClr val="00B0F0"/>
              </a:buClr>
              <a:buFont typeface="Courier New" panose="02070309020205020404" pitchFamily="49" charset="0"/>
              <a:buChar char="o"/>
            </a:pPr>
            <a:r>
              <a:rPr lang="en-IN" b="1" dirty="0"/>
              <a:t>Temperature Coefficient: -0.54 Tons per Degree </a:t>
            </a:r>
            <a:r>
              <a:rPr lang="en-IN" b="1" dirty="0" smtClean="0"/>
              <a:t>Celsius</a:t>
            </a:r>
          </a:p>
          <a:p>
            <a:pPr lvl="1">
              <a:buClr>
                <a:srgbClr val="00B0F0"/>
              </a:buClr>
              <a:buFont typeface="Courier New" panose="02070309020205020404" pitchFamily="49" charset="0"/>
              <a:buChar char="o"/>
            </a:pPr>
            <a:r>
              <a:rPr lang="en-US" dirty="0"/>
              <a:t>For every 1°C increase in temperature, potato production decreases by 0.54 tons, assuming fertilizer and rainfall remain constant.</a:t>
            </a:r>
          </a:p>
          <a:p>
            <a:pPr lvl="1">
              <a:buClr>
                <a:srgbClr val="00B0F0"/>
              </a:buClr>
              <a:buFont typeface="Courier New" panose="02070309020205020404" pitchFamily="49" charset="0"/>
              <a:buChar char="o"/>
            </a:pPr>
            <a:r>
              <a:rPr lang="en-US" dirty="0"/>
              <a:t>The negative value indicates an inverse relationship.</a:t>
            </a:r>
          </a:p>
          <a:p>
            <a:pPr lvl="1">
              <a:buClr>
                <a:srgbClr val="00B0F0"/>
              </a:buClr>
              <a:buFont typeface="Courier New" panose="02070309020205020404" pitchFamily="49" charset="0"/>
              <a:buChar char="o"/>
            </a:pPr>
            <a:r>
              <a:rPr lang="en-US" dirty="0"/>
              <a:t>Higher temperatures may reduce potato yield.</a:t>
            </a:r>
          </a:p>
          <a:p>
            <a:pPr>
              <a:buClr>
                <a:srgbClr val="00B0F0"/>
              </a:buClr>
              <a:buFont typeface="Courier New" panose="02070309020205020404" pitchFamily="49" charset="0"/>
              <a:buChar char="o"/>
            </a:pPr>
            <a:endParaRPr lang="en-US" dirty="0"/>
          </a:p>
        </p:txBody>
      </p:sp>
    </p:spTree>
    <p:extLst>
      <p:ext uri="{BB962C8B-B14F-4D97-AF65-F5344CB8AC3E}">
        <p14:creationId xmlns:p14="http://schemas.microsoft.com/office/powerpoint/2010/main" val="36145866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a:xfrm>
            <a:off x="334937" y="245863"/>
            <a:ext cx="11478122" cy="557326"/>
          </a:xfrm>
        </p:spPr>
        <p:txBody>
          <a:bodyPr/>
          <a:lstStyle/>
          <a:p>
            <a:r>
              <a:rPr lang="en-CA" dirty="0"/>
              <a:t>Interpreting the Equation</a:t>
            </a: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34937" y="1029334"/>
            <a:ext cx="11450409" cy="2308324"/>
          </a:xfrm>
        </p:spPr>
        <p:txBody>
          <a:bodyPr/>
          <a:lstStyle/>
          <a:p>
            <a:pPr marL="342900" lvl="1" indent="-342900">
              <a:spcBef>
                <a:spcPts val="1600"/>
              </a:spcBef>
              <a:buClr>
                <a:srgbClr val="00B0F0"/>
              </a:buClr>
              <a:buSzPct val="105000"/>
              <a:buFont typeface="Courier New" panose="02070309020205020404" pitchFamily="49" charset="0"/>
              <a:buChar char="o"/>
            </a:pPr>
            <a:r>
              <a:rPr lang="en-US" b="1" dirty="0" smtClean="0"/>
              <a:t>Rainfall </a:t>
            </a:r>
            <a:r>
              <a:rPr lang="en-US" b="1" dirty="0"/>
              <a:t>Coefficient: 0.04 Tons per </a:t>
            </a:r>
            <a:r>
              <a:rPr lang="en-US" b="1" dirty="0" smtClean="0"/>
              <a:t>Millimeter</a:t>
            </a:r>
          </a:p>
          <a:p>
            <a:pPr lvl="1">
              <a:buClr>
                <a:srgbClr val="00B0F0"/>
              </a:buClr>
              <a:buFont typeface="Courier New" panose="02070309020205020404" pitchFamily="49" charset="0"/>
              <a:buChar char="o"/>
            </a:pPr>
            <a:r>
              <a:rPr lang="en-US" dirty="0" smtClean="0"/>
              <a:t>Every </a:t>
            </a:r>
            <a:r>
              <a:rPr lang="en-US" dirty="0"/>
              <a:t>additional millimeter of rainfall increases the predicted potato yield by 0.04 tons, assuming other factors remain unchanged.</a:t>
            </a:r>
          </a:p>
          <a:p>
            <a:pPr lvl="1">
              <a:buClr>
                <a:srgbClr val="00B0F0"/>
              </a:buClr>
              <a:buFont typeface="Courier New" panose="02070309020205020404" pitchFamily="49" charset="0"/>
              <a:buChar char="o"/>
            </a:pPr>
            <a:r>
              <a:rPr lang="en-US" dirty="0"/>
              <a:t>This represents a positive relationship between rainfall and production.</a:t>
            </a:r>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b="1" dirty="0"/>
          </a:p>
        </p:txBody>
      </p:sp>
    </p:spTree>
    <p:extLst>
      <p:ext uri="{BB962C8B-B14F-4D97-AF65-F5344CB8AC3E}">
        <p14:creationId xmlns:p14="http://schemas.microsoft.com/office/powerpoint/2010/main" val="7317498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US" dirty="0"/>
              <a:t>Why Use Multiple Linear Regression?</a:t>
            </a: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93797" y="1248032"/>
            <a:ext cx="11450409" cy="3869777"/>
          </a:xfrm>
        </p:spPr>
        <p:txBody>
          <a:bodyPr/>
          <a:lstStyle/>
          <a:p>
            <a:pPr>
              <a:buClr>
                <a:srgbClr val="00B0F0"/>
              </a:buClr>
              <a:buFont typeface="Courier New" panose="02070309020205020404" pitchFamily="49" charset="0"/>
              <a:buChar char="o"/>
            </a:pPr>
            <a:r>
              <a:rPr lang="en-US" dirty="0" smtClean="0"/>
              <a:t>Real-world </a:t>
            </a:r>
            <a:r>
              <a:rPr lang="en-US" dirty="0"/>
              <a:t>problems are rarely influenced by only one factor.</a:t>
            </a:r>
          </a:p>
          <a:p>
            <a:pPr>
              <a:buClr>
                <a:srgbClr val="00B0F0"/>
              </a:buClr>
              <a:buFont typeface="Courier New" panose="02070309020205020404" pitchFamily="49" charset="0"/>
              <a:buChar char="o"/>
            </a:pPr>
            <a:r>
              <a:rPr lang="en-US" dirty="0"/>
              <a:t>For example, potato production depends on many environmental conditions:</a:t>
            </a:r>
          </a:p>
          <a:p>
            <a:pPr lvl="1">
              <a:buClr>
                <a:srgbClr val="00B0F0"/>
              </a:buClr>
              <a:buFont typeface="Courier New" panose="02070309020205020404" pitchFamily="49" charset="0"/>
              <a:buChar char="o"/>
            </a:pPr>
            <a:r>
              <a:rPr lang="en-US" dirty="0" smtClean="0"/>
              <a:t>Fertilizer </a:t>
            </a:r>
            <a:r>
              <a:rPr lang="en-US" dirty="0"/>
              <a:t>usage </a:t>
            </a:r>
          </a:p>
          <a:p>
            <a:pPr lvl="1">
              <a:buClr>
                <a:srgbClr val="00B0F0"/>
              </a:buClr>
              <a:buFont typeface="Courier New" panose="02070309020205020404" pitchFamily="49" charset="0"/>
              <a:buChar char="o"/>
            </a:pPr>
            <a:r>
              <a:rPr lang="en-US" dirty="0" smtClean="0"/>
              <a:t>Temperature </a:t>
            </a:r>
            <a:endParaRPr lang="en-US" dirty="0"/>
          </a:p>
          <a:p>
            <a:pPr lvl="1">
              <a:buClr>
                <a:srgbClr val="00B0F0"/>
              </a:buClr>
              <a:buFont typeface="Courier New" panose="02070309020205020404" pitchFamily="49" charset="0"/>
              <a:buChar char="o"/>
            </a:pPr>
            <a:r>
              <a:rPr lang="en-US" dirty="0" smtClean="0"/>
              <a:t>Rainfall </a:t>
            </a:r>
            <a:endParaRPr lang="en-US" dirty="0"/>
          </a:p>
          <a:p>
            <a:pPr lvl="1">
              <a:buClr>
                <a:srgbClr val="00B0F0"/>
              </a:buClr>
              <a:buFont typeface="Courier New" panose="02070309020205020404" pitchFamily="49" charset="0"/>
              <a:buChar char="o"/>
            </a:pPr>
            <a:r>
              <a:rPr lang="en-US" dirty="0" smtClean="0"/>
              <a:t>Soil </a:t>
            </a:r>
            <a:r>
              <a:rPr lang="en-US" dirty="0"/>
              <a:t>quality </a:t>
            </a:r>
          </a:p>
          <a:p>
            <a:pPr lvl="1">
              <a:buClr>
                <a:srgbClr val="00B0F0"/>
              </a:buClr>
              <a:buFont typeface="Courier New" panose="02070309020205020404" pitchFamily="49" charset="0"/>
              <a:buChar char="o"/>
            </a:pPr>
            <a:r>
              <a:rPr lang="en-US" dirty="0" smtClean="0"/>
              <a:t>Sunlight </a:t>
            </a:r>
            <a:endParaRPr lang="en-US" dirty="0"/>
          </a:p>
          <a:p>
            <a:pPr lvl="1">
              <a:buClr>
                <a:srgbClr val="00B0F0"/>
              </a:buClr>
              <a:buFont typeface="Courier New" panose="02070309020205020404" pitchFamily="49" charset="0"/>
              <a:buChar char="o"/>
            </a:pPr>
            <a:r>
              <a:rPr lang="en-US" dirty="0" smtClean="0"/>
              <a:t>Irrigation </a:t>
            </a:r>
            <a:endParaRPr lang="en-US" dirty="0"/>
          </a:p>
          <a:p>
            <a:pPr>
              <a:buClr>
                <a:srgbClr val="00B0F0"/>
              </a:buClr>
              <a:buFont typeface="Courier New" panose="02070309020205020404" pitchFamily="49" charset="0"/>
              <a:buChar char="o"/>
            </a:pPr>
            <a:r>
              <a:rPr lang="en-US" dirty="0"/>
              <a:t>Using multiple variables allows the model to capture more complex relationships and often improves prediction accuracy.</a:t>
            </a:r>
          </a:p>
        </p:txBody>
      </p:sp>
    </p:spTree>
    <p:extLst>
      <p:ext uri="{BB962C8B-B14F-4D97-AF65-F5344CB8AC3E}">
        <p14:creationId xmlns:p14="http://schemas.microsoft.com/office/powerpoint/2010/main" val="185994494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US" dirty="0"/>
              <a:t>Dummy Variables in Linear Regression Explained</a:t>
            </a: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210312" y="1096023"/>
            <a:ext cx="11450409" cy="5708229"/>
          </a:xfrm>
        </p:spPr>
        <p:txBody>
          <a:bodyPr/>
          <a:lstStyle/>
          <a:p>
            <a:pPr>
              <a:buClr>
                <a:srgbClr val="00B0F0"/>
              </a:buClr>
              <a:buFont typeface="Courier New" panose="02070309020205020404" pitchFamily="49" charset="0"/>
              <a:buChar char="o"/>
            </a:pPr>
            <a:r>
              <a:rPr lang="en-US" dirty="0" smtClean="0"/>
              <a:t>When </a:t>
            </a:r>
            <a:r>
              <a:rPr lang="en-US" dirty="0"/>
              <a:t>building a linear regression model, not all variables in a dataset are numerical</a:t>
            </a:r>
            <a:r>
              <a:rPr lang="en-US" dirty="0" smtClean="0"/>
              <a:t>.</a:t>
            </a:r>
          </a:p>
          <a:p>
            <a:pPr>
              <a:buClr>
                <a:srgbClr val="00B0F0"/>
              </a:buClr>
              <a:buFont typeface="Courier New" panose="02070309020205020404" pitchFamily="49" charset="0"/>
              <a:buChar char="o"/>
            </a:pPr>
            <a:r>
              <a:rPr lang="en-US" dirty="0" smtClean="0"/>
              <a:t> </a:t>
            </a:r>
            <a:r>
              <a:rPr lang="en-US" dirty="0"/>
              <a:t>Some variables, such as a company's state of operation, are categorical. </a:t>
            </a:r>
            <a:endParaRPr lang="en-US" dirty="0" smtClean="0"/>
          </a:p>
          <a:p>
            <a:pPr>
              <a:buClr>
                <a:srgbClr val="00B0F0"/>
              </a:buClr>
              <a:buFont typeface="Courier New" panose="02070309020205020404" pitchFamily="49" charset="0"/>
              <a:buChar char="o"/>
            </a:pPr>
            <a:r>
              <a:rPr lang="en-US" dirty="0" smtClean="0"/>
              <a:t>Since </a:t>
            </a:r>
            <a:r>
              <a:rPr lang="en-US" dirty="0"/>
              <a:t>regression models work with numbers, categorical data must be converted into a numerical format. This is where dummy variables come into play.</a:t>
            </a: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marL="0" indent="0">
              <a:buClr>
                <a:srgbClr val="00B0F0"/>
              </a:buClr>
              <a:buNone/>
            </a:pPr>
            <a:endParaRPr lang="en-US" dirty="0" smtClean="0"/>
          </a:p>
        </p:txBody>
      </p:sp>
      <p:pic>
        <p:nvPicPr>
          <p:cNvPr id="2426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39053" y="4129088"/>
            <a:ext cx="4619625" cy="1400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8943806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US" dirty="0"/>
              <a:t>Problem Statement</a:t>
            </a: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210312" y="1096023"/>
            <a:ext cx="11450409" cy="2986459"/>
          </a:xfrm>
        </p:spPr>
        <p:txBody>
          <a:bodyPr/>
          <a:lstStyle/>
          <a:p>
            <a:pPr>
              <a:buClr>
                <a:srgbClr val="00B0F0"/>
              </a:buClr>
              <a:buFont typeface="Courier New" panose="02070309020205020404" pitchFamily="49" charset="0"/>
              <a:buChar char="o"/>
            </a:pPr>
            <a:r>
              <a:rPr lang="en-US" dirty="0" smtClean="0"/>
              <a:t>Suppose </a:t>
            </a:r>
            <a:r>
              <a:rPr lang="en-US" dirty="0"/>
              <a:t>we have a dataset containing information about startups, including:</a:t>
            </a:r>
          </a:p>
          <a:p>
            <a:pPr lvl="1">
              <a:buClr>
                <a:srgbClr val="00B0F0"/>
              </a:buClr>
              <a:buFont typeface="Courier New" panose="02070309020205020404" pitchFamily="49" charset="0"/>
              <a:buChar char="o"/>
            </a:pPr>
            <a:r>
              <a:rPr lang="en-US" dirty="0" smtClean="0"/>
              <a:t>Profit </a:t>
            </a:r>
            <a:r>
              <a:rPr lang="en-US" dirty="0"/>
              <a:t>(Target/Dependent Variable) </a:t>
            </a:r>
          </a:p>
          <a:p>
            <a:pPr lvl="1">
              <a:buClr>
                <a:srgbClr val="00B0F0"/>
              </a:buClr>
              <a:buFont typeface="Courier New" panose="02070309020205020404" pitchFamily="49" charset="0"/>
              <a:buChar char="o"/>
            </a:pPr>
            <a:r>
              <a:rPr lang="en-US" dirty="0" smtClean="0"/>
              <a:t>R&amp;D </a:t>
            </a:r>
            <a:r>
              <a:rPr lang="en-US" dirty="0"/>
              <a:t>Spend </a:t>
            </a:r>
          </a:p>
          <a:p>
            <a:pPr lvl="1">
              <a:buClr>
                <a:srgbClr val="00B0F0"/>
              </a:buClr>
              <a:buFont typeface="Courier New" panose="02070309020205020404" pitchFamily="49" charset="0"/>
              <a:buChar char="o"/>
            </a:pPr>
            <a:r>
              <a:rPr lang="en-US" dirty="0" smtClean="0"/>
              <a:t>Administration </a:t>
            </a:r>
            <a:r>
              <a:rPr lang="en-US" dirty="0"/>
              <a:t>Spend </a:t>
            </a:r>
          </a:p>
          <a:p>
            <a:pPr lvl="1">
              <a:buClr>
                <a:srgbClr val="00B0F0"/>
              </a:buClr>
              <a:buFont typeface="Courier New" panose="02070309020205020404" pitchFamily="49" charset="0"/>
              <a:buChar char="o"/>
            </a:pPr>
            <a:r>
              <a:rPr lang="en-US" dirty="0" smtClean="0"/>
              <a:t>Marketing </a:t>
            </a:r>
            <a:r>
              <a:rPr lang="en-US" dirty="0"/>
              <a:t>Spend </a:t>
            </a:r>
          </a:p>
          <a:p>
            <a:pPr lvl="1">
              <a:buClr>
                <a:srgbClr val="00B0F0"/>
              </a:buClr>
              <a:buFont typeface="Courier New" panose="02070309020205020404" pitchFamily="49" charset="0"/>
              <a:buChar char="o"/>
            </a:pPr>
            <a:r>
              <a:rPr lang="en-US" dirty="0" smtClean="0"/>
              <a:t>State </a:t>
            </a:r>
            <a:r>
              <a:rPr lang="en-US" dirty="0"/>
              <a:t>(New York or California) </a:t>
            </a:r>
          </a:p>
          <a:p>
            <a:pPr marL="0" indent="0">
              <a:buClr>
                <a:srgbClr val="00B0F0"/>
              </a:buClr>
              <a:buNone/>
            </a:pPr>
            <a:r>
              <a:rPr lang="en-US" dirty="0" smtClean="0"/>
              <a:t/>
            </a:r>
            <a:br>
              <a:rPr lang="en-US" dirty="0" smtClean="0"/>
            </a:br>
            <a:endParaRPr lang="en-US" dirty="0"/>
          </a:p>
        </p:txBody>
      </p:sp>
      <p:pic>
        <p:nvPicPr>
          <p:cNvPr id="2437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4880" y="3887486"/>
            <a:ext cx="5904342" cy="1931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5695300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US" dirty="0"/>
              <a:t>Problem Statement</a:t>
            </a: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210312" y="1096023"/>
            <a:ext cx="11450409" cy="3875933"/>
          </a:xfrm>
        </p:spPr>
        <p:txBody>
          <a:bodyPr/>
          <a:lstStyle/>
          <a:p>
            <a:pPr>
              <a:buClr>
                <a:srgbClr val="00B0F0"/>
              </a:buClr>
              <a:buFont typeface="Courier New" panose="02070309020205020404" pitchFamily="49" charset="0"/>
              <a:buChar char="o"/>
            </a:pPr>
            <a:r>
              <a:rPr lang="en-US" dirty="0" smtClean="0"/>
              <a:t>The </a:t>
            </a:r>
            <a:r>
              <a:rPr lang="en-US" dirty="0"/>
              <a:t>objective is to determine whether these factors influence a company's profit and to build a model that can predict profit based on these variables.</a:t>
            </a:r>
          </a:p>
          <a:p>
            <a:pPr lvl="1">
              <a:buClr>
                <a:srgbClr val="00B0F0"/>
              </a:buClr>
              <a:buFont typeface="Courier New" panose="02070309020205020404" pitchFamily="49" charset="0"/>
              <a:buChar char="o"/>
            </a:pPr>
            <a:r>
              <a:rPr lang="en-US" dirty="0"/>
              <a:t>Here:</a:t>
            </a:r>
          </a:p>
          <a:p>
            <a:pPr lvl="2">
              <a:buClr>
                <a:srgbClr val="00B0F0"/>
              </a:buClr>
              <a:buFont typeface="Courier New" panose="02070309020205020404" pitchFamily="49" charset="0"/>
              <a:buChar char="o"/>
            </a:pPr>
            <a:r>
              <a:rPr lang="en-US" dirty="0" smtClean="0"/>
              <a:t>Dependent </a:t>
            </a:r>
            <a:r>
              <a:rPr lang="en-US" dirty="0"/>
              <a:t>Variable (Y): Profit </a:t>
            </a:r>
          </a:p>
          <a:p>
            <a:pPr lvl="2">
              <a:buClr>
                <a:srgbClr val="00B0F0"/>
              </a:buClr>
              <a:buFont typeface="Courier New" panose="02070309020205020404" pitchFamily="49" charset="0"/>
              <a:buChar char="o"/>
            </a:pPr>
            <a:r>
              <a:rPr lang="en-US" dirty="0" smtClean="0"/>
              <a:t>Independent </a:t>
            </a:r>
            <a:r>
              <a:rPr lang="en-US" dirty="0"/>
              <a:t>Variables (X): </a:t>
            </a:r>
          </a:p>
          <a:p>
            <a:pPr lvl="3">
              <a:buClr>
                <a:srgbClr val="00B0F0"/>
              </a:buClr>
              <a:buFont typeface="Courier New" panose="02070309020205020404" pitchFamily="49" charset="0"/>
              <a:buChar char="o"/>
            </a:pPr>
            <a:r>
              <a:rPr lang="en-US" dirty="0" smtClean="0"/>
              <a:t>R&amp;D </a:t>
            </a:r>
            <a:r>
              <a:rPr lang="en-US" dirty="0"/>
              <a:t>Spend </a:t>
            </a:r>
          </a:p>
          <a:p>
            <a:pPr lvl="3">
              <a:buClr>
                <a:srgbClr val="00B0F0"/>
              </a:buClr>
              <a:buFont typeface="Courier New" panose="02070309020205020404" pitchFamily="49" charset="0"/>
              <a:buChar char="o"/>
            </a:pPr>
            <a:r>
              <a:rPr lang="en-US" dirty="0" smtClean="0"/>
              <a:t>Administration </a:t>
            </a:r>
            <a:r>
              <a:rPr lang="en-US" dirty="0"/>
              <a:t>Spend </a:t>
            </a:r>
          </a:p>
          <a:p>
            <a:pPr lvl="3">
              <a:buClr>
                <a:srgbClr val="00B0F0"/>
              </a:buClr>
              <a:buFont typeface="Courier New" panose="02070309020205020404" pitchFamily="49" charset="0"/>
              <a:buChar char="o"/>
            </a:pPr>
            <a:r>
              <a:rPr lang="en-US" dirty="0" smtClean="0"/>
              <a:t>Marketing </a:t>
            </a:r>
            <a:r>
              <a:rPr lang="en-US" dirty="0"/>
              <a:t>Spend </a:t>
            </a:r>
          </a:p>
          <a:p>
            <a:pPr lvl="3">
              <a:buClr>
                <a:srgbClr val="00B0F0"/>
              </a:buClr>
              <a:buFont typeface="Courier New" panose="02070309020205020404" pitchFamily="49" charset="0"/>
              <a:buChar char="o"/>
            </a:pPr>
            <a:r>
              <a:rPr lang="en-US" dirty="0" smtClean="0"/>
              <a:t>State </a:t>
            </a:r>
            <a:endParaRPr lang="en-US" dirty="0"/>
          </a:p>
          <a:p>
            <a:pPr lvl="1">
              <a:buClr>
                <a:srgbClr val="00B0F0"/>
              </a:buClr>
              <a:buFont typeface="Courier New" panose="02070309020205020404" pitchFamily="49" charset="0"/>
              <a:buChar char="o"/>
            </a:pPr>
            <a:r>
              <a:rPr lang="en-US" dirty="0"/>
              <a:t>The regression equation initially looks like this:</a:t>
            </a:r>
          </a:p>
          <a:p>
            <a:pPr marL="0" indent="0">
              <a:buClr>
                <a:srgbClr val="00B0F0"/>
              </a:buClr>
              <a:buNone/>
            </a:pPr>
            <a:r>
              <a:rPr lang="en-US" dirty="0" smtClean="0"/>
              <a:t/>
            </a:r>
            <a:br>
              <a:rPr lang="en-US" dirty="0" smtClean="0"/>
            </a:br>
            <a:endParaRPr lang="en-US" dirty="0"/>
          </a:p>
        </p:txBody>
      </p:sp>
      <p:pic>
        <p:nvPicPr>
          <p:cNvPr id="2447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6544" y="4511890"/>
            <a:ext cx="4864829" cy="816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6689565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US" dirty="0"/>
              <a:t>What is a Dummy Variable?</a:t>
            </a: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08919" y="1173377"/>
            <a:ext cx="11450409" cy="790986"/>
          </a:xfrm>
        </p:spPr>
        <p:txBody>
          <a:bodyPr/>
          <a:lstStyle/>
          <a:p>
            <a:pPr>
              <a:buClr>
                <a:srgbClr val="00B0F0"/>
              </a:buClr>
              <a:buFont typeface="Courier New" panose="02070309020205020404" pitchFamily="49" charset="0"/>
              <a:buChar char="o"/>
            </a:pPr>
            <a:r>
              <a:rPr lang="en-US" dirty="0" smtClean="0"/>
              <a:t>A </a:t>
            </a:r>
            <a:r>
              <a:rPr lang="en-US" dirty="0"/>
              <a:t>dummy variable is a numerical representation of a categorical variable. </a:t>
            </a:r>
            <a:endParaRPr lang="en-US" dirty="0" smtClean="0"/>
          </a:p>
          <a:p>
            <a:pPr>
              <a:buClr>
                <a:srgbClr val="00B0F0"/>
              </a:buClr>
              <a:buFont typeface="Courier New" panose="02070309020205020404" pitchFamily="49" charset="0"/>
              <a:buChar char="o"/>
            </a:pPr>
            <a:r>
              <a:rPr lang="en-US" dirty="0" smtClean="0"/>
              <a:t>Dummy </a:t>
            </a:r>
            <a:r>
              <a:rPr lang="en-US" dirty="0"/>
              <a:t>variables allow regression models to work with categorical data.</a:t>
            </a:r>
          </a:p>
        </p:txBody>
      </p:sp>
      <p:pic>
        <p:nvPicPr>
          <p:cNvPr id="2457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5294" y="2496065"/>
            <a:ext cx="7557764" cy="2399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3044427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US" dirty="0"/>
              <a:t>Creating Dummy Variables</a:t>
            </a: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08919" y="1173377"/>
            <a:ext cx="11450409" cy="2581219"/>
          </a:xfrm>
        </p:spPr>
        <p:txBody>
          <a:bodyPr/>
          <a:lstStyle/>
          <a:p>
            <a:pPr>
              <a:buClr>
                <a:srgbClr val="00B0F0"/>
              </a:buClr>
              <a:buFont typeface="Courier New" panose="02070309020205020404" pitchFamily="49" charset="0"/>
              <a:buChar char="o"/>
            </a:pPr>
            <a:r>
              <a:rPr lang="en-US" dirty="0" smtClean="0"/>
              <a:t>Assume </a:t>
            </a:r>
            <a:r>
              <a:rPr lang="en-US" dirty="0"/>
              <a:t>the State column has two categories:</a:t>
            </a:r>
          </a:p>
          <a:p>
            <a:pPr lvl="1">
              <a:buClr>
                <a:srgbClr val="00B0F0"/>
              </a:buClr>
              <a:buFont typeface="Courier New" panose="02070309020205020404" pitchFamily="49" charset="0"/>
              <a:buChar char="o"/>
            </a:pPr>
            <a:r>
              <a:rPr lang="en-US" dirty="0" smtClean="0"/>
              <a:t>New </a:t>
            </a:r>
            <a:r>
              <a:rPr lang="en-US" dirty="0"/>
              <a:t>York </a:t>
            </a:r>
          </a:p>
          <a:p>
            <a:pPr lvl="1">
              <a:buClr>
                <a:srgbClr val="00B0F0"/>
              </a:buClr>
              <a:buFont typeface="Courier New" panose="02070309020205020404" pitchFamily="49" charset="0"/>
              <a:buChar char="o"/>
            </a:pPr>
            <a:r>
              <a:rPr lang="en-US" dirty="0" smtClean="0"/>
              <a:t>California </a:t>
            </a:r>
            <a:endParaRPr lang="en-US" dirty="0"/>
          </a:p>
          <a:p>
            <a:pPr>
              <a:buClr>
                <a:srgbClr val="00B0F0"/>
              </a:buClr>
              <a:buFont typeface="Courier New" panose="02070309020205020404" pitchFamily="49" charset="0"/>
              <a:buChar char="o"/>
            </a:pPr>
            <a:r>
              <a:rPr lang="en-US" dirty="0"/>
              <a:t>We create separate columns for each category.</a:t>
            </a:r>
          </a:p>
          <a:p>
            <a:pPr>
              <a:buClr>
                <a:srgbClr val="00B0F0"/>
              </a:buClr>
              <a:buFont typeface="Courier New" panose="02070309020205020404" pitchFamily="49" charset="0"/>
              <a:buChar char="o"/>
            </a:pPr>
            <a:endParaRPr lang="en-IN" dirty="0" smtClean="0"/>
          </a:p>
          <a:p>
            <a:pPr>
              <a:buClr>
                <a:srgbClr val="00B0F0"/>
              </a:buClr>
              <a:buFont typeface="Courier New" panose="02070309020205020404" pitchFamily="49" charset="0"/>
              <a:buChar char="o"/>
            </a:pPr>
            <a:endParaRPr lang="en-US" dirty="0"/>
          </a:p>
        </p:txBody>
      </p:sp>
      <p:pic>
        <p:nvPicPr>
          <p:cNvPr id="2467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3340" y="2858641"/>
            <a:ext cx="7406974" cy="17817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678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6005" y="4739203"/>
            <a:ext cx="7502053" cy="17604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7183953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US" dirty="0"/>
              <a:t>Why Don't We Use Both Dummy Variables?</a:t>
            </a: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08919" y="1173377"/>
            <a:ext cx="11450409" cy="2071336"/>
          </a:xfrm>
        </p:spPr>
        <p:txBody>
          <a:bodyPr/>
          <a:lstStyle/>
          <a:p>
            <a:pPr>
              <a:buClr>
                <a:srgbClr val="00B0F0"/>
              </a:buClr>
              <a:buFont typeface="Courier New" panose="02070309020205020404" pitchFamily="49" charset="0"/>
              <a:buChar char="o"/>
            </a:pPr>
            <a:r>
              <a:rPr lang="en-US" dirty="0" smtClean="0"/>
              <a:t>Although </a:t>
            </a:r>
            <a:r>
              <a:rPr lang="en-US" dirty="0"/>
              <a:t>we create two dummy columns, we do not include both in the regression model.</a:t>
            </a:r>
          </a:p>
          <a:p>
            <a:pPr>
              <a:buClr>
                <a:srgbClr val="00B0F0"/>
              </a:buClr>
              <a:buFont typeface="Courier New" panose="02070309020205020404" pitchFamily="49" charset="0"/>
              <a:buChar char="o"/>
            </a:pPr>
            <a:r>
              <a:rPr lang="en-US" dirty="0"/>
              <a:t>Instead, we use only one dummy variable.</a:t>
            </a:r>
          </a:p>
          <a:p>
            <a:pPr>
              <a:buClr>
                <a:srgbClr val="00B0F0"/>
              </a:buClr>
              <a:buFont typeface="Courier New" panose="02070309020205020404" pitchFamily="49" charset="0"/>
              <a:buChar char="o"/>
            </a:pPr>
            <a:r>
              <a:rPr lang="en-US" dirty="0"/>
              <a:t>For example:</a:t>
            </a:r>
          </a:p>
          <a:p>
            <a:pPr lvl="1">
              <a:buClr>
                <a:srgbClr val="00B0F0"/>
              </a:buClr>
              <a:buFont typeface="Courier New" panose="02070309020205020404" pitchFamily="49" charset="0"/>
              <a:buChar char="o"/>
            </a:pPr>
            <a:r>
              <a:rPr lang="en-US" dirty="0" smtClean="0"/>
              <a:t>Keep </a:t>
            </a:r>
            <a:r>
              <a:rPr lang="en-US" dirty="0"/>
              <a:t>New York </a:t>
            </a:r>
          </a:p>
          <a:p>
            <a:pPr lvl="1">
              <a:buClr>
                <a:srgbClr val="00B0F0"/>
              </a:buClr>
              <a:buFont typeface="Courier New" panose="02070309020205020404" pitchFamily="49" charset="0"/>
              <a:buChar char="o"/>
            </a:pPr>
            <a:r>
              <a:rPr lang="en-US" dirty="0" smtClean="0"/>
              <a:t>Drop </a:t>
            </a:r>
            <a:r>
              <a:rPr lang="en-US" dirty="0"/>
              <a:t>California </a:t>
            </a:r>
          </a:p>
        </p:txBody>
      </p:sp>
      <p:pic>
        <p:nvPicPr>
          <p:cNvPr id="24781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5486" y="3458863"/>
            <a:ext cx="6410325"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3258987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US" dirty="0"/>
              <a:t>Dummy Variables as Switches</a:t>
            </a: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95416" y="1200667"/>
            <a:ext cx="10466173" cy="3905685"/>
          </a:xfrm>
        </p:spPr>
        <p:txBody>
          <a:bodyPr/>
          <a:lstStyle/>
          <a:p>
            <a:pPr>
              <a:buClr>
                <a:srgbClr val="00B0F0"/>
              </a:buClr>
              <a:buFont typeface="Courier New" panose="02070309020205020404" pitchFamily="49" charset="0"/>
              <a:buChar char="o"/>
            </a:pPr>
            <a:r>
              <a:rPr lang="en-US" dirty="0" smtClean="0"/>
              <a:t>A </a:t>
            </a:r>
            <a:r>
              <a:rPr lang="en-US" dirty="0"/>
              <a:t>simple way to understand dummy variables is to think of them as ON/OFF switches.</a:t>
            </a:r>
          </a:p>
          <a:p>
            <a:pPr>
              <a:buClr>
                <a:srgbClr val="00B0F0"/>
              </a:buClr>
              <a:buFont typeface="Courier New" panose="02070309020205020404" pitchFamily="49" charset="0"/>
              <a:buChar char="o"/>
            </a:pPr>
            <a:r>
              <a:rPr lang="en-US" dirty="0"/>
              <a:t>For the New York dummy:</a:t>
            </a:r>
          </a:p>
          <a:p>
            <a:pPr lvl="1">
              <a:buClr>
                <a:srgbClr val="00B0F0"/>
              </a:buClr>
              <a:buFont typeface="Courier New" panose="02070309020205020404" pitchFamily="49" charset="0"/>
              <a:buChar char="o"/>
            </a:pPr>
            <a:r>
              <a:rPr lang="en-US" dirty="0" smtClean="0"/>
              <a:t>1 </a:t>
            </a:r>
            <a:r>
              <a:rPr lang="en-US" dirty="0"/>
              <a:t>(ON): Company operates in New York. </a:t>
            </a:r>
          </a:p>
          <a:p>
            <a:pPr lvl="1">
              <a:buClr>
                <a:srgbClr val="00B0F0"/>
              </a:buClr>
              <a:buFont typeface="Courier New" panose="02070309020205020404" pitchFamily="49" charset="0"/>
              <a:buChar char="o"/>
            </a:pPr>
            <a:r>
              <a:rPr lang="en-US" dirty="0" smtClean="0"/>
              <a:t>0 </a:t>
            </a:r>
            <a:r>
              <a:rPr lang="en-US" dirty="0"/>
              <a:t>(OFF): Company operates in California. </a:t>
            </a:r>
          </a:p>
          <a:p>
            <a:pPr>
              <a:buClr>
                <a:srgbClr val="00B0F0"/>
              </a:buClr>
              <a:buFont typeface="Courier New" panose="02070309020205020404" pitchFamily="49" charset="0"/>
              <a:buChar char="o"/>
            </a:pPr>
            <a:r>
              <a:rPr lang="en-US" dirty="0"/>
              <a:t>Since only two states exist, there is no need for any value other than 0 or 1.</a:t>
            </a:r>
          </a:p>
          <a:p>
            <a:pPr>
              <a:buClr>
                <a:srgbClr val="00B0F0"/>
              </a:buClr>
              <a:buFont typeface="Courier New" panose="02070309020205020404" pitchFamily="49" charset="0"/>
              <a:buChar char="o"/>
            </a:pPr>
            <a:endParaRPr lang="en-IN" dirty="0" smtClean="0"/>
          </a:p>
          <a:p>
            <a:pPr>
              <a:buClr>
                <a:srgbClr val="00B0F0"/>
              </a:buClr>
              <a:buFont typeface="Courier New" panose="02070309020205020404" pitchFamily="49" charset="0"/>
              <a:buChar char="o"/>
            </a:pPr>
            <a:endParaRPr lang="en-US" dirty="0"/>
          </a:p>
          <a:p>
            <a:r>
              <a:rPr lang="en-US" dirty="0"/>
              <a:t/>
            </a:r>
            <a:br>
              <a:rPr lang="en-US" dirty="0"/>
            </a:br>
            <a:endParaRPr lang="en-US" dirty="0"/>
          </a:p>
        </p:txBody>
      </p:sp>
    </p:spTree>
    <p:extLst>
      <p:ext uri="{BB962C8B-B14F-4D97-AF65-F5344CB8AC3E}">
        <p14:creationId xmlns:p14="http://schemas.microsoft.com/office/powerpoint/2010/main" val="409255534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IN" dirty="0"/>
              <a:t>Key Takeaways</a:t>
            </a:r>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506627" y="1287163"/>
            <a:ext cx="10898659" cy="4383764"/>
          </a:xfrm>
        </p:spPr>
        <p:txBody>
          <a:bodyPr/>
          <a:lstStyle/>
          <a:p>
            <a:pPr>
              <a:buClr>
                <a:srgbClr val="00B0F0"/>
              </a:buClr>
              <a:buFont typeface="Courier New" panose="02070309020205020404" pitchFamily="49" charset="0"/>
              <a:buChar char="o"/>
            </a:pPr>
            <a:r>
              <a:rPr lang="en-US" dirty="0" smtClean="0"/>
              <a:t>Regression </a:t>
            </a:r>
            <a:r>
              <a:rPr lang="en-US" dirty="0"/>
              <a:t>models require numerical inputs. </a:t>
            </a:r>
          </a:p>
          <a:p>
            <a:pPr>
              <a:buClr>
                <a:srgbClr val="00B0F0"/>
              </a:buClr>
              <a:buFont typeface="Courier New" panose="02070309020205020404" pitchFamily="49" charset="0"/>
              <a:buChar char="o"/>
            </a:pPr>
            <a:r>
              <a:rPr lang="en-US" dirty="0" smtClean="0"/>
              <a:t>Categorical </a:t>
            </a:r>
            <a:r>
              <a:rPr lang="en-US" dirty="0"/>
              <a:t>variables must be converted into dummy variables. </a:t>
            </a:r>
          </a:p>
          <a:p>
            <a:pPr>
              <a:buClr>
                <a:srgbClr val="00B0F0"/>
              </a:buClr>
              <a:buFont typeface="Courier New" panose="02070309020205020404" pitchFamily="49" charset="0"/>
              <a:buChar char="o"/>
            </a:pPr>
            <a:r>
              <a:rPr lang="en-US" dirty="0" smtClean="0"/>
              <a:t>Dummy </a:t>
            </a:r>
            <a:r>
              <a:rPr lang="en-US" dirty="0"/>
              <a:t>variables contain only 0s and 1s. </a:t>
            </a:r>
          </a:p>
          <a:p>
            <a:pPr>
              <a:buClr>
                <a:srgbClr val="00B0F0"/>
              </a:buClr>
              <a:buFont typeface="Courier New" panose="02070309020205020404" pitchFamily="49" charset="0"/>
              <a:buChar char="o"/>
            </a:pPr>
            <a:r>
              <a:rPr lang="en-US" dirty="0" smtClean="0"/>
              <a:t>For </a:t>
            </a:r>
            <a:r>
              <a:rPr lang="en-US" dirty="0"/>
              <a:t>n categories, only n − 1 dummy variables should be included in the model. </a:t>
            </a:r>
          </a:p>
          <a:p>
            <a:pPr>
              <a:buClr>
                <a:srgbClr val="00B0F0"/>
              </a:buClr>
              <a:buFont typeface="Courier New" panose="02070309020205020404" pitchFamily="49" charset="0"/>
              <a:buChar char="o"/>
            </a:pPr>
            <a:r>
              <a:rPr lang="en-US" dirty="0" smtClean="0"/>
              <a:t>The </a:t>
            </a:r>
            <a:r>
              <a:rPr lang="en-US" dirty="0"/>
              <a:t>omitted category becomes the reference (baseline). </a:t>
            </a:r>
          </a:p>
          <a:p>
            <a:pPr>
              <a:buClr>
                <a:srgbClr val="00B0F0"/>
              </a:buClr>
              <a:buFont typeface="Courier New" panose="02070309020205020404" pitchFamily="49" charset="0"/>
              <a:buChar char="o"/>
            </a:pPr>
            <a:r>
              <a:rPr lang="en-US" dirty="0" smtClean="0"/>
              <a:t>Dummy </a:t>
            </a:r>
            <a:r>
              <a:rPr lang="en-US" dirty="0"/>
              <a:t>variables act like switches, turning the effect of a category ON (1) or OFF (0). </a:t>
            </a:r>
          </a:p>
          <a:p>
            <a:pPr>
              <a:buClr>
                <a:srgbClr val="00B0F0"/>
              </a:buClr>
              <a:buFont typeface="Courier New" panose="02070309020205020404" pitchFamily="49" charset="0"/>
              <a:buChar char="o"/>
            </a:pPr>
            <a:r>
              <a:rPr lang="en-US" dirty="0" smtClean="0"/>
              <a:t>Avoid </a:t>
            </a:r>
            <a:r>
              <a:rPr lang="en-US" dirty="0"/>
              <a:t>including all dummy variables to prevent the Dummy Variable Trap.</a:t>
            </a:r>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a:p>
        </p:txBody>
      </p:sp>
    </p:spTree>
    <p:extLst>
      <p:ext uri="{BB962C8B-B14F-4D97-AF65-F5344CB8AC3E}">
        <p14:creationId xmlns:p14="http://schemas.microsoft.com/office/powerpoint/2010/main" val="31077234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US" dirty="0"/>
              <a:t>Support Vector Regression (SVR): Intuition and Working</a:t>
            </a:r>
            <a:endParaRPr lang="en-US"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3053144"/>
          </a:xfrm>
        </p:spPr>
        <p:txBody>
          <a:bodyPr/>
          <a:lstStyle/>
          <a:p>
            <a:pPr lvl="0">
              <a:buClr>
                <a:srgbClr val="00B0F0"/>
              </a:buClr>
              <a:buFont typeface="Courier New" panose="02070309020205020404" pitchFamily="49" charset="0"/>
              <a:buChar char="o"/>
            </a:pPr>
            <a:r>
              <a:rPr lang="en-US" dirty="0" smtClean="0"/>
              <a:t>Support </a:t>
            </a:r>
            <a:r>
              <a:rPr lang="en-US" dirty="0"/>
              <a:t>Vector Regression (SVR) is one of the most powerful supervised machine learning algorithms used for solving regression problems. Unlike traditional linear regression, which focuses on minimizing prediction errors for every data point, SVR introduces a unique concept called the epsilon-insensitive tube, allowing the model to ignore small errors while concentrating only on significant deviations.</a:t>
            </a:r>
          </a:p>
          <a:p>
            <a:pPr lvl="0">
              <a:buClr>
                <a:srgbClr val="00B0F0"/>
              </a:buClr>
              <a:buFont typeface="Courier New" panose="02070309020205020404" pitchFamily="49" charset="0"/>
              <a:buChar char="o"/>
            </a:pPr>
            <a:r>
              <a:rPr lang="en-US" dirty="0"/>
              <a:t>This makes SVR highly effective for datasets that contain noise or minor fluctuations.</a:t>
            </a:r>
          </a:p>
          <a:p>
            <a:pPr lvl="0">
              <a:buClr>
                <a:srgbClr val="00B0F0"/>
              </a:buClr>
              <a:buFont typeface="Courier New" panose="02070309020205020404" pitchFamily="49" charset="0"/>
              <a:buChar char="o"/>
            </a:pPr>
            <a:endParaRPr lang="en-US" dirty="0"/>
          </a:p>
          <a:p>
            <a:r>
              <a:rPr lang="en-US" dirty="0"/>
              <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43791702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US" dirty="0"/>
              <a:t>Comparing Linear Regression and Support Vector Regression</a:t>
            </a:r>
            <a:endParaRPr lang="en-US"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3813352"/>
          </a:xfrm>
        </p:spPr>
        <p:txBody>
          <a:bodyPr/>
          <a:lstStyle/>
          <a:p>
            <a:pPr lvl="0">
              <a:buClr>
                <a:srgbClr val="00B0F0"/>
              </a:buClr>
              <a:buFont typeface="Courier New" panose="02070309020205020404" pitchFamily="49" charset="0"/>
              <a:buChar char="o"/>
            </a:pPr>
            <a:r>
              <a:rPr lang="en-US" dirty="0"/>
              <a:t>To understand SVR, it helps to compare it with Simple Linear Regression.</a:t>
            </a:r>
          </a:p>
          <a:p>
            <a:pPr lvl="0">
              <a:buClr>
                <a:srgbClr val="00B0F0"/>
              </a:buClr>
              <a:buFont typeface="Courier New" panose="02070309020205020404" pitchFamily="49" charset="0"/>
              <a:buChar char="o"/>
            </a:pPr>
            <a:r>
              <a:rPr lang="en-US" dirty="0"/>
              <a:t>Simple Linear Regression</a:t>
            </a:r>
          </a:p>
          <a:p>
            <a:pPr lvl="0">
              <a:buClr>
                <a:srgbClr val="00B0F0"/>
              </a:buClr>
              <a:buFont typeface="Courier New" panose="02070309020205020404" pitchFamily="49" charset="0"/>
              <a:buChar char="o"/>
            </a:pPr>
            <a:r>
              <a:rPr lang="en-US" dirty="0"/>
              <a:t>In simple linear regression, the objective is to find the best-fit line through the data.</a:t>
            </a:r>
          </a:p>
          <a:p>
            <a:pPr lvl="0">
              <a:buClr>
                <a:srgbClr val="00B0F0"/>
              </a:buClr>
              <a:buFont typeface="Courier New" panose="02070309020205020404" pitchFamily="49" charset="0"/>
              <a:buChar char="o"/>
            </a:pPr>
            <a:r>
              <a:rPr lang="en-US" dirty="0"/>
              <a:t>The model is trained using the Ordinary Least Squares (OLS) method, which minimizes the squared difference between:</a:t>
            </a:r>
          </a:p>
          <a:p>
            <a:pPr lvl="1">
              <a:buClr>
                <a:srgbClr val="00B0F0"/>
              </a:buClr>
              <a:buFont typeface="Courier New" panose="02070309020205020404" pitchFamily="49" charset="0"/>
              <a:buChar char="o"/>
            </a:pPr>
            <a:r>
              <a:rPr lang="en-US" dirty="0" smtClean="0"/>
              <a:t>The </a:t>
            </a:r>
            <a:r>
              <a:rPr lang="en-US" dirty="0"/>
              <a:t>actual value (Y) </a:t>
            </a:r>
          </a:p>
          <a:p>
            <a:pPr lvl="1">
              <a:buClr>
                <a:srgbClr val="00B0F0"/>
              </a:buClr>
              <a:buFont typeface="Courier New" panose="02070309020205020404" pitchFamily="49" charset="0"/>
              <a:buChar char="o"/>
            </a:pPr>
            <a:r>
              <a:rPr lang="en-US" dirty="0" smtClean="0"/>
              <a:t>The </a:t>
            </a:r>
            <a:r>
              <a:rPr lang="en-US" dirty="0"/>
              <a:t>predicted value (Ŷ) </a:t>
            </a:r>
          </a:p>
          <a:p>
            <a:r>
              <a:rPr lang="en-US" dirty="0"/>
              <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488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8284" y="4348547"/>
            <a:ext cx="3436851" cy="957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5322565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US" dirty="0"/>
              <a:t>How Support Vector Regression is Different</a:t>
            </a:r>
            <a:endParaRPr lang="en-US"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1834348"/>
          </a:xfrm>
        </p:spPr>
        <p:txBody>
          <a:bodyPr/>
          <a:lstStyle/>
          <a:p>
            <a:pPr lvl="0">
              <a:buClr>
                <a:srgbClr val="00B0F0"/>
              </a:buClr>
              <a:buFont typeface="Courier New" panose="02070309020205020404" pitchFamily="49" charset="0"/>
              <a:buChar char="o"/>
            </a:pPr>
            <a:r>
              <a:rPr lang="en-US" dirty="0" smtClean="0"/>
              <a:t>Support </a:t>
            </a:r>
            <a:r>
              <a:rPr lang="en-US" dirty="0"/>
              <a:t>Vector Regression follows a completely different philosophy.</a:t>
            </a:r>
          </a:p>
          <a:p>
            <a:pPr lvl="0">
              <a:buClr>
                <a:srgbClr val="00B0F0"/>
              </a:buClr>
              <a:buFont typeface="Courier New" panose="02070309020205020404" pitchFamily="49" charset="0"/>
              <a:buChar char="o"/>
            </a:pPr>
            <a:r>
              <a:rPr lang="en-US" dirty="0"/>
              <a:t>Instead of fitting a single line that minimizes every error, SVR creates a tube around the regression line.</a:t>
            </a:r>
          </a:p>
          <a:p>
            <a:pPr lvl="0">
              <a:buClr>
                <a:srgbClr val="00B0F0"/>
              </a:buClr>
              <a:buFont typeface="Courier New" panose="02070309020205020404" pitchFamily="49" charset="0"/>
              <a:buChar char="o"/>
            </a:pPr>
            <a:r>
              <a:rPr lang="en-US" dirty="0"/>
              <a:t>This tube is called the epsilon-insensitive tube.</a:t>
            </a:r>
          </a:p>
          <a:p>
            <a:pPr lvl="0">
              <a:buClr>
                <a:srgbClr val="00B0F0"/>
              </a:buClr>
              <a:buFont typeface="Courier New" panose="02070309020205020404" pitchFamily="49" charset="0"/>
              <a:buChar char="o"/>
            </a:pPr>
            <a:r>
              <a:rPr lang="en-US" dirty="0"/>
              <a:t>The width of the tube is represented by the parameter ε (epsilon).</a:t>
            </a:r>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498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6689" y="3429000"/>
            <a:ext cx="6657975" cy="273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5620903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IN" dirty="0"/>
              <a:t>The Epsilon-Insensitive Tube</a:t>
            </a:r>
            <a:endParaRPr lang="en-US"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2854115"/>
          </a:xfrm>
        </p:spPr>
        <p:txBody>
          <a:bodyPr/>
          <a:lstStyle/>
          <a:p>
            <a:pPr lvl="0">
              <a:buClr>
                <a:srgbClr val="00B0F0"/>
              </a:buClr>
              <a:buFont typeface="Courier New" panose="02070309020205020404" pitchFamily="49" charset="0"/>
              <a:buChar char="o"/>
            </a:pPr>
            <a:r>
              <a:rPr lang="en-US" dirty="0" smtClean="0"/>
              <a:t>The </a:t>
            </a:r>
            <a:r>
              <a:rPr lang="en-US" dirty="0"/>
              <a:t>key idea behind SVR is simple:</a:t>
            </a:r>
          </a:p>
          <a:p>
            <a:pPr lvl="0">
              <a:buClr>
                <a:srgbClr val="00B0F0"/>
              </a:buClr>
              <a:buFont typeface="Courier New" panose="02070309020205020404" pitchFamily="49" charset="0"/>
              <a:buChar char="o"/>
            </a:pPr>
            <a:r>
              <a:rPr lang="en-US" dirty="0"/>
              <a:t>Errors inside the tube are ignored.</a:t>
            </a:r>
          </a:p>
          <a:p>
            <a:pPr lvl="0">
              <a:buClr>
                <a:srgbClr val="00B0F0"/>
              </a:buClr>
              <a:buFont typeface="Courier New" panose="02070309020205020404" pitchFamily="49" charset="0"/>
              <a:buChar char="o"/>
            </a:pPr>
            <a:r>
              <a:rPr lang="en-US" dirty="0"/>
              <a:t>If a data point falls inside the epsilon tube, the model considers its prediction sufficiently accurate.</a:t>
            </a:r>
          </a:p>
          <a:p>
            <a:pPr lvl="0">
              <a:buClr>
                <a:srgbClr val="00B0F0"/>
              </a:buClr>
              <a:buFont typeface="Courier New" panose="02070309020205020404" pitchFamily="49" charset="0"/>
              <a:buChar char="o"/>
            </a:pPr>
            <a:r>
              <a:rPr lang="en-US" dirty="0"/>
              <a:t>The distance between the actual point and the regression line is not penalized.</a:t>
            </a:r>
          </a:p>
          <a:p>
            <a:pPr lvl="0">
              <a:buClr>
                <a:srgbClr val="00B0F0"/>
              </a:buClr>
              <a:buFont typeface="Courier New" panose="02070309020205020404" pitchFamily="49" charset="0"/>
              <a:buChar char="o"/>
            </a:pPr>
            <a:r>
              <a:rPr lang="en-US" dirty="0"/>
              <a:t>This creates a tolerance zone where small prediction errors are accepted.</a:t>
            </a:r>
          </a:p>
          <a:p>
            <a:pPr lvl="0">
              <a:buClr>
                <a:srgbClr val="00B0F0"/>
              </a:buClr>
              <a:buFont typeface="Courier New" panose="02070309020205020404" pitchFamily="49" charset="0"/>
              <a:buChar char="o"/>
            </a:pPr>
            <a:r>
              <a:rPr lang="en-US" dirty="0"/>
              <a:t>Instead of trying to perfectly fit every observation, SVR allows a small margin of error.</a:t>
            </a:r>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82260221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US" dirty="0"/>
              <a:t>Errors Outside the Tube</a:t>
            </a:r>
            <a:endParaRPr lang="en-US"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4415568"/>
          </a:xfrm>
        </p:spPr>
        <p:txBody>
          <a:bodyPr/>
          <a:lstStyle/>
          <a:p>
            <a:pPr lvl="0">
              <a:buClr>
                <a:srgbClr val="00B0F0"/>
              </a:buClr>
              <a:buFont typeface="Courier New" panose="02070309020205020404" pitchFamily="49" charset="0"/>
              <a:buChar char="o"/>
            </a:pPr>
            <a:r>
              <a:rPr lang="en-US" dirty="0" smtClean="0"/>
              <a:t>Not </a:t>
            </a:r>
            <a:r>
              <a:rPr lang="en-US" dirty="0"/>
              <a:t>every point will lie inside the epsilon tube.</a:t>
            </a:r>
          </a:p>
          <a:p>
            <a:pPr lvl="0">
              <a:buClr>
                <a:srgbClr val="00B0F0"/>
              </a:buClr>
              <a:buFont typeface="Courier New" panose="02070309020205020404" pitchFamily="49" charset="0"/>
              <a:buChar char="o"/>
            </a:pPr>
            <a:r>
              <a:rPr lang="en-US" dirty="0"/>
              <a:t>Some observations fall outside the allowable margin.</a:t>
            </a:r>
          </a:p>
          <a:p>
            <a:pPr lvl="0">
              <a:buClr>
                <a:srgbClr val="00B0F0"/>
              </a:buClr>
              <a:buFont typeface="Courier New" panose="02070309020205020404" pitchFamily="49" charset="0"/>
              <a:buChar char="o"/>
            </a:pPr>
            <a:r>
              <a:rPr lang="en-US" dirty="0"/>
              <a:t>For these points:</a:t>
            </a:r>
          </a:p>
          <a:p>
            <a:pPr lvl="1">
              <a:buClr>
                <a:srgbClr val="00B0F0"/>
              </a:buClr>
              <a:buFont typeface="Courier New" panose="02070309020205020404" pitchFamily="49" charset="0"/>
              <a:buChar char="o"/>
            </a:pPr>
            <a:r>
              <a:rPr lang="en-US" dirty="0" smtClean="0"/>
              <a:t>The </a:t>
            </a:r>
            <a:r>
              <a:rPr lang="en-US" dirty="0"/>
              <a:t>prediction error is no longer ignored. </a:t>
            </a:r>
          </a:p>
          <a:p>
            <a:pPr lvl="1">
              <a:buClr>
                <a:srgbClr val="00B0F0"/>
              </a:buClr>
              <a:buFont typeface="Courier New" panose="02070309020205020404" pitchFamily="49" charset="0"/>
              <a:buChar char="o"/>
            </a:pPr>
            <a:r>
              <a:rPr lang="en-US" dirty="0" smtClean="0"/>
              <a:t>The </a:t>
            </a:r>
            <a:r>
              <a:rPr lang="en-US" dirty="0"/>
              <a:t>model measures the distance from the point to the boundary of the tube—not to the regression line itself. </a:t>
            </a:r>
          </a:p>
          <a:p>
            <a:pPr lvl="0">
              <a:buClr>
                <a:srgbClr val="00B0F0"/>
              </a:buClr>
              <a:buFont typeface="Courier New" panose="02070309020205020404" pitchFamily="49" charset="0"/>
              <a:buChar char="o"/>
            </a:pPr>
            <a:r>
              <a:rPr lang="en-US" dirty="0"/>
              <a:t>These distances are called slack variables</a:t>
            </a:r>
            <a:r>
              <a:rPr lang="en-US" dirty="0" smtClean="0"/>
              <a:t>.</a:t>
            </a:r>
          </a:p>
          <a:p>
            <a:pPr lvl="0">
              <a:buClr>
                <a:srgbClr val="00B0F0"/>
              </a:buClr>
              <a:buFont typeface="Courier New" panose="02070309020205020404" pitchFamily="49" charset="0"/>
              <a:buChar char="o"/>
            </a:pPr>
            <a:r>
              <a:rPr lang="en-US" dirty="0"/>
              <a:t>They represent how far a point lies beyond the permitted error margin.</a:t>
            </a:r>
          </a:p>
          <a:p>
            <a:pPr lvl="0">
              <a:buClr>
                <a:srgbClr val="00B0F0"/>
              </a:buClr>
              <a:buFont typeface="Courier New" panose="02070309020205020404" pitchFamily="49" charset="0"/>
              <a:buChar char="o"/>
            </a:pPr>
            <a:r>
              <a:rPr lang="en-US" dirty="0"/>
              <a:t>The optimization process aims to minimize these slack variables while keeping the regression model as simple as possible.</a:t>
            </a:r>
          </a:p>
          <a:p>
            <a:pPr lvl="0">
              <a:buClr>
                <a:srgbClr val="00B0F0"/>
              </a:buClr>
              <a:buFont typeface="Courier New" panose="02070309020205020404" pitchFamily="49" charset="0"/>
              <a:buChar char="o"/>
            </a:pPr>
            <a:endParaRPr lang="en-US" dirty="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70351447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US" dirty="0"/>
              <a:t>Why Ignore Small Errors?</a:t>
            </a:r>
            <a:endParaRPr lang="en-US"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5467138"/>
          </a:xfrm>
        </p:spPr>
        <p:txBody>
          <a:bodyPr/>
          <a:lstStyle/>
          <a:p>
            <a:pPr lvl="0">
              <a:buClr>
                <a:srgbClr val="00B0F0"/>
              </a:buClr>
              <a:buFont typeface="Courier New" panose="02070309020205020404" pitchFamily="49" charset="0"/>
              <a:buChar char="o"/>
            </a:pPr>
            <a:r>
              <a:rPr lang="en-US" dirty="0" smtClean="0"/>
              <a:t>Real-world </a:t>
            </a:r>
            <a:r>
              <a:rPr lang="en-US" dirty="0"/>
              <a:t>data almost always contains:</a:t>
            </a:r>
          </a:p>
          <a:p>
            <a:pPr lvl="1">
              <a:buClr>
                <a:srgbClr val="00B0F0"/>
              </a:buClr>
              <a:buFont typeface="Courier New" panose="02070309020205020404" pitchFamily="49" charset="0"/>
              <a:buChar char="o"/>
            </a:pPr>
            <a:r>
              <a:rPr lang="en-US" dirty="0" smtClean="0"/>
              <a:t>Measurement </a:t>
            </a:r>
            <a:r>
              <a:rPr lang="en-US" dirty="0"/>
              <a:t>errors </a:t>
            </a:r>
          </a:p>
          <a:p>
            <a:pPr lvl="1">
              <a:buClr>
                <a:srgbClr val="00B0F0"/>
              </a:buClr>
              <a:buFont typeface="Courier New" panose="02070309020205020404" pitchFamily="49" charset="0"/>
              <a:buChar char="o"/>
            </a:pPr>
            <a:r>
              <a:rPr lang="en-US" dirty="0" smtClean="0"/>
              <a:t>Noise </a:t>
            </a:r>
            <a:endParaRPr lang="en-US" dirty="0"/>
          </a:p>
          <a:p>
            <a:pPr lvl="1">
              <a:buClr>
                <a:srgbClr val="00B0F0"/>
              </a:buClr>
              <a:buFont typeface="Courier New" panose="02070309020205020404" pitchFamily="49" charset="0"/>
              <a:buChar char="o"/>
            </a:pPr>
            <a:r>
              <a:rPr lang="en-US" dirty="0" smtClean="0"/>
              <a:t>Random </a:t>
            </a:r>
            <a:r>
              <a:rPr lang="en-US" dirty="0"/>
              <a:t>fluctuations </a:t>
            </a:r>
          </a:p>
          <a:p>
            <a:pPr lvl="1">
              <a:buClr>
                <a:srgbClr val="00B0F0"/>
              </a:buClr>
              <a:buFont typeface="Courier New" panose="02070309020205020404" pitchFamily="49" charset="0"/>
              <a:buChar char="o"/>
            </a:pPr>
            <a:r>
              <a:rPr lang="en-US" dirty="0" smtClean="0"/>
              <a:t>Outliers </a:t>
            </a:r>
            <a:endParaRPr lang="en-US" dirty="0"/>
          </a:p>
          <a:p>
            <a:pPr lvl="0">
              <a:buClr>
                <a:srgbClr val="00B0F0"/>
              </a:buClr>
              <a:buFont typeface="Courier New" panose="02070309020205020404" pitchFamily="49" charset="0"/>
              <a:buChar char="o"/>
            </a:pPr>
            <a:r>
              <a:rPr lang="en-US" dirty="0"/>
              <a:t>Trying to perfectly fit every data point often causes </a:t>
            </a:r>
            <a:r>
              <a:rPr lang="en-US" dirty="0" err="1"/>
              <a:t>overfitting</a:t>
            </a:r>
            <a:r>
              <a:rPr lang="en-US" dirty="0"/>
              <a:t>, where the model captures noise instead of the underlying relationship.</a:t>
            </a:r>
          </a:p>
          <a:p>
            <a:pPr lvl="0">
              <a:buClr>
                <a:srgbClr val="00B0F0"/>
              </a:buClr>
              <a:buFont typeface="Courier New" panose="02070309020205020404" pitchFamily="49" charset="0"/>
              <a:buChar char="o"/>
            </a:pPr>
            <a:r>
              <a:rPr lang="en-US" dirty="0"/>
              <a:t>SVR avoids this problem by saying:</a:t>
            </a:r>
          </a:p>
          <a:p>
            <a:pPr lvl="0">
              <a:buClr>
                <a:srgbClr val="00B0F0"/>
              </a:buClr>
              <a:buFont typeface="Courier New" panose="02070309020205020404" pitchFamily="49" charset="0"/>
              <a:buChar char="o"/>
            </a:pPr>
            <a:r>
              <a:rPr lang="en-US" dirty="0"/>
              <a:t>"Small errors are acceptable. Only large deviations deserve attention."</a:t>
            </a:r>
          </a:p>
          <a:p>
            <a:pPr lvl="0">
              <a:buClr>
                <a:srgbClr val="00B0F0"/>
              </a:buClr>
              <a:buFont typeface="Courier New" panose="02070309020205020404" pitchFamily="49" charset="0"/>
              <a:buChar char="o"/>
            </a:pPr>
            <a:r>
              <a:rPr lang="en-US" dirty="0"/>
              <a:t>This tolerance makes SVR more robust and better at generalizing to unseen data.</a:t>
            </a:r>
          </a:p>
          <a:p>
            <a:pPr lvl="0">
              <a:buClr>
                <a:srgbClr val="00B0F0"/>
              </a:buClr>
              <a:buFont typeface="Courier New" panose="02070309020205020404" pitchFamily="49" charset="0"/>
              <a:buChar char="o"/>
            </a:pPr>
            <a:endParaRPr lang="en-US" dirty="0"/>
          </a:p>
          <a:p>
            <a:r>
              <a:rPr lang="en-US" dirty="0"/>
              <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78524944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US" dirty="0"/>
              <a:t>What are Support Vectors?</a:t>
            </a:r>
            <a:endParaRPr lang="en-US"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4994188"/>
          </a:xfrm>
        </p:spPr>
        <p:txBody>
          <a:bodyPr/>
          <a:lstStyle/>
          <a:p>
            <a:pPr lvl="0">
              <a:buClr>
                <a:srgbClr val="00B0F0"/>
              </a:buClr>
              <a:buFont typeface="Courier New" panose="02070309020205020404" pitchFamily="49" charset="0"/>
              <a:buChar char="o"/>
            </a:pPr>
            <a:r>
              <a:rPr lang="en-US" dirty="0" smtClean="0"/>
              <a:t>Every </a:t>
            </a:r>
            <a:r>
              <a:rPr lang="en-US" dirty="0"/>
              <a:t>observation in the dataset can be represented as a vector in feature space.</a:t>
            </a:r>
          </a:p>
          <a:p>
            <a:pPr lvl="0">
              <a:buClr>
                <a:srgbClr val="00B0F0"/>
              </a:buClr>
              <a:buFont typeface="Courier New" panose="02070309020205020404" pitchFamily="49" charset="0"/>
              <a:buChar char="o"/>
            </a:pPr>
            <a:r>
              <a:rPr lang="en-US" dirty="0"/>
              <a:t>However, not every point influences the final regression model.</a:t>
            </a:r>
          </a:p>
          <a:p>
            <a:pPr lvl="0">
              <a:buClr>
                <a:srgbClr val="00B0F0"/>
              </a:buClr>
              <a:buFont typeface="Courier New" panose="02070309020205020404" pitchFamily="49" charset="0"/>
              <a:buChar char="o"/>
            </a:pPr>
            <a:r>
              <a:rPr lang="en-US" dirty="0"/>
              <a:t>The observations that lie outside (or on the boundary of) the epsilon tube determine:</a:t>
            </a:r>
          </a:p>
          <a:p>
            <a:pPr lvl="1">
              <a:buClr>
                <a:srgbClr val="00B0F0"/>
              </a:buClr>
              <a:buFont typeface="Courier New" panose="02070309020205020404" pitchFamily="49" charset="0"/>
              <a:buChar char="o"/>
            </a:pPr>
            <a:r>
              <a:rPr lang="en-US" dirty="0" smtClean="0"/>
              <a:t>The </a:t>
            </a:r>
            <a:r>
              <a:rPr lang="en-US" dirty="0"/>
              <a:t>position of the regression line </a:t>
            </a:r>
          </a:p>
          <a:p>
            <a:pPr lvl="1">
              <a:buClr>
                <a:srgbClr val="00B0F0"/>
              </a:buClr>
              <a:buFont typeface="Courier New" panose="02070309020205020404" pitchFamily="49" charset="0"/>
              <a:buChar char="o"/>
            </a:pPr>
            <a:r>
              <a:rPr lang="en-US" dirty="0" smtClean="0"/>
              <a:t>The </a:t>
            </a:r>
            <a:r>
              <a:rPr lang="en-US" dirty="0"/>
              <a:t>width of the tube </a:t>
            </a:r>
          </a:p>
          <a:p>
            <a:pPr lvl="1">
              <a:buClr>
                <a:srgbClr val="00B0F0"/>
              </a:buClr>
              <a:buFont typeface="Courier New" panose="02070309020205020404" pitchFamily="49" charset="0"/>
              <a:buChar char="o"/>
            </a:pPr>
            <a:r>
              <a:rPr lang="en-US" dirty="0" smtClean="0"/>
              <a:t>The </a:t>
            </a:r>
            <a:r>
              <a:rPr lang="en-US" dirty="0"/>
              <a:t>final prediction function </a:t>
            </a:r>
          </a:p>
          <a:p>
            <a:pPr lvl="0">
              <a:buClr>
                <a:srgbClr val="00B0F0"/>
              </a:buClr>
              <a:buFont typeface="Courier New" panose="02070309020205020404" pitchFamily="49" charset="0"/>
              <a:buChar char="o"/>
            </a:pPr>
            <a:r>
              <a:rPr lang="en-US" dirty="0"/>
              <a:t>These influential points are called Support Vectors.</a:t>
            </a:r>
          </a:p>
          <a:p>
            <a:pPr lvl="0">
              <a:buClr>
                <a:srgbClr val="00B0F0"/>
              </a:buClr>
              <a:buFont typeface="Courier New" panose="02070309020205020404" pitchFamily="49" charset="0"/>
              <a:buChar char="o"/>
            </a:pPr>
            <a:r>
              <a:rPr lang="en-US" dirty="0"/>
              <a:t>They "support" or define the structure of the regression model.</a:t>
            </a:r>
          </a:p>
          <a:p>
            <a:pPr lvl="0">
              <a:buClr>
                <a:srgbClr val="00B0F0"/>
              </a:buClr>
              <a:buFont typeface="Courier New" panose="02070309020205020404" pitchFamily="49" charset="0"/>
              <a:buChar char="o"/>
            </a:pPr>
            <a:r>
              <a:rPr lang="en-US" dirty="0"/>
              <a:t>Points well inside the tube have little or no effect on the final model.</a:t>
            </a:r>
          </a:p>
          <a:p>
            <a:pPr lvl="0">
              <a:buClr>
                <a:srgbClr val="00B0F0"/>
              </a:buClr>
              <a:buFont typeface="Courier New" panose="02070309020205020404" pitchFamily="49" charset="0"/>
              <a:buChar char="o"/>
            </a:pPr>
            <a:r>
              <a:rPr lang="en-US" dirty="0"/>
              <a:t>This is why the algorithm is called Support Vector Regression.</a:t>
            </a:r>
          </a:p>
          <a:p>
            <a:pPr lvl="0">
              <a:buClr>
                <a:srgbClr val="00B0F0"/>
              </a:buClr>
              <a:buFont typeface="Courier New" panose="02070309020205020404" pitchFamily="49" charset="0"/>
              <a:buChar char="o"/>
            </a:pPr>
            <a:endParaRPr lang="en-IN"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00879916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US" dirty="0"/>
              <a:t>Optimization Objective</a:t>
            </a:r>
            <a:endParaRPr lang="en-US"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5162439"/>
          </a:xfrm>
        </p:spPr>
        <p:txBody>
          <a:bodyPr/>
          <a:lstStyle/>
          <a:p>
            <a:pPr lvl="0">
              <a:buClr>
                <a:srgbClr val="00B0F0"/>
              </a:buClr>
              <a:buFont typeface="Courier New" panose="02070309020205020404" pitchFamily="49" charset="0"/>
              <a:buChar char="o"/>
            </a:pPr>
            <a:r>
              <a:rPr lang="en-US" dirty="0" smtClean="0"/>
              <a:t>Unlike </a:t>
            </a:r>
            <a:r>
              <a:rPr lang="en-US" dirty="0"/>
              <a:t>ordinary least squares, which minimizes the squared error of all observations, SVR minimizes:</a:t>
            </a:r>
          </a:p>
          <a:p>
            <a:pPr lvl="1">
              <a:buClr>
                <a:srgbClr val="00B0F0"/>
              </a:buClr>
              <a:buFont typeface="Courier New" panose="02070309020205020404" pitchFamily="49" charset="0"/>
              <a:buChar char="o"/>
            </a:pPr>
            <a:r>
              <a:rPr lang="en-US" dirty="0" smtClean="0"/>
              <a:t>The </a:t>
            </a:r>
            <a:r>
              <a:rPr lang="en-US" dirty="0"/>
              <a:t>model complexity </a:t>
            </a:r>
          </a:p>
          <a:p>
            <a:pPr lvl="1">
              <a:buClr>
                <a:srgbClr val="00B0F0"/>
              </a:buClr>
              <a:buFont typeface="Courier New" panose="02070309020205020404" pitchFamily="49" charset="0"/>
              <a:buChar char="o"/>
            </a:pPr>
            <a:r>
              <a:rPr lang="en-US" dirty="0" smtClean="0"/>
              <a:t>The </a:t>
            </a:r>
            <a:r>
              <a:rPr lang="en-US" dirty="0"/>
              <a:t>total amount by which points exceed the epsilon tube </a:t>
            </a:r>
          </a:p>
          <a:p>
            <a:pPr lvl="0">
              <a:buClr>
                <a:srgbClr val="00B0F0"/>
              </a:buClr>
              <a:buFont typeface="Courier New" panose="02070309020205020404" pitchFamily="49" charset="0"/>
              <a:buChar char="o"/>
            </a:pPr>
            <a:r>
              <a:rPr lang="en-US" dirty="0"/>
              <a:t>Only points outside the tube contribute to the optimization.</a:t>
            </a:r>
          </a:p>
          <a:p>
            <a:pPr lvl="0">
              <a:buClr>
                <a:srgbClr val="00B0F0"/>
              </a:buClr>
              <a:buFont typeface="Courier New" panose="02070309020205020404" pitchFamily="49" charset="0"/>
              <a:buChar char="o"/>
            </a:pPr>
            <a:r>
              <a:rPr lang="en-US" dirty="0"/>
              <a:t>As a result:</a:t>
            </a:r>
          </a:p>
          <a:p>
            <a:pPr lvl="1">
              <a:buClr>
                <a:srgbClr val="00B0F0"/>
              </a:buClr>
              <a:buFont typeface="Courier New" panose="02070309020205020404" pitchFamily="49" charset="0"/>
              <a:buChar char="o"/>
            </a:pPr>
            <a:r>
              <a:rPr lang="en-US" dirty="0" smtClean="0"/>
              <a:t>Small </a:t>
            </a:r>
            <a:r>
              <a:rPr lang="en-US" dirty="0"/>
              <a:t>errors are ignored. </a:t>
            </a:r>
          </a:p>
          <a:p>
            <a:pPr lvl="1">
              <a:buClr>
                <a:srgbClr val="00B0F0"/>
              </a:buClr>
              <a:buFont typeface="Courier New" panose="02070309020205020404" pitchFamily="49" charset="0"/>
              <a:buChar char="o"/>
            </a:pPr>
            <a:r>
              <a:rPr lang="en-US" dirty="0" smtClean="0"/>
              <a:t>Large </a:t>
            </a:r>
            <a:r>
              <a:rPr lang="en-US" dirty="0"/>
              <a:t>errors are minimized. </a:t>
            </a:r>
          </a:p>
          <a:p>
            <a:pPr lvl="1">
              <a:buClr>
                <a:srgbClr val="00B0F0"/>
              </a:buClr>
              <a:buFont typeface="Courier New" panose="02070309020205020404" pitchFamily="49" charset="0"/>
              <a:buChar char="o"/>
            </a:pPr>
            <a:r>
              <a:rPr lang="en-US" dirty="0" smtClean="0"/>
              <a:t>The </a:t>
            </a:r>
            <a:r>
              <a:rPr lang="en-US" dirty="0"/>
              <a:t>model remains robust against noise. </a:t>
            </a:r>
          </a:p>
          <a:p>
            <a:pPr lvl="0">
              <a:buClr>
                <a:srgbClr val="00B0F0"/>
              </a:buClr>
              <a:buFont typeface="Courier New" panose="02070309020205020404" pitchFamily="49" charset="0"/>
              <a:buChar char="o"/>
            </a:pPr>
            <a:endParaRPr lang="en-IN" dirty="0" smtClean="0"/>
          </a:p>
          <a:p>
            <a:pPr lvl="0">
              <a:buClr>
                <a:srgbClr val="00B0F0"/>
              </a:buClr>
              <a:buFont typeface="Courier New" panose="02070309020205020404" pitchFamily="49" charset="0"/>
              <a:buChar char="o"/>
            </a:pPr>
            <a:endParaRPr lang="en-US" dirty="0"/>
          </a:p>
          <a:p>
            <a:r>
              <a:rPr lang="en-US" dirty="0"/>
              <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75135853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US" dirty="0"/>
              <a:t>Advantages of Support Vector Regression</a:t>
            </a:r>
            <a:endParaRPr lang="en-US"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5399427"/>
          </a:xfrm>
        </p:spPr>
        <p:txBody>
          <a:bodyPr/>
          <a:lstStyle/>
          <a:p>
            <a:pPr>
              <a:buClr>
                <a:srgbClr val="00B0F0"/>
              </a:buClr>
              <a:buFont typeface="Courier New" panose="02070309020205020404" pitchFamily="49" charset="0"/>
              <a:buChar char="o"/>
            </a:pPr>
            <a:r>
              <a:rPr lang="en-US" dirty="0" smtClean="0"/>
              <a:t>SVR </a:t>
            </a:r>
            <a:r>
              <a:rPr lang="en-US" dirty="0"/>
              <a:t>offers several benefits over traditional regression methods:</a:t>
            </a:r>
          </a:p>
          <a:p>
            <a:pPr lvl="1">
              <a:buClr>
                <a:srgbClr val="00B0F0"/>
              </a:buClr>
              <a:buFont typeface="Courier New" panose="02070309020205020404" pitchFamily="49" charset="0"/>
              <a:buChar char="o"/>
            </a:pPr>
            <a:r>
              <a:rPr lang="en-US" dirty="0" smtClean="0"/>
              <a:t>Handles </a:t>
            </a:r>
            <a:r>
              <a:rPr lang="en-US" dirty="0"/>
              <a:t>noisy datasets effectively. </a:t>
            </a:r>
          </a:p>
          <a:p>
            <a:pPr lvl="1">
              <a:buClr>
                <a:srgbClr val="00B0F0"/>
              </a:buClr>
              <a:buFont typeface="Courier New" panose="02070309020205020404" pitchFamily="49" charset="0"/>
              <a:buChar char="o"/>
            </a:pPr>
            <a:r>
              <a:rPr lang="en-US" dirty="0" smtClean="0"/>
              <a:t>Ignores </a:t>
            </a:r>
            <a:r>
              <a:rPr lang="en-US" dirty="0"/>
              <a:t>insignificant prediction errors. </a:t>
            </a:r>
          </a:p>
          <a:p>
            <a:pPr lvl="1">
              <a:buClr>
                <a:srgbClr val="00B0F0"/>
              </a:buClr>
              <a:buFont typeface="Courier New" panose="02070309020205020404" pitchFamily="49" charset="0"/>
              <a:buChar char="o"/>
            </a:pPr>
            <a:r>
              <a:rPr lang="en-US" dirty="0" smtClean="0"/>
              <a:t>Reduces </a:t>
            </a:r>
            <a:r>
              <a:rPr lang="en-US" dirty="0"/>
              <a:t>the risk of </a:t>
            </a:r>
            <a:r>
              <a:rPr lang="en-US" dirty="0" err="1"/>
              <a:t>overfitting</a:t>
            </a:r>
            <a:r>
              <a:rPr lang="en-US" dirty="0"/>
              <a:t>. </a:t>
            </a:r>
          </a:p>
          <a:p>
            <a:pPr lvl="1">
              <a:buClr>
                <a:srgbClr val="00B0F0"/>
              </a:buClr>
              <a:buFont typeface="Courier New" panose="02070309020205020404" pitchFamily="49" charset="0"/>
              <a:buChar char="o"/>
            </a:pPr>
            <a:r>
              <a:rPr lang="en-US" dirty="0" smtClean="0"/>
              <a:t>Produces </a:t>
            </a:r>
            <a:r>
              <a:rPr lang="en-US" dirty="0"/>
              <a:t>robust predictions. </a:t>
            </a:r>
          </a:p>
          <a:p>
            <a:pPr lvl="1">
              <a:buClr>
                <a:srgbClr val="00B0F0"/>
              </a:buClr>
              <a:buFont typeface="Courier New" panose="02070309020205020404" pitchFamily="49" charset="0"/>
              <a:buChar char="o"/>
            </a:pPr>
            <a:r>
              <a:rPr lang="en-US" dirty="0" smtClean="0"/>
              <a:t>Works </a:t>
            </a:r>
            <a:r>
              <a:rPr lang="en-US" dirty="0"/>
              <a:t>well with both linear and nonlinear relationships (using kernel methods). </a:t>
            </a:r>
          </a:p>
          <a:p>
            <a:pPr lvl="1">
              <a:buClr>
                <a:srgbClr val="00B0F0"/>
              </a:buClr>
              <a:buFont typeface="Courier New" panose="02070309020205020404" pitchFamily="49" charset="0"/>
              <a:buChar char="o"/>
            </a:pPr>
            <a:r>
              <a:rPr lang="en-US" dirty="0" smtClean="0"/>
              <a:t>Performs </a:t>
            </a:r>
            <a:r>
              <a:rPr lang="en-US" dirty="0"/>
              <a:t>effectively even in high-dimensional feature spaces. </a:t>
            </a:r>
          </a:p>
          <a:p>
            <a:pPr>
              <a:buClr>
                <a:srgbClr val="00B0F0"/>
              </a:buClr>
              <a:buFont typeface="Courier New" panose="02070309020205020404" pitchFamily="49" charset="0"/>
              <a:buChar char="o"/>
            </a:pPr>
            <a:endParaRPr lang="en-IN" dirty="0" smtClean="0"/>
          </a:p>
          <a:p>
            <a:pPr>
              <a:buClr>
                <a:srgbClr val="00B0F0"/>
              </a:buClr>
              <a:buFont typeface="Courier New" panose="02070309020205020404" pitchFamily="49" charset="0"/>
              <a:buChar char="o"/>
            </a:pPr>
            <a:endParaRPr lang="en-IN" b="1" dirty="0"/>
          </a:p>
          <a:p>
            <a:pPr lvl="0">
              <a:buClr>
                <a:srgbClr val="00B0F0"/>
              </a:buClr>
              <a:buFont typeface="Courier New" panose="02070309020205020404" pitchFamily="49" charset="0"/>
              <a:buChar char="o"/>
            </a:pPr>
            <a:endParaRPr lang="en-IN" dirty="0" smtClean="0"/>
          </a:p>
          <a:p>
            <a:pPr lvl="0">
              <a:buClr>
                <a:srgbClr val="00B0F0"/>
              </a:buClr>
              <a:buFont typeface="Courier New" panose="02070309020205020404" pitchFamily="49" charset="0"/>
              <a:buChar char="o"/>
            </a:pPr>
            <a:endParaRPr lang="en-US" dirty="0"/>
          </a:p>
          <a:p>
            <a:r>
              <a:rPr lang="en-US" dirty="0"/>
              <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62561047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US" dirty="0"/>
              <a:t>Limitations of SVR</a:t>
            </a:r>
            <a:endParaRPr lang="en-US"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5162439"/>
          </a:xfrm>
        </p:spPr>
        <p:txBody>
          <a:bodyPr/>
          <a:lstStyle/>
          <a:p>
            <a:pPr>
              <a:buClr>
                <a:srgbClr val="00B0F0"/>
              </a:buClr>
              <a:buFont typeface="Courier New" panose="02070309020205020404" pitchFamily="49" charset="0"/>
              <a:buChar char="o"/>
            </a:pPr>
            <a:r>
              <a:rPr lang="en-US" dirty="0" smtClean="0"/>
              <a:t>Despite </a:t>
            </a:r>
            <a:r>
              <a:rPr lang="en-US" dirty="0"/>
              <a:t>its strengths, SVR has some limitations:</a:t>
            </a:r>
          </a:p>
          <a:p>
            <a:pPr lvl="1">
              <a:buClr>
                <a:srgbClr val="00B0F0"/>
              </a:buClr>
              <a:buFont typeface="Courier New" panose="02070309020205020404" pitchFamily="49" charset="0"/>
              <a:buChar char="o"/>
            </a:pPr>
            <a:r>
              <a:rPr lang="en-US" dirty="0" smtClean="0"/>
              <a:t>Choosing </a:t>
            </a:r>
            <a:r>
              <a:rPr lang="en-US" dirty="0"/>
              <a:t>the right value of ε (epsilon) is important. </a:t>
            </a:r>
          </a:p>
          <a:p>
            <a:pPr lvl="1">
              <a:buClr>
                <a:srgbClr val="00B0F0"/>
              </a:buClr>
              <a:buFont typeface="Courier New" panose="02070309020205020404" pitchFamily="49" charset="0"/>
              <a:buChar char="o"/>
            </a:pPr>
            <a:r>
              <a:rPr lang="en-US" dirty="0" smtClean="0"/>
              <a:t>Selecting </a:t>
            </a:r>
            <a:r>
              <a:rPr lang="en-US" dirty="0"/>
              <a:t>appropriate </a:t>
            </a:r>
            <a:r>
              <a:rPr lang="en-US" dirty="0" err="1"/>
              <a:t>hyperparameters</a:t>
            </a:r>
            <a:r>
              <a:rPr lang="en-US" dirty="0"/>
              <a:t> can be challenging. </a:t>
            </a:r>
          </a:p>
          <a:p>
            <a:pPr lvl="1">
              <a:buClr>
                <a:srgbClr val="00B0F0"/>
              </a:buClr>
              <a:buFont typeface="Courier New" panose="02070309020205020404" pitchFamily="49" charset="0"/>
              <a:buChar char="o"/>
            </a:pPr>
            <a:r>
              <a:rPr lang="en-US" dirty="0" smtClean="0"/>
              <a:t>Training </a:t>
            </a:r>
            <a:r>
              <a:rPr lang="en-US" dirty="0"/>
              <a:t>can become computationally expensive for very large datasets. </a:t>
            </a:r>
          </a:p>
          <a:p>
            <a:pPr lvl="1">
              <a:buClr>
                <a:srgbClr val="00B0F0"/>
              </a:buClr>
              <a:buFont typeface="Courier New" panose="02070309020205020404" pitchFamily="49" charset="0"/>
              <a:buChar char="o"/>
            </a:pPr>
            <a:r>
              <a:rPr lang="en-US" dirty="0" smtClean="0"/>
              <a:t>Interpretation </a:t>
            </a:r>
            <a:r>
              <a:rPr lang="en-US" dirty="0"/>
              <a:t>is less straightforward than linear regression.</a:t>
            </a:r>
          </a:p>
          <a:p>
            <a:pPr>
              <a:buClr>
                <a:srgbClr val="00B0F0"/>
              </a:buClr>
              <a:buFont typeface="Courier New" panose="02070309020205020404" pitchFamily="49" charset="0"/>
              <a:buChar char="o"/>
            </a:pPr>
            <a:endParaRPr lang="en-IN" dirty="0" smtClean="0"/>
          </a:p>
          <a:p>
            <a:pPr>
              <a:buClr>
                <a:srgbClr val="00B0F0"/>
              </a:buClr>
              <a:buFont typeface="Courier New" panose="02070309020205020404" pitchFamily="49" charset="0"/>
              <a:buChar char="o"/>
            </a:pPr>
            <a:endParaRPr lang="en-IN" dirty="0"/>
          </a:p>
          <a:p>
            <a:pPr>
              <a:buClr>
                <a:srgbClr val="00B0F0"/>
              </a:buClr>
              <a:buFont typeface="Courier New" panose="02070309020205020404" pitchFamily="49" charset="0"/>
              <a:buChar char="o"/>
            </a:pPr>
            <a:endParaRPr lang="en-IN" dirty="0"/>
          </a:p>
          <a:p>
            <a:pPr lvl="0">
              <a:buClr>
                <a:srgbClr val="00B0F0"/>
              </a:buClr>
              <a:buFont typeface="Courier New" panose="02070309020205020404" pitchFamily="49" charset="0"/>
              <a:buChar char="o"/>
            </a:pPr>
            <a:endParaRPr lang="en-IN" dirty="0" smtClean="0"/>
          </a:p>
          <a:p>
            <a:pPr lvl="0">
              <a:buClr>
                <a:srgbClr val="00B0F0"/>
              </a:buClr>
              <a:buFont typeface="Courier New" panose="02070309020205020404" pitchFamily="49" charset="0"/>
              <a:buChar char="o"/>
            </a:pPr>
            <a:endParaRPr lang="en-US" dirty="0"/>
          </a:p>
          <a:p>
            <a:r>
              <a:rPr lang="en-US" dirty="0"/>
              <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416934164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US" dirty="0"/>
              <a:t>Understanding Non-Linear Support Vector Regression (SVR)</a:t>
            </a:r>
            <a:endParaRPr lang="en-US"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3973395"/>
          </a:xfrm>
        </p:spPr>
        <p:txBody>
          <a:bodyPr/>
          <a:lstStyle/>
          <a:p>
            <a:pPr>
              <a:buClr>
                <a:srgbClr val="00B0F0"/>
              </a:buClr>
              <a:buFont typeface="Courier New" panose="02070309020205020404" pitchFamily="49" charset="0"/>
              <a:buChar char="o"/>
            </a:pPr>
            <a:r>
              <a:rPr lang="en-US" dirty="0" smtClean="0"/>
              <a:t>we </a:t>
            </a:r>
            <a:r>
              <a:rPr lang="en-US" dirty="0"/>
              <a:t>explored the intuition behind Support Vector Regression (SVR) using a linear regression model. </a:t>
            </a:r>
            <a:endParaRPr lang="en-US" dirty="0" smtClean="0"/>
          </a:p>
          <a:p>
            <a:pPr>
              <a:buClr>
                <a:srgbClr val="00B0F0"/>
              </a:buClr>
              <a:buFont typeface="Courier New" panose="02070309020205020404" pitchFamily="49" charset="0"/>
              <a:buChar char="o"/>
            </a:pPr>
            <a:r>
              <a:rPr lang="en-US" dirty="0" smtClean="0"/>
              <a:t>While </a:t>
            </a:r>
            <a:r>
              <a:rPr lang="en-US" dirty="0"/>
              <a:t>this provides an excellent foundation for understanding how SVR works, it is only the beginning. </a:t>
            </a:r>
            <a:endParaRPr lang="en-US" dirty="0" smtClean="0"/>
          </a:p>
          <a:p>
            <a:pPr>
              <a:buClr>
                <a:srgbClr val="00B0F0"/>
              </a:buClr>
              <a:buFont typeface="Courier New" panose="02070309020205020404" pitchFamily="49" charset="0"/>
              <a:buChar char="o"/>
            </a:pPr>
            <a:r>
              <a:rPr lang="en-US" dirty="0" smtClean="0"/>
              <a:t>In </a:t>
            </a:r>
            <a:r>
              <a:rPr lang="en-US" dirty="0"/>
              <a:t>practice, many real-world datasets exhibit non-linear relationships, making linear SVR insufficient for capturing complex patterns.</a:t>
            </a:r>
          </a:p>
          <a:p>
            <a:pPr>
              <a:buClr>
                <a:srgbClr val="00B0F0"/>
              </a:buClr>
              <a:buFont typeface="Courier New" panose="02070309020205020404" pitchFamily="49" charset="0"/>
              <a:buChar char="o"/>
            </a:pPr>
            <a:r>
              <a:rPr lang="en-US" dirty="0"/>
              <a:t>To address these challenges, Support Vector Regression can be extended using kernel functions, allowing it t</a:t>
            </a:r>
          </a:p>
          <a:p>
            <a:pPr lvl="0">
              <a:buClr>
                <a:srgbClr val="00B0F0"/>
              </a:buClr>
              <a:buFont typeface="Courier New" panose="02070309020205020404" pitchFamily="49" charset="0"/>
              <a:buChar char="o"/>
            </a:pPr>
            <a:endParaRPr lang="en-IN" dirty="0" smtClean="0"/>
          </a:p>
          <a:p>
            <a:pPr lvl="0">
              <a:buClr>
                <a:srgbClr val="00B0F0"/>
              </a:buClr>
              <a:buFont typeface="Courier New" panose="02070309020205020404" pitchFamily="49" charset="0"/>
              <a:buChar char="o"/>
            </a:pPr>
            <a:endParaRPr lang="en-US" dirty="0"/>
          </a:p>
          <a:p>
            <a:r>
              <a:rPr lang="en-US" dirty="0"/>
              <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44789585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IN" b="1" dirty="0"/>
              <a:t>From Linear SVR to Non-Linear SVR</a:t>
            </a:r>
            <a:endParaRPr lang="en-IN"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5024965"/>
          </a:xfrm>
        </p:spPr>
        <p:txBody>
          <a:bodyPr/>
          <a:lstStyle/>
          <a:p>
            <a:pPr>
              <a:buClr>
                <a:srgbClr val="00B0F0"/>
              </a:buClr>
              <a:buFont typeface="Courier New" panose="02070309020205020404" pitchFamily="49" charset="0"/>
              <a:buChar char="o"/>
            </a:pPr>
            <a:r>
              <a:rPr lang="en-US" dirty="0" smtClean="0"/>
              <a:t>The </a:t>
            </a:r>
            <a:r>
              <a:rPr lang="en-US" dirty="0"/>
              <a:t>SVR model discussed previously was a Linear Support Vector Regression model.</a:t>
            </a:r>
          </a:p>
          <a:p>
            <a:pPr>
              <a:buClr>
                <a:srgbClr val="00B0F0"/>
              </a:buClr>
              <a:buFont typeface="Courier New" panose="02070309020205020404" pitchFamily="49" charset="0"/>
              <a:buChar char="o"/>
            </a:pPr>
            <a:r>
              <a:rPr lang="en-US" dirty="0"/>
              <a:t>In Linear SVR:</a:t>
            </a:r>
          </a:p>
          <a:p>
            <a:pPr lvl="1">
              <a:buClr>
                <a:srgbClr val="00B0F0"/>
              </a:buClr>
              <a:buFont typeface="Courier New" panose="02070309020205020404" pitchFamily="49" charset="0"/>
              <a:buChar char="o"/>
            </a:pPr>
            <a:r>
              <a:rPr lang="en-US" dirty="0" smtClean="0"/>
              <a:t>The </a:t>
            </a:r>
            <a:r>
              <a:rPr lang="en-US" dirty="0"/>
              <a:t>regression function is a straight line. </a:t>
            </a:r>
          </a:p>
          <a:p>
            <a:pPr lvl="1">
              <a:buClr>
                <a:srgbClr val="00B0F0"/>
              </a:buClr>
              <a:buFont typeface="Courier New" panose="02070309020205020404" pitchFamily="49" charset="0"/>
              <a:buChar char="o"/>
            </a:pPr>
            <a:r>
              <a:rPr lang="en-US" dirty="0" smtClean="0"/>
              <a:t>An </a:t>
            </a:r>
            <a:r>
              <a:rPr lang="en-US" dirty="0"/>
              <a:t>epsilon-insensitive tube surrounds the regression line. </a:t>
            </a:r>
          </a:p>
          <a:p>
            <a:pPr lvl="1">
              <a:buClr>
                <a:srgbClr val="00B0F0"/>
              </a:buClr>
              <a:buFont typeface="Courier New" panose="02070309020205020404" pitchFamily="49" charset="0"/>
              <a:buChar char="o"/>
            </a:pPr>
            <a:r>
              <a:rPr lang="en-US" dirty="0" smtClean="0"/>
              <a:t>Only </a:t>
            </a:r>
            <a:r>
              <a:rPr lang="en-US" dirty="0"/>
              <a:t>points outside the tube influence the model. </a:t>
            </a:r>
          </a:p>
          <a:p>
            <a:pPr>
              <a:buClr>
                <a:srgbClr val="00B0F0"/>
              </a:buClr>
              <a:buFont typeface="Courier New" panose="02070309020205020404" pitchFamily="49" charset="0"/>
              <a:buChar char="o"/>
            </a:pPr>
            <a:r>
              <a:rPr lang="en-US" dirty="0"/>
              <a:t>This approach works well when the relationship between input features and the target variable is approximately linear.</a:t>
            </a:r>
          </a:p>
          <a:p>
            <a:pPr>
              <a:buClr>
                <a:srgbClr val="00B0F0"/>
              </a:buClr>
              <a:buFont typeface="Courier New" panose="02070309020205020404" pitchFamily="49" charset="0"/>
              <a:buChar char="o"/>
            </a:pPr>
            <a:r>
              <a:rPr lang="en-US" dirty="0"/>
              <a:t>However, many real-world problems involve curved or complex relationships that cannot be represented by a straight line.</a:t>
            </a:r>
          </a:p>
          <a:p>
            <a:pPr>
              <a:buClr>
                <a:srgbClr val="00B0F0"/>
              </a:buClr>
              <a:buFont typeface="Courier New" panose="02070309020205020404" pitchFamily="49" charset="0"/>
              <a:buChar char="o"/>
            </a:pPr>
            <a:r>
              <a:rPr lang="en-US" dirty="0"/>
              <a:t>For such cases, we use Non-Linear Support Vector Regression.</a:t>
            </a:r>
          </a:p>
          <a:p>
            <a:r>
              <a:rPr lang="en-US" dirty="0"/>
              <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46792942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US" dirty="0"/>
              <a:t>What is Non-Linear Support Vector Regression?</a:t>
            </a:r>
            <a:endParaRPr lang="en-US"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2953629"/>
          </a:xfrm>
        </p:spPr>
        <p:txBody>
          <a:bodyPr/>
          <a:lstStyle/>
          <a:p>
            <a:pPr>
              <a:buClr>
                <a:srgbClr val="00B0F0"/>
              </a:buClr>
              <a:buFont typeface="Courier New" panose="02070309020205020404" pitchFamily="49" charset="0"/>
              <a:buChar char="o"/>
            </a:pPr>
            <a:r>
              <a:rPr lang="en-US" dirty="0" smtClean="0"/>
              <a:t>Non-Linear </a:t>
            </a:r>
            <a:r>
              <a:rPr lang="en-US" dirty="0"/>
              <a:t>Support Vector Regression extends the capabilities of linear SVR by using kernel functions.</a:t>
            </a:r>
          </a:p>
          <a:p>
            <a:pPr>
              <a:buClr>
                <a:srgbClr val="00B0F0"/>
              </a:buClr>
              <a:buFont typeface="Courier New" panose="02070309020205020404" pitchFamily="49" charset="0"/>
              <a:buChar char="o"/>
            </a:pPr>
            <a:r>
              <a:rPr lang="en-US" dirty="0"/>
              <a:t>Instead of fitting a straight line, the model learns curved regression functions that can capture complex relationships within the data.</a:t>
            </a:r>
          </a:p>
          <a:p>
            <a:pPr>
              <a:buClr>
                <a:srgbClr val="00B0F0"/>
              </a:buClr>
              <a:buFont typeface="Courier New" panose="02070309020205020404" pitchFamily="49" charset="0"/>
              <a:buChar char="o"/>
            </a:pPr>
            <a:r>
              <a:rPr lang="en-US" dirty="0"/>
              <a:t>This allows SVR to make accurate predictions even when the data follows non-linear patterns.</a:t>
            </a:r>
          </a:p>
          <a:p>
            <a:pPr>
              <a:buClr>
                <a:srgbClr val="00B0F0"/>
              </a:buClr>
              <a:buFont typeface="Courier New" panose="02070309020205020404" pitchFamily="49" charset="0"/>
              <a:buChar char="o"/>
            </a:pPr>
            <a:endParaRPr lang="en-US" dirty="0" smtClean="0"/>
          </a:p>
          <a:p>
            <a:r>
              <a:rPr lang="en-US" dirty="0"/>
              <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51808046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US" dirty="0"/>
              <a:t>The Role of Kernel Functions</a:t>
            </a:r>
            <a:endParaRPr lang="en-US"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4278094"/>
          </a:xfrm>
        </p:spPr>
        <p:txBody>
          <a:bodyPr/>
          <a:lstStyle/>
          <a:p>
            <a:pPr>
              <a:buClr>
                <a:srgbClr val="00B0F0"/>
              </a:buClr>
              <a:buFont typeface="Courier New" panose="02070309020205020404" pitchFamily="49" charset="0"/>
              <a:buChar char="o"/>
            </a:pPr>
            <a:r>
              <a:rPr lang="en-US" dirty="0" smtClean="0"/>
              <a:t>A </a:t>
            </a:r>
            <a:r>
              <a:rPr lang="en-US" dirty="0"/>
              <a:t>kernel function is the key component that enables non-linear SVR.</a:t>
            </a:r>
          </a:p>
          <a:p>
            <a:pPr>
              <a:buClr>
                <a:srgbClr val="00B0F0"/>
              </a:buClr>
              <a:buFont typeface="Courier New" panose="02070309020205020404" pitchFamily="49" charset="0"/>
              <a:buChar char="o"/>
            </a:pPr>
            <a:r>
              <a:rPr lang="en-US" dirty="0"/>
              <a:t>Instead of working directly in the original feature space, the kernel function implicitly maps the data into a higher-dimensional space, where a linear regression can be performed.</a:t>
            </a:r>
          </a:p>
          <a:p>
            <a:pPr>
              <a:buClr>
                <a:srgbClr val="00B0F0"/>
              </a:buClr>
              <a:buFont typeface="Courier New" panose="02070309020205020404" pitchFamily="49" charset="0"/>
              <a:buChar char="o"/>
            </a:pPr>
            <a:r>
              <a:rPr lang="en-US" dirty="0"/>
              <a:t>The predictions are then transformed back into the original space.</a:t>
            </a:r>
          </a:p>
          <a:p>
            <a:pPr>
              <a:buClr>
                <a:srgbClr val="00B0F0"/>
              </a:buClr>
              <a:buFont typeface="Courier New" panose="02070309020205020404" pitchFamily="49" charset="0"/>
              <a:buChar char="o"/>
            </a:pPr>
            <a:r>
              <a:rPr lang="en-US" dirty="0"/>
              <a:t>This process allows the model to learn highly complex relationships while avoiding the computational cost of explicitly creating higher-dimensional features.</a:t>
            </a:r>
          </a:p>
          <a:p>
            <a:pPr>
              <a:buClr>
                <a:srgbClr val="00B0F0"/>
              </a:buClr>
              <a:buFont typeface="Courier New" panose="02070309020205020404" pitchFamily="49" charset="0"/>
              <a:buChar char="o"/>
            </a:pPr>
            <a:r>
              <a:rPr lang="en-US" dirty="0" smtClean="0"/>
              <a:t>.</a:t>
            </a:r>
            <a:endParaRPr lang="en-IN" dirty="0" smtClean="0"/>
          </a:p>
          <a:p>
            <a:pPr>
              <a:buClr>
                <a:srgbClr val="00B0F0"/>
              </a:buClr>
              <a:buFont typeface="Courier New" panose="02070309020205020404" pitchFamily="49" charset="0"/>
              <a:buChar char="o"/>
            </a:pPr>
            <a:endParaRPr lang="en-US" dirty="0"/>
          </a:p>
          <a:p>
            <a:r>
              <a:rPr lang="en-US" dirty="0"/>
              <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6760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US" dirty="0"/>
              <a:t>Radial Basis Function (RBF) Kernel</a:t>
            </a:r>
            <a:endParaRPr lang="en-US"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5091650"/>
          </a:xfrm>
        </p:spPr>
        <p:txBody>
          <a:bodyPr/>
          <a:lstStyle/>
          <a:p>
            <a:pPr>
              <a:buClr>
                <a:srgbClr val="00B0F0"/>
              </a:buClr>
              <a:buFont typeface="Courier New" panose="02070309020205020404" pitchFamily="49" charset="0"/>
              <a:buChar char="o"/>
            </a:pPr>
            <a:r>
              <a:rPr lang="en-US" dirty="0" smtClean="0"/>
              <a:t>One </a:t>
            </a:r>
            <a:r>
              <a:rPr lang="en-US" dirty="0"/>
              <a:t>of the most commonly used kernels in Support Vector Regression is the Radial Basis Function (RBF) </a:t>
            </a:r>
            <a:r>
              <a:rPr lang="en-US" dirty="0" smtClean="0"/>
              <a:t>Kernel.</a:t>
            </a:r>
          </a:p>
          <a:p>
            <a:pPr>
              <a:buClr>
                <a:srgbClr val="00B0F0"/>
              </a:buClr>
              <a:buFont typeface="Courier New" panose="02070309020205020404" pitchFamily="49" charset="0"/>
              <a:buChar char="o"/>
            </a:pPr>
            <a:r>
              <a:rPr lang="en-US" dirty="0" smtClean="0"/>
              <a:t>The </a:t>
            </a:r>
            <a:r>
              <a:rPr lang="en-US" dirty="0"/>
              <a:t>RBF kernel allows the regression model to fit smooth, flexible curves rather than straight lines.</a:t>
            </a:r>
          </a:p>
          <a:p>
            <a:pPr lvl="1">
              <a:buClr>
                <a:srgbClr val="00B0F0"/>
              </a:buClr>
              <a:buFont typeface="Courier New" panose="02070309020205020404" pitchFamily="49" charset="0"/>
              <a:buChar char="o"/>
            </a:pPr>
            <a:r>
              <a:rPr lang="en-US" dirty="0"/>
              <a:t>As a result:</a:t>
            </a:r>
          </a:p>
          <a:p>
            <a:pPr lvl="1">
              <a:buClr>
                <a:srgbClr val="00B0F0"/>
              </a:buClr>
              <a:buFont typeface="Courier New" panose="02070309020205020404" pitchFamily="49" charset="0"/>
              <a:buChar char="o"/>
            </a:pPr>
            <a:r>
              <a:rPr lang="en-US" dirty="0" smtClean="0"/>
              <a:t>The </a:t>
            </a:r>
            <a:r>
              <a:rPr lang="en-US" dirty="0"/>
              <a:t>model adapts to complex datasets. </a:t>
            </a:r>
          </a:p>
          <a:p>
            <a:pPr lvl="1">
              <a:buClr>
                <a:srgbClr val="00B0F0"/>
              </a:buClr>
              <a:buFont typeface="Courier New" panose="02070309020205020404" pitchFamily="49" charset="0"/>
              <a:buChar char="o"/>
            </a:pPr>
            <a:r>
              <a:rPr lang="en-US" dirty="0" smtClean="0"/>
              <a:t>Curved </a:t>
            </a:r>
            <a:r>
              <a:rPr lang="en-US" dirty="0"/>
              <a:t>relationships can be learned effectively. </a:t>
            </a:r>
          </a:p>
          <a:p>
            <a:pPr lvl="1">
              <a:buClr>
                <a:srgbClr val="00B0F0"/>
              </a:buClr>
              <a:buFont typeface="Courier New" panose="02070309020205020404" pitchFamily="49" charset="0"/>
              <a:buChar char="o"/>
            </a:pPr>
            <a:r>
              <a:rPr lang="en-US" dirty="0" smtClean="0"/>
              <a:t>Prediction </a:t>
            </a:r>
            <a:r>
              <a:rPr lang="en-US" dirty="0"/>
              <a:t>accuracy often improves for non-linear data. </a:t>
            </a:r>
          </a:p>
          <a:p>
            <a:pPr lvl="1">
              <a:buClr>
                <a:srgbClr val="00B0F0"/>
              </a:buClr>
              <a:buFont typeface="Courier New" panose="02070309020205020404" pitchFamily="49" charset="0"/>
              <a:buChar char="o"/>
            </a:pPr>
            <a:r>
              <a:rPr lang="en-US" dirty="0"/>
              <a:t>Many machine learning libraries, including </a:t>
            </a:r>
            <a:r>
              <a:rPr lang="en-US" dirty="0" err="1"/>
              <a:t>Scikit</a:t>
            </a:r>
            <a:r>
              <a:rPr lang="en-US" dirty="0"/>
              <a:t>-learn, use the RBF kernel as the default kernel for SVR because of its versatility.</a:t>
            </a:r>
          </a:p>
          <a:p>
            <a:pPr>
              <a:buClr>
                <a:srgbClr val="00B0F0"/>
              </a:buClr>
              <a:buFont typeface="Courier New" panose="02070309020205020404" pitchFamily="49" charset="0"/>
              <a:buChar char="o"/>
            </a:pPr>
            <a:endParaRPr lang="en-IN" dirty="0" smtClean="0"/>
          </a:p>
          <a:p>
            <a:pPr>
              <a:buClr>
                <a:srgbClr val="00B0F0"/>
              </a:buClr>
              <a:buFont typeface="Courier New" panose="02070309020205020404" pitchFamily="49" charset="0"/>
              <a:buChar char="o"/>
            </a:pPr>
            <a:endParaRPr lang="en-US" dirty="0"/>
          </a:p>
          <a:p>
            <a:r>
              <a:rPr lang="en-US" dirty="0"/>
              <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11501208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US" dirty="0"/>
              <a:t>2. Standardization (Z-Score Scaling)</a:t>
            </a:r>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2953629"/>
          </a:xfrm>
        </p:spPr>
        <p:txBody>
          <a:bodyPr/>
          <a:lstStyle/>
          <a:p>
            <a:pPr>
              <a:buClr>
                <a:srgbClr val="00B0F0"/>
              </a:buClr>
              <a:buFont typeface="Courier New" panose="02070309020205020404" pitchFamily="49" charset="0"/>
              <a:buChar char="o"/>
            </a:pPr>
            <a:r>
              <a:rPr lang="en-US" dirty="0" smtClean="0"/>
              <a:t>Standard </a:t>
            </a:r>
            <a:r>
              <a:rPr lang="en-US" dirty="0"/>
              <a:t>deviation is a statistical measure that tells us how spread out the values in a dataset are from the mean (average</a:t>
            </a:r>
            <a:r>
              <a:rPr lang="en-US" dirty="0" smtClean="0"/>
              <a:t>).</a:t>
            </a:r>
          </a:p>
          <a:p>
            <a:pPr>
              <a:buClr>
                <a:srgbClr val="00B0F0"/>
              </a:buClr>
              <a:buFont typeface="Courier New" panose="02070309020205020404" pitchFamily="49" charset="0"/>
              <a:buChar char="o"/>
            </a:pPr>
            <a:r>
              <a:rPr lang="en-US" dirty="0" smtClean="0"/>
              <a:t>Low </a:t>
            </a:r>
            <a:r>
              <a:rPr lang="en-US" dirty="0"/>
              <a:t>standard deviation → Values are close to the average</a:t>
            </a:r>
            <a:r>
              <a:rPr lang="en-US" dirty="0" smtClean="0"/>
              <a:t>.</a:t>
            </a:r>
          </a:p>
          <a:p>
            <a:pPr>
              <a:buClr>
                <a:srgbClr val="00B0F0"/>
              </a:buClr>
              <a:buFont typeface="Courier New" panose="02070309020205020404" pitchFamily="49" charset="0"/>
              <a:buChar char="o"/>
            </a:pPr>
            <a:r>
              <a:rPr lang="en-US" dirty="0" smtClean="0"/>
              <a:t>High </a:t>
            </a:r>
            <a:r>
              <a:rPr lang="en-US" dirty="0"/>
              <a:t>standard deviation → Values are spread far away from the average.</a:t>
            </a:r>
            <a:endParaRPr lang="en-IN" dirty="0" smtClean="0"/>
          </a:p>
          <a:p>
            <a:pPr>
              <a:buClr>
                <a:srgbClr val="00B0F0"/>
              </a:buClr>
              <a:buFont typeface="Courier New" panose="02070309020205020404" pitchFamily="49" charset="0"/>
              <a:buChar char="o"/>
            </a:pPr>
            <a:endParaRPr lang="en-US" dirty="0"/>
          </a:p>
          <a:p>
            <a:r>
              <a:rPr lang="en-US" dirty="0"/>
              <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437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7270" y="3227044"/>
            <a:ext cx="3381375" cy="225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37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4940" y="3807039"/>
            <a:ext cx="3997023" cy="1031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9640285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US" dirty="0"/>
              <a:t>Example: Comparing People</a:t>
            </a:r>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5267083"/>
          </a:xfrm>
        </p:spPr>
        <p:txBody>
          <a:bodyPr/>
          <a:lstStyle/>
          <a:p>
            <a:pPr>
              <a:buClr>
                <a:srgbClr val="00B0F0"/>
              </a:buClr>
              <a:buFont typeface="Courier New" panose="02070309020205020404" pitchFamily="49" charset="0"/>
              <a:buChar char="o"/>
            </a:pPr>
            <a:r>
              <a:rPr lang="en-US" dirty="0" smtClean="0"/>
              <a:t>Suppose </a:t>
            </a:r>
            <a:r>
              <a:rPr lang="en-US" dirty="0"/>
              <a:t>we have the following dataset</a:t>
            </a:r>
            <a:r>
              <a:rPr lang="en-US" dirty="0" smtClean="0"/>
              <a:t>.</a:t>
            </a:r>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r>
              <a:rPr lang="en-US" dirty="0" smtClean="0"/>
              <a:t>Our </a:t>
            </a:r>
            <a:r>
              <a:rPr lang="en-US" dirty="0"/>
              <a:t>goal is to determine:</a:t>
            </a:r>
          </a:p>
          <a:p>
            <a:pPr lvl="1">
              <a:buClr>
                <a:srgbClr val="00B0F0"/>
              </a:buClr>
              <a:buFont typeface="Courier New" panose="02070309020205020404" pitchFamily="49" charset="0"/>
              <a:buChar char="o"/>
            </a:pPr>
            <a:r>
              <a:rPr lang="en-US" dirty="0"/>
              <a:t>Which person is most similar to the Purple person?</a:t>
            </a:r>
          </a:p>
          <a:p>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p:cNvPicPr/>
          <p:nvPr/>
        </p:nvPicPr>
        <p:blipFill>
          <a:blip r:embed="rId2">
            <a:extLst>
              <a:ext uri="{28A0092B-C50C-407E-A947-70E740481C1C}">
                <a14:useLocalDpi xmlns:a14="http://schemas.microsoft.com/office/drawing/2010/main" val="0"/>
              </a:ext>
            </a:extLst>
          </a:blip>
          <a:srcRect/>
          <a:stretch>
            <a:fillRect/>
          </a:stretch>
        </p:blipFill>
        <p:spPr bwMode="auto">
          <a:xfrm>
            <a:off x="1940011" y="2063578"/>
            <a:ext cx="6675351" cy="2484609"/>
          </a:xfrm>
          <a:prstGeom prst="rect">
            <a:avLst/>
          </a:prstGeom>
          <a:noFill/>
          <a:ln>
            <a:noFill/>
          </a:ln>
        </p:spPr>
      </p:pic>
    </p:spTree>
    <p:extLst>
      <p:ext uri="{BB962C8B-B14F-4D97-AF65-F5344CB8AC3E}">
        <p14:creationId xmlns:p14="http://schemas.microsoft.com/office/powerpoint/2010/main" val="6719446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US" dirty="0"/>
              <a:t>Example: Comparing People</a:t>
            </a:r>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4383764"/>
          </a:xfrm>
        </p:spPr>
        <p:txBody>
          <a:bodyPr/>
          <a:lstStyle/>
          <a:p>
            <a:pPr>
              <a:buClr>
                <a:srgbClr val="00B0F0"/>
              </a:buClr>
              <a:buFont typeface="Courier New" panose="02070309020205020404" pitchFamily="49" charset="0"/>
              <a:buChar char="o"/>
            </a:pPr>
            <a:r>
              <a:rPr lang="en-US" b="1" dirty="0" smtClean="0"/>
              <a:t>Applying Normalization</a:t>
            </a:r>
            <a:endParaRPr lang="en-IN" b="1" dirty="0"/>
          </a:p>
          <a:p>
            <a:pPr>
              <a:buClr>
                <a:srgbClr val="00B0F0"/>
              </a:buClr>
              <a:buFont typeface="Courier New" panose="02070309020205020404" pitchFamily="49" charset="0"/>
              <a:buChar char="o"/>
            </a:pPr>
            <a:r>
              <a:rPr lang="en-US" dirty="0" smtClean="0"/>
              <a:t>Now </a:t>
            </a:r>
            <a:r>
              <a:rPr lang="en-US" dirty="0"/>
              <a:t>normalize each feature </a:t>
            </a:r>
            <a:r>
              <a:rPr lang="en-US" dirty="0" smtClean="0"/>
              <a:t>independently</a:t>
            </a:r>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r>
              <a:rPr lang="en-US" dirty="0"/>
              <a:t>Now both features are on the </a:t>
            </a:r>
            <a:r>
              <a:rPr lang="en-US" b="1" dirty="0"/>
              <a:t>same scale (0–1</a:t>
            </a:r>
            <a:r>
              <a:rPr lang="en-US" b="1" dirty="0" smtClean="0"/>
              <a:t>)</a:t>
            </a:r>
            <a:r>
              <a:rPr lang="en-US" dirty="0" smtClean="0"/>
              <a:t>.</a:t>
            </a:r>
            <a:endParaRPr lang="en-US" dirty="0"/>
          </a:p>
          <a:p>
            <a:pPr>
              <a:buClr>
                <a:srgbClr val="00B0F0"/>
              </a:buClr>
              <a:buFont typeface="Courier New" panose="02070309020205020404" pitchFamily="49" charset="0"/>
              <a:buChar char="o"/>
            </a:pP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426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2001" y="2265277"/>
            <a:ext cx="3841535" cy="1565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26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43530" y="2166422"/>
            <a:ext cx="3170601" cy="1763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3309141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US" dirty="0"/>
              <a:t>When is Feature Scaling Required?</a:t>
            </a:r>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4889544"/>
          </a:xfrm>
        </p:spPr>
        <p:txBody>
          <a:bodyPr/>
          <a:lstStyle/>
          <a:p>
            <a:pPr>
              <a:buClr>
                <a:srgbClr val="00B0F0"/>
              </a:buClr>
              <a:buFont typeface="Courier New" panose="02070309020205020404" pitchFamily="49" charset="0"/>
              <a:buChar char="o"/>
            </a:pPr>
            <a:r>
              <a:rPr lang="en-US" dirty="0" smtClean="0"/>
              <a:t>Feature </a:t>
            </a:r>
            <a:r>
              <a:rPr lang="en-US" dirty="0"/>
              <a:t>scaling is especially important for algorithms that rely on distance calculations or optimization.</a:t>
            </a:r>
          </a:p>
          <a:p>
            <a:pPr>
              <a:buClr>
                <a:srgbClr val="00B0F0"/>
              </a:buClr>
              <a:buFont typeface="Courier New" panose="02070309020205020404" pitchFamily="49" charset="0"/>
              <a:buChar char="o"/>
            </a:pPr>
            <a:r>
              <a:rPr lang="en-US" dirty="0"/>
              <a:t>Examples include:</a:t>
            </a:r>
          </a:p>
          <a:p>
            <a:pPr lvl="1">
              <a:buClr>
                <a:srgbClr val="00B0F0"/>
              </a:buClr>
              <a:buFont typeface="Courier New" panose="02070309020205020404" pitchFamily="49" charset="0"/>
              <a:buChar char="o"/>
            </a:pPr>
            <a:r>
              <a:rPr lang="en-US" dirty="0" smtClean="0"/>
              <a:t>K-Nearest </a:t>
            </a:r>
            <a:r>
              <a:rPr lang="en-US" dirty="0"/>
              <a:t>Neighbors (KNN)</a:t>
            </a:r>
          </a:p>
          <a:p>
            <a:pPr lvl="1">
              <a:buClr>
                <a:srgbClr val="00B0F0"/>
              </a:buClr>
              <a:buFont typeface="Courier New" panose="02070309020205020404" pitchFamily="49" charset="0"/>
              <a:buChar char="o"/>
            </a:pPr>
            <a:r>
              <a:rPr lang="en-US" dirty="0" smtClean="0"/>
              <a:t>K-Means </a:t>
            </a:r>
            <a:r>
              <a:rPr lang="en-US" dirty="0"/>
              <a:t>Clustering</a:t>
            </a:r>
          </a:p>
          <a:p>
            <a:pPr lvl="1">
              <a:buClr>
                <a:srgbClr val="00B0F0"/>
              </a:buClr>
              <a:buFont typeface="Courier New" panose="02070309020205020404" pitchFamily="49" charset="0"/>
              <a:buChar char="o"/>
            </a:pPr>
            <a:r>
              <a:rPr lang="en-US" dirty="0" smtClean="0"/>
              <a:t>Support </a:t>
            </a:r>
            <a:r>
              <a:rPr lang="en-US" dirty="0"/>
              <a:t>Vector Machines (SVM)</a:t>
            </a:r>
          </a:p>
          <a:p>
            <a:pPr lvl="1">
              <a:buClr>
                <a:srgbClr val="00B0F0"/>
              </a:buClr>
              <a:buFont typeface="Courier New" panose="02070309020205020404" pitchFamily="49" charset="0"/>
              <a:buChar char="o"/>
            </a:pPr>
            <a:r>
              <a:rPr lang="en-US" dirty="0" smtClean="0"/>
              <a:t>Logistic </a:t>
            </a:r>
            <a:r>
              <a:rPr lang="en-US" dirty="0"/>
              <a:t>Regression</a:t>
            </a:r>
          </a:p>
          <a:p>
            <a:pPr lvl="1">
              <a:buClr>
                <a:srgbClr val="00B0F0"/>
              </a:buClr>
              <a:buFont typeface="Courier New" panose="02070309020205020404" pitchFamily="49" charset="0"/>
              <a:buChar char="o"/>
            </a:pPr>
            <a:r>
              <a:rPr lang="en-US" dirty="0" smtClean="0"/>
              <a:t>Linear </a:t>
            </a:r>
            <a:r>
              <a:rPr lang="en-US" dirty="0"/>
              <a:t>Regression (especially when using gradient descent)</a:t>
            </a:r>
          </a:p>
          <a:p>
            <a:pPr lvl="1">
              <a:buClr>
                <a:srgbClr val="00B0F0"/>
              </a:buClr>
              <a:buFont typeface="Courier New" panose="02070309020205020404" pitchFamily="49" charset="0"/>
              <a:buChar char="o"/>
            </a:pPr>
            <a:r>
              <a:rPr lang="en-US" dirty="0" smtClean="0"/>
              <a:t>Neural </a:t>
            </a:r>
            <a:r>
              <a:rPr lang="en-US" dirty="0"/>
              <a:t>Networks</a:t>
            </a:r>
          </a:p>
          <a:p>
            <a:pPr lvl="1">
              <a:buClr>
                <a:srgbClr val="00B0F0"/>
              </a:buClr>
              <a:buFont typeface="Courier New" panose="02070309020205020404" pitchFamily="49" charset="0"/>
              <a:buChar char="o"/>
            </a:pPr>
            <a:r>
              <a:rPr lang="en-US" dirty="0" smtClean="0"/>
              <a:t>Principal </a:t>
            </a:r>
            <a:r>
              <a:rPr lang="en-US" dirty="0"/>
              <a:t>Component Analysis (PCA)</a:t>
            </a:r>
          </a:p>
          <a:p>
            <a:pPr>
              <a:buClr>
                <a:srgbClr val="00B0F0"/>
              </a:buClr>
              <a:buFont typeface="Courier New" panose="02070309020205020404" pitchFamily="49" charset="0"/>
              <a:buChar char="o"/>
            </a:pPr>
            <a:r>
              <a:rPr lang="en-US" dirty="0"/>
              <a:t>Some algorithms, such as Decision Trees and Random Forests, generally do not require feature scaling because they are not based on distance calculations.</a:t>
            </a:r>
          </a:p>
          <a:p>
            <a:pPr>
              <a:buClr>
                <a:srgbClr val="00B0F0"/>
              </a:buClr>
              <a:buFont typeface="Courier New" panose="02070309020205020404" pitchFamily="49" charset="0"/>
              <a:buChar char="o"/>
            </a:pP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7576387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BC70CE7-0D37-5108-516F-EBF9B13D6CD6}"/>
            </a:ext>
          </a:extLst>
        </p:cNvPr>
        <p:cNvGrpSpPr/>
        <p:nvPr/>
      </p:nvGrpSpPr>
      <p:grpSpPr>
        <a:xfrm>
          <a:off x="0" y="0"/>
          <a:ext cx="0" cy="0"/>
          <a:chOff x="0" y="0"/>
          <a:chExt cx="0" cy="0"/>
        </a:xfrm>
      </p:grpSpPr>
      <p:sp>
        <p:nvSpPr>
          <p:cNvPr id="2" name="Text Placeholder 1">
            <a:extLst>
              <a:ext uri="{FF2B5EF4-FFF2-40B4-BE49-F238E27FC236}">
                <a16:creationId xmlns="" xmlns:a16="http://schemas.microsoft.com/office/drawing/2014/main" id="{F5E0CFBC-9BB7-20A7-753C-D94285E24E14}"/>
              </a:ext>
            </a:extLst>
          </p:cNvPr>
          <p:cNvSpPr>
            <a:spLocks noGrp="1"/>
          </p:cNvSpPr>
          <p:nvPr>
            <p:ph type="body" sz="quarter" idx="11"/>
          </p:nvPr>
        </p:nvSpPr>
        <p:spPr/>
        <p:txBody>
          <a:bodyPr/>
          <a:lstStyle/>
          <a:p>
            <a:r>
              <a:rPr lang="en-US" dirty="0"/>
              <a:t>Thank you</a:t>
            </a:r>
          </a:p>
        </p:txBody>
      </p:sp>
    </p:spTree>
    <p:extLst>
      <p:ext uri="{BB962C8B-B14F-4D97-AF65-F5344CB8AC3E}">
        <p14:creationId xmlns:p14="http://schemas.microsoft.com/office/powerpoint/2010/main" val="3718504755"/>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ENGAGE" val="{&quot;SavedSwatch&quot;:&quot;-16748873|-8341960|-3468525|-2064878|-9539986|Markido&quot;,&quot;Id&quot;:&quot;5912d2b23245341368fd0de0&quot;,&quot;SmartGridHorizontal&quot;:0,&quot;LinkedExcelSources&quot;:{},&quot;LinkedProjectSources&quot;:{},&quot;FlowConfig&quot;:{&quot;Canvas&quot;:{&quot;Slide&quot;:-1,&quot;Width&quot;:0,&quot;Height&quot;:0},&quot;Timeline&quot;:{&quot;Actions&quot;:[]}},&quot;LinkedSlideMergeSources&quot;:{},&quot;LinkedSharePointSlideMergeSources&quo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nfogain Theme">
  <a:themeElements>
    <a:clrScheme name="Infogain">
      <a:dk1>
        <a:sysClr val="windowText" lastClr="000000"/>
      </a:dk1>
      <a:lt1>
        <a:sysClr val="window" lastClr="FFFFFF"/>
      </a:lt1>
      <a:dk2>
        <a:srgbClr val="4CA88A"/>
      </a:dk2>
      <a:lt2>
        <a:srgbClr val="00A9DA"/>
      </a:lt2>
      <a:accent1>
        <a:srgbClr val="E7513C"/>
      </a:accent1>
      <a:accent2>
        <a:srgbClr val="313437"/>
      </a:accent2>
      <a:accent3>
        <a:srgbClr val="5B719A"/>
      </a:accent3>
      <a:accent4>
        <a:srgbClr val="006BB1"/>
      </a:accent4>
      <a:accent5>
        <a:srgbClr val="174276"/>
      </a:accent5>
      <a:accent6>
        <a:srgbClr val="B0B2B5"/>
      </a:accent6>
      <a:hlink>
        <a:srgbClr val="0000FF"/>
      </a:hlink>
      <a:folHlink>
        <a:srgbClr val="800080"/>
      </a:folHlink>
    </a:clrScheme>
    <a:fontScheme name="Custom 11">
      <a:majorFont>
        <a:latin typeface="Avenir Roman"/>
        <a:ea typeface=""/>
        <a:cs typeface=""/>
      </a:majorFont>
      <a:minorFont>
        <a:latin typeface="Avenir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narai">
  <a:themeElements>
    <a:clrScheme name="Tenarai">
      <a:dk1>
        <a:srgbClr val="000000"/>
      </a:dk1>
      <a:lt1>
        <a:srgbClr val="FFFFFF"/>
      </a:lt1>
      <a:dk2>
        <a:srgbClr val="8CF000"/>
      </a:dk2>
      <a:lt2>
        <a:srgbClr val="F5F0EB"/>
      </a:lt2>
      <a:accent1>
        <a:srgbClr val="8E867E"/>
      </a:accent1>
      <a:accent2>
        <a:srgbClr val="235B00"/>
      </a:accent2>
      <a:accent3>
        <a:srgbClr val="5E5751"/>
      </a:accent3>
      <a:accent4>
        <a:srgbClr val="20470F"/>
      </a:accent4>
      <a:accent5>
        <a:srgbClr val="47413C"/>
      </a:accent5>
      <a:accent6>
        <a:srgbClr val="1E321E"/>
      </a:accent6>
      <a:hlink>
        <a:srgbClr val="000000"/>
      </a:hlink>
      <a:folHlink>
        <a:srgbClr val="000000"/>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sz="1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sz="1200" dirty="0" smtClean="0"/>
        </a:defPPr>
      </a:lstStyle>
    </a:txDef>
  </a:objectDefaults>
  <a:extraClrSchemeLst/>
  <a:custClrLst>
    <a:custClr name="Tan">
      <a:srgbClr val="F5F0EB"/>
    </a:custClr>
    <a:custClr name="Tan 2">
      <a:srgbClr val="DAD2CB"/>
    </a:custClr>
    <a:custClr name="Tan 3">
      <a:srgbClr val="BEB4AA"/>
    </a:custClr>
    <a:custClr name="Tan 4">
      <a:srgbClr val="8E867E"/>
    </a:custClr>
    <a:custClr name="Tan 5">
      <a:srgbClr val="5E5751"/>
    </a:custClr>
    <a:custClr name="Tan 6">
      <a:srgbClr val="47413D"/>
    </a:custClr>
    <a:custClr name="Tan 7">
      <a:srgbClr val="2F2C29"/>
    </a:custClr>
    <a:custClr name="Tan 8">
      <a:srgbClr val="181614"/>
    </a:custClr>
    <a:custClr>
      <a:srgbClr val="FFFFFF"/>
    </a:custClr>
    <a:custClr>
      <a:srgbClr val="FFFFFF"/>
    </a:custClr>
    <a:custClr name="Volt">
      <a:srgbClr val="8CF000"/>
    </a:custClr>
    <a:custClr name="Volt 2">
      <a:srgbClr val="5FB900"/>
    </a:custClr>
    <a:custClr name="Volt 3">
      <a:srgbClr val="328200"/>
    </a:custClr>
    <a:custClr name="Volt 4">
      <a:srgbClr val="235B00"/>
    </a:custClr>
    <a:custClr name="Volt 5">
      <a:srgbClr val="21470F"/>
    </a:custClr>
    <a:custClr name="Volt 6">
      <a:srgbClr val="1E321E"/>
    </a:custClr>
    <a:custClr name="Volt 7">
      <a:srgbClr val="162616"/>
    </a:custClr>
    <a:custClr name="Volt 8">
      <a:srgbClr val="0F190F"/>
    </a:custClr>
    <a:custClr>
      <a:srgbClr val="FFFFFF"/>
    </a:custClr>
    <a:custClr>
      <a:srgbClr val="FFFFFF"/>
    </a:custClr>
    <a:custClr name="Success Light">
      <a:srgbClr val="DDFBB2"/>
    </a:custClr>
    <a:custClr name="Success Dark">
      <a:srgbClr val="11AE50"/>
    </a:custClr>
    <a:custClr name="Warning Light">
      <a:srgbClr val="FFF2E0"/>
    </a:custClr>
    <a:custClr name="Warning Dark">
      <a:srgbClr val="AD4B00"/>
    </a:custClr>
    <a:custClr name="Danger Light">
      <a:srgbClr val="FFE5F0"/>
    </a:custClr>
    <a:custClr name="Danger Dark">
      <a:srgbClr val="BD004B"/>
    </a:custClr>
    <a:custClr name="Info Light">
      <a:srgbClr val="EDE5FF"/>
    </a:custClr>
    <a:custClr name="Info Dark">
      <a:srgbClr val="714CD6"/>
    </a:custClr>
    <a:custClr>
      <a:srgbClr val="FFFFFF"/>
    </a:custClr>
    <a:custClr>
      <a:srgbClr val="FFFFFF"/>
    </a:custClr>
  </a:custClrLst>
  <a:extLst>
    <a:ext uri="{05A4C25C-085E-4340-85A3-A5531E510DB2}">
      <thm15:themeFamily xmlns="" xmlns:thm15="http://schemas.microsoft.com/office/thememl/2012/main" name="Tenarai_Template_20260310" id="{392C4E7A-B87B-0446-B2FC-59969B4EAB6B}" vid="{B3C127D8-8DD5-0840-A0C6-D9CC8662E7B3}"/>
    </a:ext>
  </a:extLst>
</a:theme>
</file>

<file path=ppt/theme/theme3.xml><?xml version="1.0" encoding="utf-8"?>
<a:theme xmlns:a="http://schemas.openxmlformats.org/drawingml/2006/main" name="1_Tenarai">
  <a:themeElements>
    <a:clrScheme name="Tenarai">
      <a:dk1>
        <a:srgbClr val="000000"/>
      </a:dk1>
      <a:lt1>
        <a:srgbClr val="FFFFFF"/>
      </a:lt1>
      <a:dk2>
        <a:srgbClr val="8CF000"/>
      </a:dk2>
      <a:lt2>
        <a:srgbClr val="F5F0EB"/>
      </a:lt2>
      <a:accent1>
        <a:srgbClr val="8E867E"/>
      </a:accent1>
      <a:accent2>
        <a:srgbClr val="235B00"/>
      </a:accent2>
      <a:accent3>
        <a:srgbClr val="5E5751"/>
      </a:accent3>
      <a:accent4>
        <a:srgbClr val="20470F"/>
      </a:accent4>
      <a:accent5>
        <a:srgbClr val="47413C"/>
      </a:accent5>
      <a:accent6>
        <a:srgbClr val="1E321E"/>
      </a:accent6>
      <a:hlink>
        <a:srgbClr val="000000"/>
      </a:hlink>
      <a:folHlink>
        <a:srgbClr val="000000"/>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sz="1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sz="1200" dirty="0" smtClean="0"/>
        </a:defPPr>
      </a:lstStyle>
    </a:txDef>
  </a:objectDefaults>
  <a:extraClrSchemeLst/>
  <a:custClrLst>
    <a:custClr name="Tan">
      <a:srgbClr val="F5F0EB"/>
    </a:custClr>
    <a:custClr name="Tan 2">
      <a:srgbClr val="DAD2CB"/>
    </a:custClr>
    <a:custClr name="Tan 3">
      <a:srgbClr val="BEB4AA"/>
    </a:custClr>
    <a:custClr name="Tan 4">
      <a:srgbClr val="8E867E"/>
    </a:custClr>
    <a:custClr name="Tan 5">
      <a:srgbClr val="5E5751"/>
    </a:custClr>
    <a:custClr name="Tan 6">
      <a:srgbClr val="47413D"/>
    </a:custClr>
    <a:custClr name="Tan 7">
      <a:srgbClr val="2F2C29"/>
    </a:custClr>
    <a:custClr name="Tan 8">
      <a:srgbClr val="181614"/>
    </a:custClr>
    <a:custClr>
      <a:srgbClr val="FFFFFF"/>
    </a:custClr>
    <a:custClr>
      <a:srgbClr val="FFFFFF"/>
    </a:custClr>
    <a:custClr name="Volt">
      <a:srgbClr val="8CF000"/>
    </a:custClr>
    <a:custClr name="Volt 2">
      <a:srgbClr val="5FB900"/>
    </a:custClr>
    <a:custClr name="Volt 3">
      <a:srgbClr val="328200"/>
    </a:custClr>
    <a:custClr name="Volt 4">
      <a:srgbClr val="235B00"/>
    </a:custClr>
    <a:custClr name="Volt 5">
      <a:srgbClr val="21470F"/>
    </a:custClr>
    <a:custClr name="Volt 6">
      <a:srgbClr val="1E321E"/>
    </a:custClr>
    <a:custClr name="Volt 7">
      <a:srgbClr val="162616"/>
    </a:custClr>
    <a:custClr name="Volt 8">
      <a:srgbClr val="0F190F"/>
    </a:custClr>
    <a:custClr>
      <a:srgbClr val="FFFFFF"/>
    </a:custClr>
    <a:custClr>
      <a:srgbClr val="FFFFFF"/>
    </a:custClr>
    <a:custClr name="Success Light">
      <a:srgbClr val="DDFBB2"/>
    </a:custClr>
    <a:custClr name="Success Dark">
      <a:srgbClr val="11AE50"/>
    </a:custClr>
    <a:custClr name="Warning Light">
      <a:srgbClr val="FFF2E0"/>
    </a:custClr>
    <a:custClr name="Warning Dark">
      <a:srgbClr val="AD4B00"/>
    </a:custClr>
    <a:custClr name="Danger Light">
      <a:srgbClr val="FFE5F0"/>
    </a:custClr>
    <a:custClr name="Danger Dark">
      <a:srgbClr val="BD004B"/>
    </a:custClr>
    <a:custClr name="Info Light">
      <a:srgbClr val="EDE5FF"/>
    </a:custClr>
    <a:custClr name="Info Dark">
      <a:srgbClr val="714CD6"/>
    </a:custClr>
    <a:custClr>
      <a:srgbClr val="FFFFFF"/>
    </a:custClr>
    <a:custClr>
      <a:srgbClr val="FFFFFF"/>
    </a:custClr>
  </a:custClrLst>
  <a:extLst>
    <a:ext uri="{05A4C25C-085E-4340-85A3-A5531E510DB2}">
      <thm15:themeFamily xmlns="" xmlns:thm15="http://schemas.microsoft.com/office/thememl/2012/main" name="Tenarai_Template_20260310" id="{392C4E7A-B87B-0446-B2FC-59969B4EAB6B}" vid="{B3C127D8-8DD5-0840-A0C6-D9CC8662E7B3}"/>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18301F54976BD40B3F8637F54C095B9" ma:contentTypeVersion="9" ma:contentTypeDescription="Create a new document." ma:contentTypeScope="" ma:versionID="7981c13eefe6da806c4b4d04fadbaee2">
  <xsd:schema xmlns:xsd="http://www.w3.org/2001/XMLSchema" xmlns:xs="http://www.w3.org/2001/XMLSchema" xmlns:p="http://schemas.microsoft.com/office/2006/metadata/properties" xmlns:ns2="863d8192-19c9-48ba-956d-c31701e6c360" targetNamespace="http://schemas.microsoft.com/office/2006/metadata/properties" ma:root="true" ma:fieldsID="47f719c559862e1b2a804745738a065f" ns2:_="">
    <xsd:import namespace="863d8192-19c9-48ba-956d-c31701e6c36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63d8192-19c9-48ba-956d-c31701e6c3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D26E52B-BE85-4589-9F0E-59F6B75FADEA}">
  <ds:schemaRefs>
    <ds:schemaRef ds:uri="http://schemas.microsoft.com/sharepoint/v3/contenttype/forms"/>
  </ds:schemaRefs>
</ds:datastoreItem>
</file>

<file path=customXml/itemProps2.xml><?xml version="1.0" encoding="utf-8"?>
<ds:datastoreItem xmlns:ds="http://schemas.openxmlformats.org/officeDocument/2006/customXml" ds:itemID="{91A8D693-52B0-4EC7-BA43-D2D78CB8FC6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63d8192-19c9-48ba-956d-c31701e6c3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878CF0A-9D77-4FD2-A2D8-5E627661DB47}">
  <ds:schemaRefs>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863d8192-19c9-48ba-956d-c31701e6c360"/>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49737</TotalTime>
  <Words>2136</Words>
  <Application>Microsoft Office PowerPoint</Application>
  <PresentationFormat>Custom</PresentationFormat>
  <Paragraphs>288</Paragraphs>
  <Slides>36</Slides>
  <Notes>0</Notes>
  <HiddenSlides>0</HiddenSlides>
  <MMClips>0</MMClips>
  <ScaleCrop>false</ScaleCrop>
  <HeadingPairs>
    <vt:vector size="6" baseType="variant">
      <vt:variant>
        <vt:lpstr>Theme</vt:lpstr>
      </vt:variant>
      <vt:variant>
        <vt:i4>3</vt:i4>
      </vt:variant>
      <vt:variant>
        <vt:lpstr>Embedded OLE Servers</vt:lpstr>
      </vt:variant>
      <vt:variant>
        <vt:i4>1</vt:i4>
      </vt:variant>
      <vt:variant>
        <vt:lpstr>Slide Titles</vt:lpstr>
      </vt:variant>
      <vt:variant>
        <vt:i4>36</vt:i4>
      </vt:variant>
    </vt:vector>
  </HeadingPairs>
  <TitlesOfParts>
    <vt:vector size="40" baseType="lpstr">
      <vt:lpstr>Infogain Theme</vt:lpstr>
      <vt:lpstr>Tenarai</vt:lpstr>
      <vt:lpstr>1_Tenarai</vt:lpstr>
      <vt:lpstr>think-cell Slide</vt:lpstr>
      <vt:lpstr>AI/ML Part-03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SOLUTIONS</dc:title>
  <dc:creator>Sushma V</dc:creator>
  <cp:lastModifiedBy>Hp</cp:lastModifiedBy>
  <cp:revision>1003</cp:revision>
  <dcterms:created xsi:type="dcterms:W3CDTF">2016-11-03T07:42:20Z</dcterms:created>
  <dcterms:modified xsi:type="dcterms:W3CDTF">2026-07-23T08:48:43Z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0x010100C18301F54976BD40B3F8637F54C095B9</vt:lpwstr>
  </property>
</Properties>
</file>