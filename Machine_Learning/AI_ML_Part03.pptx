
<file path=[Content_Types].xml><?xml version="1.0" encoding="utf-8"?>
<Types xmlns="http://schemas.openxmlformats.org/package/2006/content-types">
  <Default Extension="png" ContentType="image/png"/>
  <Default Extension="bin" ContentType="application/vnd.openxmlformats-officedocument.oleObject"/>
  <Default Extension="svg" ContentType="image/svg+xml"/>
  <Default Extension="emf" ContentType="image/x-emf"/>
  <Default Extension="jpeg" ContentType="image/jpeg"/>
  <Default Extension="rels" ContentType="application/vnd.openxmlformats-package.relationships+xml"/>
  <Default Extension="xml" ContentType="application/xml"/>
  <Default Extension="wdp" ContentType="image/vnd.ms-photo"/>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theme/theme3.xml" ContentType="application/vnd.openxmlformats-officedocument.theme+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heme/theme4.xml" ContentType="application/vnd.openxmlformats-officedocument.theme+xml"/>
  <Override PartName="/ppt/tags/tag232.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8" r:id="rId4"/>
    <p:sldMasterId id="2147483705" r:id="rId5"/>
    <p:sldMasterId id="2147483826" r:id="rId6"/>
  </p:sldMasterIdLst>
  <p:notesMasterIdLst>
    <p:notesMasterId r:id="rId59"/>
  </p:notesMasterIdLst>
  <p:sldIdLst>
    <p:sldId id="360" r:id="rId7"/>
    <p:sldId id="846" r:id="rId8"/>
    <p:sldId id="821" r:id="rId9"/>
    <p:sldId id="822" r:id="rId10"/>
    <p:sldId id="823" r:id="rId11"/>
    <p:sldId id="804" r:id="rId12"/>
    <p:sldId id="843" r:id="rId13"/>
    <p:sldId id="742" r:id="rId14"/>
    <p:sldId id="743" r:id="rId15"/>
    <p:sldId id="805" r:id="rId16"/>
    <p:sldId id="839" r:id="rId17"/>
    <p:sldId id="744" r:id="rId18"/>
    <p:sldId id="845" r:id="rId19"/>
    <p:sldId id="844" r:id="rId20"/>
    <p:sldId id="787" r:id="rId21"/>
    <p:sldId id="807" r:id="rId22"/>
    <p:sldId id="847" r:id="rId23"/>
    <p:sldId id="849" r:id="rId24"/>
    <p:sldId id="848" r:id="rId25"/>
    <p:sldId id="824" r:id="rId26"/>
    <p:sldId id="851" r:id="rId27"/>
    <p:sldId id="850" r:id="rId28"/>
    <p:sldId id="852" r:id="rId29"/>
    <p:sldId id="854" r:id="rId30"/>
    <p:sldId id="858" r:id="rId31"/>
    <p:sldId id="859" r:id="rId32"/>
    <p:sldId id="855" r:id="rId33"/>
    <p:sldId id="856" r:id="rId34"/>
    <p:sldId id="853" r:id="rId35"/>
    <p:sldId id="857" r:id="rId36"/>
    <p:sldId id="861" r:id="rId37"/>
    <p:sldId id="862" r:id="rId38"/>
    <p:sldId id="860" r:id="rId39"/>
    <p:sldId id="840" r:id="rId40"/>
    <p:sldId id="841" r:id="rId41"/>
    <p:sldId id="842" r:id="rId42"/>
    <p:sldId id="809" r:id="rId43"/>
    <p:sldId id="825" r:id="rId44"/>
    <p:sldId id="826" r:id="rId45"/>
    <p:sldId id="827" r:id="rId46"/>
    <p:sldId id="828" r:id="rId47"/>
    <p:sldId id="829" r:id="rId48"/>
    <p:sldId id="830" r:id="rId49"/>
    <p:sldId id="831" r:id="rId50"/>
    <p:sldId id="832" r:id="rId51"/>
    <p:sldId id="833" r:id="rId52"/>
    <p:sldId id="834" r:id="rId53"/>
    <p:sldId id="838" r:id="rId54"/>
    <p:sldId id="835" r:id="rId55"/>
    <p:sldId id="836" r:id="rId56"/>
    <p:sldId id="837" r:id="rId57"/>
    <p:sldId id="390" r:id="rId58"/>
  </p:sldIdLst>
  <p:sldSz cx="12192000" cy="6858000"/>
  <p:notesSz cx="6858000" cy="9144000"/>
  <p:custDataLst>
    <p:tags r:id="rId6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Template" id="{F95B354D-98B6-4567-B21B-97DFBEE36FD2}">
          <p14:sldIdLst>
            <p14:sldId id="360"/>
            <p14:sldId id="846"/>
            <p14:sldId id="821"/>
            <p14:sldId id="822"/>
            <p14:sldId id="823"/>
            <p14:sldId id="804"/>
            <p14:sldId id="843"/>
            <p14:sldId id="742"/>
            <p14:sldId id="743"/>
            <p14:sldId id="805"/>
            <p14:sldId id="839"/>
            <p14:sldId id="744"/>
            <p14:sldId id="845"/>
            <p14:sldId id="844"/>
            <p14:sldId id="787"/>
            <p14:sldId id="807"/>
            <p14:sldId id="847"/>
            <p14:sldId id="849"/>
            <p14:sldId id="848"/>
            <p14:sldId id="824"/>
            <p14:sldId id="851"/>
            <p14:sldId id="850"/>
            <p14:sldId id="852"/>
            <p14:sldId id="854"/>
            <p14:sldId id="858"/>
            <p14:sldId id="859"/>
            <p14:sldId id="855"/>
            <p14:sldId id="856"/>
            <p14:sldId id="853"/>
            <p14:sldId id="857"/>
            <p14:sldId id="861"/>
            <p14:sldId id="862"/>
            <p14:sldId id="860"/>
            <p14:sldId id="840"/>
            <p14:sldId id="841"/>
            <p14:sldId id="842"/>
            <p14:sldId id="809"/>
            <p14:sldId id="825"/>
            <p14:sldId id="826"/>
            <p14:sldId id="827"/>
            <p14:sldId id="828"/>
            <p14:sldId id="829"/>
            <p14:sldId id="830"/>
            <p14:sldId id="831"/>
            <p14:sldId id="832"/>
            <p14:sldId id="833"/>
            <p14:sldId id="834"/>
            <p14:sldId id="838"/>
            <p14:sldId id="835"/>
            <p14:sldId id="836"/>
            <p14:sldId id="837"/>
            <p14:sldId id="390"/>
          </p14:sldIdLst>
        </p14:section>
      </p14:sectionLst>
    </p:ext>
    <p:ext uri="{EFAFB233-063F-42B5-8137-9DF3F51BA10A}">
      <p15:sldGuideLst xmlns:p15="http://schemas.microsoft.com/office/powerpoint/2012/main" xmlns="">
        <p15:guide id="1" orient="horz" pos="3288" userDrawn="1">
          <p15:clr>
            <a:srgbClr val="A4A3A4"/>
          </p15:clr>
        </p15:guide>
        <p15:guide id="2" pos="192" userDrawn="1">
          <p15:clr>
            <a:srgbClr val="A4A3A4"/>
          </p15:clr>
        </p15:guide>
        <p15:guide id="3" pos="7416" userDrawn="1">
          <p15:clr>
            <a:srgbClr val="A4A3A4"/>
          </p15:clr>
        </p15:guide>
        <p15:guide id="4" orient="horz" pos="98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0070C0"/>
    <a:srgbClr val="BDE3FF"/>
    <a:srgbClr val="0099CC"/>
    <a:srgbClr val="EAEFF7"/>
    <a:srgbClr val="000000"/>
    <a:srgbClr val="003366"/>
    <a:srgbClr val="5F5F5F"/>
    <a:srgbClr val="C7C7C7"/>
    <a:srgbClr val="8FA2D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132" autoAdjust="0"/>
    <p:restoredTop sz="93543" autoAdjust="0"/>
  </p:normalViewPr>
  <p:slideViewPr>
    <p:cSldViewPr snapToGrid="0">
      <p:cViewPr>
        <p:scale>
          <a:sx n="77" d="100"/>
          <a:sy n="77" d="100"/>
        </p:scale>
        <p:origin x="-780" y="30"/>
      </p:cViewPr>
      <p:guideLst>
        <p:guide orient="horz" pos="3288"/>
        <p:guide orient="horz" pos="984"/>
        <p:guide pos="192"/>
        <p:guide pos="7416"/>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slide" Target="slides/slide44.xml"/><Relationship Id="rId55" Type="http://schemas.openxmlformats.org/officeDocument/2006/relationships/slide" Target="slides/slide49.xml"/><Relationship Id="rId63"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41" Type="http://schemas.openxmlformats.org/officeDocument/2006/relationships/slide" Target="slides/slide35.xml"/><Relationship Id="rId54" Type="http://schemas.openxmlformats.org/officeDocument/2006/relationships/slide" Target="slides/slide48.xml"/><Relationship Id="rId62"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slide" Target="slides/slide47.xml"/><Relationship Id="rId58" Type="http://schemas.openxmlformats.org/officeDocument/2006/relationships/slide" Target="slides/slide52.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slide" Target="slides/slide43.xml"/><Relationship Id="rId57" Type="http://schemas.openxmlformats.org/officeDocument/2006/relationships/slide" Target="slides/slide51.xml"/><Relationship Id="rId61"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slide" Target="slides/slide46.xml"/><Relationship Id="rId60" Type="http://schemas.openxmlformats.org/officeDocument/2006/relationships/tags" Target="tags/tag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slide" Target="slides/slide50.xml"/><Relationship Id="rId64" Type="http://schemas.openxmlformats.org/officeDocument/2006/relationships/tableStyles" Target="tableStyles.xml"/><Relationship Id="rId8" Type="http://schemas.openxmlformats.org/officeDocument/2006/relationships/slide" Target="slides/slide2.xml"/><Relationship Id="rId51" Type="http://schemas.openxmlformats.org/officeDocument/2006/relationships/slide" Target="slides/slide45.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59" Type="http://schemas.openxmlformats.org/officeDocument/2006/relationships/notesMaster" Target="notesMasters/notesMaster1.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2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4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1.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4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46.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5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55.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6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65.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8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93.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4.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96.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98.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99.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0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06.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0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1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12.vml.rels><?xml version="1.0" encoding="UTF-8" standalone="yes"?>
<Relationships xmlns="http://schemas.openxmlformats.org/package/2006/relationships"><Relationship Id="rId1" Type="http://schemas.openxmlformats.org/officeDocument/2006/relationships/image" Target="../media/image14.emf"/></Relationships>
</file>

<file path=ppt/drawings/_rels/vmlDrawing113.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4.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5.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6.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7.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8.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19.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0.vml.rels><?xml version="1.0" encoding="UTF-8" standalone="yes"?>
<Relationships xmlns="http://schemas.openxmlformats.org/package/2006/relationships"><Relationship Id="rId1" Type="http://schemas.openxmlformats.org/officeDocument/2006/relationships/image" Target="../media/image15.emf"/></Relationships>
</file>

<file path=ppt/drawings/_rels/vmlDrawing12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2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29.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0.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1.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2.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3.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4.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5.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6.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7.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8.vml.rels><?xml version="1.0" encoding="UTF-8" standalone="yes"?>
<Relationships xmlns="http://schemas.openxmlformats.org/package/2006/relationships"><Relationship Id="rId1" Type="http://schemas.openxmlformats.org/officeDocument/2006/relationships/image" Target="../media/image17.emf"/></Relationships>
</file>

<file path=ppt/drawings/_rels/vmlDrawing13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2.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3.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4.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5.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6.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7.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8.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49.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0.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151.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3.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4.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5.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15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57.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8.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59.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0.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1.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2.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4.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16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66.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7.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8.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69.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0.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1.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2.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3.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175.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76.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7.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8.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79.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180.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1.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2.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3.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4.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5.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7.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8.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89.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190.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19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4.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5.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6.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8.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199.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0.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1.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2.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3.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204.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05.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6.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207.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8.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209.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0.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1.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2.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3.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4.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5.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216.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17.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8.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19.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0.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1.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222.vml.rels><?xml version="1.0" encoding="UTF-8" standalone="yes"?>
<Relationships xmlns="http://schemas.openxmlformats.org/package/2006/relationships"><Relationship Id="rId1" Type="http://schemas.openxmlformats.org/officeDocument/2006/relationships/image" Target="../media/image16.emf"/></Relationships>
</file>

<file path=ppt/drawings/_rels/vmlDrawing223.vml.rels><?xml version="1.0" encoding="UTF-8" standalone="yes"?>
<Relationships xmlns="http://schemas.openxmlformats.org/package/2006/relationships"><Relationship Id="rId1" Type="http://schemas.openxmlformats.org/officeDocument/2006/relationships/image" Target="../media/image34.e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F8EC6BA1-DC03-4CEA-9050-1B4C09061324}" type="datetimeFigureOut">
              <a:rPr lang="en-IN" smtClean="0"/>
              <a:pPr/>
              <a:t>24-07-2026</a:t>
            </a:fld>
            <a:endParaRPr lang="en-IN"/>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619FFEA-3951-4BA9-8398-FEC7047E1482}" type="slidenum">
              <a:rPr lang="en-IN" smtClean="0"/>
              <a:pPr/>
              <a:t>‹#›</a:t>
            </a:fld>
            <a:endParaRPr lang="en-IN"/>
          </a:p>
        </p:txBody>
      </p:sp>
    </p:spTree>
    <p:extLst>
      <p:ext uri="{BB962C8B-B14F-4D97-AF65-F5344CB8AC3E}">
        <p14:creationId xmlns:p14="http://schemas.microsoft.com/office/powerpoint/2010/main" val="41232248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11.png"/><Relationship Id="rId4"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png"/><Relationship Id="rId1" Type="http://schemas.openxmlformats.org/officeDocument/2006/relationships/slideMaster" Target="../slideMasters/slideMaster1.xml"/><Relationship Id="rId4" Type="http://schemas.openxmlformats.org/officeDocument/2006/relationships/hyperlink" Target="http://www.infogain.com/" TargetMode="External"/></Relationships>
</file>

<file path=ppt/slideLayouts/_rels/slideLayout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xml"/><Relationship Id="rId1" Type="http://schemas.openxmlformats.org/officeDocument/2006/relationships/vmlDrawing" Target="../drawings/vmlDrawing2.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2.bin"/></Relationships>
</file>

<file path=ppt/slideLayouts/_rels/slideLayout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xml"/><Relationship Id="rId1" Type="http://schemas.openxmlformats.org/officeDocument/2006/relationships/vmlDrawing" Target="../drawings/vmlDrawing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3.bin"/></Relationships>
</file>

<file path=ppt/slideLayouts/_rels/slideLayout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xml"/><Relationship Id="rId1" Type="http://schemas.openxmlformats.org/officeDocument/2006/relationships/vmlDrawing" Target="../drawings/vmlDrawing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4.bin"/></Relationships>
</file>

<file path=ppt/slideLayouts/_rels/slideLayout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xml"/><Relationship Id="rId1" Type="http://schemas.openxmlformats.org/officeDocument/2006/relationships/vmlDrawing" Target="../drawings/vmlDrawing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5.bin"/></Relationships>
</file>

<file path=ppt/slideLayouts/_rels/slideLayout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xml"/><Relationship Id="rId1" Type="http://schemas.openxmlformats.org/officeDocument/2006/relationships/vmlDrawing" Target="../drawings/vmlDrawing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6.bin"/></Relationships>
</file>

<file path=ppt/slideLayouts/_rels/slideLayout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vmlDrawing" Target="../drawings/vmlDrawing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7.bin"/></Relationships>
</file>

<file path=ppt/slideLayouts/_rels/slideLayout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xml"/><Relationship Id="rId1" Type="http://schemas.openxmlformats.org/officeDocument/2006/relationships/vmlDrawing" Target="../drawings/vmlDrawing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8.bin"/></Relationships>
</file>

<file path=ppt/slideLayouts/_rels/slideLayout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xml"/><Relationship Id="rId1" Type="http://schemas.openxmlformats.org/officeDocument/2006/relationships/vmlDrawing" Target="../drawings/vmlDrawing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9.bin"/></Relationships>
</file>

<file path=ppt/slideLayouts/_rels/slideLayout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xml"/><Relationship Id="rId1" Type="http://schemas.openxmlformats.org/officeDocument/2006/relationships/vmlDrawing" Target="../drawings/vmlDrawing10.vml"/><Relationship Id="rId5" Type="http://schemas.openxmlformats.org/officeDocument/2006/relationships/image" Target="../media/image16.emf"/><Relationship Id="rId4" Type="http://schemas.openxmlformats.org/officeDocument/2006/relationships/oleObject" Target="../embeddings/oleObject10.bin"/></Relationships>
</file>

<file path=ppt/slideLayouts/_rels/slideLayout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2.xml"/><Relationship Id="rId1" Type="http://schemas.openxmlformats.org/officeDocument/2006/relationships/vmlDrawing" Target="../drawings/vmlDrawing11.vml"/><Relationship Id="rId5" Type="http://schemas.openxmlformats.org/officeDocument/2006/relationships/image" Target="../media/image17.emf"/><Relationship Id="rId4" Type="http://schemas.openxmlformats.org/officeDocument/2006/relationships/oleObject" Target="../embeddings/oleObject11.bin"/></Relationships>
</file>

<file path=ppt/slideLayouts/_rels/slideLayout4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3.xml"/><Relationship Id="rId1" Type="http://schemas.openxmlformats.org/officeDocument/2006/relationships/vmlDrawing" Target="../drawings/vmlDrawing12.vml"/><Relationship Id="rId5" Type="http://schemas.openxmlformats.org/officeDocument/2006/relationships/image" Target="../media/image17.emf"/><Relationship Id="rId4" Type="http://schemas.openxmlformats.org/officeDocument/2006/relationships/oleObject" Target="../embeddings/oleObject12.bin"/></Relationships>
</file>

<file path=ppt/slideLayouts/_rels/slideLayout4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4.xml"/><Relationship Id="rId1" Type="http://schemas.openxmlformats.org/officeDocument/2006/relationships/vmlDrawing" Target="../drawings/vmlDrawing13.vml"/><Relationship Id="rId5" Type="http://schemas.openxmlformats.org/officeDocument/2006/relationships/image" Target="../media/image17.emf"/><Relationship Id="rId4" Type="http://schemas.openxmlformats.org/officeDocument/2006/relationships/oleObject" Target="../embeddings/oleObject13.bin"/></Relationships>
</file>

<file path=ppt/slideLayouts/_rels/slideLayout4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5.xml"/><Relationship Id="rId1" Type="http://schemas.openxmlformats.org/officeDocument/2006/relationships/vmlDrawing" Target="../drawings/vmlDrawing14.vml"/><Relationship Id="rId5" Type="http://schemas.openxmlformats.org/officeDocument/2006/relationships/image" Target="../media/image17.emf"/><Relationship Id="rId4" Type="http://schemas.openxmlformats.org/officeDocument/2006/relationships/oleObject" Target="../embeddings/oleObject14.bin"/></Relationships>
</file>

<file path=ppt/slideLayouts/_rels/slideLayout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6.xml"/><Relationship Id="rId1" Type="http://schemas.openxmlformats.org/officeDocument/2006/relationships/vmlDrawing" Target="../drawings/vmlDrawing15.vml"/><Relationship Id="rId5" Type="http://schemas.openxmlformats.org/officeDocument/2006/relationships/image" Target="../media/image17.emf"/><Relationship Id="rId4" Type="http://schemas.openxmlformats.org/officeDocument/2006/relationships/oleObject" Target="../embeddings/oleObject15.bin"/></Relationships>
</file>

<file path=ppt/slideLayouts/_rels/slideLayout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7.xml"/><Relationship Id="rId1" Type="http://schemas.openxmlformats.org/officeDocument/2006/relationships/vmlDrawing" Target="../drawings/vmlDrawing16.vml"/><Relationship Id="rId5" Type="http://schemas.openxmlformats.org/officeDocument/2006/relationships/image" Target="../media/image17.emf"/><Relationship Id="rId4" Type="http://schemas.openxmlformats.org/officeDocument/2006/relationships/oleObject" Target="../embeddings/oleObject16.bin"/></Relationships>
</file>

<file path=ppt/slideLayouts/_rels/slideLayout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8.xml"/><Relationship Id="rId1" Type="http://schemas.openxmlformats.org/officeDocument/2006/relationships/vmlDrawing" Target="../drawings/vmlDrawing17.vml"/><Relationship Id="rId5" Type="http://schemas.openxmlformats.org/officeDocument/2006/relationships/image" Target="../media/image17.emf"/><Relationship Id="rId4" Type="http://schemas.openxmlformats.org/officeDocument/2006/relationships/oleObject" Target="../embeddings/oleObject17.bin"/></Relationships>
</file>

<file path=ppt/slideLayouts/_rels/slideLayout4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9.xml"/><Relationship Id="rId1" Type="http://schemas.openxmlformats.org/officeDocument/2006/relationships/vmlDrawing" Target="../drawings/vmlDrawing18.vml"/><Relationship Id="rId5" Type="http://schemas.openxmlformats.org/officeDocument/2006/relationships/image" Target="../media/image17.emf"/><Relationship Id="rId4" Type="http://schemas.openxmlformats.org/officeDocument/2006/relationships/oleObject" Target="../embeddings/oleObject18.bin"/></Relationships>
</file>

<file path=ppt/slideLayouts/_rels/slideLayout5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0.xml"/><Relationship Id="rId1" Type="http://schemas.openxmlformats.org/officeDocument/2006/relationships/vmlDrawing" Target="../drawings/vmlDrawing19.vml"/><Relationship Id="rId5" Type="http://schemas.openxmlformats.org/officeDocument/2006/relationships/image" Target="../media/image17.emf"/><Relationship Id="rId4" Type="http://schemas.openxmlformats.org/officeDocument/2006/relationships/oleObject" Target="../embeddings/oleObject19.bin"/></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1.xml"/><Relationship Id="rId1" Type="http://schemas.openxmlformats.org/officeDocument/2006/relationships/vmlDrawing" Target="../drawings/vmlDrawing20.vml"/><Relationship Id="rId5" Type="http://schemas.openxmlformats.org/officeDocument/2006/relationships/image" Target="../media/image17.emf"/><Relationship Id="rId4" Type="http://schemas.openxmlformats.org/officeDocument/2006/relationships/oleObject" Target="../embeddings/oleObject20.bin"/></Relationships>
</file>

<file path=ppt/slideLayouts/_rels/slideLayout5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2.xml"/><Relationship Id="rId1" Type="http://schemas.openxmlformats.org/officeDocument/2006/relationships/vmlDrawing" Target="../drawings/vmlDrawing21.vml"/><Relationship Id="rId5" Type="http://schemas.openxmlformats.org/officeDocument/2006/relationships/image" Target="../media/image17.emf"/><Relationship Id="rId4" Type="http://schemas.openxmlformats.org/officeDocument/2006/relationships/oleObject" Target="../embeddings/oleObject21.bin"/></Relationships>
</file>

<file path=ppt/slideLayouts/_rels/slideLayout5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3.xml"/><Relationship Id="rId1" Type="http://schemas.openxmlformats.org/officeDocument/2006/relationships/vmlDrawing" Target="../drawings/vmlDrawing22.vml"/><Relationship Id="rId5" Type="http://schemas.openxmlformats.org/officeDocument/2006/relationships/image" Target="../media/image17.emf"/><Relationship Id="rId4" Type="http://schemas.openxmlformats.org/officeDocument/2006/relationships/oleObject" Target="../embeddings/oleObject22.bin"/></Relationships>
</file>

<file path=ppt/slideLayouts/_rels/slideLayout5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4.xml"/><Relationship Id="rId1" Type="http://schemas.openxmlformats.org/officeDocument/2006/relationships/vmlDrawing" Target="../drawings/vmlDrawing23.vml"/><Relationship Id="rId5" Type="http://schemas.openxmlformats.org/officeDocument/2006/relationships/image" Target="../media/image17.emf"/><Relationship Id="rId4" Type="http://schemas.openxmlformats.org/officeDocument/2006/relationships/oleObject" Target="../embeddings/oleObject23.bin"/></Relationships>
</file>

<file path=ppt/slideLayouts/_rels/slideLayout5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5.xml"/><Relationship Id="rId1" Type="http://schemas.openxmlformats.org/officeDocument/2006/relationships/vmlDrawing" Target="../drawings/vmlDrawing24.vml"/><Relationship Id="rId5" Type="http://schemas.openxmlformats.org/officeDocument/2006/relationships/image" Target="../media/image17.emf"/><Relationship Id="rId4" Type="http://schemas.openxmlformats.org/officeDocument/2006/relationships/oleObject" Target="../embeddings/oleObject24.bin"/></Relationships>
</file>

<file path=ppt/slideLayouts/_rels/slideLayout5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6.xml"/><Relationship Id="rId1" Type="http://schemas.openxmlformats.org/officeDocument/2006/relationships/vmlDrawing" Target="../drawings/vmlDrawing25.vml"/><Relationship Id="rId5" Type="http://schemas.openxmlformats.org/officeDocument/2006/relationships/image" Target="../media/image17.emf"/><Relationship Id="rId4" Type="http://schemas.openxmlformats.org/officeDocument/2006/relationships/oleObject" Target="../embeddings/oleObject25.bin"/></Relationships>
</file>

<file path=ppt/slideLayouts/_rels/slideLayout5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7.xml"/><Relationship Id="rId1" Type="http://schemas.openxmlformats.org/officeDocument/2006/relationships/vmlDrawing" Target="../drawings/vmlDrawing26.vml"/><Relationship Id="rId5" Type="http://schemas.openxmlformats.org/officeDocument/2006/relationships/image" Target="../media/image17.emf"/><Relationship Id="rId4" Type="http://schemas.openxmlformats.org/officeDocument/2006/relationships/oleObject" Target="../embeddings/oleObject26.bin"/></Relationships>
</file>

<file path=ppt/slideLayouts/_rels/slideLayout5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8.xml"/><Relationship Id="rId1" Type="http://schemas.openxmlformats.org/officeDocument/2006/relationships/vmlDrawing" Target="../drawings/vmlDrawing27.vml"/><Relationship Id="rId5" Type="http://schemas.openxmlformats.org/officeDocument/2006/relationships/image" Target="../media/image17.emf"/><Relationship Id="rId4" Type="http://schemas.openxmlformats.org/officeDocument/2006/relationships/oleObject" Target="../embeddings/oleObject27.bin"/></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29.xml"/><Relationship Id="rId1" Type="http://schemas.openxmlformats.org/officeDocument/2006/relationships/vmlDrawing" Target="../drawings/vmlDrawing28.vml"/><Relationship Id="rId5" Type="http://schemas.openxmlformats.org/officeDocument/2006/relationships/image" Target="../media/image18.emf"/><Relationship Id="rId4" Type="http://schemas.openxmlformats.org/officeDocument/2006/relationships/oleObject" Target="../embeddings/oleObject28.bin"/></Relationships>
</file>

<file path=ppt/slideLayouts/_rels/slideLayout6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0.xml"/><Relationship Id="rId1" Type="http://schemas.openxmlformats.org/officeDocument/2006/relationships/vmlDrawing" Target="../drawings/vmlDrawing29.vml"/><Relationship Id="rId5" Type="http://schemas.openxmlformats.org/officeDocument/2006/relationships/image" Target="../media/image18.emf"/><Relationship Id="rId4" Type="http://schemas.openxmlformats.org/officeDocument/2006/relationships/oleObject" Target="../embeddings/oleObject29.bin"/></Relationships>
</file>

<file path=ppt/slideLayouts/_rels/slideLayout6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1.xml"/><Relationship Id="rId1" Type="http://schemas.openxmlformats.org/officeDocument/2006/relationships/vmlDrawing" Target="../drawings/vmlDrawing30.vml"/><Relationship Id="rId5" Type="http://schemas.openxmlformats.org/officeDocument/2006/relationships/image" Target="../media/image18.emf"/><Relationship Id="rId4" Type="http://schemas.openxmlformats.org/officeDocument/2006/relationships/oleObject" Target="../embeddings/oleObject30.bin"/></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2.xml"/><Relationship Id="rId1" Type="http://schemas.openxmlformats.org/officeDocument/2006/relationships/vmlDrawing" Target="../drawings/vmlDrawing31.vml"/><Relationship Id="rId5" Type="http://schemas.openxmlformats.org/officeDocument/2006/relationships/image" Target="../media/image18.emf"/><Relationship Id="rId4" Type="http://schemas.openxmlformats.org/officeDocument/2006/relationships/oleObject" Target="../embeddings/oleObject31.bin"/></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3.xml"/><Relationship Id="rId1" Type="http://schemas.openxmlformats.org/officeDocument/2006/relationships/vmlDrawing" Target="../drawings/vmlDrawing32.vml"/><Relationship Id="rId5" Type="http://schemas.openxmlformats.org/officeDocument/2006/relationships/image" Target="../media/image18.emf"/><Relationship Id="rId4" Type="http://schemas.openxmlformats.org/officeDocument/2006/relationships/oleObject" Target="../embeddings/oleObject32.bin"/></Relationships>
</file>

<file path=ppt/slideLayouts/_rels/slideLayout6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4.xml"/><Relationship Id="rId1" Type="http://schemas.openxmlformats.org/officeDocument/2006/relationships/vmlDrawing" Target="../drawings/vmlDrawing33.vml"/><Relationship Id="rId5" Type="http://schemas.openxmlformats.org/officeDocument/2006/relationships/image" Target="../media/image18.emf"/><Relationship Id="rId4" Type="http://schemas.openxmlformats.org/officeDocument/2006/relationships/oleObject" Target="../embeddings/oleObject33.bin"/></Relationships>
</file>

<file path=ppt/slideLayouts/_rels/slideLayout6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5.xml"/><Relationship Id="rId1" Type="http://schemas.openxmlformats.org/officeDocument/2006/relationships/vmlDrawing" Target="../drawings/vmlDrawing34.vml"/><Relationship Id="rId5" Type="http://schemas.openxmlformats.org/officeDocument/2006/relationships/image" Target="../media/image18.emf"/><Relationship Id="rId4" Type="http://schemas.openxmlformats.org/officeDocument/2006/relationships/oleObject" Target="../embeddings/oleObject34.bin"/></Relationships>
</file>

<file path=ppt/slideLayouts/_rels/slideLayout6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6.xml"/><Relationship Id="rId1" Type="http://schemas.openxmlformats.org/officeDocument/2006/relationships/vmlDrawing" Target="../drawings/vmlDrawing35.vml"/><Relationship Id="rId5" Type="http://schemas.openxmlformats.org/officeDocument/2006/relationships/image" Target="../media/image18.emf"/><Relationship Id="rId4" Type="http://schemas.openxmlformats.org/officeDocument/2006/relationships/oleObject" Target="../embeddings/oleObject35.bin"/></Relationships>
</file>

<file path=ppt/slideLayouts/_rels/slideLayout6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7.xml"/><Relationship Id="rId1" Type="http://schemas.openxmlformats.org/officeDocument/2006/relationships/vmlDrawing" Target="../drawings/vmlDrawing36.vml"/><Relationship Id="rId5" Type="http://schemas.openxmlformats.org/officeDocument/2006/relationships/image" Target="../media/image18.emf"/><Relationship Id="rId4" Type="http://schemas.openxmlformats.org/officeDocument/2006/relationships/oleObject" Target="../embeddings/oleObject36.bin"/></Relationships>
</file>

<file path=ppt/slideLayouts/_rels/slideLayout6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8.xml"/><Relationship Id="rId1" Type="http://schemas.openxmlformats.org/officeDocument/2006/relationships/vmlDrawing" Target="../drawings/vmlDrawing37.vml"/><Relationship Id="rId5" Type="http://schemas.openxmlformats.org/officeDocument/2006/relationships/image" Target="../media/image18.emf"/><Relationship Id="rId4" Type="http://schemas.openxmlformats.org/officeDocument/2006/relationships/oleObject" Target="../embeddings/oleObject37.bin"/></Relationships>
</file>

<file path=ppt/slideLayouts/_rels/slideLayout6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9.xml"/><Relationship Id="rId1" Type="http://schemas.openxmlformats.org/officeDocument/2006/relationships/vmlDrawing" Target="../drawings/vmlDrawing38.vml"/><Relationship Id="rId5" Type="http://schemas.openxmlformats.org/officeDocument/2006/relationships/image" Target="../media/image18.emf"/><Relationship Id="rId4" Type="http://schemas.openxmlformats.org/officeDocument/2006/relationships/oleObject" Target="../embeddings/oleObject38.bin"/></Relationships>
</file>

<file path=ppt/slideLayouts/_rels/slideLayout7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0.xml"/><Relationship Id="rId1" Type="http://schemas.openxmlformats.org/officeDocument/2006/relationships/vmlDrawing" Target="../drawings/vmlDrawing39.vml"/><Relationship Id="rId5" Type="http://schemas.openxmlformats.org/officeDocument/2006/relationships/image" Target="../media/image18.emf"/><Relationship Id="rId4" Type="http://schemas.openxmlformats.org/officeDocument/2006/relationships/oleObject" Target="../embeddings/oleObject39.bin"/></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1.xml"/><Relationship Id="rId1" Type="http://schemas.openxmlformats.org/officeDocument/2006/relationships/vmlDrawing" Target="../drawings/vmlDrawing40.vml"/><Relationship Id="rId5" Type="http://schemas.openxmlformats.org/officeDocument/2006/relationships/image" Target="../media/image16.emf"/><Relationship Id="rId4" Type="http://schemas.openxmlformats.org/officeDocument/2006/relationships/oleObject" Target="../embeddings/oleObject40.bin"/></Relationships>
</file>

<file path=ppt/slideLayouts/_rels/slideLayout7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2.xml"/><Relationship Id="rId1" Type="http://schemas.openxmlformats.org/officeDocument/2006/relationships/vmlDrawing" Target="../drawings/vmlDrawing41.vml"/><Relationship Id="rId5" Type="http://schemas.openxmlformats.org/officeDocument/2006/relationships/image" Target="../media/image19.emf"/><Relationship Id="rId4" Type="http://schemas.openxmlformats.org/officeDocument/2006/relationships/oleObject" Target="../embeddings/oleObject41.bin"/></Relationships>
</file>

<file path=ppt/slideLayouts/_rels/slideLayout7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3.xml"/><Relationship Id="rId1" Type="http://schemas.openxmlformats.org/officeDocument/2006/relationships/vmlDrawing" Target="../drawings/vmlDrawing42.vml"/><Relationship Id="rId5" Type="http://schemas.openxmlformats.org/officeDocument/2006/relationships/image" Target="../media/image19.emf"/><Relationship Id="rId4" Type="http://schemas.openxmlformats.org/officeDocument/2006/relationships/oleObject" Target="../embeddings/oleObject42.bin"/></Relationships>
</file>

<file path=ppt/slideLayouts/_rels/slideLayout7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4.xml"/><Relationship Id="rId1" Type="http://schemas.openxmlformats.org/officeDocument/2006/relationships/vmlDrawing" Target="../drawings/vmlDrawing43.vml"/><Relationship Id="rId5" Type="http://schemas.openxmlformats.org/officeDocument/2006/relationships/image" Target="../media/image19.emf"/><Relationship Id="rId4" Type="http://schemas.openxmlformats.org/officeDocument/2006/relationships/oleObject" Target="../embeddings/oleObject43.bin"/></Relationships>
</file>

<file path=ppt/slideLayouts/_rels/slideLayout7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5.xml"/><Relationship Id="rId1" Type="http://schemas.openxmlformats.org/officeDocument/2006/relationships/vmlDrawing" Target="../drawings/vmlDrawing44.vml"/><Relationship Id="rId5" Type="http://schemas.openxmlformats.org/officeDocument/2006/relationships/image" Target="../media/image19.emf"/><Relationship Id="rId4" Type="http://schemas.openxmlformats.org/officeDocument/2006/relationships/oleObject" Target="../embeddings/oleObject44.bin"/></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6.xml"/><Relationship Id="rId1" Type="http://schemas.openxmlformats.org/officeDocument/2006/relationships/vmlDrawing" Target="../drawings/vmlDrawing45.vml"/><Relationship Id="rId5" Type="http://schemas.openxmlformats.org/officeDocument/2006/relationships/image" Target="../media/image16.emf"/><Relationship Id="rId4" Type="http://schemas.openxmlformats.org/officeDocument/2006/relationships/oleObject" Target="../embeddings/oleObject45.bin"/></Relationships>
</file>

<file path=ppt/slideLayouts/_rels/slideLayout8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7.xml"/><Relationship Id="rId1" Type="http://schemas.openxmlformats.org/officeDocument/2006/relationships/vmlDrawing" Target="../drawings/vmlDrawing46.vml"/><Relationship Id="rId5" Type="http://schemas.openxmlformats.org/officeDocument/2006/relationships/image" Target="../media/image20.emf"/><Relationship Id="rId4" Type="http://schemas.openxmlformats.org/officeDocument/2006/relationships/oleObject" Target="../embeddings/oleObject46.bin"/></Relationships>
</file>

<file path=ppt/slideLayouts/_rels/slideLayout8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8.xml"/><Relationship Id="rId1" Type="http://schemas.openxmlformats.org/officeDocument/2006/relationships/vmlDrawing" Target="../drawings/vmlDrawing47.vml"/><Relationship Id="rId5" Type="http://schemas.openxmlformats.org/officeDocument/2006/relationships/image" Target="../media/image20.emf"/><Relationship Id="rId4" Type="http://schemas.openxmlformats.org/officeDocument/2006/relationships/oleObject" Target="../embeddings/oleObject47.bin"/></Relationships>
</file>

<file path=ppt/slideLayouts/_rels/slideLayout8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49.xml"/><Relationship Id="rId1" Type="http://schemas.openxmlformats.org/officeDocument/2006/relationships/vmlDrawing" Target="../drawings/vmlDrawing48.vml"/><Relationship Id="rId5" Type="http://schemas.openxmlformats.org/officeDocument/2006/relationships/image" Target="../media/image20.emf"/><Relationship Id="rId4" Type="http://schemas.openxmlformats.org/officeDocument/2006/relationships/oleObject" Target="../embeddings/oleObject48.bin"/></Relationships>
</file>

<file path=ppt/slideLayouts/_rels/slideLayout8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0.xml"/><Relationship Id="rId1" Type="http://schemas.openxmlformats.org/officeDocument/2006/relationships/vmlDrawing" Target="../drawings/vmlDrawing49.vml"/><Relationship Id="rId5" Type="http://schemas.openxmlformats.org/officeDocument/2006/relationships/image" Target="../media/image20.emf"/><Relationship Id="rId4" Type="http://schemas.openxmlformats.org/officeDocument/2006/relationships/oleObject" Target="../embeddings/oleObject49.bin"/></Relationships>
</file>

<file path=ppt/slideLayouts/_rels/slideLayout8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1.xml"/><Relationship Id="rId1" Type="http://schemas.openxmlformats.org/officeDocument/2006/relationships/vmlDrawing" Target="../drawings/vmlDrawing50.vml"/><Relationship Id="rId5" Type="http://schemas.openxmlformats.org/officeDocument/2006/relationships/image" Target="../media/image20.emf"/><Relationship Id="rId4" Type="http://schemas.openxmlformats.org/officeDocument/2006/relationships/oleObject" Target="../embeddings/oleObject50.bin"/></Relationships>
</file>

<file path=ppt/slideLayouts/_rels/slideLayout8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2.xml"/><Relationship Id="rId1" Type="http://schemas.openxmlformats.org/officeDocument/2006/relationships/vmlDrawing" Target="../drawings/vmlDrawing51.vml"/><Relationship Id="rId5" Type="http://schemas.openxmlformats.org/officeDocument/2006/relationships/image" Target="../media/image20.emf"/><Relationship Id="rId4" Type="http://schemas.openxmlformats.org/officeDocument/2006/relationships/oleObject" Target="../embeddings/oleObject51.bin"/></Relationships>
</file>

<file path=ppt/slideLayouts/_rels/slideLayout8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3.xml"/><Relationship Id="rId1" Type="http://schemas.openxmlformats.org/officeDocument/2006/relationships/vmlDrawing" Target="../drawings/vmlDrawing52.vml"/><Relationship Id="rId5" Type="http://schemas.openxmlformats.org/officeDocument/2006/relationships/image" Target="../media/image20.emf"/><Relationship Id="rId4" Type="http://schemas.openxmlformats.org/officeDocument/2006/relationships/oleObject" Target="../embeddings/oleObject52.bin"/></Relationships>
</file>

<file path=ppt/slideLayouts/_rels/slideLayout9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4.xml"/><Relationship Id="rId1" Type="http://schemas.openxmlformats.org/officeDocument/2006/relationships/vmlDrawing" Target="../drawings/vmlDrawing53.vml"/><Relationship Id="rId5" Type="http://schemas.openxmlformats.org/officeDocument/2006/relationships/image" Target="../media/image20.emf"/><Relationship Id="rId4" Type="http://schemas.openxmlformats.org/officeDocument/2006/relationships/oleObject" Target="../embeddings/oleObject53.bin"/></Relationships>
</file>

<file path=ppt/slideLayouts/_rels/slideLayout9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5.xml"/><Relationship Id="rId1" Type="http://schemas.openxmlformats.org/officeDocument/2006/relationships/vmlDrawing" Target="../drawings/vmlDrawing54.vml"/><Relationship Id="rId5" Type="http://schemas.openxmlformats.org/officeDocument/2006/relationships/image" Target="../media/image16.emf"/><Relationship Id="rId4" Type="http://schemas.openxmlformats.org/officeDocument/2006/relationships/oleObject" Target="../embeddings/oleObject54.bin"/></Relationships>
</file>

<file path=ppt/slideLayouts/_rels/slideLayout9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6.xml"/><Relationship Id="rId1" Type="http://schemas.openxmlformats.org/officeDocument/2006/relationships/vmlDrawing" Target="../drawings/vmlDrawing55.vml"/><Relationship Id="rId5" Type="http://schemas.openxmlformats.org/officeDocument/2006/relationships/image" Target="../media/image21.emf"/><Relationship Id="rId4" Type="http://schemas.openxmlformats.org/officeDocument/2006/relationships/oleObject" Target="../embeddings/oleObject55.bin"/></Relationships>
</file>

<file path=ppt/slideLayouts/_rels/slideLayout9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7.xml"/><Relationship Id="rId1" Type="http://schemas.openxmlformats.org/officeDocument/2006/relationships/vmlDrawing" Target="../drawings/vmlDrawing56.vml"/><Relationship Id="rId5" Type="http://schemas.openxmlformats.org/officeDocument/2006/relationships/image" Target="../media/image21.emf"/><Relationship Id="rId4" Type="http://schemas.openxmlformats.org/officeDocument/2006/relationships/oleObject" Target="../embeddings/oleObject56.bin"/></Relationships>
</file>

<file path=ppt/slideLayouts/_rels/slideLayout9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8.xml"/><Relationship Id="rId1" Type="http://schemas.openxmlformats.org/officeDocument/2006/relationships/vmlDrawing" Target="../drawings/vmlDrawing57.vml"/><Relationship Id="rId5" Type="http://schemas.openxmlformats.org/officeDocument/2006/relationships/image" Target="../media/image21.emf"/><Relationship Id="rId4" Type="http://schemas.openxmlformats.org/officeDocument/2006/relationships/oleObject" Target="../embeddings/oleObject57.bin"/></Relationships>
</file>

<file path=ppt/slideLayouts/_rels/slideLayout9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9.xml"/><Relationship Id="rId1" Type="http://schemas.openxmlformats.org/officeDocument/2006/relationships/vmlDrawing" Target="../drawings/vmlDrawing58.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58.bin"/></Relationships>
</file>

<file path=ppt/slideLayouts/_rels/slideLayout9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0.xml"/><Relationship Id="rId1" Type="http://schemas.openxmlformats.org/officeDocument/2006/relationships/vmlDrawing" Target="../drawings/vmlDrawing59.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59.bin"/></Relationships>
</file>

<file path=ppt/slideLayouts/_rels/slideLayout9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1.xml"/><Relationship Id="rId1" Type="http://schemas.openxmlformats.org/officeDocument/2006/relationships/vmlDrawing" Target="../drawings/vmlDrawing60.vml"/><Relationship Id="rId5" Type="http://schemas.openxmlformats.org/officeDocument/2006/relationships/image" Target="../media/image21.emf"/><Relationship Id="rId4" Type="http://schemas.openxmlformats.org/officeDocument/2006/relationships/oleObject" Target="../embeddings/oleObject60.bin"/></Relationships>
</file>

<file path=ppt/slideLayouts/_rels/slideLayout9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2.xml"/><Relationship Id="rId1" Type="http://schemas.openxmlformats.org/officeDocument/2006/relationships/vmlDrawing" Target="../drawings/vmlDrawing61.vml"/><Relationship Id="rId5" Type="http://schemas.openxmlformats.org/officeDocument/2006/relationships/image" Target="../media/image21.emf"/><Relationship Id="rId4" Type="http://schemas.openxmlformats.org/officeDocument/2006/relationships/oleObject" Target="../embeddings/oleObject61.bin"/></Relationships>
</file>

<file path=ppt/slideLayouts/_rels/slideLayout9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3.xml"/><Relationship Id="rId1" Type="http://schemas.openxmlformats.org/officeDocument/2006/relationships/vmlDrawing" Target="../drawings/vmlDrawing62.vml"/><Relationship Id="rId5" Type="http://schemas.openxmlformats.org/officeDocument/2006/relationships/image" Target="../media/image21.emf"/><Relationship Id="rId4" Type="http://schemas.openxmlformats.org/officeDocument/2006/relationships/oleObject" Target="../embeddings/oleObject62.bin"/></Relationships>
</file>

<file path=ppt/slideLayouts/_rels/slideLayout10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4.xml"/><Relationship Id="rId1" Type="http://schemas.openxmlformats.org/officeDocument/2006/relationships/vmlDrawing" Target="../drawings/vmlDrawing63.vml"/><Relationship Id="rId5" Type="http://schemas.openxmlformats.org/officeDocument/2006/relationships/image" Target="../media/image21.emf"/><Relationship Id="rId4" Type="http://schemas.openxmlformats.org/officeDocument/2006/relationships/oleObject" Target="../embeddings/oleObject63.bin"/></Relationships>
</file>

<file path=ppt/slideLayouts/_rels/slideLayout10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5.xml"/><Relationship Id="rId1" Type="http://schemas.openxmlformats.org/officeDocument/2006/relationships/vmlDrawing" Target="../drawings/vmlDrawing64.vml"/><Relationship Id="rId5" Type="http://schemas.openxmlformats.org/officeDocument/2006/relationships/image" Target="../media/image16.emf"/><Relationship Id="rId4" Type="http://schemas.openxmlformats.org/officeDocument/2006/relationships/oleObject" Target="../embeddings/oleObject64.bin"/></Relationships>
</file>

<file path=ppt/slideLayouts/_rels/slideLayout10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6.xml"/><Relationship Id="rId1" Type="http://schemas.openxmlformats.org/officeDocument/2006/relationships/vmlDrawing" Target="../drawings/vmlDrawing65.vml"/><Relationship Id="rId5" Type="http://schemas.openxmlformats.org/officeDocument/2006/relationships/image" Target="../media/image22.emf"/><Relationship Id="rId4" Type="http://schemas.openxmlformats.org/officeDocument/2006/relationships/oleObject" Target="../embeddings/oleObject65.bin"/></Relationships>
</file>

<file path=ppt/slideLayouts/_rels/slideLayout10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7.xml"/><Relationship Id="rId1" Type="http://schemas.openxmlformats.org/officeDocument/2006/relationships/vmlDrawing" Target="../drawings/vmlDrawing66.vml"/><Relationship Id="rId5" Type="http://schemas.openxmlformats.org/officeDocument/2006/relationships/image" Target="../media/image22.emf"/><Relationship Id="rId4" Type="http://schemas.openxmlformats.org/officeDocument/2006/relationships/oleObject" Target="../embeddings/oleObject66.bin"/></Relationships>
</file>

<file path=ppt/slideLayouts/_rels/slideLayout10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8.xml"/><Relationship Id="rId1" Type="http://schemas.openxmlformats.org/officeDocument/2006/relationships/vmlDrawing" Target="../drawings/vmlDrawing67.vml"/><Relationship Id="rId5" Type="http://schemas.openxmlformats.org/officeDocument/2006/relationships/image" Target="../media/image22.emf"/><Relationship Id="rId4" Type="http://schemas.openxmlformats.org/officeDocument/2006/relationships/oleObject" Target="../embeddings/oleObject67.bin"/></Relationships>
</file>

<file path=ppt/slideLayouts/_rels/slideLayout10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69.xml"/><Relationship Id="rId1" Type="http://schemas.openxmlformats.org/officeDocument/2006/relationships/vmlDrawing" Target="../drawings/vmlDrawing68.vml"/><Relationship Id="rId5" Type="http://schemas.openxmlformats.org/officeDocument/2006/relationships/image" Target="../media/image22.emf"/><Relationship Id="rId4" Type="http://schemas.openxmlformats.org/officeDocument/2006/relationships/oleObject" Target="../embeddings/oleObject68.bin"/></Relationships>
</file>

<file path=ppt/slideLayouts/_rels/slideLayout10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0.xml"/><Relationship Id="rId1" Type="http://schemas.openxmlformats.org/officeDocument/2006/relationships/vmlDrawing" Target="../drawings/vmlDrawing69.vml"/><Relationship Id="rId5" Type="http://schemas.openxmlformats.org/officeDocument/2006/relationships/image" Target="../media/image23.emf"/><Relationship Id="rId4" Type="http://schemas.openxmlformats.org/officeDocument/2006/relationships/oleObject" Target="../embeddings/oleObject69.bin"/></Relationships>
</file>

<file path=ppt/slideLayouts/_rels/slideLayout10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1.xml"/><Relationship Id="rId1" Type="http://schemas.openxmlformats.org/officeDocument/2006/relationships/vmlDrawing" Target="../drawings/vmlDrawing70.vml"/><Relationship Id="rId5" Type="http://schemas.openxmlformats.org/officeDocument/2006/relationships/image" Target="../media/image23.emf"/><Relationship Id="rId4" Type="http://schemas.openxmlformats.org/officeDocument/2006/relationships/oleObject" Target="../embeddings/oleObject70.bin"/></Relationships>
</file>

<file path=ppt/slideLayouts/_rels/slideLayout10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2.xml"/><Relationship Id="rId1" Type="http://schemas.openxmlformats.org/officeDocument/2006/relationships/vmlDrawing" Target="../drawings/vmlDrawing71.vml"/><Relationship Id="rId5" Type="http://schemas.openxmlformats.org/officeDocument/2006/relationships/image" Target="../media/image23.emf"/><Relationship Id="rId4" Type="http://schemas.openxmlformats.org/officeDocument/2006/relationships/oleObject" Target="../embeddings/oleObject71.bin"/></Relationships>
</file>

<file path=ppt/slideLayouts/_rels/slideLayout10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3.xml"/><Relationship Id="rId1" Type="http://schemas.openxmlformats.org/officeDocument/2006/relationships/vmlDrawing" Target="../drawings/vmlDrawing72.vml"/><Relationship Id="rId5" Type="http://schemas.openxmlformats.org/officeDocument/2006/relationships/image" Target="../media/image23.emf"/><Relationship Id="rId4" Type="http://schemas.openxmlformats.org/officeDocument/2006/relationships/oleObject" Target="../embeddings/oleObject72.bin"/></Relationships>
</file>

<file path=ppt/slideLayouts/_rels/slideLayout11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4.xml"/><Relationship Id="rId1" Type="http://schemas.openxmlformats.org/officeDocument/2006/relationships/vmlDrawing" Target="../drawings/vmlDrawing73.vml"/><Relationship Id="rId5" Type="http://schemas.openxmlformats.org/officeDocument/2006/relationships/image" Target="../media/image23.emf"/><Relationship Id="rId4" Type="http://schemas.openxmlformats.org/officeDocument/2006/relationships/oleObject" Target="../embeddings/oleObject73.bin"/></Relationships>
</file>

<file path=ppt/slideLayouts/_rels/slideLayout11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5.xml"/><Relationship Id="rId1" Type="http://schemas.openxmlformats.org/officeDocument/2006/relationships/vmlDrawing" Target="../drawings/vmlDrawing74.vml"/><Relationship Id="rId5" Type="http://schemas.openxmlformats.org/officeDocument/2006/relationships/image" Target="../media/image23.emf"/><Relationship Id="rId4" Type="http://schemas.openxmlformats.org/officeDocument/2006/relationships/oleObject" Target="../embeddings/oleObject74.bin"/></Relationships>
</file>

<file path=ppt/slideLayouts/_rels/slideLayout11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6.xml"/><Relationship Id="rId1" Type="http://schemas.openxmlformats.org/officeDocument/2006/relationships/vmlDrawing" Target="../drawings/vmlDrawing75.vml"/><Relationship Id="rId5" Type="http://schemas.openxmlformats.org/officeDocument/2006/relationships/image" Target="../media/image23.emf"/><Relationship Id="rId4" Type="http://schemas.openxmlformats.org/officeDocument/2006/relationships/oleObject" Target="../embeddings/oleObject75.bin"/></Relationships>
</file>

<file path=ppt/slideLayouts/_rels/slideLayout11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7.xml"/><Relationship Id="rId1" Type="http://schemas.openxmlformats.org/officeDocument/2006/relationships/vmlDrawing" Target="../drawings/vmlDrawing76.vml"/><Relationship Id="rId5" Type="http://schemas.openxmlformats.org/officeDocument/2006/relationships/image" Target="../media/image23.emf"/><Relationship Id="rId4" Type="http://schemas.openxmlformats.org/officeDocument/2006/relationships/oleObject" Target="../embeddings/oleObject76.bin"/></Relationships>
</file>

<file path=ppt/slideLayouts/_rels/slideLayout11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8.xml"/><Relationship Id="rId1" Type="http://schemas.openxmlformats.org/officeDocument/2006/relationships/vmlDrawing" Target="../drawings/vmlDrawing77.vml"/><Relationship Id="rId5" Type="http://schemas.openxmlformats.org/officeDocument/2006/relationships/image" Target="../media/image23.emf"/><Relationship Id="rId4" Type="http://schemas.openxmlformats.org/officeDocument/2006/relationships/oleObject" Target="../embeddings/oleObject77.bin"/></Relationships>
</file>

<file path=ppt/slideLayouts/_rels/slideLayout11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79.xml"/><Relationship Id="rId1" Type="http://schemas.openxmlformats.org/officeDocument/2006/relationships/vmlDrawing" Target="../drawings/vmlDrawing78.vml"/><Relationship Id="rId5" Type="http://schemas.openxmlformats.org/officeDocument/2006/relationships/image" Target="../media/image23.emf"/><Relationship Id="rId4" Type="http://schemas.openxmlformats.org/officeDocument/2006/relationships/oleObject" Target="../embeddings/oleObject78.bin"/></Relationships>
</file>

<file path=ppt/slideLayouts/_rels/slideLayout11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0.xml"/><Relationship Id="rId1" Type="http://schemas.openxmlformats.org/officeDocument/2006/relationships/vmlDrawing" Target="../drawings/vmlDrawing79.vml"/><Relationship Id="rId5" Type="http://schemas.openxmlformats.org/officeDocument/2006/relationships/image" Target="../media/image16.emf"/><Relationship Id="rId4" Type="http://schemas.openxmlformats.org/officeDocument/2006/relationships/oleObject" Target="../embeddings/oleObject79.bin"/></Relationships>
</file>

<file path=ppt/slideLayouts/_rels/slideLayout117.xml.rels><?xml version="1.0" encoding="UTF-8" standalone="yes"?>
<Relationships xmlns="http://schemas.openxmlformats.org/package/2006/relationships"><Relationship Id="rId3" Type="http://schemas.openxmlformats.org/officeDocument/2006/relationships/tags" Target="../tags/tag82.xml"/><Relationship Id="rId7" Type="http://schemas.openxmlformats.org/officeDocument/2006/relationships/oleObject" Target="../embeddings/oleObject81.bin"/><Relationship Id="rId2" Type="http://schemas.openxmlformats.org/officeDocument/2006/relationships/tags" Target="../tags/tag81.xml"/><Relationship Id="rId1" Type="http://schemas.openxmlformats.org/officeDocument/2006/relationships/vmlDrawing" Target="../drawings/vmlDrawing80.vml"/><Relationship Id="rId6" Type="http://schemas.openxmlformats.org/officeDocument/2006/relationships/image" Target="../media/image24.emf"/><Relationship Id="rId5" Type="http://schemas.openxmlformats.org/officeDocument/2006/relationships/oleObject" Target="../embeddings/oleObject80.bin"/><Relationship Id="rId4"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3" Type="http://schemas.openxmlformats.org/officeDocument/2006/relationships/tags" Target="../tags/tag84.xml"/><Relationship Id="rId7" Type="http://schemas.openxmlformats.org/officeDocument/2006/relationships/oleObject" Target="../embeddings/oleObject83.bin"/><Relationship Id="rId2" Type="http://schemas.openxmlformats.org/officeDocument/2006/relationships/tags" Target="../tags/tag83.xml"/><Relationship Id="rId1" Type="http://schemas.openxmlformats.org/officeDocument/2006/relationships/vmlDrawing" Target="../drawings/vmlDrawing81.vml"/><Relationship Id="rId6" Type="http://schemas.openxmlformats.org/officeDocument/2006/relationships/image" Target="../media/image24.emf"/><Relationship Id="rId5" Type="http://schemas.openxmlformats.org/officeDocument/2006/relationships/oleObject" Target="../embeddings/oleObject82.bin"/><Relationship Id="rId4" Type="http://schemas.openxmlformats.org/officeDocument/2006/relationships/slideMaster" Target="../slideMasters/slideMaster2.xml"/></Relationships>
</file>

<file path=ppt/slideLayouts/_rels/slideLayout119.xml.rels><?xml version="1.0" encoding="UTF-8" standalone="yes"?>
<Relationships xmlns="http://schemas.openxmlformats.org/package/2006/relationships"><Relationship Id="rId3" Type="http://schemas.openxmlformats.org/officeDocument/2006/relationships/tags" Target="../tags/tag86.xml"/><Relationship Id="rId7" Type="http://schemas.openxmlformats.org/officeDocument/2006/relationships/oleObject" Target="../embeddings/oleObject85.bin"/><Relationship Id="rId2" Type="http://schemas.openxmlformats.org/officeDocument/2006/relationships/tags" Target="../tags/tag85.xml"/><Relationship Id="rId1" Type="http://schemas.openxmlformats.org/officeDocument/2006/relationships/vmlDrawing" Target="../drawings/vmlDrawing82.vml"/><Relationship Id="rId6" Type="http://schemas.openxmlformats.org/officeDocument/2006/relationships/image" Target="../media/image24.emf"/><Relationship Id="rId5" Type="http://schemas.openxmlformats.org/officeDocument/2006/relationships/oleObject" Target="../embeddings/oleObject84.bin"/><Relationship Id="rId4"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88.xml"/><Relationship Id="rId7" Type="http://schemas.openxmlformats.org/officeDocument/2006/relationships/image" Target="../media/image25.png"/><Relationship Id="rId2" Type="http://schemas.openxmlformats.org/officeDocument/2006/relationships/tags" Target="../tags/tag87.xml"/><Relationship Id="rId1" Type="http://schemas.openxmlformats.org/officeDocument/2006/relationships/vmlDrawing" Target="../drawings/vmlDrawing83.vml"/><Relationship Id="rId6" Type="http://schemas.openxmlformats.org/officeDocument/2006/relationships/image" Target="../media/image24.emf"/><Relationship Id="rId5" Type="http://schemas.openxmlformats.org/officeDocument/2006/relationships/oleObject" Target="../embeddings/oleObject86.bin"/><Relationship Id="rId10" Type="http://schemas.openxmlformats.org/officeDocument/2006/relationships/oleObject" Target="../embeddings/oleObject87.bin"/><Relationship Id="rId4" Type="http://schemas.openxmlformats.org/officeDocument/2006/relationships/slideMaster" Target="../slideMasters/slideMaster2.xml"/><Relationship Id="rId9" Type="http://schemas.openxmlformats.org/officeDocument/2006/relationships/image" Target="../media/image27.png"/></Relationships>
</file>

<file path=ppt/slideLayouts/_rels/slideLayout12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9.xml"/><Relationship Id="rId1" Type="http://schemas.openxmlformats.org/officeDocument/2006/relationships/vmlDrawing" Target="../drawings/vmlDrawing84.vml"/><Relationship Id="rId5" Type="http://schemas.openxmlformats.org/officeDocument/2006/relationships/image" Target="../media/image24.emf"/><Relationship Id="rId4" Type="http://schemas.openxmlformats.org/officeDocument/2006/relationships/oleObject" Target="../embeddings/oleObject88.bin"/></Relationships>
</file>

<file path=ppt/slideLayouts/_rels/slideLayout12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0.xml"/><Relationship Id="rId1" Type="http://schemas.openxmlformats.org/officeDocument/2006/relationships/vmlDrawing" Target="../drawings/vmlDrawing85.vml"/><Relationship Id="rId5" Type="http://schemas.openxmlformats.org/officeDocument/2006/relationships/image" Target="../media/image24.emf"/><Relationship Id="rId4" Type="http://schemas.openxmlformats.org/officeDocument/2006/relationships/oleObject" Target="../embeddings/oleObject89.bin"/></Relationships>
</file>

<file path=ppt/slideLayouts/_rels/slideLayout12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1.xml"/><Relationship Id="rId1" Type="http://schemas.openxmlformats.org/officeDocument/2006/relationships/vmlDrawing" Target="../drawings/vmlDrawing86.vml"/><Relationship Id="rId5" Type="http://schemas.openxmlformats.org/officeDocument/2006/relationships/image" Target="../media/image24.emf"/><Relationship Id="rId4" Type="http://schemas.openxmlformats.org/officeDocument/2006/relationships/oleObject" Target="../embeddings/oleObject90.bin"/></Relationships>
</file>

<file path=ppt/slideLayouts/_rels/slideLayout12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2.xml"/><Relationship Id="rId1" Type="http://schemas.openxmlformats.org/officeDocument/2006/relationships/vmlDrawing" Target="../drawings/vmlDrawing87.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1.bin"/></Relationships>
</file>

<file path=ppt/slideLayouts/_rels/slideLayout12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3.xml"/><Relationship Id="rId1" Type="http://schemas.openxmlformats.org/officeDocument/2006/relationships/vmlDrawing" Target="../drawings/vmlDrawing8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92.bin"/></Relationships>
</file>

<file path=ppt/slideLayouts/_rels/slideLayout12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4.xml"/><Relationship Id="rId1" Type="http://schemas.openxmlformats.org/officeDocument/2006/relationships/vmlDrawing" Target="../drawings/vmlDrawing89.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3.bin"/></Relationships>
</file>

<file path=ppt/slideLayouts/_rels/slideLayout12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5.xml"/><Relationship Id="rId1" Type="http://schemas.openxmlformats.org/officeDocument/2006/relationships/vmlDrawing" Target="../drawings/vmlDrawing9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94.bin"/></Relationships>
</file>

<file path=ppt/slideLayouts/_rels/slideLayout12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6.xml"/><Relationship Id="rId1" Type="http://schemas.openxmlformats.org/officeDocument/2006/relationships/vmlDrawing" Target="../drawings/vmlDrawing91.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95.bin"/></Relationships>
</file>

<file path=ppt/slideLayouts/_rels/slideLayout12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7.xml"/><Relationship Id="rId1" Type="http://schemas.openxmlformats.org/officeDocument/2006/relationships/vmlDrawing" Target="../drawings/vmlDrawing92.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96.bin"/></Relationships>
</file>

<file path=ppt/slideLayouts/_rels/slideLayout1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8.xml"/><Relationship Id="rId1" Type="http://schemas.openxmlformats.org/officeDocument/2006/relationships/vmlDrawing" Target="../drawings/vmlDrawing93.vml"/><Relationship Id="rId5" Type="http://schemas.openxmlformats.org/officeDocument/2006/relationships/image" Target="../media/image16.emf"/><Relationship Id="rId4" Type="http://schemas.openxmlformats.org/officeDocument/2006/relationships/oleObject" Target="../embeddings/oleObject97.bin"/></Relationships>
</file>

<file path=ppt/slideLayouts/_rels/slideLayout13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99.xml"/><Relationship Id="rId1" Type="http://schemas.openxmlformats.org/officeDocument/2006/relationships/vmlDrawing" Target="../drawings/vmlDrawing94.vml"/><Relationship Id="rId5" Type="http://schemas.openxmlformats.org/officeDocument/2006/relationships/image" Target="../media/image30.emf"/><Relationship Id="rId4" Type="http://schemas.openxmlformats.org/officeDocument/2006/relationships/oleObject" Target="../embeddings/oleObject98.bin"/></Relationships>
</file>

<file path=ppt/slideLayouts/_rels/slideLayout13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0.xml"/><Relationship Id="rId1" Type="http://schemas.openxmlformats.org/officeDocument/2006/relationships/vmlDrawing" Target="../drawings/vmlDrawing95.vml"/><Relationship Id="rId5" Type="http://schemas.openxmlformats.org/officeDocument/2006/relationships/image" Target="../media/image30.emf"/><Relationship Id="rId4" Type="http://schemas.openxmlformats.org/officeDocument/2006/relationships/oleObject" Target="../embeddings/oleObject99.bin"/></Relationships>
</file>

<file path=ppt/slideLayouts/_rels/slideLayout133.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1.xml"/><Relationship Id="rId1" Type="http://schemas.openxmlformats.org/officeDocument/2006/relationships/vmlDrawing" Target="../drawings/vmlDrawing96.vml"/><Relationship Id="rId5" Type="http://schemas.openxmlformats.org/officeDocument/2006/relationships/image" Target="../media/image31.emf"/><Relationship Id="rId4" Type="http://schemas.openxmlformats.org/officeDocument/2006/relationships/oleObject" Target="../embeddings/oleObject100.bin"/></Relationships>
</file>

<file path=ppt/slideLayouts/_rels/slideLayout134.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2.xml"/><Relationship Id="rId1" Type="http://schemas.openxmlformats.org/officeDocument/2006/relationships/vmlDrawing" Target="../drawings/vmlDrawing97.vml"/><Relationship Id="rId5" Type="http://schemas.openxmlformats.org/officeDocument/2006/relationships/image" Target="../media/image31.emf"/><Relationship Id="rId4" Type="http://schemas.openxmlformats.org/officeDocument/2006/relationships/oleObject" Target="../embeddings/oleObject101.bin"/></Relationships>
</file>

<file path=ppt/slideLayouts/_rels/slideLayout135.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3.xml"/><Relationship Id="rId1" Type="http://schemas.openxmlformats.org/officeDocument/2006/relationships/vmlDrawing" Target="../drawings/vmlDrawing98.vml"/><Relationship Id="rId5" Type="http://schemas.openxmlformats.org/officeDocument/2006/relationships/image" Target="../media/image16.emf"/><Relationship Id="rId4" Type="http://schemas.openxmlformats.org/officeDocument/2006/relationships/oleObject" Target="../embeddings/oleObject102.bin"/></Relationships>
</file>

<file path=ppt/slideLayouts/_rels/slideLayout13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4.xml"/><Relationship Id="rId1" Type="http://schemas.openxmlformats.org/officeDocument/2006/relationships/vmlDrawing" Target="../drawings/vmlDrawing99.vml"/><Relationship Id="rId5" Type="http://schemas.openxmlformats.org/officeDocument/2006/relationships/image" Target="../media/image32.emf"/><Relationship Id="rId4" Type="http://schemas.openxmlformats.org/officeDocument/2006/relationships/oleObject" Target="../embeddings/oleObject103.bin"/></Relationships>
</file>

<file path=ppt/slideLayouts/_rels/slideLayout13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5.xml"/><Relationship Id="rId1" Type="http://schemas.openxmlformats.org/officeDocument/2006/relationships/vmlDrawing" Target="../drawings/vmlDrawing100.vml"/><Relationship Id="rId5" Type="http://schemas.openxmlformats.org/officeDocument/2006/relationships/image" Target="../media/image32.emf"/><Relationship Id="rId4" Type="http://schemas.openxmlformats.org/officeDocument/2006/relationships/oleObject" Target="../embeddings/oleObject104.bin"/></Relationships>
</file>

<file path=ppt/slideLayouts/_rels/slideLayout13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6.xml"/><Relationship Id="rId1" Type="http://schemas.openxmlformats.org/officeDocument/2006/relationships/vmlDrawing" Target="../drawings/vmlDrawing101.vml"/><Relationship Id="rId5" Type="http://schemas.openxmlformats.org/officeDocument/2006/relationships/image" Target="../media/image32.emf"/><Relationship Id="rId4" Type="http://schemas.openxmlformats.org/officeDocument/2006/relationships/oleObject" Target="../embeddings/oleObject105.bin"/></Relationships>
</file>

<file path=ppt/slideLayouts/_rels/slideLayout139.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7.xml"/><Relationship Id="rId1" Type="http://schemas.openxmlformats.org/officeDocument/2006/relationships/vmlDrawing" Target="../drawings/vmlDrawing102.vml"/><Relationship Id="rId5" Type="http://schemas.openxmlformats.org/officeDocument/2006/relationships/image" Target="../media/image32.emf"/><Relationship Id="rId4" Type="http://schemas.openxmlformats.org/officeDocument/2006/relationships/oleObject" Target="../embeddings/oleObject106.bin"/></Relationships>
</file>

<file path=ppt/slideLayouts/_rels/slideLayout14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8.xml"/><Relationship Id="rId1" Type="http://schemas.openxmlformats.org/officeDocument/2006/relationships/vmlDrawing" Target="../drawings/vmlDrawing103.vml"/><Relationship Id="rId5" Type="http://schemas.openxmlformats.org/officeDocument/2006/relationships/image" Target="../media/image32.emf"/><Relationship Id="rId4" Type="http://schemas.openxmlformats.org/officeDocument/2006/relationships/oleObject" Target="../embeddings/oleObject107.bin"/></Relationships>
</file>

<file path=ppt/slideLayouts/_rels/slideLayout141.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09.xml"/><Relationship Id="rId1" Type="http://schemas.openxmlformats.org/officeDocument/2006/relationships/vmlDrawing" Target="../drawings/vmlDrawing104.vml"/><Relationship Id="rId5" Type="http://schemas.openxmlformats.org/officeDocument/2006/relationships/image" Target="../media/image32.emf"/><Relationship Id="rId4" Type="http://schemas.openxmlformats.org/officeDocument/2006/relationships/oleObject" Target="../embeddings/oleObject108.bin"/></Relationships>
</file>

<file path=ppt/slideLayouts/_rels/slideLayout14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0.xml"/><Relationship Id="rId1" Type="http://schemas.openxmlformats.org/officeDocument/2006/relationships/vmlDrawing" Target="../drawings/vmlDrawing105.vml"/><Relationship Id="rId5" Type="http://schemas.openxmlformats.org/officeDocument/2006/relationships/image" Target="../media/image16.emf"/><Relationship Id="rId4" Type="http://schemas.openxmlformats.org/officeDocument/2006/relationships/oleObject" Target="../embeddings/oleObject109.bin"/></Relationships>
</file>

<file path=ppt/slideLayouts/_rels/slideLayout143.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1.xml"/><Relationship Id="rId1" Type="http://schemas.openxmlformats.org/officeDocument/2006/relationships/vmlDrawing" Target="../drawings/vmlDrawing106.vml"/><Relationship Id="rId6" Type="http://schemas.openxmlformats.org/officeDocument/2006/relationships/image" Target="../media/image33.emf"/><Relationship Id="rId5" Type="http://schemas.openxmlformats.org/officeDocument/2006/relationships/oleObject" Target="../embeddings/oleObject110.bin"/><Relationship Id="rId4" Type="http://schemas.openxmlformats.org/officeDocument/2006/relationships/image" Target="../media/image38.svg"/></Relationships>
</file>

<file path=ppt/slideLayouts/_rels/slideLayout144.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2.xml"/><Relationship Id="rId1" Type="http://schemas.openxmlformats.org/officeDocument/2006/relationships/vmlDrawing" Target="../drawings/vmlDrawing107.vml"/><Relationship Id="rId6" Type="http://schemas.openxmlformats.org/officeDocument/2006/relationships/image" Target="../media/image33.emf"/><Relationship Id="rId5" Type="http://schemas.openxmlformats.org/officeDocument/2006/relationships/oleObject" Target="../embeddings/oleObject111.bin"/><Relationship Id="rId4" Type="http://schemas.openxmlformats.org/officeDocument/2006/relationships/image" Target="../media/image23.svg"/></Relationships>
</file>

<file path=ppt/slideLayouts/_rels/slideLayout145.xml.rels><?xml version="1.0" encoding="UTF-8" standalone="yes"?>
<Relationships xmlns="http://schemas.openxmlformats.org/package/2006/relationships"><Relationship Id="rId3" Type="http://schemas.openxmlformats.org/officeDocument/2006/relationships/slideMaster" Target="../slideMasters/slideMaster2.xml"/><Relationship Id="rId7" Type="http://schemas.openxmlformats.org/officeDocument/2006/relationships/image" Target="../media/image40.svg"/><Relationship Id="rId2" Type="http://schemas.openxmlformats.org/officeDocument/2006/relationships/tags" Target="../tags/tag113.xml"/><Relationship Id="rId1" Type="http://schemas.openxmlformats.org/officeDocument/2006/relationships/vmlDrawing" Target="../drawings/vmlDrawing108.vml"/><Relationship Id="rId6" Type="http://schemas.openxmlformats.org/officeDocument/2006/relationships/image" Target="../media/image33.emf"/><Relationship Id="rId5" Type="http://schemas.openxmlformats.org/officeDocument/2006/relationships/oleObject" Target="../embeddings/oleObject112.bin"/><Relationship Id="rId4" Type="http://schemas.openxmlformats.org/officeDocument/2006/relationships/image" Target="../media/image23.svg"/></Relationships>
</file>

<file path=ppt/slideLayouts/_rels/slideLayout14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4.xml"/><Relationship Id="rId1" Type="http://schemas.openxmlformats.org/officeDocument/2006/relationships/vmlDrawing" Target="../drawings/vmlDrawing109.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113.bin"/></Relationships>
</file>

<file path=ppt/slideLayouts/_rels/slideLayout147.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5.xml"/><Relationship Id="rId1" Type="http://schemas.openxmlformats.org/officeDocument/2006/relationships/vmlDrawing" Target="../drawings/vmlDrawing110.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114.bin"/></Relationships>
</file>

<file path=ppt/slideLayouts/_rels/slideLayout148.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16.xml"/><Relationship Id="rId1" Type="http://schemas.openxmlformats.org/officeDocument/2006/relationships/vmlDrawing" Target="../drawings/vmlDrawing111.vml"/><Relationship Id="rId5" Type="http://schemas.openxmlformats.org/officeDocument/2006/relationships/image" Target="../media/image16.emf"/><Relationship Id="rId4" Type="http://schemas.openxmlformats.org/officeDocument/2006/relationships/oleObject" Target="../embeddings/oleObject115.bin"/></Relationships>
</file>

<file path=ppt/slideLayouts/_rels/slideLayout14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2.xml"/></Relationships>
</file>

<file path=ppt/slideLayouts/_rels/slideLayout1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8.xml"/><Relationship Id="rId1" Type="http://schemas.openxmlformats.org/officeDocument/2006/relationships/vmlDrawing" Target="../drawings/vmlDrawing113.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7.bin"/></Relationships>
</file>

<file path=ppt/slideLayouts/_rels/slideLayout1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19.xml"/><Relationship Id="rId1" Type="http://schemas.openxmlformats.org/officeDocument/2006/relationships/vmlDrawing" Target="../drawings/vmlDrawing114.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8.bin"/></Relationships>
</file>

<file path=ppt/slideLayouts/_rels/slideLayout1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0.xml"/><Relationship Id="rId1" Type="http://schemas.openxmlformats.org/officeDocument/2006/relationships/vmlDrawing" Target="../drawings/vmlDrawing115.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19.bin"/></Relationships>
</file>

<file path=ppt/slideLayouts/_rels/slideLayout1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1.xml"/><Relationship Id="rId1" Type="http://schemas.openxmlformats.org/officeDocument/2006/relationships/vmlDrawing" Target="../drawings/vmlDrawing116.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0.bin"/></Relationships>
</file>

<file path=ppt/slideLayouts/_rels/slideLayout1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2.xml"/><Relationship Id="rId1" Type="http://schemas.openxmlformats.org/officeDocument/2006/relationships/vmlDrawing" Target="../drawings/vmlDrawing117.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1.bin"/></Relationships>
</file>

<file path=ppt/slideLayouts/_rels/slideLayout1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3.xml"/><Relationship Id="rId1" Type="http://schemas.openxmlformats.org/officeDocument/2006/relationships/vmlDrawing" Target="../drawings/vmlDrawing118.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2.bin"/></Relationships>
</file>

<file path=ppt/slideLayouts/_rels/slideLayout1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4.xml"/><Relationship Id="rId1" Type="http://schemas.openxmlformats.org/officeDocument/2006/relationships/vmlDrawing" Target="../drawings/vmlDrawing119.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3.bin"/></Relationships>
</file>

<file path=ppt/slideLayouts/_rels/slideLayout1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5.xml"/><Relationship Id="rId1" Type="http://schemas.openxmlformats.org/officeDocument/2006/relationships/vmlDrawing" Target="../drawings/vmlDrawing120.vml"/><Relationship Id="rId6" Type="http://schemas.openxmlformats.org/officeDocument/2006/relationships/image" Target="../media/image16.svg"/><Relationship Id="rId5" Type="http://schemas.openxmlformats.org/officeDocument/2006/relationships/image" Target="../media/image15.emf"/><Relationship Id="rId4" Type="http://schemas.openxmlformats.org/officeDocument/2006/relationships/oleObject" Target="../embeddings/oleObject124.bin"/></Relationships>
</file>

<file path=ppt/slideLayouts/_rels/slideLayout1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6.xml"/><Relationship Id="rId1" Type="http://schemas.openxmlformats.org/officeDocument/2006/relationships/vmlDrawing" Target="../drawings/vmlDrawing121.vml"/><Relationship Id="rId5" Type="http://schemas.openxmlformats.org/officeDocument/2006/relationships/image" Target="../media/image16.emf"/><Relationship Id="rId4" Type="http://schemas.openxmlformats.org/officeDocument/2006/relationships/oleObject" Target="../embeddings/oleObject125.bin"/></Relationships>
</file>

<file path=ppt/slideLayouts/_rels/slideLayout1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7.xml"/><Relationship Id="rId1" Type="http://schemas.openxmlformats.org/officeDocument/2006/relationships/vmlDrawing" Target="../drawings/vmlDrawing122.vml"/><Relationship Id="rId5" Type="http://schemas.openxmlformats.org/officeDocument/2006/relationships/image" Target="../media/image17.emf"/><Relationship Id="rId4" Type="http://schemas.openxmlformats.org/officeDocument/2006/relationships/oleObject" Target="../embeddings/oleObject126.bin"/></Relationships>
</file>

<file path=ppt/slideLayouts/_rels/slideLayout16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8.xml"/><Relationship Id="rId1" Type="http://schemas.openxmlformats.org/officeDocument/2006/relationships/vmlDrawing" Target="../drawings/vmlDrawing123.vml"/><Relationship Id="rId5" Type="http://schemas.openxmlformats.org/officeDocument/2006/relationships/image" Target="../media/image17.emf"/><Relationship Id="rId4" Type="http://schemas.openxmlformats.org/officeDocument/2006/relationships/oleObject" Target="../embeddings/oleObject127.bin"/></Relationships>
</file>

<file path=ppt/slideLayouts/_rels/slideLayout16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29.xml"/><Relationship Id="rId1" Type="http://schemas.openxmlformats.org/officeDocument/2006/relationships/vmlDrawing" Target="../drawings/vmlDrawing124.vml"/><Relationship Id="rId5" Type="http://schemas.openxmlformats.org/officeDocument/2006/relationships/image" Target="../media/image17.emf"/><Relationship Id="rId4" Type="http://schemas.openxmlformats.org/officeDocument/2006/relationships/oleObject" Target="../embeddings/oleObject128.bin"/></Relationships>
</file>

<file path=ppt/slideLayouts/_rels/slideLayout16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0.xml"/><Relationship Id="rId1" Type="http://schemas.openxmlformats.org/officeDocument/2006/relationships/vmlDrawing" Target="../drawings/vmlDrawing125.vml"/><Relationship Id="rId5" Type="http://schemas.openxmlformats.org/officeDocument/2006/relationships/image" Target="../media/image17.emf"/><Relationship Id="rId4" Type="http://schemas.openxmlformats.org/officeDocument/2006/relationships/oleObject" Target="../embeddings/oleObject129.bin"/></Relationships>
</file>

<file path=ppt/slideLayouts/_rels/slideLayout1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1.xml"/><Relationship Id="rId1" Type="http://schemas.openxmlformats.org/officeDocument/2006/relationships/vmlDrawing" Target="../drawings/vmlDrawing126.vml"/><Relationship Id="rId5" Type="http://schemas.openxmlformats.org/officeDocument/2006/relationships/image" Target="../media/image17.emf"/><Relationship Id="rId4" Type="http://schemas.openxmlformats.org/officeDocument/2006/relationships/oleObject" Target="../embeddings/oleObject130.bin"/></Relationships>
</file>

<file path=ppt/slideLayouts/_rels/slideLayout1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2.xml"/><Relationship Id="rId1" Type="http://schemas.openxmlformats.org/officeDocument/2006/relationships/vmlDrawing" Target="../drawings/vmlDrawing127.vml"/><Relationship Id="rId5" Type="http://schemas.openxmlformats.org/officeDocument/2006/relationships/image" Target="../media/image17.emf"/><Relationship Id="rId4" Type="http://schemas.openxmlformats.org/officeDocument/2006/relationships/oleObject" Target="../embeddings/oleObject131.bin"/></Relationships>
</file>

<file path=ppt/slideLayouts/_rels/slideLayout1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3.xml"/><Relationship Id="rId1" Type="http://schemas.openxmlformats.org/officeDocument/2006/relationships/vmlDrawing" Target="../drawings/vmlDrawing128.vml"/><Relationship Id="rId5" Type="http://schemas.openxmlformats.org/officeDocument/2006/relationships/image" Target="../media/image17.emf"/><Relationship Id="rId4" Type="http://schemas.openxmlformats.org/officeDocument/2006/relationships/oleObject" Target="../embeddings/oleObject132.bin"/></Relationships>
</file>

<file path=ppt/slideLayouts/_rels/slideLayout16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4.xml"/><Relationship Id="rId1" Type="http://schemas.openxmlformats.org/officeDocument/2006/relationships/vmlDrawing" Target="../drawings/vmlDrawing129.vml"/><Relationship Id="rId5" Type="http://schemas.openxmlformats.org/officeDocument/2006/relationships/image" Target="../media/image17.emf"/><Relationship Id="rId4" Type="http://schemas.openxmlformats.org/officeDocument/2006/relationships/oleObject" Target="../embeddings/oleObject133.bin"/></Relationships>
</file>

<file path=ppt/slideLayouts/_rels/slideLayout16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5.xml"/><Relationship Id="rId1" Type="http://schemas.openxmlformats.org/officeDocument/2006/relationships/vmlDrawing" Target="../drawings/vmlDrawing130.vml"/><Relationship Id="rId5" Type="http://schemas.openxmlformats.org/officeDocument/2006/relationships/image" Target="../media/image17.emf"/><Relationship Id="rId4" Type="http://schemas.openxmlformats.org/officeDocument/2006/relationships/oleObject" Target="../embeddings/oleObject134.bin"/></Relationships>
</file>

<file path=ppt/slideLayouts/_rels/slideLayout16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6.xml"/><Relationship Id="rId1" Type="http://schemas.openxmlformats.org/officeDocument/2006/relationships/vmlDrawing" Target="../drawings/vmlDrawing131.vml"/><Relationship Id="rId5" Type="http://schemas.openxmlformats.org/officeDocument/2006/relationships/image" Target="../media/image17.emf"/><Relationship Id="rId4" Type="http://schemas.openxmlformats.org/officeDocument/2006/relationships/oleObject" Target="../embeddings/oleObject135.bin"/></Relationships>
</file>

<file path=ppt/slideLayouts/_rels/slideLayout16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7.xml"/><Relationship Id="rId1" Type="http://schemas.openxmlformats.org/officeDocument/2006/relationships/vmlDrawing" Target="../drawings/vmlDrawing132.vml"/><Relationship Id="rId5" Type="http://schemas.openxmlformats.org/officeDocument/2006/relationships/image" Target="../media/image17.emf"/><Relationship Id="rId4" Type="http://schemas.openxmlformats.org/officeDocument/2006/relationships/oleObject" Target="../embeddings/oleObject136.bin"/></Relationships>
</file>

<file path=ppt/slideLayouts/_rels/slideLayout17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8.xml"/><Relationship Id="rId1" Type="http://schemas.openxmlformats.org/officeDocument/2006/relationships/vmlDrawing" Target="../drawings/vmlDrawing133.vml"/><Relationship Id="rId5" Type="http://schemas.openxmlformats.org/officeDocument/2006/relationships/image" Target="../media/image17.emf"/><Relationship Id="rId4" Type="http://schemas.openxmlformats.org/officeDocument/2006/relationships/oleObject" Target="../embeddings/oleObject137.bin"/></Relationships>
</file>

<file path=ppt/slideLayouts/_rels/slideLayout17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39.xml"/><Relationship Id="rId1" Type="http://schemas.openxmlformats.org/officeDocument/2006/relationships/vmlDrawing" Target="../drawings/vmlDrawing134.vml"/><Relationship Id="rId5" Type="http://schemas.openxmlformats.org/officeDocument/2006/relationships/image" Target="../media/image17.emf"/><Relationship Id="rId4" Type="http://schemas.openxmlformats.org/officeDocument/2006/relationships/oleObject" Target="../embeddings/oleObject138.bin"/></Relationships>
</file>

<file path=ppt/slideLayouts/_rels/slideLayout17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0.xml"/><Relationship Id="rId1" Type="http://schemas.openxmlformats.org/officeDocument/2006/relationships/vmlDrawing" Target="../drawings/vmlDrawing135.vml"/><Relationship Id="rId5" Type="http://schemas.openxmlformats.org/officeDocument/2006/relationships/image" Target="../media/image17.emf"/><Relationship Id="rId4" Type="http://schemas.openxmlformats.org/officeDocument/2006/relationships/oleObject" Target="../embeddings/oleObject139.bin"/></Relationships>
</file>

<file path=ppt/slideLayouts/_rels/slideLayout17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1.xml"/><Relationship Id="rId1" Type="http://schemas.openxmlformats.org/officeDocument/2006/relationships/vmlDrawing" Target="../drawings/vmlDrawing136.vml"/><Relationship Id="rId5" Type="http://schemas.openxmlformats.org/officeDocument/2006/relationships/image" Target="../media/image17.emf"/><Relationship Id="rId4" Type="http://schemas.openxmlformats.org/officeDocument/2006/relationships/oleObject" Target="../embeddings/oleObject140.bin"/></Relationships>
</file>

<file path=ppt/slideLayouts/_rels/slideLayout17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2.xml"/><Relationship Id="rId1" Type="http://schemas.openxmlformats.org/officeDocument/2006/relationships/vmlDrawing" Target="../drawings/vmlDrawing137.vml"/><Relationship Id="rId5" Type="http://schemas.openxmlformats.org/officeDocument/2006/relationships/image" Target="../media/image17.emf"/><Relationship Id="rId4" Type="http://schemas.openxmlformats.org/officeDocument/2006/relationships/oleObject" Target="../embeddings/oleObject141.bin"/></Relationships>
</file>

<file path=ppt/slideLayouts/_rels/slideLayout17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3.xml"/><Relationship Id="rId1" Type="http://schemas.openxmlformats.org/officeDocument/2006/relationships/vmlDrawing" Target="../drawings/vmlDrawing138.vml"/><Relationship Id="rId5" Type="http://schemas.openxmlformats.org/officeDocument/2006/relationships/image" Target="../media/image17.emf"/><Relationship Id="rId4" Type="http://schemas.openxmlformats.org/officeDocument/2006/relationships/oleObject" Target="../embeddings/oleObject142.bin"/></Relationships>
</file>

<file path=ppt/slideLayouts/_rels/slideLayout17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4.xml"/><Relationship Id="rId1" Type="http://schemas.openxmlformats.org/officeDocument/2006/relationships/vmlDrawing" Target="../drawings/vmlDrawing139.vml"/><Relationship Id="rId5" Type="http://schemas.openxmlformats.org/officeDocument/2006/relationships/image" Target="../media/image18.emf"/><Relationship Id="rId4" Type="http://schemas.openxmlformats.org/officeDocument/2006/relationships/oleObject" Target="../embeddings/oleObject143.bin"/></Relationships>
</file>

<file path=ppt/slideLayouts/_rels/slideLayout17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5.xml"/><Relationship Id="rId1" Type="http://schemas.openxmlformats.org/officeDocument/2006/relationships/vmlDrawing" Target="../drawings/vmlDrawing140.vml"/><Relationship Id="rId5" Type="http://schemas.openxmlformats.org/officeDocument/2006/relationships/image" Target="../media/image18.emf"/><Relationship Id="rId4" Type="http://schemas.openxmlformats.org/officeDocument/2006/relationships/oleObject" Target="../embeddings/oleObject144.bin"/></Relationships>
</file>

<file path=ppt/slideLayouts/_rels/slideLayout17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6.xml"/><Relationship Id="rId1" Type="http://schemas.openxmlformats.org/officeDocument/2006/relationships/vmlDrawing" Target="../drawings/vmlDrawing141.vml"/><Relationship Id="rId5" Type="http://schemas.openxmlformats.org/officeDocument/2006/relationships/image" Target="../media/image18.emf"/><Relationship Id="rId4" Type="http://schemas.openxmlformats.org/officeDocument/2006/relationships/oleObject" Target="../embeddings/oleObject145.bin"/></Relationships>
</file>

<file path=ppt/slideLayouts/_rels/slideLayout17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7.xml"/><Relationship Id="rId1" Type="http://schemas.openxmlformats.org/officeDocument/2006/relationships/vmlDrawing" Target="../drawings/vmlDrawing142.vml"/><Relationship Id="rId5" Type="http://schemas.openxmlformats.org/officeDocument/2006/relationships/image" Target="../media/image18.emf"/><Relationship Id="rId4" Type="http://schemas.openxmlformats.org/officeDocument/2006/relationships/oleObject" Target="../embeddings/oleObject146.bin"/></Relationships>
</file>

<file path=ppt/slideLayouts/_rels/slideLayout18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8.xml"/><Relationship Id="rId1" Type="http://schemas.openxmlformats.org/officeDocument/2006/relationships/vmlDrawing" Target="../drawings/vmlDrawing143.vml"/><Relationship Id="rId5" Type="http://schemas.openxmlformats.org/officeDocument/2006/relationships/image" Target="../media/image18.emf"/><Relationship Id="rId4" Type="http://schemas.openxmlformats.org/officeDocument/2006/relationships/oleObject" Target="../embeddings/oleObject147.bin"/></Relationships>
</file>

<file path=ppt/slideLayouts/_rels/slideLayout18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49.xml"/><Relationship Id="rId1" Type="http://schemas.openxmlformats.org/officeDocument/2006/relationships/vmlDrawing" Target="../drawings/vmlDrawing144.vml"/><Relationship Id="rId5" Type="http://schemas.openxmlformats.org/officeDocument/2006/relationships/image" Target="../media/image18.emf"/><Relationship Id="rId4" Type="http://schemas.openxmlformats.org/officeDocument/2006/relationships/oleObject" Target="../embeddings/oleObject148.bin"/></Relationships>
</file>

<file path=ppt/slideLayouts/_rels/slideLayout18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0.xml"/><Relationship Id="rId1" Type="http://schemas.openxmlformats.org/officeDocument/2006/relationships/vmlDrawing" Target="../drawings/vmlDrawing145.vml"/><Relationship Id="rId5" Type="http://schemas.openxmlformats.org/officeDocument/2006/relationships/image" Target="../media/image18.emf"/><Relationship Id="rId4" Type="http://schemas.openxmlformats.org/officeDocument/2006/relationships/oleObject" Target="../embeddings/oleObject149.bin"/></Relationships>
</file>

<file path=ppt/slideLayouts/_rels/slideLayout18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1.xml"/><Relationship Id="rId1" Type="http://schemas.openxmlformats.org/officeDocument/2006/relationships/vmlDrawing" Target="../drawings/vmlDrawing146.vml"/><Relationship Id="rId5" Type="http://schemas.openxmlformats.org/officeDocument/2006/relationships/image" Target="../media/image18.emf"/><Relationship Id="rId4" Type="http://schemas.openxmlformats.org/officeDocument/2006/relationships/oleObject" Target="../embeddings/oleObject150.bin"/></Relationships>
</file>

<file path=ppt/slideLayouts/_rels/slideLayout18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2.xml"/><Relationship Id="rId1" Type="http://schemas.openxmlformats.org/officeDocument/2006/relationships/vmlDrawing" Target="../drawings/vmlDrawing147.vml"/><Relationship Id="rId5" Type="http://schemas.openxmlformats.org/officeDocument/2006/relationships/image" Target="../media/image18.emf"/><Relationship Id="rId4" Type="http://schemas.openxmlformats.org/officeDocument/2006/relationships/oleObject" Target="../embeddings/oleObject151.bin"/></Relationships>
</file>

<file path=ppt/slideLayouts/_rels/slideLayout18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3.xml"/><Relationship Id="rId1" Type="http://schemas.openxmlformats.org/officeDocument/2006/relationships/vmlDrawing" Target="../drawings/vmlDrawing148.vml"/><Relationship Id="rId5" Type="http://schemas.openxmlformats.org/officeDocument/2006/relationships/image" Target="../media/image18.emf"/><Relationship Id="rId4" Type="http://schemas.openxmlformats.org/officeDocument/2006/relationships/oleObject" Target="../embeddings/oleObject152.bin"/></Relationships>
</file>

<file path=ppt/slideLayouts/_rels/slideLayout18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4.xml"/><Relationship Id="rId1" Type="http://schemas.openxmlformats.org/officeDocument/2006/relationships/vmlDrawing" Target="../drawings/vmlDrawing149.vml"/><Relationship Id="rId5" Type="http://schemas.openxmlformats.org/officeDocument/2006/relationships/image" Target="../media/image18.emf"/><Relationship Id="rId4" Type="http://schemas.openxmlformats.org/officeDocument/2006/relationships/oleObject" Target="../embeddings/oleObject153.bin"/></Relationships>
</file>

<file path=ppt/slideLayouts/_rels/slideLayout18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5.xml"/><Relationship Id="rId1" Type="http://schemas.openxmlformats.org/officeDocument/2006/relationships/vmlDrawing" Target="../drawings/vmlDrawing150.vml"/><Relationship Id="rId5" Type="http://schemas.openxmlformats.org/officeDocument/2006/relationships/image" Target="../media/image18.emf"/><Relationship Id="rId4" Type="http://schemas.openxmlformats.org/officeDocument/2006/relationships/oleObject" Target="../embeddings/oleObject154.bin"/></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6.xml"/><Relationship Id="rId1" Type="http://schemas.openxmlformats.org/officeDocument/2006/relationships/vmlDrawing" Target="../drawings/vmlDrawing151.vml"/><Relationship Id="rId5" Type="http://schemas.openxmlformats.org/officeDocument/2006/relationships/image" Target="../media/image16.emf"/><Relationship Id="rId4" Type="http://schemas.openxmlformats.org/officeDocument/2006/relationships/oleObject" Target="../embeddings/oleObject155.bin"/></Relationships>
</file>

<file path=ppt/slideLayouts/_rels/slideLayout19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7.xml"/><Relationship Id="rId1" Type="http://schemas.openxmlformats.org/officeDocument/2006/relationships/vmlDrawing" Target="../drawings/vmlDrawing152.vml"/><Relationship Id="rId5" Type="http://schemas.openxmlformats.org/officeDocument/2006/relationships/image" Target="../media/image19.emf"/><Relationship Id="rId4" Type="http://schemas.openxmlformats.org/officeDocument/2006/relationships/oleObject" Target="../embeddings/oleObject156.bin"/></Relationships>
</file>

<file path=ppt/slideLayouts/_rels/slideLayout19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8.xml"/><Relationship Id="rId1" Type="http://schemas.openxmlformats.org/officeDocument/2006/relationships/vmlDrawing" Target="../drawings/vmlDrawing153.vml"/><Relationship Id="rId5" Type="http://schemas.openxmlformats.org/officeDocument/2006/relationships/image" Target="../media/image19.emf"/><Relationship Id="rId4" Type="http://schemas.openxmlformats.org/officeDocument/2006/relationships/oleObject" Target="../embeddings/oleObject157.bin"/></Relationships>
</file>

<file path=ppt/slideLayouts/_rels/slideLayout19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59.xml"/><Relationship Id="rId1" Type="http://schemas.openxmlformats.org/officeDocument/2006/relationships/vmlDrawing" Target="../drawings/vmlDrawing154.vml"/><Relationship Id="rId5" Type="http://schemas.openxmlformats.org/officeDocument/2006/relationships/image" Target="../media/image19.emf"/><Relationship Id="rId4" Type="http://schemas.openxmlformats.org/officeDocument/2006/relationships/oleObject" Target="../embeddings/oleObject158.bin"/></Relationships>
</file>

<file path=ppt/slideLayouts/_rels/slideLayout19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0.xml"/><Relationship Id="rId1" Type="http://schemas.openxmlformats.org/officeDocument/2006/relationships/vmlDrawing" Target="../drawings/vmlDrawing155.vml"/><Relationship Id="rId5" Type="http://schemas.openxmlformats.org/officeDocument/2006/relationships/image" Target="../media/image19.emf"/><Relationship Id="rId4" Type="http://schemas.openxmlformats.org/officeDocument/2006/relationships/oleObject" Target="../embeddings/oleObject159.bin"/></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1.xml"/><Relationship Id="rId1" Type="http://schemas.openxmlformats.org/officeDocument/2006/relationships/vmlDrawing" Target="../drawings/vmlDrawing156.vml"/><Relationship Id="rId5" Type="http://schemas.openxmlformats.org/officeDocument/2006/relationships/image" Target="../media/image16.emf"/><Relationship Id="rId4" Type="http://schemas.openxmlformats.org/officeDocument/2006/relationships/oleObject" Target="../embeddings/oleObject160.bin"/></Relationships>
</file>

<file path=ppt/slideLayouts/_rels/slideLayout20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2.xml"/><Relationship Id="rId1" Type="http://schemas.openxmlformats.org/officeDocument/2006/relationships/vmlDrawing" Target="../drawings/vmlDrawing157.vml"/><Relationship Id="rId5" Type="http://schemas.openxmlformats.org/officeDocument/2006/relationships/image" Target="../media/image20.emf"/><Relationship Id="rId4" Type="http://schemas.openxmlformats.org/officeDocument/2006/relationships/oleObject" Target="../embeddings/oleObject161.bin"/></Relationships>
</file>

<file path=ppt/slideLayouts/_rels/slideLayout20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3.xml"/><Relationship Id="rId1" Type="http://schemas.openxmlformats.org/officeDocument/2006/relationships/vmlDrawing" Target="../drawings/vmlDrawing158.vml"/><Relationship Id="rId5" Type="http://schemas.openxmlformats.org/officeDocument/2006/relationships/image" Target="../media/image20.emf"/><Relationship Id="rId4" Type="http://schemas.openxmlformats.org/officeDocument/2006/relationships/oleObject" Target="../embeddings/oleObject162.bin"/></Relationships>
</file>

<file path=ppt/slideLayouts/_rels/slideLayout20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4.xml"/><Relationship Id="rId1" Type="http://schemas.openxmlformats.org/officeDocument/2006/relationships/vmlDrawing" Target="../drawings/vmlDrawing159.vml"/><Relationship Id="rId5" Type="http://schemas.openxmlformats.org/officeDocument/2006/relationships/image" Target="../media/image20.emf"/><Relationship Id="rId4" Type="http://schemas.openxmlformats.org/officeDocument/2006/relationships/oleObject" Target="../embeddings/oleObject163.bin"/></Relationships>
</file>

<file path=ppt/slideLayouts/_rels/slideLayout20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5.xml"/><Relationship Id="rId1" Type="http://schemas.openxmlformats.org/officeDocument/2006/relationships/vmlDrawing" Target="../drawings/vmlDrawing160.vml"/><Relationship Id="rId5" Type="http://schemas.openxmlformats.org/officeDocument/2006/relationships/image" Target="../media/image20.emf"/><Relationship Id="rId4" Type="http://schemas.openxmlformats.org/officeDocument/2006/relationships/oleObject" Target="../embeddings/oleObject164.bin"/></Relationships>
</file>

<file path=ppt/slideLayouts/_rels/slideLayout20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6.xml"/><Relationship Id="rId1" Type="http://schemas.openxmlformats.org/officeDocument/2006/relationships/vmlDrawing" Target="../drawings/vmlDrawing161.vml"/><Relationship Id="rId5" Type="http://schemas.openxmlformats.org/officeDocument/2006/relationships/image" Target="../media/image20.emf"/><Relationship Id="rId4" Type="http://schemas.openxmlformats.org/officeDocument/2006/relationships/oleObject" Target="../embeddings/oleObject165.bin"/></Relationships>
</file>

<file path=ppt/slideLayouts/_rels/slideLayout20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7.xml"/><Relationship Id="rId1" Type="http://schemas.openxmlformats.org/officeDocument/2006/relationships/vmlDrawing" Target="../drawings/vmlDrawing162.vml"/><Relationship Id="rId5" Type="http://schemas.openxmlformats.org/officeDocument/2006/relationships/image" Target="../media/image20.emf"/><Relationship Id="rId4" Type="http://schemas.openxmlformats.org/officeDocument/2006/relationships/oleObject" Target="../embeddings/oleObject166.bin"/></Relationships>
</file>

<file path=ppt/slideLayouts/_rels/slideLayout20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8.xml"/><Relationship Id="rId1" Type="http://schemas.openxmlformats.org/officeDocument/2006/relationships/vmlDrawing" Target="../drawings/vmlDrawing163.vml"/><Relationship Id="rId5" Type="http://schemas.openxmlformats.org/officeDocument/2006/relationships/image" Target="../media/image20.emf"/><Relationship Id="rId4" Type="http://schemas.openxmlformats.org/officeDocument/2006/relationships/oleObject" Target="../embeddings/oleObject167.bin"/></Relationships>
</file>

<file path=ppt/slideLayouts/_rels/slideLayout20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69.xml"/><Relationship Id="rId1" Type="http://schemas.openxmlformats.org/officeDocument/2006/relationships/vmlDrawing" Target="../drawings/vmlDrawing164.vml"/><Relationship Id="rId5" Type="http://schemas.openxmlformats.org/officeDocument/2006/relationships/image" Target="../media/image20.emf"/><Relationship Id="rId4" Type="http://schemas.openxmlformats.org/officeDocument/2006/relationships/oleObject" Target="../embeddings/oleObject168.bin"/></Relationships>
</file>

<file path=ppt/slideLayouts/_rels/slideLayout20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0.xml"/><Relationship Id="rId1" Type="http://schemas.openxmlformats.org/officeDocument/2006/relationships/vmlDrawing" Target="../drawings/vmlDrawing165.vml"/><Relationship Id="rId5" Type="http://schemas.openxmlformats.org/officeDocument/2006/relationships/image" Target="../media/image16.emf"/><Relationship Id="rId4" Type="http://schemas.openxmlformats.org/officeDocument/2006/relationships/oleObject" Target="../embeddings/oleObject169.bin"/></Relationships>
</file>

<file path=ppt/slideLayouts/_rels/slideLayout20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1.xml"/><Relationship Id="rId1" Type="http://schemas.openxmlformats.org/officeDocument/2006/relationships/vmlDrawing" Target="../drawings/vmlDrawing166.vml"/><Relationship Id="rId5" Type="http://schemas.openxmlformats.org/officeDocument/2006/relationships/image" Target="../media/image21.emf"/><Relationship Id="rId4" Type="http://schemas.openxmlformats.org/officeDocument/2006/relationships/oleObject" Target="../embeddings/oleObject170.bin"/></Relationships>
</file>

<file path=ppt/slideLayouts/_rels/slideLayout21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2.xml"/><Relationship Id="rId1" Type="http://schemas.openxmlformats.org/officeDocument/2006/relationships/vmlDrawing" Target="../drawings/vmlDrawing167.vml"/><Relationship Id="rId5" Type="http://schemas.openxmlformats.org/officeDocument/2006/relationships/image" Target="../media/image21.emf"/><Relationship Id="rId4" Type="http://schemas.openxmlformats.org/officeDocument/2006/relationships/oleObject" Target="../embeddings/oleObject171.bin"/></Relationships>
</file>

<file path=ppt/slideLayouts/_rels/slideLayout21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3.xml"/><Relationship Id="rId1" Type="http://schemas.openxmlformats.org/officeDocument/2006/relationships/vmlDrawing" Target="../drawings/vmlDrawing168.vml"/><Relationship Id="rId5" Type="http://schemas.openxmlformats.org/officeDocument/2006/relationships/image" Target="../media/image21.emf"/><Relationship Id="rId4" Type="http://schemas.openxmlformats.org/officeDocument/2006/relationships/oleObject" Target="../embeddings/oleObject172.bin"/></Relationships>
</file>

<file path=ppt/slideLayouts/_rels/slideLayout21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4.xml"/><Relationship Id="rId1" Type="http://schemas.openxmlformats.org/officeDocument/2006/relationships/vmlDrawing" Target="../drawings/vmlDrawing169.vml"/><Relationship Id="rId6" Type="http://schemas.openxmlformats.org/officeDocument/2006/relationships/image" Target="../media/image23.svg"/><Relationship Id="rId5" Type="http://schemas.openxmlformats.org/officeDocument/2006/relationships/image" Target="../media/image21.emf"/><Relationship Id="rId4" Type="http://schemas.openxmlformats.org/officeDocument/2006/relationships/oleObject" Target="../embeddings/oleObject173.bin"/></Relationships>
</file>

<file path=ppt/slideLayouts/_rels/slideLayout21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5.xml"/><Relationship Id="rId1" Type="http://schemas.openxmlformats.org/officeDocument/2006/relationships/vmlDrawing" Target="../drawings/vmlDrawing170.vml"/><Relationship Id="rId6" Type="http://schemas.openxmlformats.org/officeDocument/2006/relationships/image" Target="../media/image24.svg"/><Relationship Id="rId5" Type="http://schemas.openxmlformats.org/officeDocument/2006/relationships/image" Target="../media/image21.emf"/><Relationship Id="rId4" Type="http://schemas.openxmlformats.org/officeDocument/2006/relationships/oleObject" Target="../embeddings/oleObject174.bin"/></Relationships>
</file>

<file path=ppt/slideLayouts/_rels/slideLayout21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6.xml"/><Relationship Id="rId1" Type="http://schemas.openxmlformats.org/officeDocument/2006/relationships/vmlDrawing" Target="../drawings/vmlDrawing171.vml"/><Relationship Id="rId5" Type="http://schemas.openxmlformats.org/officeDocument/2006/relationships/image" Target="../media/image21.emf"/><Relationship Id="rId4" Type="http://schemas.openxmlformats.org/officeDocument/2006/relationships/oleObject" Target="../embeddings/oleObject175.bin"/></Relationships>
</file>

<file path=ppt/slideLayouts/_rels/slideLayout21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7.xml"/><Relationship Id="rId1" Type="http://schemas.openxmlformats.org/officeDocument/2006/relationships/vmlDrawing" Target="../drawings/vmlDrawing172.vml"/><Relationship Id="rId5" Type="http://schemas.openxmlformats.org/officeDocument/2006/relationships/image" Target="../media/image21.emf"/><Relationship Id="rId4" Type="http://schemas.openxmlformats.org/officeDocument/2006/relationships/oleObject" Target="../embeddings/oleObject176.bin"/></Relationships>
</file>

<file path=ppt/slideLayouts/_rels/slideLayout21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8.xml"/><Relationship Id="rId1" Type="http://schemas.openxmlformats.org/officeDocument/2006/relationships/vmlDrawing" Target="../drawings/vmlDrawing173.vml"/><Relationship Id="rId5" Type="http://schemas.openxmlformats.org/officeDocument/2006/relationships/image" Target="../media/image21.emf"/><Relationship Id="rId4" Type="http://schemas.openxmlformats.org/officeDocument/2006/relationships/oleObject" Target="../embeddings/oleObject177.bin"/></Relationships>
</file>

<file path=ppt/slideLayouts/_rels/slideLayout21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79.xml"/><Relationship Id="rId1" Type="http://schemas.openxmlformats.org/officeDocument/2006/relationships/vmlDrawing" Target="../drawings/vmlDrawing174.vml"/><Relationship Id="rId5" Type="http://schemas.openxmlformats.org/officeDocument/2006/relationships/image" Target="../media/image21.emf"/><Relationship Id="rId4" Type="http://schemas.openxmlformats.org/officeDocument/2006/relationships/oleObject" Target="../embeddings/oleObject178.bin"/></Relationships>
</file>

<file path=ppt/slideLayouts/_rels/slideLayout21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0.xml"/><Relationship Id="rId1" Type="http://schemas.openxmlformats.org/officeDocument/2006/relationships/vmlDrawing" Target="../drawings/vmlDrawing175.vml"/><Relationship Id="rId5" Type="http://schemas.openxmlformats.org/officeDocument/2006/relationships/image" Target="../media/image16.emf"/><Relationship Id="rId4" Type="http://schemas.openxmlformats.org/officeDocument/2006/relationships/oleObject" Target="../embeddings/oleObject179.bin"/></Relationships>
</file>

<file path=ppt/slideLayouts/_rels/slideLayout21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1.xml"/><Relationship Id="rId1" Type="http://schemas.openxmlformats.org/officeDocument/2006/relationships/vmlDrawing" Target="../drawings/vmlDrawing176.vml"/><Relationship Id="rId5" Type="http://schemas.openxmlformats.org/officeDocument/2006/relationships/image" Target="../media/image22.emf"/><Relationship Id="rId4" Type="http://schemas.openxmlformats.org/officeDocument/2006/relationships/oleObject" Target="../embeddings/oleObject180.bin"/></Relationships>
</file>

<file path=ppt/slideLayouts/_rels/slideLayout22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2.xml"/><Relationship Id="rId1" Type="http://schemas.openxmlformats.org/officeDocument/2006/relationships/vmlDrawing" Target="../drawings/vmlDrawing177.vml"/><Relationship Id="rId5" Type="http://schemas.openxmlformats.org/officeDocument/2006/relationships/image" Target="../media/image22.emf"/><Relationship Id="rId4" Type="http://schemas.openxmlformats.org/officeDocument/2006/relationships/oleObject" Target="../embeddings/oleObject181.bin"/></Relationships>
</file>

<file path=ppt/slideLayouts/_rels/slideLayout22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3.xml"/><Relationship Id="rId1" Type="http://schemas.openxmlformats.org/officeDocument/2006/relationships/vmlDrawing" Target="../drawings/vmlDrawing178.vml"/><Relationship Id="rId5" Type="http://schemas.openxmlformats.org/officeDocument/2006/relationships/image" Target="../media/image22.emf"/><Relationship Id="rId4" Type="http://schemas.openxmlformats.org/officeDocument/2006/relationships/oleObject" Target="../embeddings/oleObject182.bin"/></Relationships>
</file>

<file path=ppt/slideLayouts/_rels/slideLayout22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4.xml"/><Relationship Id="rId1" Type="http://schemas.openxmlformats.org/officeDocument/2006/relationships/vmlDrawing" Target="../drawings/vmlDrawing179.vml"/><Relationship Id="rId5" Type="http://schemas.openxmlformats.org/officeDocument/2006/relationships/image" Target="../media/image22.emf"/><Relationship Id="rId4" Type="http://schemas.openxmlformats.org/officeDocument/2006/relationships/oleObject" Target="../embeddings/oleObject183.bin"/></Relationships>
</file>

<file path=ppt/slideLayouts/_rels/slideLayout22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5.xml"/><Relationship Id="rId1" Type="http://schemas.openxmlformats.org/officeDocument/2006/relationships/vmlDrawing" Target="../drawings/vmlDrawing180.vml"/><Relationship Id="rId5" Type="http://schemas.openxmlformats.org/officeDocument/2006/relationships/image" Target="../media/image23.emf"/><Relationship Id="rId4" Type="http://schemas.openxmlformats.org/officeDocument/2006/relationships/oleObject" Target="../embeddings/oleObject184.bin"/></Relationships>
</file>

<file path=ppt/slideLayouts/_rels/slideLayout22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6.xml"/><Relationship Id="rId1" Type="http://schemas.openxmlformats.org/officeDocument/2006/relationships/vmlDrawing" Target="../drawings/vmlDrawing181.vml"/><Relationship Id="rId5" Type="http://schemas.openxmlformats.org/officeDocument/2006/relationships/image" Target="../media/image23.emf"/><Relationship Id="rId4" Type="http://schemas.openxmlformats.org/officeDocument/2006/relationships/oleObject" Target="../embeddings/oleObject185.bin"/></Relationships>
</file>

<file path=ppt/slideLayouts/_rels/slideLayout22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7.xml"/><Relationship Id="rId1" Type="http://schemas.openxmlformats.org/officeDocument/2006/relationships/vmlDrawing" Target="../drawings/vmlDrawing182.vml"/><Relationship Id="rId5" Type="http://schemas.openxmlformats.org/officeDocument/2006/relationships/image" Target="../media/image23.emf"/><Relationship Id="rId4" Type="http://schemas.openxmlformats.org/officeDocument/2006/relationships/oleObject" Target="../embeddings/oleObject186.bin"/></Relationships>
</file>

<file path=ppt/slideLayouts/_rels/slideLayout22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8.xml"/><Relationship Id="rId1" Type="http://schemas.openxmlformats.org/officeDocument/2006/relationships/vmlDrawing" Target="../drawings/vmlDrawing183.vml"/><Relationship Id="rId5" Type="http://schemas.openxmlformats.org/officeDocument/2006/relationships/image" Target="../media/image23.emf"/><Relationship Id="rId4" Type="http://schemas.openxmlformats.org/officeDocument/2006/relationships/oleObject" Target="../embeddings/oleObject187.bin"/></Relationships>
</file>

<file path=ppt/slideLayouts/_rels/slideLayout22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89.xml"/><Relationship Id="rId1" Type="http://schemas.openxmlformats.org/officeDocument/2006/relationships/vmlDrawing" Target="../drawings/vmlDrawing184.vml"/><Relationship Id="rId5" Type="http://schemas.openxmlformats.org/officeDocument/2006/relationships/image" Target="../media/image23.emf"/><Relationship Id="rId4" Type="http://schemas.openxmlformats.org/officeDocument/2006/relationships/oleObject" Target="../embeddings/oleObject188.bin"/></Relationships>
</file>

<file path=ppt/slideLayouts/_rels/slideLayout22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0.xml"/><Relationship Id="rId1" Type="http://schemas.openxmlformats.org/officeDocument/2006/relationships/vmlDrawing" Target="../drawings/vmlDrawing185.vml"/><Relationship Id="rId5" Type="http://schemas.openxmlformats.org/officeDocument/2006/relationships/image" Target="../media/image23.emf"/><Relationship Id="rId4" Type="http://schemas.openxmlformats.org/officeDocument/2006/relationships/oleObject" Target="../embeddings/oleObject189.bin"/></Relationships>
</file>

<file path=ppt/slideLayouts/_rels/slideLayout22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1.xml"/><Relationship Id="rId1" Type="http://schemas.openxmlformats.org/officeDocument/2006/relationships/vmlDrawing" Target="../drawings/vmlDrawing186.vml"/><Relationship Id="rId5" Type="http://schemas.openxmlformats.org/officeDocument/2006/relationships/image" Target="../media/image23.emf"/><Relationship Id="rId4" Type="http://schemas.openxmlformats.org/officeDocument/2006/relationships/oleObject" Target="../embeddings/oleObject190.bin"/></Relationships>
</file>

<file path=ppt/slideLayouts/_rels/slideLayout23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2.xml"/><Relationship Id="rId1" Type="http://schemas.openxmlformats.org/officeDocument/2006/relationships/vmlDrawing" Target="../drawings/vmlDrawing187.vml"/><Relationship Id="rId5" Type="http://schemas.openxmlformats.org/officeDocument/2006/relationships/image" Target="../media/image23.emf"/><Relationship Id="rId4" Type="http://schemas.openxmlformats.org/officeDocument/2006/relationships/oleObject" Target="../embeddings/oleObject191.bin"/></Relationships>
</file>

<file path=ppt/slideLayouts/_rels/slideLayout23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3.xml"/><Relationship Id="rId1" Type="http://schemas.openxmlformats.org/officeDocument/2006/relationships/vmlDrawing" Target="../drawings/vmlDrawing188.vml"/><Relationship Id="rId5" Type="http://schemas.openxmlformats.org/officeDocument/2006/relationships/image" Target="../media/image23.emf"/><Relationship Id="rId4" Type="http://schemas.openxmlformats.org/officeDocument/2006/relationships/oleObject" Target="../embeddings/oleObject192.bin"/></Relationships>
</file>

<file path=ppt/slideLayouts/_rels/slideLayout23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4.xml"/><Relationship Id="rId1" Type="http://schemas.openxmlformats.org/officeDocument/2006/relationships/vmlDrawing" Target="../drawings/vmlDrawing189.vml"/><Relationship Id="rId5" Type="http://schemas.openxmlformats.org/officeDocument/2006/relationships/image" Target="../media/image23.emf"/><Relationship Id="rId4" Type="http://schemas.openxmlformats.org/officeDocument/2006/relationships/oleObject" Target="../embeddings/oleObject193.bin"/></Relationships>
</file>

<file path=ppt/slideLayouts/_rels/slideLayout23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195.xml"/><Relationship Id="rId1" Type="http://schemas.openxmlformats.org/officeDocument/2006/relationships/vmlDrawing" Target="../drawings/vmlDrawing190.vml"/><Relationship Id="rId5" Type="http://schemas.openxmlformats.org/officeDocument/2006/relationships/image" Target="../media/image16.emf"/><Relationship Id="rId4" Type="http://schemas.openxmlformats.org/officeDocument/2006/relationships/oleObject" Target="../embeddings/oleObject194.bin"/></Relationships>
</file>

<file path=ppt/slideLayouts/_rels/slideLayout234.xml.rels><?xml version="1.0" encoding="UTF-8" standalone="yes"?>
<Relationships xmlns="http://schemas.openxmlformats.org/package/2006/relationships"><Relationship Id="rId3" Type="http://schemas.openxmlformats.org/officeDocument/2006/relationships/tags" Target="../tags/tag197.xml"/><Relationship Id="rId7" Type="http://schemas.openxmlformats.org/officeDocument/2006/relationships/oleObject" Target="../embeddings/oleObject196.bin"/><Relationship Id="rId2" Type="http://schemas.openxmlformats.org/officeDocument/2006/relationships/tags" Target="../tags/tag196.xml"/><Relationship Id="rId1" Type="http://schemas.openxmlformats.org/officeDocument/2006/relationships/vmlDrawing" Target="../drawings/vmlDrawing191.vml"/><Relationship Id="rId6" Type="http://schemas.openxmlformats.org/officeDocument/2006/relationships/image" Target="../media/image24.emf"/><Relationship Id="rId5" Type="http://schemas.openxmlformats.org/officeDocument/2006/relationships/oleObject" Target="../embeddings/oleObject195.bin"/><Relationship Id="rId4" Type="http://schemas.openxmlformats.org/officeDocument/2006/relationships/slideMaster" Target="../slideMasters/slideMaster3.xml"/></Relationships>
</file>

<file path=ppt/slideLayouts/_rels/slideLayout235.xml.rels><?xml version="1.0" encoding="UTF-8" standalone="yes"?>
<Relationships xmlns="http://schemas.openxmlformats.org/package/2006/relationships"><Relationship Id="rId3" Type="http://schemas.openxmlformats.org/officeDocument/2006/relationships/tags" Target="../tags/tag199.xml"/><Relationship Id="rId7" Type="http://schemas.openxmlformats.org/officeDocument/2006/relationships/oleObject" Target="../embeddings/oleObject198.bin"/><Relationship Id="rId2" Type="http://schemas.openxmlformats.org/officeDocument/2006/relationships/tags" Target="../tags/tag198.xml"/><Relationship Id="rId1" Type="http://schemas.openxmlformats.org/officeDocument/2006/relationships/vmlDrawing" Target="../drawings/vmlDrawing192.vml"/><Relationship Id="rId6" Type="http://schemas.openxmlformats.org/officeDocument/2006/relationships/image" Target="../media/image24.emf"/><Relationship Id="rId5" Type="http://schemas.openxmlformats.org/officeDocument/2006/relationships/oleObject" Target="../embeddings/oleObject197.bin"/><Relationship Id="rId4" Type="http://schemas.openxmlformats.org/officeDocument/2006/relationships/slideMaster" Target="../slideMasters/slideMaster3.xml"/></Relationships>
</file>

<file path=ppt/slideLayouts/_rels/slideLayout236.xml.rels><?xml version="1.0" encoding="UTF-8" standalone="yes"?>
<Relationships xmlns="http://schemas.openxmlformats.org/package/2006/relationships"><Relationship Id="rId3" Type="http://schemas.openxmlformats.org/officeDocument/2006/relationships/tags" Target="../tags/tag201.xml"/><Relationship Id="rId7" Type="http://schemas.openxmlformats.org/officeDocument/2006/relationships/oleObject" Target="../embeddings/oleObject200.bin"/><Relationship Id="rId2" Type="http://schemas.openxmlformats.org/officeDocument/2006/relationships/tags" Target="../tags/tag200.xml"/><Relationship Id="rId1" Type="http://schemas.openxmlformats.org/officeDocument/2006/relationships/vmlDrawing" Target="../drawings/vmlDrawing193.vml"/><Relationship Id="rId6" Type="http://schemas.openxmlformats.org/officeDocument/2006/relationships/image" Target="../media/image24.emf"/><Relationship Id="rId5" Type="http://schemas.openxmlformats.org/officeDocument/2006/relationships/oleObject" Target="../embeddings/oleObject199.bin"/><Relationship Id="rId4" Type="http://schemas.openxmlformats.org/officeDocument/2006/relationships/slideMaster" Target="../slideMasters/slideMaster3.xml"/></Relationships>
</file>

<file path=ppt/slideLayouts/_rels/slideLayout237.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tags" Target="../tags/tag203.xml"/><Relationship Id="rId7" Type="http://schemas.openxmlformats.org/officeDocument/2006/relationships/image" Target="../media/image25.png"/><Relationship Id="rId2" Type="http://schemas.openxmlformats.org/officeDocument/2006/relationships/tags" Target="../tags/tag202.xml"/><Relationship Id="rId1" Type="http://schemas.openxmlformats.org/officeDocument/2006/relationships/vmlDrawing" Target="../drawings/vmlDrawing194.vml"/><Relationship Id="rId6" Type="http://schemas.openxmlformats.org/officeDocument/2006/relationships/image" Target="../media/image24.emf"/><Relationship Id="rId5" Type="http://schemas.openxmlformats.org/officeDocument/2006/relationships/oleObject" Target="../embeddings/oleObject201.bin"/><Relationship Id="rId10" Type="http://schemas.openxmlformats.org/officeDocument/2006/relationships/oleObject" Target="../embeddings/oleObject202.bin"/><Relationship Id="rId4" Type="http://schemas.openxmlformats.org/officeDocument/2006/relationships/slideMaster" Target="../slideMasters/slideMaster3.xml"/><Relationship Id="rId9" Type="http://schemas.openxmlformats.org/officeDocument/2006/relationships/image" Target="../media/image27.png"/></Relationships>
</file>

<file path=ppt/slideLayouts/_rels/slideLayout23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4.xml"/><Relationship Id="rId1" Type="http://schemas.openxmlformats.org/officeDocument/2006/relationships/vmlDrawing" Target="../drawings/vmlDrawing195.vml"/><Relationship Id="rId5" Type="http://schemas.openxmlformats.org/officeDocument/2006/relationships/image" Target="../media/image24.emf"/><Relationship Id="rId4" Type="http://schemas.openxmlformats.org/officeDocument/2006/relationships/oleObject" Target="../embeddings/oleObject203.bin"/></Relationships>
</file>

<file path=ppt/slideLayouts/_rels/slideLayout23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5.xml"/><Relationship Id="rId1" Type="http://schemas.openxmlformats.org/officeDocument/2006/relationships/vmlDrawing" Target="../drawings/vmlDrawing196.vml"/><Relationship Id="rId5" Type="http://schemas.openxmlformats.org/officeDocument/2006/relationships/image" Target="../media/image24.emf"/><Relationship Id="rId4" Type="http://schemas.openxmlformats.org/officeDocument/2006/relationships/oleObject" Target="../embeddings/oleObject204.bin"/></Relationships>
</file>

<file path=ppt/slideLayouts/_rels/slideLayout24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6.xml"/><Relationship Id="rId1" Type="http://schemas.openxmlformats.org/officeDocument/2006/relationships/vmlDrawing" Target="../drawings/vmlDrawing197.vml"/><Relationship Id="rId5" Type="http://schemas.openxmlformats.org/officeDocument/2006/relationships/image" Target="../media/image24.emf"/><Relationship Id="rId4" Type="http://schemas.openxmlformats.org/officeDocument/2006/relationships/oleObject" Target="../embeddings/oleObject205.bin"/></Relationships>
</file>

<file path=ppt/slideLayouts/_rels/slideLayout24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7.xml"/><Relationship Id="rId1" Type="http://schemas.openxmlformats.org/officeDocument/2006/relationships/vmlDrawing" Target="../drawings/vmlDrawing198.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6.bin"/></Relationships>
</file>

<file path=ppt/slideLayouts/_rels/slideLayout24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8.xml"/><Relationship Id="rId1" Type="http://schemas.openxmlformats.org/officeDocument/2006/relationships/vmlDrawing" Target="../drawings/vmlDrawing199.vml"/><Relationship Id="rId6" Type="http://schemas.openxmlformats.org/officeDocument/2006/relationships/image" Target="../media/image28.png"/><Relationship Id="rId5" Type="http://schemas.openxmlformats.org/officeDocument/2006/relationships/image" Target="../media/image24.emf"/><Relationship Id="rId4" Type="http://schemas.openxmlformats.org/officeDocument/2006/relationships/oleObject" Target="../embeddings/oleObject207.bin"/></Relationships>
</file>

<file path=ppt/slideLayouts/_rels/slideLayout24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09.xml"/><Relationship Id="rId1" Type="http://schemas.openxmlformats.org/officeDocument/2006/relationships/vmlDrawing" Target="../drawings/vmlDrawing200.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8.bin"/></Relationships>
</file>

<file path=ppt/slideLayouts/_rels/slideLayout24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0.xml"/><Relationship Id="rId1" Type="http://schemas.openxmlformats.org/officeDocument/2006/relationships/vmlDrawing" Target="../drawings/vmlDrawing201.vml"/><Relationship Id="rId6" Type="http://schemas.openxmlformats.org/officeDocument/2006/relationships/image" Target="../media/image29.png"/><Relationship Id="rId5" Type="http://schemas.openxmlformats.org/officeDocument/2006/relationships/image" Target="../media/image24.emf"/><Relationship Id="rId4" Type="http://schemas.openxmlformats.org/officeDocument/2006/relationships/oleObject" Target="../embeddings/oleObject209.bin"/></Relationships>
</file>

<file path=ppt/slideLayouts/_rels/slideLayout24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1.xml"/><Relationship Id="rId1" Type="http://schemas.openxmlformats.org/officeDocument/2006/relationships/vmlDrawing" Target="../drawings/vmlDrawing202.vml"/><Relationship Id="rId6" Type="http://schemas.openxmlformats.org/officeDocument/2006/relationships/image" Target="../media/image33.svg"/><Relationship Id="rId5" Type="http://schemas.openxmlformats.org/officeDocument/2006/relationships/image" Target="../media/image24.emf"/><Relationship Id="rId4" Type="http://schemas.openxmlformats.org/officeDocument/2006/relationships/oleObject" Target="../embeddings/oleObject210.bin"/></Relationships>
</file>

<file path=ppt/slideLayouts/_rels/slideLayout24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2.xml"/><Relationship Id="rId1" Type="http://schemas.openxmlformats.org/officeDocument/2006/relationships/vmlDrawing" Target="../drawings/vmlDrawing203.vml"/><Relationship Id="rId6" Type="http://schemas.openxmlformats.org/officeDocument/2006/relationships/image" Target="../media/image34.svg"/><Relationship Id="rId5" Type="http://schemas.openxmlformats.org/officeDocument/2006/relationships/image" Target="../media/image24.emf"/><Relationship Id="rId4" Type="http://schemas.openxmlformats.org/officeDocument/2006/relationships/oleObject" Target="../embeddings/oleObject211.bin"/></Relationships>
</file>

<file path=ppt/slideLayouts/_rels/slideLayout24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3.xml"/><Relationship Id="rId1" Type="http://schemas.openxmlformats.org/officeDocument/2006/relationships/vmlDrawing" Target="../drawings/vmlDrawing204.vml"/><Relationship Id="rId5" Type="http://schemas.openxmlformats.org/officeDocument/2006/relationships/image" Target="../media/image16.emf"/><Relationship Id="rId4" Type="http://schemas.openxmlformats.org/officeDocument/2006/relationships/oleObject" Target="../embeddings/oleObject212.bin"/></Relationships>
</file>

<file path=ppt/slideLayouts/_rels/slideLayout24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4.xml"/><Relationship Id="rId1" Type="http://schemas.openxmlformats.org/officeDocument/2006/relationships/vmlDrawing" Target="../drawings/vmlDrawing205.vml"/><Relationship Id="rId5" Type="http://schemas.openxmlformats.org/officeDocument/2006/relationships/image" Target="../media/image30.emf"/><Relationship Id="rId4" Type="http://schemas.openxmlformats.org/officeDocument/2006/relationships/oleObject" Target="../embeddings/oleObject213.bin"/></Relationships>
</file>

<file path=ppt/slideLayouts/_rels/slideLayout24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5.xml"/><Relationship Id="rId1" Type="http://schemas.openxmlformats.org/officeDocument/2006/relationships/vmlDrawing" Target="../drawings/vmlDrawing206.vml"/><Relationship Id="rId5" Type="http://schemas.openxmlformats.org/officeDocument/2006/relationships/image" Target="../media/image30.emf"/><Relationship Id="rId4" Type="http://schemas.openxmlformats.org/officeDocument/2006/relationships/oleObject" Target="../embeddings/oleObject214.bin"/></Relationships>
</file>

<file path=ppt/slideLayouts/_rels/slideLayout250.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6.xml"/><Relationship Id="rId1" Type="http://schemas.openxmlformats.org/officeDocument/2006/relationships/vmlDrawing" Target="../drawings/vmlDrawing207.vml"/><Relationship Id="rId5" Type="http://schemas.openxmlformats.org/officeDocument/2006/relationships/image" Target="../media/image31.emf"/><Relationship Id="rId4" Type="http://schemas.openxmlformats.org/officeDocument/2006/relationships/oleObject" Target="../embeddings/oleObject215.bin"/></Relationships>
</file>

<file path=ppt/slideLayouts/_rels/slideLayout251.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7.xml"/><Relationship Id="rId1" Type="http://schemas.openxmlformats.org/officeDocument/2006/relationships/vmlDrawing" Target="../drawings/vmlDrawing208.vml"/><Relationship Id="rId5" Type="http://schemas.openxmlformats.org/officeDocument/2006/relationships/image" Target="../media/image31.emf"/><Relationship Id="rId4" Type="http://schemas.openxmlformats.org/officeDocument/2006/relationships/oleObject" Target="../embeddings/oleObject216.bin"/></Relationships>
</file>

<file path=ppt/slideLayouts/_rels/slideLayout252.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8.xml"/><Relationship Id="rId1" Type="http://schemas.openxmlformats.org/officeDocument/2006/relationships/vmlDrawing" Target="../drawings/vmlDrawing209.vml"/><Relationship Id="rId5" Type="http://schemas.openxmlformats.org/officeDocument/2006/relationships/image" Target="../media/image16.emf"/><Relationship Id="rId4" Type="http://schemas.openxmlformats.org/officeDocument/2006/relationships/oleObject" Target="../embeddings/oleObject217.bin"/></Relationships>
</file>

<file path=ppt/slideLayouts/_rels/slideLayout25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19.xml"/><Relationship Id="rId1" Type="http://schemas.openxmlformats.org/officeDocument/2006/relationships/vmlDrawing" Target="../drawings/vmlDrawing210.vml"/><Relationship Id="rId5" Type="http://schemas.openxmlformats.org/officeDocument/2006/relationships/image" Target="../media/image32.emf"/><Relationship Id="rId4" Type="http://schemas.openxmlformats.org/officeDocument/2006/relationships/oleObject" Target="../embeddings/oleObject218.bin"/></Relationships>
</file>

<file path=ppt/slideLayouts/_rels/slideLayout25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0.xml"/><Relationship Id="rId1" Type="http://schemas.openxmlformats.org/officeDocument/2006/relationships/vmlDrawing" Target="../drawings/vmlDrawing211.vml"/><Relationship Id="rId5" Type="http://schemas.openxmlformats.org/officeDocument/2006/relationships/image" Target="../media/image32.emf"/><Relationship Id="rId4" Type="http://schemas.openxmlformats.org/officeDocument/2006/relationships/oleObject" Target="../embeddings/oleObject219.bin"/></Relationships>
</file>

<file path=ppt/slideLayouts/_rels/slideLayout25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1.xml"/><Relationship Id="rId1" Type="http://schemas.openxmlformats.org/officeDocument/2006/relationships/vmlDrawing" Target="../drawings/vmlDrawing212.vml"/><Relationship Id="rId5" Type="http://schemas.openxmlformats.org/officeDocument/2006/relationships/image" Target="../media/image32.emf"/><Relationship Id="rId4" Type="http://schemas.openxmlformats.org/officeDocument/2006/relationships/oleObject" Target="../embeddings/oleObject220.bin"/></Relationships>
</file>

<file path=ppt/slideLayouts/_rels/slideLayout256.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2.xml"/><Relationship Id="rId1" Type="http://schemas.openxmlformats.org/officeDocument/2006/relationships/vmlDrawing" Target="../drawings/vmlDrawing213.vml"/><Relationship Id="rId5" Type="http://schemas.openxmlformats.org/officeDocument/2006/relationships/image" Target="../media/image32.emf"/><Relationship Id="rId4" Type="http://schemas.openxmlformats.org/officeDocument/2006/relationships/oleObject" Target="../embeddings/oleObject221.bin"/></Relationships>
</file>

<file path=ppt/slideLayouts/_rels/slideLayout257.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3.xml"/><Relationship Id="rId1" Type="http://schemas.openxmlformats.org/officeDocument/2006/relationships/vmlDrawing" Target="../drawings/vmlDrawing214.vml"/><Relationship Id="rId5" Type="http://schemas.openxmlformats.org/officeDocument/2006/relationships/image" Target="../media/image32.emf"/><Relationship Id="rId4" Type="http://schemas.openxmlformats.org/officeDocument/2006/relationships/oleObject" Target="../embeddings/oleObject222.bin"/></Relationships>
</file>

<file path=ppt/slideLayouts/_rels/slideLayout258.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4.xml"/><Relationship Id="rId1" Type="http://schemas.openxmlformats.org/officeDocument/2006/relationships/vmlDrawing" Target="../drawings/vmlDrawing215.vml"/><Relationship Id="rId5" Type="http://schemas.openxmlformats.org/officeDocument/2006/relationships/image" Target="../media/image32.emf"/><Relationship Id="rId4" Type="http://schemas.openxmlformats.org/officeDocument/2006/relationships/oleObject" Target="../embeddings/oleObject223.bin"/></Relationships>
</file>

<file path=ppt/slideLayouts/_rels/slideLayout25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5.xml"/><Relationship Id="rId1" Type="http://schemas.openxmlformats.org/officeDocument/2006/relationships/vmlDrawing" Target="../drawings/vmlDrawing216.vml"/><Relationship Id="rId5" Type="http://schemas.openxmlformats.org/officeDocument/2006/relationships/image" Target="../media/image16.emf"/><Relationship Id="rId4" Type="http://schemas.openxmlformats.org/officeDocument/2006/relationships/oleObject" Target="../embeddings/oleObject224.bin"/></Relationships>
</file>

<file path=ppt/slideLayouts/_rels/slideLayout260.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6.xml"/><Relationship Id="rId1" Type="http://schemas.openxmlformats.org/officeDocument/2006/relationships/vmlDrawing" Target="../drawings/vmlDrawing217.vml"/><Relationship Id="rId6" Type="http://schemas.openxmlformats.org/officeDocument/2006/relationships/image" Target="../media/image33.emf"/><Relationship Id="rId5" Type="http://schemas.openxmlformats.org/officeDocument/2006/relationships/oleObject" Target="../embeddings/oleObject225.bin"/><Relationship Id="rId4" Type="http://schemas.openxmlformats.org/officeDocument/2006/relationships/image" Target="../media/image38.svg"/></Relationships>
</file>

<file path=ppt/slideLayouts/_rels/slideLayout261.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7.xml"/><Relationship Id="rId1" Type="http://schemas.openxmlformats.org/officeDocument/2006/relationships/vmlDrawing" Target="../drawings/vmlDrawing218.vml"/><Relationship Id="rId6" Type="http://schemas.openxmlformats.org/officeDocument/2006/relationships/image" Target="../media/image33.emf"/><Relationship Id="rId5" Type="http://schemas.openxmlformats.org/officeDocument/2006/relationships/oleObject" Target="../embeddings/oleObject226.bin"/><Relationship Id="rId4" Type="http://schemas.openxmlformats.org/officeDocument/2006/relationships/image" Target="../media/image23.svg"/></Relationships>
</file>

<file path=ppt/slideLayouts/_rels/slideLayout262.xml.rels><?xml version="1.0" encoding="UTF-8" standalone="yes"?>
<Relationships xmlns="http://schemas.openxmlformats.org/package/2006/relationships"><Relationship Id="rId3" Type="http://schemas.openxmlformats.org/officeDocument/2006/relationships/slideMaster" Target="../slideMasters/slideMaster3.xml"/><Relationship Id="rId7" Type="http://schemas.openxmlformats.org/officeDocument/2006/relationships/image" Target="../media/image40.svg"/><Relationship Id="rId2" Type="http://schemas.openxmlformats.org/officeDocument/2006/relationships/tags" Target="../tags/tag228.xml"/><Relationship Id="rId1" Type="http://schemas.openxmlformats.org/officeDocument/2006/relationships/vmlDrawing" Target="../drawings/vmlDrawing219.vml"/><Relationship Id="rId6" Type="http://schemas.openxmlformats.org/officeDocument/2006/relationships/image" Target="../media/image33.emf"/><Relationship Id="rId5" Type="http://schemas.openxmlformats.org/officeDocument/2006/relationships/oleObject" Target="../embeddings/oleObject227.bin"/><Relationship Id="rId4" Type="http://schemas.openxmlformats.org/officeDocument/2006/relationships/image" Target="../media/image23.svg"/></Relationships>
</file>

<file path=ppt/slideLayouts/_rels/slideLayout263.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29.xml"/><Relationship Id="rId1" Type="http://schemas.openxmlformats.org/officeDocument/2006/relationships/vmlDrawing" Target="../drawings/vmlDrawing220.vml"/><Relationship Id="rId6" Type="http://schemas.openxmlformats.org/officeDocument/2006/relationships/image" Target="../media/image41.svg"/><Relationship Id="rId5" Type="http://schemas.openxmlformats.org/officeDocument/2006/relationships/image" Target="../media/image33.emf"/><Relationship Id="rId4" Type="http://schemas.openxmlformats.org/officeDocument/2006/relationships/oleObject" Target="../embeddings/oleObject228.bin"/></Relationships>
</file>

<file path=ppt/slideLayouts/_rels/slideLayout264.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0.xml"/><Relationship Id="rId1" Type="http://schemas.openxmlformats.org/officeDocument/2006/relationships/vmlDrawing" Target="../drawings/vmlDrawing221.vml"/><Relationship Id="rId6" Type="http://schemas.openxmlformats.org/officeDocument/2006/relationships/image" Target="../media/image42.svg"/><Relationship Id="rId5" Type="http://schemas.openxmlformats.org/officeDocument/2006/relationships/image" Target="../media/image33.emf"/><Relationship Id="rId4" Type="http://schemas.openxmlformats.org/officeDocument/2006/relationships/oleObject" Target="../embeddings/oleObject229.bin"/></Relationships>
</file>

<file path=ppt/slideLayouts/_rels/slideLayout265.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231.xml"/><Relationship Id="rId1" Type="http://schemas.openxmlformats.org/officeDocument/2006/relationships/vmlDrawing" Target="../drawings/vmlDrawing222.vml"/><Relationship Id="rId5" Type="http://schemas.openxmlformats.org/officeDocument/2006/relationships/image" Target="../media/image16.emf"/><Relationship Id="rId4" Type="http://schemas.openxmlformats.org/officeDocument/2006/relationships/oleObject" Target="../embeddings/oleObject230.bin"/></Relationships>
</file>

<file path=ppt/slideLayouts/_rels/slideLayout266.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3.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v1">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xmlns=""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a16="http://schemas.microsoft.com/office/drawing/2014/main" xmlns="" id="{98855B5B-E925-44AD-9009-DE309257938B}"/>
              </a:ext>
            </a:extLst>
          </p:cNvPr>
          <p:cNvSpPr/>
          <p:nvPr userDrawn="1"/>
        </p:nvSpPr>
        <p:spPr>
          <a:xfrm>
            <a:off x="3772818"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3771136"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5136825"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25" name="Picture Placeholder 19">
            <a:extLst>
              <a:ext uri="{FF2B5EF4-FFF2-40B4-BE49-F238E27FC236}">
                <a16:creationId xmlns:a16="http://schemas.microsoft.com/office/drawing/2014/main" xmlns="" id="{BBB6AD79-4BB3-4B00-81E0-23A147A8722D}"/>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634200"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753102"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pic>
        <p:nvPicPr>
          <p:cNvPr id="16" name="Picture Placeholder 2">
            <a:extLst>
              <a:ext uri="{FF2B5EF4-FFF2-40B4-BE49-F238E27FC236}">
                <a16:creationId xmlns:a16="http://schemas.microsoft.com/office/drawing/2014/main" xmlns="" id="{0722218A-F86B-4F46-ABF3-1D0489C8A00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Tree>
    <p:extLst>
      <p:ext uri="{BB962C8B-B14F-4D97-AF65-F5344CB8AC3E}">
        <p14:creationId xmlns:p14="http://schemas.microsoft.com/office/powerpoint/2010/main" val="33950678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v1 - with Presenters">
    <p:bg>
      <p:bgPr>
        <a:solidFill>
          <a:schemeClr val="accent5"/>
        </a:solidFill>
        <a:effectLst/>
      </p:bgPr>
    </p:bg>
    <p:spTree>
      <p:nvGrpSpPr>
        <p:cNvPr id="1" name=""/>
        <p:cNvGrpSpPr/>
        <p:nvPr/>
      </p:nvGrpSpPr>
      <p:grpSpPr>
        <a:xfrm>
          <a:off x="0" y="0"/>
          <a:ext cx="0" cy="0"/>
          <a:chOff x="0" y="0"/>
          <a:chExt cx="0" cy="0"/>
        </a:xfrm>
      </p:grpSpPr>
      <p:pic>
        <p:nvPicPr>
          <p:cNvPr id="35" name="Picture 34">
            <a:extLst>
              <a:ext uri="{FF2B5EF4-FFF2-40B4-BE49-F238E27FC236}">
                <a16:creationId xmlns:a16="http://schemas.microsoft.com/office/drawing/2014/main" xmlns="" id="{27CB389C-7477-4383-A9E8-C2245E730B40}"/>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 y="0"/>
            <a:ext cx="12192000" cy="6858000"/>
          </a:xfrm>
          <a:prstGeom prst="rect">
            <a:avLst/>
          </a:prstGeom>
        </p:spPr>
      </p:pic>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19" name="Oval 18">
            <a:extLst>
              <a:ext uri="{FF2B5EF4-FFF2-40B4-BE49-F238E27FC236}">
                <a16:creationId xmlns:a16="http://schemas.microsoft.com/office/drawing/2014/main" xmlns="" id="{98855B5B-E925-44AD-9009-DE309257938B}"/>
              </a:ext>
            </a:extLst>
          </p:cNvPr>
          <p:cNvSpPr/>
          <p:nvPr userDrawn="1"/>
        </p:nvSpPr>
        <p:spPr>
          <a:xfrm>
            <a:off x="1671996" y="1106424"/>
            <a:ext cx="4646362" cy="4645152"/>
          </a:xfrm>
          <a:prstGeom prst="ellipse">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1670313" y="2552563"/>
            <a:ext cx="4649730" cy="2095500"/>
          </a:xfrm>
        </p:spPr>
        <p:txBody>
          <a:bodyPr anchor="ctr"/>
          <a:lstStyle>
            <a:lvl1pPr algn="ctr">
              <a:lnSpc>
                <a:spcPct val="80000"/>
              </a:lnSpc>
              <a:defRPr sz="40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3036003" y="1938968"/>
            <a:ext cx="1918348" cy="315913"/>
          </a:xfrm>
          <a:prstGeom prst="rect">
            <a:avLst/>
          </a:prstGeom>
        </p:spPr>
        <p:txBody>
          <a:bodyPr anchor="ctr">
            <a:noAutofit/>
          </a:bodyPr>
          <a:lstStyle>
            <a:lvl1pPr marL="0" indent="0" algn="ctr">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4533378" y="4535266"/>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4652280" y="4900144"/>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15" name="Picture Placeholder 19">
            <a:extLst>
              <a:ext uri="{FF2B5EF4-FFF2-40B4-BE49-F238E27FC236}">
                <a16:creationId xmlns:a16="http://schemas.microsoft.com/office/drawing/2014/main" xmlns="" id="{F42F61E4-95F5-45EB-A16E-986F5CC77182}"/>
              </a:ext>
            </a:extLst>
          </p:cNvPr>
          <p:cNvSpPr>
            <a:spLocks noGrp="1"/>
          </p:cNvSpPr>
          <p:nvPr>
            <p:ph type="pic" sz="quarter" idx="12" hasCustomPrompt="1"/>
          </p:nvPr>
        </p:nvSpPr>
        <p:spPr>
          <a:xfrm>
            <a:off x="7554041"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3" name="Text Placeholder 2">
            <a:extLst>
              <a:ext uri="{FF2B5EF4-FFF2-40B4-BE49-F238E27FC236}">
                <a16:creationId xmlns:a16="http://schemas.microsoft.com/office/drawing/2014/main" xmlns="" id="{69DB7E39-16D3-4AAF-8DB5-F05C74688C93}"/>
              </a:ext>
            </a:extLst>
          </p:cNvPr>
          <p:cNvSpPr>
            <a:spLocks noGrp="1"/>
          </p:cNvSpPr>
          <p:nvPr>
            <p:ph type="body" sz="quarter" idx="13" hasCustomPrompt="1"/>
          </p:nvPr>
        </p:nvSpPr>
        <p:spPr>
          <a:xfrm>
            <a:off x="7420040"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43" name="Picture Placeholder 19">
            <a:extLst>
              <a:ext uri="{FF2B5EF4-FFF2-40B4-BE49-F238E27FC236}">
                <a16:creationId xmlns:a16="http://schemas.microsoft.com/office/drawing/2014/main" xmlns="" id="{125CEFA6-05AE-45D8-A1A3-F1D0A0552692}"/>
              </a:ext>
            </a:extLst>
          </p:cNvPr>
          <p:cNvSpPr>
            <a:spLocks noGrp="1"/>
          </p:cNvSpPr>
          <p:nvPr>
            <p:ph type="pic" sz="quarter" idx="14" hasCustomPrompt="1"/>
          </p:nvPr>
        </p:nvSpPr>
        <p:spPr>
          <a:xfrm>
            <a:off x="8491033"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4" name="Text Placeholder 2">
            <a:extLst>
              <a:ext uri="{FF2B5EF4-FFF2-40B4-BE49-F238E27FC236}">
                <a16:creationId xmlns:a16="http://schemas.microsoft.com/office/drawing/2014/main" xmlns="" id="{ACA2B04E-D901-4211-A62E-E7960290CB86}"/>
              </a:ext>
            </a:extLst>
          </p:cNvPr>
          <p:cNvSpPr>
            <a:spLocks noGrp="1"/>
          </p:cNvSpPr>
          <p:nvPr>
            <p:ph type="body" sz="quarter" idx="15" hasCustomPrompt="1"/>
          </p:nvPr>
        </p:nvSpPr>
        <p:spPr>
          <a:xfrm>
            <a:off x="8357032"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45" name="Picture Placeholder 19">
            <a:extLst>
              <a:ext uri="{FF2B5EF4-FFF2-40B4-BE49-F238E27FC236}">
                <a16:creationId xmlns:a16="http://schemas.microsoft.com/office/drawing/2014/main" xmlns="" id="{A68CD03B-FB07-4CDC-B7B8-4F39D0ECF4FA}"/>
              </a:ext>
            </a:extLst>
          </p:cNvPr>
          <p:cNvSpPr>
            <a:spLocks noGrp="1"/>
          </p:cNvSpPr>
          <p:nvPr>
            <p:ph type="pic" sz="quarter" idx="16" hasCustomPrompt="1"/>
          </p:nvPr>
        </p:nvSpPr>
        <p:spPr>
          <a:xfrm>
            <a:off x="9428025"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6" name="Text Placeholder 2">
            <a:extLst>
              <a:ext uri="{FF2B5EF4-FFF2-40B4-BE49-F238E27FC236}">
                <a16:creationId xmlns:a16="http://schemas.microsoft.com/office/drawing/2014/main" xmlns="" id="{57AE09AE-6FDA-4085-9804-E01790BF677C}"/>
              </a:ext>
            </a:extLst>
          </p:cNvPr>
          <p:cNvSpPr>
            <a:spLocks noGrp="1"/>
          </p:cNvSpPr>
          <p:nvPr>
            <p:ph type="body" sz="quarter" idx="17" hasCustomPrompt="1"/>
          </p:nvPr>
        </p:nvSpPr>
        <p:spPr>
          <a:xfrm>
            <a:off x="9294024"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47" name="Picture Placeholder 19">
            <a:extLst>
              <a:ext uri="{FF2B5EF4-FFF2-40B4-BE49-F238E27FC236}">
                <a16:creationId xmlns:a16="http://schemas.microsoft.com/office/drawing/2014/main" xmlns="" id="{792FB7E5-DBD8-47F7-92B3-B15C657815D4}"/>
              </a:ext>
            </a:extLst>
          </p:cNvPr>
          <p:cNvSpPr>
            <a:spLocks noGrp="1"/>
          </p:cNvSpPr>
          <p:nvPr>
            <p:ph type="pic" sz="quarter" idx="18" hasCustomPrompt="1"/>
          </p:nvPr>
        </p:nvSpPr>
        <p:spPr>
          <a:xfrm>
            <a:off x="10365017" y="4734588"/>
            <a:ext cx="548783" cy="548640"/>
          </a:xfrm>
          <a:prstGeom prst="ellipse">
            <a:avLst/>
          </a:prstGeom>
          <a:solidFill>
            <a:schemeClr val="bg1"/>
          </a:solidFill>
        </p:spPr>
        <p:txBody>
          <a:bodyPr wrap="none" lIns="0" tIns="0" rIns="0" bIns="1143000" anchor="t">
            <a:noAutofit/>
          </a:bodyPr>
          <a:lstStyle>
            <a:lvl1pPr marL="0" indent="0" algn="ctr">
              <a:buNone/>
              <a:defRPr sz="800" i="1">
                <a:solidFill>
                  <a:schemeClr val="bg1">
                    <a:alpha val="50000"/>
                  </a:schemeClr>
                </a:solidFill>
              </a:defRPr>
            </a:lvl1pPr>
          </a:lstStyle>
          <a:p>
            <a:r>
              <a:rPr lang="en-US" dirty="0"/>
              <a:t>Click to</a:t>
            </a:r>
            <a:br>
              <a:rPr lang="en-US" dirty="0"/>
            </a:br>
            <a:r>
              <a:rPr lang="en-US" dirty="0"/>
              <a:t>add picture</a:t>
            </a:r>
          </a:p>
        </p:txBody>
      </p:sp>
      <p:sp>
        <p:nvSpPr>
          <p:cNvPr id="48" name="Text Placeholder 2">
            <a:extLst>
              <a:ext uri="{FF2B5EF4-FFF2-40B4-BE49-F238E27FC236}">
                <a16:creationId xmlns:a16="http://schemas.microsoft.com/office/drawing/2014/main" xmlns="" id="{62CACE4C-2D9A-4D8C-AD8B-53F5FDBC2020}"/>
              </a:ext>
            </a:extLst>
          </p:cNvPr>
          <p:cNvSpPr>
            <a:spLocks noGrp="1"/>
          </p:cNvSpPr>
          <p:nvPr>
            <p:ph type="body" sz="quarter" idx="19" hasCustomPrompt="1"/>
          </p:nvPr>
        </p:nvSpPr>
        <p:spPr>
          <a:xfrm>
            <a:off x="10231016" y="537438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29" name="Picture Placeholder 2">
            <a:extLst>
              <a:ext uri="{FF2B5EF4-FFF2-40B4-BE49-F238E27FC236}">
                <a16:creationId xmlns:a16="http://schemas.microsoft.com/office/drawing/2014/main" xmlns="" id="{BD41828A-6710-494A-826C-128A666EFB80}"/>
              </a:ext>
            </a:extLst>
          </p:cNvPr>
          <p:cNvPicPr>
            <a:picLocks noChangeAspect="1"/>
          </p:cNvPicPr>
          <p:nvPr userDrawn="1"/>
        </p:nvPicPr>
        <p:blipFill rotWithShape="1">
          <a:blip r:embed="rId3"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0" name="Picture Placeholder 19">
            <a:extLst>
              <a:ext uri="{FF2B5EF4-FFF2-40B4-BE49-F238E27FC236}">
                <a16:creationId xmlns:a16="http://schemas.microsoft.com/office/drawing/2014/main" xmlns="" id="{C56FA7D8-298C-485F-ADF4-A3B54BC3F47A}"/>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latin typeface="+mn-lt"/>
              </a:defRPr>
            </a:lvl1pPr>
          </a:lstStyle>
          <a:p>
            <a:r>
              <a:rPr lang="en-US" dirty="0"/>
              <a:t>Click on the picture icon</a:t>
            </a:r>
            <a:br>
              <a:rPr lang="en-US" dirty="0"/>
            </a:br>
            <a:r>
              <a:rPr lang="en-US" dirty="0"/>
              <a:t>to insert the Partner logo</a:t>
            </a:r>
          </a:p>
        </p:txBody>
      </p:sp>
    </p:spTree>
    <p:extLst>
      <p:ext uri="{BB962C8B-B14F-4D97-AF65-F5344CB8AC3E}">
        <p14:creationId xmlns:p14="http://schemas.microsoft.com/office/powerpoint/2010/main" val="19313790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a:t>DDD, MMM YY</a:t>
            </a:r>
          </a:p>
        </p:txBody>
      </p:sp>
      <p:pic>
        <p:nvPicPr>
          <p:cNvPr id="13" name="Picture Placeholder 2">
            <a:extLst>
              <a:ext uri="{FF2B5EF4-FFF2-40B4-BE49-F238E27FC236}">
                <a16:creationId xmlns:a16="http://schemas.microsoft.com/office/drawing/2014/main" xmlns="" id="{45E66EA5-B756-4646-B7D3-9131530179B7}"/>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a16="http://schemas.microsoft.com/office/drawing/2014/main" xmlns=""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60415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1- with Presenters">
    <p:bg>
      <p:bgPr>
        <a:solidFill>
          <a:schemeClr val="accent5"/>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a16="http://schemas.microsoft.com/office/drawing/2014/main" xmlns=""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a16="http://schemas.microsoft.com/office/drawing/2014/main" xmlns=""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a16="http://schemas.microsoft.com/office/drawing/2014/main" xmlns=""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a16="http://schemas.microsoft.com/office/drawing/2014/main" xmlns=""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a16="http://schemas.microsoft.com/office/drawing/2014/main" xmlns=""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a16="http://schemas.microsoft.com/office/drawing/2014/main" xmlns=""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a16="http://schemas.microsoft.com/office/drawing/2014/main" xmlns=""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a16="http://schemas.microsoft.com/office/drawing/2014/main" xmlns="" id="{2B49ED0D-8D93-4049-BB9F-EA207C4E35D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a16="http://schemas.microsoft.com/office/drawing/2014/main" xmlns=""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rgbClr val="00A9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3246532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209550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pic>
        <p:nvPicPr>
          <p:cNvPr id="13" name="Picture Placeholder 2">
            <a:extLst>
              <a:ext uri="{FF2B5EF4-FFF2-40B4-BE49-F238E27FC236}">
                <a16:creationId xmlns:a16="http://schemas.microsoft.com/office/drawing/2014/main" xmlns="" id="{45E66EA5-B756-4646-B7D3-9131530179B7}"/>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14" name="Picture Placeholder 19">
            <a:extLst>
              <a:ext uri="{FF2B5EF4-FFF2-40B4-BE49-F238E27FC236}">
                <a16:creationId xmlns:a16="http://schemas.microsoft.com/office/drawing/2014/main" xmlns="" id="{066CFE3F-F7A0-4123-BE7F-76E47C0997A1}"/>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10"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12"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15"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031935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heel(1)">
                                      <p:cBhvr>
                                        <p:cTn id="7" dur="2000"/>
                                        <p:tgtEl>
                                          <p:spTgt spid="15"/>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wheel(1)">
                                      <p:cBhvr>
                                        <p:cTn id="11" dur="2000"/>
                                        <p:tgtEl>
                                          <p:spTgt spid="12"/>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wheel(1)">
                                      <p:cBhvr>
                                        <p:cTn id="15"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5" grpId="0" animBg="1"/>
    </p:bld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nimated Title Slide v2 - with Presenters">
    <p:bg>
      <p:bgPr>
        <a:solidFill>
          <a:schemeClr val="bg2"/>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xmlns="" id="{F6C9CFB3-5B8B-4392-8A9E-E0AB59D632E8}"/>
              </a:ext>
            </a:extLst>
          </p:cNvPr>
          <p:cNvSpPr/>
          <p:nvPr userDrawn="1"/>
        </p:nvSpPr>
        <p:spPr>
          <a:xfrm>
            <a:off x="351223" y="6402296"/>
            <a:ext cx="3331361" cy="230832"/>
          </a:xfrm>
          <a:prstGeom prst="rect">
            <a:avLst/>
          </a:prstGeom>
        </p:spPr>
        <p:txBody>
          <a:bodyPr wrap="none">
            <a:spAutoFit/>
          </a:bodyPr>
          <a:lstStyle/>
          <a:p>
            <a:r>
              <a:rPr lang="en-US" sz="900" dirty="0">
                <a:solidFill>
                  <a:srgbClr val="FFFFFF"/>
                </a:solidFill>
                <a:latin typeface="Avenir Roman"/>
                <a:cs typeface="Avenir Roman"/>
              </a:rPr>
              <a:t>Copyright © 2022 Infogain Corporation. All Rights Reserved.</a:t>
            </a:r>
          </a:p>
        </p:txBody>
      </p:sp>
      <p:sp>
        <p:nvSpPr>
          <p:cNvPr id="22" name="Title 1">
            <a:extLst>
              <a:ext uri="{FF2B5EF4-FFF2-40B4-BE49-F238E27FC236}">
                <a16:creationId xmlns:a16="http://schemas.microsoft.com/office/drawing/2014/main" xmlns="" id="{2B3CE755-2906-40A4-867D-D46C782283BD}"/>
              </a:ext>
            </a:extLst>
          </p:cNvPr>
          <p:cNvSpPr>
            <a:spLocks noGrp="1"/>
          </p:cNvSpPr>
          <p:nvPr>
            <p:ph type="ctrTitle" hasCustomPrompt="1"/>
          </p:nvPr>
        </p:nvSpPr>
        <p:spPr>
          <a:xfrm>
            <a:off x="767871" y="2872925"/>
            <a:ext cx="4115872" cy="1737360"/>
          </a:xfrm>
        </p:spPr>
        <p:txBody>
          <a:bodyPr anchor="t"/>
          <a:lstStyle>
            <a:lvl1pPr algn="l">
              <a:lnSpc>
                <a:spcPct val="80000"/>
              </a:lnSpc>
              <a:defRPr sz="4400" cap="none" spc="0" baseline="0">
                <a:solidFill>
                  <a:schemeClr val="bg1"/>
                </a:solidFill>
              </a:defRPr>
            </a:lvl1pPr>
          </a:lstStyle>
          <a:p>
            <a:r>
              <a:rPr lang="en-US" dirty="0"/>
              <a:t>Add title of the</a:t>
            </a:r>
            <a:br>
              <a:rPr lang="en-US" dirty="0"/>
            </a:br>
            <a:r>
              <a:rPr lang="en-US" dirty="0"/>
              <a:t>presentation</a:t>
            </a:r>
            <a:br>
              <a:rPr lang="en-US" dirty="0"/>
            </a:br>
            <a:r>
              <a:rPr lang="en-US" dirty="0"/>
              <a:t>here…</a:t>
            </a:r>
          </a:p>
        </p:txBody>
      </p:sp>
      <p:sp>
        <p:nvSpPr>
          <p:cNvPr id="24" name="Text Placeholder 17">
            <a:extLst>
              <a:ext uri="{FF2B5EF4-FFF2-40B4-BE49-F238E27FC236}">
                <a16:creationId xmlns:a16="http://schemas.microsoft.com/office/drawing/2014/main" xmlns="" id="{A6B1691B-8BE5-452A-A64A-26ABE13E0197}"/>
              </a:ext>
            </a:extLst>
          </p:cNvPr>
          <p:cNvSpPr>
            <a:spLocks noGrp="1"/>
          </p:cNvSpPr>
          <p:nvPr>
            <p:ph type="body" sz="quarter" idx="10" hasCustomPrompt="1"/>
          </p:nvPr>
        </p:nvSpPr>
        <p:spPr>
          <a:xfrm>
            <a:off x="767871" y="2439223"/>
            <a:ext cx="1918348" cy="315913"/>
          </a:xfrm>
          <a:prstGeom prst="rect">
            <a:avLst/>
          </a:prstGeom>
        </p:spPr>
        <p:txBody>
          <a:bodyPr lIns="0" tIns="0" rIns="0" bIns="0" anchor="ctr">
            <a:noAutofit/>
          </a:bodyPr>
          <a:lstStyle>
            <a:lvl1pPr marL="0" indent="0" algn="l">
              <a:spcBef>
                <a:spcPts val="0"/>
              </a:spcBef>
              <a:buNone/>
              <a:defRPr sz="1200" spc="400" baseline="0">
                <a:solidFill>
                  <a:schemeClr val="bg1"/>
                </a:solidFill>
              </a:defRPr>
            </a:lvl1pPr>
          </a:lstStyle>
          <a:p>
            <a:pPr lvl="0"/>
            <a:r>
              <a:rPr lang="en-US" dirty="0" err="1"/>
              <a:t>DDD</a:t>
            </a:r>
            <a:r>
              <a:rPr lang="en-US" dirty="0"/>
              <a:t>, MMM </a:t>
            </a:r>
            <a:r>
              <a:rPr lang="en-US" dirty="0" err="1"/>
              <a:t>YY</a:t>
            </a:r>
            <a:endParaRPr lang="en-US" dirty="0"/>
          </a:p>
        </p:txBody>
      </p:sp>
      <p:sp>
        <p:nvSpPr>
          <p:cNvPr id="13" name="Picture Placeholder 19">
            <a:extLst>
              <a:ext uri="{FF2B5EF4-FFF2-40B4-BE49-F238E27FC236}">
                <a16:creationId xmlns:a16="http://schemas.microsoft.com/office/drawing/2014/main" xmlns="" id="{1E2FE5FA-466C-4923-8F53-0734F9BF7807}"/>
              </a:ext>
            </a:extLst>
          </p:cNvPr>
          <p:cNvSpPr>
            <a:spLocks noGrp="1"/>
          </p:cNvSpPr>
          <p:nvPr>
            <p:ph type="pic" sz="quarter" idx="12" hasCustomPrompt="1"/>
          </p:nvPr>
        </p:nvSpPr>
        <p:spPr>
          <a:xfrm>
            <a:off x="767871"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4" name="Text Placeholder 2">
            <a:extLst>
              <a:ext uri="{FF2B5EF4-FFF2-40B4-BE49-F238E27FC236}">
                <a16:creationId xmlns:a16="http://schemas.microsoft.com/office/drawing/2014/main" xmlns="" id="{BF48F525-BAF8-4B02-A561-CE7E9720DC40}"/>
              </a:ext>
            </a:extLst>
          </p:cNvPr>
          <p:cNvSpPr>
            <a:spLocks noGrp="1"/>
          </p:cNvSpPr>
          <p:nvPr>
            <p:ph type="body" sz="quarter" idx="13" hasCustomPrompt="1"/>
          </p:nvPr>
        </p:nvSpPr>
        <p:spPr>
          <a:xfrm>
            <a:off x="633870"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1 Info</a:t>
            </a:r>
          </a:p>
        </p:txBody>
      </p:sp>
      <p:sp>
        <p:nvSpPr>
          <p:cNvPr id="15" name="Picture Placeholder 19">
            <a:extLst>
              <a:ext uri="{FF2B5EF4-FFF2-40B4-BE49-F238E27FC236}">
                <a16:creationId xmlns:a16="http://schemas.microsoft.com/office/drawing/2014/main" xmlns="" id="{5308E464-6C9F-49CD-B2F3-D574DBC3B7B2}"/>
              </a:ext>
            </a:extLst>
          </p:cNvPr>
          <p:cNvSpPr>
            <a:spLocks noGrp="1"/>
          </p:cNvSpPr>
          <p:nvPr>
            <p:ph type="pic" sz="quarter" idx="14" hasCustomPrompt="1"/>
          </p:nvPr>
        </p:nvSpPr>
        <p:spPr>
          <a:xfrm>
            <a:off x="1704863"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6" name="Text Placeholder 2">
            <a:extLst>
              <a:ext uri="{FF2B5EF4-FFF2-40B4-BE49-F238E27FC236}">
                <a16:creationId xmlns:a16="http://schemas.microsoft.com/office/drawing/2014/main" xmlns="" id="{047C9EE7-C7C3-4B3F-ACF6-E3942E7B4424}"/>
              </a:ext>
            </a:extLst>
          </p:cNvPr>
          <p:cNvSpPr>
            <a:spLocks noGrp="1"/>
          </p:cNvSpPr>
          <p:nvPr>
            <p:ph type="body" sz="quarter" idx="15" hasCustomPrompt="1"/>
          </p:nvPr>
        </p:nvSpPr>
        <p:spPr>
          <a:xfrm>
            <a:off x="1570862"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2 Info</a:t>
            </a:r>
          </a:p>
        </p:txBody>
      </p:sp>
      <p:sp>
        <p:nvSpPr>
          <p:cNvPr id="17" name="Picture Placeholder 19">
            <a:extLst>
              <a:ext uri="{FF2B5EF4-FFF2-40B4-BE49-F238E27FC236}">
                <a16:creationId xmlns:a16="http://schemas.microsoft.com/office/drawing/2014/main" xmlns="" id="{46D1E226-3E26-4463-99A8-340705B9597B}"/>
              </a:ext>
            </a:extLst>
          </p:cNvPr>
          <p:cNvSpPr>
            <a:spLocks noGrp="1"/>
          </p:cNvSpPr>
          <p:nvPr>
            <p:ph type="pic" sz="quarter" idx="16" hasCustomPrompt="1"/>
          </p:nvPr>
        </p:nvSpPr>
        <p:spPr>
          <a:xfrm>
            <a:off x="2641855"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2AC2A269-AF55-4716-A12A-CB2396C70C17}"/>
              </a:ext>
            </a:extLst>
          </p:cNvPr>
          <p:cNvSpPr>
            <a:spLocks noGrp="1"/>
          </p:cNvSpPr>
          <p:nvPr>
            <p:ph type="body" sz="quarter" idx="17" hasCustomPrompt="1"/>
          </p:nvPr>
        </p:nvSpPr>
        <p:spPr>
          <a:xfrm>
            <a:off x="2507854"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3 Info</a:t>
            </a:r>
          </a:p>
        </p:txBody>
      </p:sp>
      <p:sp>
        <p:nvSpPr>
          <p:cNvPr id="19" name="Picture Placeholder 19">
            <a:extLst>
              <a:ext uri="{FF2B5EF4-FFF2-40B4-BE49-F238E27FC236}">
                <a16:creationId xmlns:a16="http://schemas.microsoft.com/office/drawing/2014/main" xmlns="" id="{4779B1B4-690B-49D2-A551-3CCFD54F284E}"/>
              </a:ext>
            </a:extLst>
          </p:cNvPr>
          <p:cNvSpPr>
            <a:spLocks noGrp="1"/>
          </p:cNvSpPr>
          <p:nvPr>
            <p:ph type="pic" sz="quarter" idx="18" hasCustomPrompt="1"/>
          </p:nvPr>
        </p:nvSpPr>
        <p:spPr>
          <a:xfrm>
            <a:off x="3578847" y="4873368"/>
            <a:ext cx="548783" cy="548640"/>
          </a:xfrm>
          <a:prstGeom prst="ellipse">
            <a:avLst/>
          </a:prstGeom>
          <a:solidFill>
            <a:schemeClr val="bg1"/>
          </a:solidFill>
        </p:spPr>
        <p:txBody>
          <a:bodyPr wrap="none" lIns="0" tIns="0" rIns="0" bIns="868680" anchor="t">
            <a:noAutofit/>
          </a:bodyPr>
          <a:lstStyle>
            <a:lvl1pPr marL="0" indent="0" algn="ctr">
              <a:buNone/>
              <a:defRPr sz="800" i="1">
                <a:solidFill>
                  <a:schemeClr val="bg1">
                    <a:alpha val="50000"/>
                  </a:schemeClr>
                </a:solidFill>
              </a:defRPr>
            </a:lvl1pPr>
          </a:lstStyle>
          <a:p>
            <a:r>
              <a:rPr lang="en-US" dirty="0"/>
              <a:t>Click to add picture</a:t>
            </a:r>
          </a:p>
        </p:txBody>
      </p:sp>
      <p:sp>
        <p:nvSpPr>
          <p:cNvPr id="20" name="Text Placeholder 2">
            <a:extLst>
              <a:ext uri="{FF2B5EF4-FFF2-40B4-BE49-F238E27FC236}">
                <a16:creationId xmlns:a16="http://schemas.microsoft.com/office/drawing/2014/main" xmlns="" id="{FE20F70F-96B7-4CD9-B23B-065D42654DD4}"/>
              </a:ext>
            </a:extLst>
          </p:cNvPr>
          <p:cNvSpPr>
            <a:spLocks noGrp="1"/>
          </p:cNvSpPr>
          <p:nvPr>
            <p:ph type="body" sz="quarter" idx="19" hasCustomPrompt="1"/>
          </p:nvPr>
        </p:nvSpPr>
        <p:spPr>
          <a:xfrm>
            <a:off x="3444846" y="5513167"/>
            <a:ext cx="816785" cy="296862"/>
          </a:xfrm>
        </p:spPr>
        <p:txBody>
          <a:bodyPr lIns="0" tIns="0" rIns="0" bIns="0" anchor="t">
            <a:noAutofit/>
          </a:bodyPr>
          <a:lstStyle>
            <a:lvl1pPr marL="0" indent="0" algn="ctr">
              <a:buNone/>
              <a:defRPr sz="900">
                <a:solidFill>
                  <a:schemeClr val="bg1"/>
                </a:solidFill>
              </a:defRPr>
            </a:lvl1pPr>
          </a:lstStyle>
          <a:p>
            <a:pPr lvl="0"/>
            <a:r>
              <a:rPr lang="en-US" dirty="0"/>
              <a:t>Presenter 4 Info</a:t>
            </a:r>
          </a:p>
        </p:txBody>
      </p:sp>
      <p:pic>
        <p:nvPicPr>
          <p:cNvPr id="30" name="Picture Placeholder 2">
            <a:extLst>
              <a:ext uri="{FF2B5EF4-FFF2-40B4-BE49-F238E27FC236}">
                <a16:creationId xmlns:a16="http://schemas.microsoft.com/office/drawing/2014/main" xmlns="" id="{2B49ED0D-8D93-4049-BB9F-EA207C4E35D8}"/>
              </a:ext>
            </a:extLst>
          </p:cNvPr>
          <p:cNvPicPr>
            <a:picLocks noChangeAspect="1"/>
          </p:cNvPicPr>
          <p:nvPr userDrawn="1"/>
        </p:nvPicPr>
        <p:blipFill rotWithShape="1">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p:blipFill>
        <p:spPr>
          <a:xfrm>
            <a:off x="561622" y="655354"/>
            <a:ext cx="1966472" cy="799209"/>
          </a:xfrm>
          <a:prstGeom prst="rect">
            <a:avLst/>
          </a:prstGeom>
        </p:spPr>
      </p:pic>
      <p:sp>
        <p:nvSpPr>
          <p:cNvPr id="31" name="Picture Placeholder 19">
            <a:extLst>
              <a:ext uri="{FF2B5EF4-FFF2-40B4-BE49-F238E27FC236}">
                <a16:creationId xmlns:a16="http://schemas.microsoft.com/office/drawing/2014/main" xmlns="" id="{9E1F4D62-6B64-47C1-9F68-73659971546E}"/>
              </a:ext>
            </a:extLst>
          </p:cNvPr>
          <p:cNvSpPr>
            <a:spLocks noGrp="1"/>
          </p:cNvSpPr>
          <p:nvPr>
            <p:ph type="pic" sz="quarter" idx="11" hasCustomPrompt="1"/>
          </p:nvPr>
        </p:nvSpPr>
        <p:spPr>
          <a:xfrm>
            <a:off x="9538597" y="695279"/>
            <a:ext cx="1966472" cy="795528"/>
          </a:xfrm>
          <a:prstGeom prst="rect">
            <a:avLst/>
          </a:prstGeom>
          <a:noFill/>
        </p:spPr>
        <p:txBody>
          <a:bodyPr lIns="0" rIns="0" anchor="ctr">
            <a:noAutofit/>
          </a:bodyPr>
          <a:lstStyle>
            <a:lvl1pPr marL="0" indent="0" algn="ctr">
              <a:buNone/>
              <a:defRPr sz="1400">
                <a:solidFill>
                  <a:schemeClr val="bg1"/>
                </a:solidFill>
              </a:defRPr>
            </a:lvl1pPr>
          </a:lstStyle>
          <a:p>
            <a:r>
              <a:rPr lang="en-US" dirty="0"/>
              <a:t>Click on the picture icon</a:t>
            </a:r>
            <a:br>
              <a:rPr lang="en-US" dirty="0"/>
            </a:br>
            <a:r>
              <a:rPr lang="en-US" dirty="0"/>
              <a:t>to insert the Partner logo</a:t>
            </a:r>
          </a:p>
        </p:txBody>
      </p:sp>
      <p:sp>
        <p:nvSpPr>
          <p:cNvPr id="21" name="Circle: Hollow 27">
            <a:extLst>
              <a:ext uri="{FF2B5EF4-FFF2-40B4-BE49-F238E27FC236}">
                <a16:creationId xmlns:a16="http://schemas.microsoft.com/office/drawing/2014/main" xmlns="" id="{50CF8BA7-9B1E-416B-B0C1-5320E2C70028}"/>
              </a:ext>
            </a:extLst>
          </p:cNvPr>
          <p:cNvSpPr/>
          <p:nvPr userDrawn="1"/>
        </p:nvSpPr>
        <p:spPr>
          <a:xfrm>
            <a:off x="5092704" y="-360991"/>
            <a:ext cx="7545767" cy="7543800"/>
          </a:xfrm>
          <a:prstGeom prst="donut">
            <a:avLst>
              <a:gd name="adj" fmla="val 24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solidFill>
                <a:schemeClr val="tx1"/>
              </a:solidFill>
            </a:endParaRPr>
          </a:p>
        </p:txBody>
      </p:sp>
      <p:sp>
        <p:nvSpPr>
          <p:cNvPr id="25" name="Circle: Hollow 28">
            <a:extLst>
              <a:ext uri="{FF2B5EF4-FFF2-40B4-BE49-F238E27FC236}">
                <a16:creationId xmlns:a16="http://schemas.microsoft.com/office/drawing/2014/main" xmlns="" id="{71DF058B-04F8-4167-B439-D9356F498502}"/>
              </a:ext>
            </a:extLst>
          </p:cNvPr>
          <p:cNvSpPr/>
          <p:nvPr userDrawn="1"/>
        </p:nvSpPr>
        <p:spPr>
          <a:xfrm>
            <a:off x="5104352" y="903642"/>
            <a:ext cx="5236807" cy="5276626"/>
          </a:xfrm>
          <a:prstGeom prst="donut">
            <a:avLst>
              <a:gd name="adj" fmla="val 359"/>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26" name="Circle: Hollow 29">
            <a:extLst>
              <a:ext uri="{FF2B5EF4-FFF2-40B4-BE49-F238E27FC236}">
                <a16:creationId xmlns:a16="http://schemas.microsoft.com/office/drawing/2014/main" xmlns="" id="{E10129F2-B3CB-45BD-BBA7-D14012824D90}"/>
              </a:ext>
            </a:extLst>
          </p:cNvPr>
          <p:cNvSpPr/>
          <p:nvPr userDrawn="1"/>
        </p:nvSpPr>
        <p:spPr>
          <a:xfrm>
            <a:off x="5116961" y="1963271"/>
            <a:ext cx="3314218" cy="3284590"/>
          </a:xfrm>
          <a:prstGeom prst="donut">
            <a:avLst>
              <a:gd name="adj" fmla="val 337"/>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solidFill>
                <a:schemeClr val="tx1"/>
              </a:solidFill>
            </a:endParaRPr>
          </a:p>
        </p:txBody>
      </p:sp>
      <p:sp>
        <p:nvSpPr>
          <p:cNvPr id="34" name="Oval 33">
            <a:extLst>
              <a:ext uri="{FF2B5EF4-FFF2-40B4-BE49-F238E27FC236}">
                <a16:creationId xmlns:a16="http://schemas.microsoft.com/office/drawing/2014/main" xmlns="" id="{62724850-F4EF-40CD-8CEE-B0E45566D342}"/>
              </a:ext>
            </a:extLst>
          </p:cNvPr>
          <p:cNvSpPr/>
          <p:nvPr userDrawn="1"/>
        </p:nvSpPr>
        <p:spPr>
          <a:xfrm>
            <a:off x="6444344" y="1475195"/>
            <a:ext cx="1975618" cy="197510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3" name="Subtitle 2">
            <a:extLst>
              <a:ext uri="{FF2B5EF4-FFF2-40B4-BE49-F238E27FC236}">
                <a16:creationId xmlns:a16="http://schemas.microsoft.com/office/drawing/2014/main" xmlns="" id="{DDA26FD1-8103-47E4-A692-B1304618F741}"/>
              </a:ext>
            </a:extLst>
          </p:cNvPr>
          <p:cNvSpPr>
            <a:spLocks noGrp="1"/>
          </p:cNvSpPr>
          <p:nvPr>
            <p:ph type="subTitle" idx="1" hasCustomPrompt="1"/>
          </p:nvPr>
        </p:nvSpPr>
        <p:spPr>
          <a:xfrm>
            <a:off x="6563247" y="1840073"/>
            <a:ext cx="1737813" cy="1245348"/>
          </a:xfrm>
          <a:prstGeom prst="rect">
            <a:avLst/>
          </a:prstGeom>
        </p:spPr>
        <p:txBody>
          <a:bodyPr wrap="square" anchor="ctr">
            <a:noAutofit/>
          </a:bodyPr>
          <a:lstStyle>
            <a:lvl1pPr marL="0" indent="0" algn="ctr">
              <a:lnSpc>
                <a:spcPct val="90000"/>
              </a:lnSpc>
              <a:spcBef>
                <a:spcPts val="0"/>
              </a:spcBef>
              <a:buNone/>
              <a:defRPr sz="16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Tree>
    <p:extLst>
      <p:ext uri="{BB962C8B-B14F-4D97-AF65-F5344CB8AC3E}">
        <p14:creationId xmlns:p14="http://schemas.microsoft.com/office/powerpoint/2010/main" val="2250743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heel(1)">
                                      <p:cBhvr>
                                        <p:cTn id="7" dur="2000"/>
                                        <p:tgtEl>
                                          <p:spTgt spid="26"/>
                                        </p:tgtEl>
                                      </p:cBhvr>
                                    </p:animEffect>
                                  </p:childTnLst>
                                </p:cTn>
                              </p:par>
                            </p:childTnLst>
                          </p:cTn>
                        </p:par>
                        <p:par>
                          <p:cTn id="8" fill="hold">
                            <p:stCondLst>
                              <p:cond delay="2000"/>
                            </p:stCondLst>
                            <p:childTnLst>
                              <p:par>
                                <p:cTn id="9" presetID="21" presetClass="entr" presetSubtype="1" fill="hold" grpId="0" nodeType="afterEffect">
                                  <p:stCondLst>
                                    <p:cond delay="0"/>
                                  </p:stCondLst>
                                  <p:childTnLst>
                                    <p:set>
                                      <p:cBhvr>
                                        <p:cTn id="10" dur="1" fill="hold">
                                          <p:stCondLst>
                                            <p:cond delay="0"/>
                                          </p:stCondLst>
                                        </p:cTn>
                                        <p:tgtEl>
                                          <p:spTgt spid="25"/>
                                        </p:tgtEl>
                                        <p:attrNameLst>
                                          <p:attrName>style.visibility</p:attrName>
                                        </p:attrNameLst>
                                      </p:cBhvr>
                                      <p:to>
                                        <p:strVal val="visible"/>
                                      </p:to>
                                    </p:set>
                                    <p:animEffect transition="in" filter="wheel(1)">
                                      <p:cBhvr>
                                        <p:cTn id="11" dur="2000"/>
                                        <p:tgtEl>
                                          <p:spTgt spid="25"/>
                                        </p:tgtEl>
                                      </p:cBhvr>
                                    </p:animEffect>
                                  </p:childTnLst>
                                </p:cTn>
                              </p:par>
                            </p:childTnLst>
                          </p:cTn>
                        </p:par>
                        <p:par>
                          <p:cTn id="12" fill="hold">
                            <p:stCondLst>
                              <p:cond delay="4000"/>
                            </p:stCondLst>
                            <p:childTnLst>
                              <p:par>
                                <p:cTn id="13" presetID="21" presetClass="entr" presetSubtype="1" fill="hold" grpId="0" nodeType="after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wheel(1)">
                                      <p:cBhvr>
                                        <p:cTn id="15" dur="2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animBg="1"/>
      <p:bldP spid="26" grpId="0" animBg="1"/>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a16="http://schemas.microsoft.com/office/drawing/2014/main" xmlns=""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41" name="Oval 40">
            <a:extLst>
              <a:ext uri="{FF2B5EF4-FFF2-40B4-BE49-F238E27FC236}">
                <a16:creationId xmlns:a16="http://schemas.microsoft.com/office/drawing/2014/main" xmlns="" id="{77C9A1D9-D296-458E-ACEC-E778E5EE2E32}"/>
              </a:ext>
            </a:extLst>
          </p:cNvPr>
          <p:cNvSpPr/>
          <p:nvPr userDrawn="1"/>
        </p:nvSpPr>
        <p:spPr>
          <a:xfrm>
            <a:off x="6822950" y="4186866"/>
            <a:ext cx="1598118" cy="159770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2" name="Subtitle 2">
            <a:extLst>
              <a:ext uri="{FF2B5EF4-FFF2-40B4-BE49-F238E27FC236}">
                <a16:creationId xmlns:a16="http://schemas.microsoft.com/office/drawing/2014/main" xmlns="" id="{3C5D5E26-EC47-4A53-A976-2798FA731462}"/>
              </a:ext>
            </a:extLst>
          </p:cNvPr>
          <p:cNvSpPr>
            <a:spLocks noGrp="1"/>
          </p:cNvSpPr>
          <p:nvPr>
            <p:ph type="subTitle" idx="1" hasCustomPrompt="1"/>
          </p:nvPr>
        </p:nvSpPr>
        <p:spPr>
          <a:xfrm>
            <a:off x="6943430" y="4363043"/>
            <a:ext cx="1357157" cy="1245348"/>
          </a:xfrm>
          <a:prstGeom prst="rect">
            <a:avLst/>
          </a:prstGeom>
        </p:spPr>
        <p:txBody>
          <a:bodyPr wrap="square" anchor="ctr">
            <a:noAutofit/>
          </a:bodyPr>
          <a:lstStyle>
            <a:lvl1pPr marL="0" indent="0" algn="ctr">
              <a:lnSpc>
                <a:spcPct val="90000"/>
              </a:lnSpc>
              <a:spcBef>
                <a:spcPts val="0"/>
              </a:spcBef>
              <a:buNone/>
              <a:defRPr sz="12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To highlight or add supporting text, use this space…</a:t>
            </a:r>
          </a:p>
        </p:txBody>
      </p:sp>
      <p:sp>
        <p:nvSpPr>
          <p:cNvPr id="3" name="Text Placeholder 2">
            <a:extLst>
              <a:ext uri="{FF2B5EF4-FFF2-40B4-BE49-F238E27FC236}">
                <a16:creationId xmlns:a16="http://schemas.microsoft.com/office/drawing/2014/main" xmlns=""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649981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Section Divider v1 - without subtitle">
    <p:bg>
      <p:bgPr>
        <a:solidFill>
          <a:schemeClr val="bg2"/>
        </a:solidFill>
        <a:effectLst/>
      </p:bgPr>
    </p:bg>
    <p:spTree>
      <p:nvGrpSpPr>
        <p:cNvPr id="1" name=""/>
        <p:cNvGrpSpPr/>
        <p:nvPr/>
      </p:nvGrpSpPr>
      <p:grpSpPr>
        <a:xfrm>
          <a:off x="0" y="0"/>
          <a:ext cx="0" cy="0"/>
          <a:chOff x="0" y="0"/>
          <a:chExt cx="0" cy="0"/>
        </a:xfrm>
      </p:grpSpPr>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38" name="Oval 37">
            <a:extLst>
              <a:ext uri="{FF2B5EF4-FFF2-40B4-BE49-F238E27FC236}">
                <a16:creationId xmlns:a16="http://schemas.microsoft.com/office/drawing/2014/main" xmlns="" id="{6223CD6E-27C2-414B-99FE-78D1D98AAD06}"/>
              </a:ext>
            </a:extLst>
          </p:cNvPr>
          <p:cNvSpPr/>
          <p:nvPr userDrawn="1"/>
        </p:nvSpPr>
        <p:spPr>
          <a:xfrm>
            <a:off x="3770931" y="898473"/>
            <a:ext cx="4650137" cy="4648926"/>
          </a:xfrm>
          <a:prstGeom prst="ellipse">
            <a:avLst/>
          </a:prstGeom>
          <a:solidFill>
            <a:schemeClr val="bg2"/>
          </a:solidFill>
          <a:ln w="31750">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dirty="0"/>
          </a:p>
        </p:txBody>
      </p:sp>
      <p:sp>
        <p:nvSpPr>
          <p:cNvPr id="3" name="Text Placeholder 2">
            <a:extLst>
              <a:ext uri="{FF2B5EF4-FFF2-40B4-BE49-F238E27FC236}">
                <a16:creationId xmlns:a16="http://schemas.microsoft.com/office/drawing/2014/main" xmlns="" id="{5D6B3E54-5FB5-4437-A6B6-F6CA40F99F2C}"/>
              </a:ext>
            </a:extLst>
          </p:cNvPr>
          <p:cNvSpPr>
            <a:spLocks noGrp="1"/>
          </p:cNvSpPr>
          <p:nvPr>
            <p:ph type="body" sz="quarter" idx="10" hasCustomPrompt="1"/>
          </p:nvPr>
        </p:nvSpPr>
        <p:spPr>
          <a:xfrm>
            <a:off x="3770933" y="2102201"/>
            <a:ext cx="4650135" cy="2241470"/>
          </a:xfrm>
        </p:spPr>
        <p:txBody>
          <a:bodyPr anchor="ctr">
            <a:noAutofit/>
          </a:bodyPr>
          <a:lstStyle>
            <a:lvl1pPr marL="0" indent="0" algn="ctr">
              <a:lnSpc>
                <a:spcPct val="90000"/>
              </a:lnSpc>
              <a:spcBef>
                <a:spcPts val="0"/>
              </a:spcBef>
              <a:buNone/>
              <a:defRPr sz="4800">
                <a:solidFill>
                  <a:schemeClr val="bg1"/>
                </a:solidFill>
              </a:defRPr>
            </a:lvl1pPr>
          </a:lstStyle>
          <a:p>
            <a:pPr lvl="0"/>
            <a:r>
              <a:rPr lang="en-US" dirty="0"/>
              <a:t>Section Divider</a:t>
            </a: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066482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Section Divider v2">
    <p:bg>
      <p:bgPr>
        <a:solidFill>
          <a:schemeClr val="tx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26957034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Section Divider v3">
    <p:bg>
      <p:bgPr>
        <a:solidFill>
          <a:schemeClr val="accent1"/>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2422304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on Divider v4">
    <p:bg>
      <p:bgPr>
        <a:solidFill>
          <a:schemeClr val="accent2"/>
        </a:solid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767869" y="1582059"/>
            <a:ext cx="7151276" cy="315704"/>
          </a:xfrm>
        </p:spPr>
        <p:txBody>
          <a:bodyPr/>
          <a:lstStyle>
            <a:lvl1pPr>
              <a:defRPr baseline="0">
                <a:solidFill>
                  <a:schemeClr val="bg1"/>
                </a:solidFill>
              </a:defRPr>
            </a:lvl1pPr>
          </a:lstStyle>
          <a:p>
            <a:r>
              <a:rPr lang="en-US" dirty="0"/>
              <a:t>SECTION HEADING</a:t>
            </a:r>
          </a:p>
        </p:txBody>
      </p:sp>
      <p:sp>
        <p:nvSpPr>
          <p:cNvPr id="32" name="TextBox 31">
            <a:extLst>
              <a:ext uri="{FF2B5EF4-FFF2-40B4-BE49-F238E27FC236}">
                <a16:creationId xmlns:a16="http://schemas.microsoft.com/office/drawing/2014/main" xmlns="" id="{3D027264-FFD5-4664-9F28-20A1BCF7F9C4}"/>
              </a:ext>
            </a:extLst>
          </p:cNvPr>
          <p:cNvSpPr txBox="1"/>
          <p:nvPr userDrawn="1"/>
        </p:nvSpPr>
        <p:spPr>
          <a:xfrm>
            <a:off x="11470597" y="6434405"/>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solidFill>
                <a:latin typeface="Avenir Roman"/>
                <a:cs typeface="Avenir Roman"/>
              </a:rPr>
              <a:pPr algn="r"/>
              <a:t>‹#›</a:t>
            </a:fld>
            <a:endParaRPr kumimoji="0" lang="en-US" sz="1000" u="none" strike="noStrike" kern="1200" cap="none" spc="0" normalizeH="0" baseline="0" noProof="0" dirty="0">
              <a:ln>
                <a:noFill/>
              </a:ln>
              <a:solidFill>
                <a:schemeClr val="bg1"/>
              </a:solidFill>
              <a:effectLst/>
              <a:uLnTx/>
              <a:uFillTx/>
              <a:latin typeface="Avenir Roman"/>
              <a:cs typeface="Avenir Roman"/>
            </a:endParaRPr>
          </a:p>
        </p:txBody>
      </p:sp>
      <p:sp>
        <p:nvSpPr>
          <p:cNvPr id="35" name="Rectangle 34">
            <a:extLst>
              <a:ext uri="{FF2B5EF4-FFF2-40B4-BE49-F238E27FC236}">
                <a16:creationId xmlns:a16="http://schemas.microsoft.com/office/drawing/2014/main" xmlns="" id="{15AA81F1-FB1E-4A27-8998-A3F65FCB5469}"/>
              </a:ext>
            </a:extLst>
          </p:cNvPr>
          <p:cNvSpPr/>
          <p:nvPr userDrawn="1"/>
        </p:nvSpPr>
        <p:spPr>
          <a:xfrm>
            <a:off x="351223" y="6402296"/>
            <a:ext cx="3331361" cy="230832"/>
          </a:xfrm>
          <a:prstGeom prst="rect">
            <a:avLst/>
          </a:prstGeom>
        </p:spPr>
        <p:txBody>
          <a:bodyPr wrap="none">
            <a:spAutoFit/>
          </a:bodyPr>
          <a:lstStyle/>
          <a:p>
            <a:r>
              <a:rPr lang="en-US" sz="900" dirty="0">
                <a:solidFill>
                  <a:schemeClr val="bg1"/>
                </a:solidFill>
                <a:latin typeface="Avenir Roman"/>
                <a:cs typeface="Avenir Roman"/>
              </a:rPr>
              <a:t>Copyright © 2022 Infogain Corporation. All Rights Reserved.</a:t>
            </a:r>
          </a:p>
        </p:txBody>
      </p:sp>
      <p:sp>
        <p:nvSpPr>
          <p:cNvPr id="14" name="Text Placeholder 17">
            <a:extLst>
              <a:ext uri="{FF2B5EF4-FFF2-40B4-BE49-F238E27FC236}">
                <a16:creationId xmlns:a16="http://schemas.microsoft.com/office/drawing/2014/main" xmlns="" id="{B3E88B52-A8F8-42C0-A544-92EB6CF0687F}"/>
              </a:ext>
            </a:extLst>
          </p:cNvPr>
          <p:cNvSpPr>
            <a:spLocks noGrp="1"/>
          </p:cNvSpPr>
          <p:nvPr>
            <p:ph type="body" sz="quarter" idx="10" hasCustomPrompt="1"/>
          </p:nvPr>
        </p:nvSpPr>
        <p:spPr>
          <a:xfrm>
            <a:off x="767869" y="4012791"/>
            <a:ext cx="7151276" cy="315913"/>
          </a:xfrm>
          <a:prstGeom prst="rect">
            <a:avLst/>
          </a:prstGeom>
        </p:spPr>
        <p:txBody>
          <a:bodyPr lIns="0" tIns="0" rIns="0" bIns="0" anchor="t">
            <a:noAutofit/>
          </a:bodyPr>
          <a:lstStyle>
            <a:lvl1pPr marL="0" indent="0" algn="l">
              <a:spcBef>
                <a:spcPts val="0"/>
              </a:spcBef>
              <a:buNone/>
              <a:defRPr sz="1400" spc="0" baseline="0">
                <a:solidFill>
                  <a:schemeClr val="bg1"/>
                </a:solidFill>
              </a:defRPr>
            </a:lvl1pPr>
          </a:lstStyle>
          <a:p>
            <a:pPr lvl="0"/>
            <a:r>
              <a:rPr lang="en-US" dirty="0"/>
              <a:t>Place holder for subtitle</a:t>
            </a:r>
          </a:p>
        </p:txBody>
      </p:sp>
      <p:sp>
        <p:nvSpPr>
          <p:cNvPr id="17" name="Text Placeholder 17">
            <a:extLst>
              <a:ext uri="{FF2B5EF4-FFF2-40B4-BE49-F238E27FC236}">
                <a16:creationId xmlns:a16="http://schemas.microsoft.com/office/drawing/2014/main" xmlns="" id="{D95356D2-AFDD-42A5-A465-237B8096BB51}"/>
              </a:ext>
            </a:extLst>
          </p:cNvPr>
          <p:cNvSpPr>
            <a:spLocks noGrp="1"/>
          </p:cNvSpPr>
          <p:nvPr>
            <p:ph type="body" sz="quarter" idx="11" hasCustomPrompt="1"/>
          </p:nvPr>
        </p:nvSpPr>
        <p:spPr>
          <a:xfrm>
            <a:off x="767869" y="1993449"/>
            <a:ext cx="7151276" cy="1965093"/>
          </a:xfrm>
          <a:prstGeom prst="rect">
            <a:avLst/>
          </a:prstGeom>
        </p:spPr>
        <p:txBody>
          <a:bodyPr lIns="0" tIns="0" rIns="0" bIns="0" anchor="ctr">
            <a:noAutofit/>
          </a:bodyPr>
          <a:lstStyle>
            <a:lvl1pPr marL="0" indent="0" algn="l">
              <a:lnSpc>
                <a:spcPct val="90000"/>
              </a:lnSpc>
              <a:spcBef>
                <a:spcPts val="0"/>
              </a:spcBef>
              <a:buNone/>
              <a:defRPr sz="6000" spc="0" baseline="0">
                <a:solidFill>
                  <a:schemeClr val="bg1"/>
                </a:solidFill>
              </a:defRPr>
            </a:lvl1pPr>
          </a:lstStyle>
          <a:p>
            <a:pPr lvl="0"/>
            <a:r>
              <a:rPr lang="en-US" dirty="0"/>
              <a:t>Place holder for Section Divider</a:t>
            </a:r>
          </a:p>
        </p:txBody>
      </p:sp>
      <p:pic>
        <p:nvPicPr>
          <p:cNvPr id="9" name="Picture 8"/>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41557891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v1">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a16="http://schemas.microsoft.com/office/drawing/2014/main" xmlns="" id="{9B8F19A3-252D-4851-BB1A-796986E51EF6}"/>
              </a:ext>
            </a:extLst>
          </p:cNvPr>
          <p:cNvSpPr>
            <a:spLocks noGrp="1"/>
          </p:cNvSpPr>
          <p:nvPr>
            <p:ph type="body" sz="quarter" idx="18" hasCustomPrompt="1"/>
          </p:nvPr>
        </p:nvSpPr>
        <p:spPr>
          <a:xfrm>
            <a:off x="94088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2" name="Text Placeholder 2">
            <a:extLst>
              <a:ext uri="{FF2B5EF4-FFF2-40B4-BE49-F238E27FC236}">
                <a16:creationId xmlns:a16="http://schemas.microsoft.com/office/drawing/2014/main" xmlns="" id="{BFFF5094-6ED3-40C7-BD93-86A550C2B1EA}"/>
              </a:ext>
            </a:extLst>
          </p:cNvPr>
          <p:cNvSpPr>
            <a:spLocks noGrp="1"/>
          </p:cNvSpPr>
          <p:nvPr>
            <p:ph type="body" sz="quarter" idx="13" hasCustomPrompt="1"/>
          </p:nvPr>
        </p:nvSpPr>
        <p:spPr>
          <a:xfrm>
            <a:off x="940886"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01</a:t>
            </a:r>
          </a:p>
        </p:txBody>
      </p:sp>
      <p:sp>
        <p:nvSpPr>
          <p:cNvPr id="23" name="Text Placeholder 2">
            <a:extLst>
              <a:ext uri="{FF2B5EF4-FFF2-40B4-BE49-F238E27FC236}">
                <a16:creationId xmlns:a16="http://schemas.microsoft.com/office/drawing/2014/main" xmlns="" id="{AE10F525-8785-40CE-95A6-6D01A7714D79}"/>
              </a:ext>
            </a:extLst>
          </p:cNvPr>
          <p:cNvSpPr>
            <a:spLocks noGrp="1"/>
          </p:cNvSpPr>
          <p:nvPr>
            <p:ph type="body" sz="quarter" idx="14" hasCustomPrompt="1"/>
          </p:nvPr>
        </p:nvSpPr>
        <p:spPr>
          <a:xfrm>
            <a:off x="3242540"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02</a:t>
            </a:r>
          </a:p>
        </p:txBody>
      </p:sp>
      <p:sp>
        <p:nvSpPr>
          <p:cNvPr id="24" name="Text Placeholder 2">
            <a:extLst>
              <a:ext uri="{FF2B5EF4-FFF2-40B4-BE49-F238E27FC236}">
                <a16:creationId xmlns:a16="http://schemas.microsoft.com/office/drawing/2014/main" xmlns="" id="{D36914D6-A688-48A8-B471-081AF08A391F}"/>
              </a:ext>
            </a:extLst>
          </p:cNvPr>
          <p:cNvSpPr>
            <a:spLocks noGrp="1"/>
          </p:cNvSpPr>
          <p:nvPr>
            <p:ph type="body" sz="quarter" idx="15" hasCustomPrompt="1"/>
          </p:nvPr>
        </p:nvSpPr>
        <p:spPr>
          <a:xfrm>
            <a:off x="5544195"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03</a:t>
            </a:r>
          </a:p>
        </p:txBody>
      </p:sp>
      <p:sp>
        <p:nvSpPr>
          <p:cNvPr id="25" name="Text Placeholder 2">
            <a:extLst>
              <a:ext uri="{FF2B5EF4-FFF2-40B4-BE49-F238E27FC236}">
                <a16:creationId xmlns:a16="http://schemas.microsoft.com/office/drawing/2014/main" xmlns="" id="{56673962-E048-4984-88F8-74B5C5793C52}"/>
              </a:ext>
            </a:extLst>
          </p:cNvPr>
          <p:cNvSpPr>
            <a:spLocks noGrp="1"/>
          </p:cNvSpPr>
          <p:nvPr>
            <p:ph type="body" sz="quarter" idx="16" hasCustomPrompt="1"/>
          </p:nvPr>
        </p:nvSpPr>
        <p:spPr>
          <a:xfrm>
            <a:off x="7845849"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04</a:t>
            </a:r>
          </a:p>
        </p:txBody>
      </p:sp>
      <p:sp>
        <p:nvSpPr>
          <p:cNvPr id="26" name="Text Placeholder 2">
            <a:extLst>
              <a:ext uri="{FF2B5EF4-FFF2-40B4-BE49-F238E27FC236}">
                <a16:creationId xmlns:a16="http://schemas.microsoft.com/office/drawing/2014/main" xmlns="" id="{02A799DF-1979-4FDB-A256-951A4204AF87}"/>
              </a:ext>
            </a:extLst>
          </p:cNvPr>
          <p:cNvSpPr>
            <a:spLocks noGrp="1"/>
          </p:cNvSpPr>
          <p:nvPr>
            <p:ph type="body" sz="quarter" idx="17" hasCustomPrompt="1"/>
          </p:nvPr>
        </p:nvSpPr>
        <p:spPr>
          <a:xfrm>
            <a:off x="10147504" y="2521288"/>
            <a:ext cx="943414" cy="930160"/>
          </a:xfrm>
        </p:spPr>
        <p:txBody>
          <a:bodyPr lIns="0" tIns="0" rIns="0" bIns="0" anchor="t">
            <a:noAutofit/>
          </a:bodyPr>
          <a:lstStyle>
            <a:lvl1pPr marL="0" indent="0" algn="l">
              <a:buNone/>
              <a:defRPr sz="6000" u="none">
                <a:solidFill>
                  <a:schemeClr val="bg2"/>
                </a:solidFill>
              </a:defRPr>
            </a:lvl1pPr>
          </a:lstStyle>
          <a:p>
            <a:pPr lvl="0"/>
            <a:r>
              <a:rPr lang="en-US" dirty="0"/>
              <a:t>05</a:t>
            </a:r>
          </a:p>
        </p:txBody>
      </p:sp>
      <p:sp>
        <p:nvSpPr>
          <p:cNvPr id="28" name="Text Placeholder 2">
            <a:extLst>
              <a:ext uri="{FF2B5EF4-FFF2-40B4-BE49-F238E27FC236}">
                <a16:creationId xmlns:a16="http://schemas.microsoft.com/office/drawing/2014/main" xmlns="" id="{F339E161-0E60-4C55-BC72-7E29650E6436}"/>
              </a:ext>
            </a:extLst>
          </p:cNvPr>
          <p:cNvSpPr>
            <a:spLocks noGrp="1"/>
          </p:cNvSpPr>
          <p:nvPr>
            <p:ph type="body" sz="quarter" idx="19" hasCustomPrompt="1"/>
          </p:nvPr>
        </p:nvSpPr>
        <p:spPr>
          <a:xfrm>
            <a:off x="324254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29" name="Text Placeholder 2">
            <a:extLst>
              <a:ext uri="{FF2B5EF4-FFF2-40B4-BE49-F238E27FC236}">
                <a16:creationId xmlns:a16="http://schemas.microsoft.com/office/drawing/2014/main" xmlns="" id="{C7FC7771-48D6-4488-A089-A4699B8C9BB9}"/>
              </a:ext>
            </a:extLst>
          </p:cNvPr>
          <p:cNvSpPr>
            <a:spLocks noGrp="1"/>
          </p:cNvSpPr>
          <p:nvPr>
            <p:ph type="body" sz="quarter" idx="20" hasCustomPrompt="1"/>
          </p:nvPr>
        </p:nvSpPr>
        <p:spPr>
          <a:xfrm>
            <a:off x="5544196"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0" name="Text Placeholder 2">
            <a:extLst>
              <a:ext uri="{FF2B5EF4-FFF2-40B4-BE49-F238E27FC236}">
                <a16:creationId xmlns:a16="http://schemas.microsoft.com/office/drawing/2014/main" xmlns="" id="{A7DDF1D5-1765-4836-BBE1-849DFAB37631}"/>
              </a:ext>
            </a:extLst>
          </p:cNvPr>
          <p:cNvSpPr>
            <a:spLocks noGrp="1"/>
          </p:cNvSpPr>
          <p:nvPr>
            <p:ph type="body" sz="quarter" idx="21" hasCustomPrompt="1"/>
          </p:nvPr>
        </p:nvSpPr>
        <p:spPr>
          <a:xfrm>
            <a:off x="7845851"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1" name="Text Placeholder 2">
            <a:extLst>
              <a:ext uri="{FF2B5EF4-FFF2-40B4-BE49-F238E27FC236}">
                <a16:creationId xmlns:a16="http://schemas.microsoft.com/office/drawing/2014/main" xmlns="" id="{35D57064-67A8-4717-8F76-9AF1A1455ADB}"/>
              </a:ext>
            </a:extLst>
          </p:cNvPr>
          <p:cNvSpPr>
            <a:spLocks noGrp="1"/>
          </p:cNvSpPr>
          <p:nvPr>
            <p:ph type="body" sz="quarter" idx="22" hasCustomPrompt="1"/>
          </p:nvPr>
        </p:nvSpPr>
        <p:spPr>
          <a:xfrm>
            <a:off x="10147505" y="3618575"/>
            <a:ext cx="1609763" cy="1463040"/>
          </a:xfrm>
        </p:spPr>
        <p:txBody>
          <a:bodyPr lIns="0" tIns="0" rIns="0" bIns="0" anchor="t">
            <a:noAutofit/>
          </a:bodyPr>
          <a:lstStyle>
            <a:lvl1pPr marL="0" indent="0" algn="l">
              <a:spcBef>
                <a:spcPts val="0"/>
              </a:spcBef>
              <a:buNone/>
              <a:defRPr sz="1400" b="0">
                <a:solidFill>
                  <a:schemeClr val="tx1"/>
                </a:solidFill>
              </a:defRPr>
            </a:lvl1pPr>
          </a:lstStyle>
          <a:p>
            <a:pPr lvl="0"/>
            <a:r>
              <a:rPr lang="en-US" dirty="0"/>
              <a:t>Place holder for text, place holder for text</a:t>
            </a:r>
          </a:p>
        </p:txBody>
      </p:sp>
      <p:sp>
        <p:nvSpPr>
          <p:cNvPr id="3" name="Title 2">
            <a:extLst>
              <a:ext uri="{FF2B5EF4-FFF2-40B4-BE49-F238E27FC236}">
                <a16:creationId xmlns:a16="http://schemas.microsoft.com/office/drawing/2014/main" xmlns="" id="{D0D0F5C5-1FDE-456D-9C67-6F0A07724C6B}"/>
              </a:ext>
            </a:extLst>
          </p:cNvPr>
          <p:cNvSpPr>
            <a:spLocks noGrp="1"/>
          </p:cNvSpPr>
          <p:nvPr>
            <p:ph type="title" hasCustomPrompt="1"/>
          </p:nvPr>
        </p:nvSpPr>
        <p:spPr/>
        <p:txBody>
          <a:bodyPr/>
          <a:lstStyle>
            <a:lvl1pPr>
              <a:defRPr baseline="0"/>
            </a:lvl1pPr>
          </a:lstStyle>
          <a:p>
            <a:r>
              <a:rPr lang="en-US" dirty="0"/>
              <a:t>SECTION HEADING</a:t>
            </a:r>
          </a:p>
        </p:txBody>
      </p:sp>
    </p:spTree>
    <p:extLst>
      <p:ext uri="{BB962C8B-B14F-4D97-AF65-F5344CB8AC3E}">
        <p14:creationId xmlns:p14="http://schemas.microsoft.com/office/powerpoint/2010/main" val="28623275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genda v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27" name="Text Placeholder 2">
            <a:extLst>
              <a:ext uri="{FF2B5EF4-FFF2-40B4-BE49-F238E27FC236}">
                <a16:creationId xmlns:a16="http://schemas.microsoft.com/office/drawing/2014/main" xmlns="" id="{9B8F19A3-252D-4851-BB1A-796986E51EF6}"/>
              </a:ext>
            </a:extLst>
          </p:cNvPr>
          <p:cNvSpPr>
            <a:spLocks noGrp="1"/>
          </p:cNvSpPr>
          <p:nvPr>
            <p:ph type="body" sz="quarter" idx="18" hasCustomPrompt="1"/>
          </p:nvPr>
        </p:nvSpPr>
        <p:spPr>
          <a:xfrm>
            <a:off x="7569694" y="1714958"/>
            <a:ext cx="1609763" cy="3870342"/>
          </a:xfrm>
        </p:spPr>
        <p:txBody>
          <a:bodyPr lIns="0" tIns="0" rIns="0" bIns="0" anchor="t">
            <a:noAutofit/>
          </a:bodyPr>
          <a:lstStyle>
            <a:lvl1pPr marL="0" indent="0" algn="l">
              <a:spcBef>
                <a:spcPts val="800"/>
              </a:spcBef>
              <a:buNone/>
              <a:defRPr sz="1400" b="0">
                <a:solidFill>
                  <a:schemeClr val="tx1"/>
                </a:solidFill>
              </a:defRPr>
            </a:lvl1pPr>
          </a:lstStyle>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a:p>
            <a:pPr lvl="0"/>
            <a:r>
              <a:rPr lang="en-US" dirty="0"/>
              <a:t>- Lorem ipsum</a:t>
            </a:r>
          </a:p>
          <a:p>
            <a:pPr lvl="0"/>
            <a:r>
              <a:rPr lang="en-US" dirty="0"/>
              <a:t>- Dolor, avec</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34" name="Text Placeholder 2">
            <a:extLst>
              <a:ext uri="{FF2B5EF4-FFF2-40B4-BE49-F238E27FC236}">
                <a16:creationId xmlns:a16="http://schemas.microsoft.com/office/drawing/2014/main" xmlns="" id="{45886A50-D64D-414B-BB34-2694E084C2E5}"/>
              </a:ext>
            </a:extLst>
          </p:cNvPr>
          <p:cNvSpPr>
            <a:spLocks noGrp="1"/>
          </p:cNvSpPr>
          <p:nvPr>
            <p:ph type="body" sz="quarter" idx="19" hasCustomPrompt="1"/>
          </p:nvPr>
        </p:nvSpPr>
        <p:spPr>
          <a:xfrm>
            <a:off x="9388231" y="1714958"/>
            <a:ext cx="452813" cy="3870342"/>
          </a:xfrm>
        </p:spPr>
        <p:txBody>
          <a:bodyPr lIns="0" tIns="0" rIns="0" bIns="0" anchor="t">
            <a:noAutofit/>
          </a:bodyPr>
          <a:lstStyle>
            <a:lvl1pPr marL="0" indent="0" algn="ctr">
              <a:spcBef>
                <a:spcPts val="800"/>
              </a:spcBef>
              <a:buNone/>
              <a:defRPr sz="1400" b="0">
                <a:solidFill>
                  <a:schemeClr val="bg2"/>
                </a:solidFill>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a:p>
            <a:pPr lvl="0"/>
            <a:r>
              <a:rPr lang="en-US" dirty="0"/>
              <a:t>10</a:t>
            </a:r>
          </a:p>
          <a:p>
            <a:pPr lvl="0"/>
            <a:r>
              <a:rPr lang="en-US" dirty="0"/>
              <a:t>11</a:t>
            </a:r>
          </a:p>
          <a:p>
            <a:pPr lvl="0"/>
            <a:r>
              <a:rPr lang="en-US" dirty="0"/>
              <a:t>12</a:t>
            </a:r>
          </a:p>
        </p:txBody>
      </p:sp>
    </p:spTree>
    <p:extLst>
      <p:ext uri="{BB962C8B-B14F-4D97-AF65-F5344CB8AC3E}">
        <p14:creationId xmlns:p14="http://schemas.microsoft.com/office/powerpoint/2010/main" val="9283127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am info">
    <p:spTree>
      <p:nvGrpSpPr>
        <p:cNvPr id="1" name=""/>
        <p:cNvGrpSpPr/>
        <p:nvPr/>
      </p:nvGrpSpPr>
      <p:grpSpPr>
        <a:xfrm>
          <a:off x="0" y="0"/>
          <a:ext cx="0" cy="0"/>
          <a:chOff x="0" y="0"/>
          <a:chExt cx="0" cy="0"/>
        </a:xfrm>
      </p:grpSpPr>
      <p:pic>
        <p:nvPicPr>
          <p:cNvPr id="27" name="Picture 26">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4" name="Picture Placeholder 19">
            <a:extLst>
              <a:ext uri="{FF2B5EF4-FFF2-40B4-BE49-F238E27FC236}">
                <a16:creationId xmlns:a16="http://schemas.microsoft.com/office/drawing/2014/main" xmlns="" id="{59269AFB-DEBB-4608-96E8-324707728B11}"/>
              </a:ext>
            </a:extLst>
          </p:cNvPr>
          <p:cNvSpPr>
            <a:spLocks noGrp="1"/>
          </p:cNvSpPr>
          <p:nvPr>
            <p:ph type="pic" sz="quarter" idx="15" hasCustomPrompt="1"/>
          </p:nvPr>
        </p:nvSpPr>
        <p:spPr>
          <a:xfrm>
            <a:off x="6363124"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5" name="Text Placeholder 2">
            <a:extLst>
              <a:ext uri="{FF2B5EF4-FFF2-40B4-BE49-F238E27FC236}">
                <a16:creationId xmlns:a16="http://schemas.microsoft.com/office/drawing/2014/main" xmlns="" id="{686E8F45-9142-4263-B45A-EC0ECAA59FAE}"/>
              </a:ext>
            </a:extLst>
          </p:cNvPr>
          <p:cNvSpPr>
            <a:spLocks noGrp="1"/>
          </p:cNvSpPr>
          <p:nvPr>
            <p:ph type="body" sz="quarter" idx="16" hasCustomPrompt="1"/>
          </p:nvPr>
        </p:nvSpPr>
        <p:spPr>
          <a:xfrm>
            <a:off x="7693651"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2</a:t>
            </a:r>
          </a:p>
        </p:txBody>
      </p:sp>
      <p:sp>
        <p:nvSpPr>
          <p:cNvPr id="16" name="Text Placeholder 2">
            <a:extLst>
              <a:ext uri="{FF2B5EF4-FFF2-40B4-BE49-F238E27FC236}">
                <a16:creationId xmlns:a16="http://schemas.microsoft.com/office/drawing/2014/main" xmlns="" id="{4DC11626-0644-4E2D-9226-6EB9E83BA064}"/>
              </a:ext>
            </a:extLst>
          </p:cNvPr>
          <p:cNvSpPr>
            <a:spLocks noGrp="1"/>
          </p:cNvSpPr>
          <p:nvPr>
            <p:ph type="body" sz="quarter" idx="17" hasCustomPrompt="1"/>
          </p:nvPr>
        </p:nvSpPr>
        <p:spPr>
          <a:xfrm>
            <a:off x="7693651"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5" name="Picture Placeholder 19">
            <a:extLst>
              <a:ext uri="{FF2B5EF4-FFF2-40B4-BE49-F238E27FC236}">
                <a16:creationId xmlns:a16="http://schemas.microsoft.com/office/drawing/2014/main" xmlns="" id="{A323A45E-FC75-4F7E-95A9-DB2AB53001BA}"/>
              </a:ext>
            </a:extLst>
          </p:cNvPr>
          <p:cNvSpPr>
            <a:spLocks noGrp="1"/>
          </p:cNvSpPr>
          <p:nvPr>
            <p:ph type="pic" sz="quarter" idx="12" hasCustomPrompt="1"/>
          </p:nvPr>
        </p:nvSpPr>
        <p:spPr>
          <a:xfrm>
            <a:off x="1758340" y="1433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7" name="Text Placeholder 2">
            <a:extLst>
              <a:ext uri="{FF2B5EF4-FFF2-40B4-BE49-F238E27FC236}">
                <a16:creationId xmlns:a16="http://schemas.microsoft.com/office/drawing/2014/main" xmlns="" id="{CC419ED4-1DC0-4B8A-B81D-02CC53DE3339}"/>
              </a:ext>
            </a:extLst>
          </p:cNvPr>
          <p:cNvSpPr>
            <a:spLocks noGrp="1"/>
          </p:cNvSpPr>
          <p:nvPr>
            <p:ph type="body" sz="quarter" idx="13" hasCustomPrompt="1"/>
          </p:nvPr>
        </p:nvSpPr>
        <p:spPr>
          <a:xfrm>
            <a:off x="3088867" y="1666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1</a:t>
            </a:r>
          </a:p>
        </p:txBody>
      </p:sp>
      <p:sp>
        <p:nvSpPr>
          <p:cNvPr id="12" name="Text Placeholder 2">
            <a:extLst>
              <a:ext uri="{FF2B5EF4-FFF2-40B4-BE49-F238E27FC236}">
                <a16:creationId xmlns:a16="http://schemas.microsoft.com/office/drawing/2014/main" xmlns="" id="{39191F7B-B907-4330-A0D0-AE2346533DD8}"/>
              </a:ext>
            </a:extLst>
          </p:cNvPr>
          <p:cNvSpPr>
            <a:spLocks noGrp="1"/>
          </p:cNvSpPr>
          <p:nvPr>
            <p:ph type="body" sz="quarter" idx="14" hasCustomPrompt="1"/>
          </p:nvPr>
        </p:nvSpPr>
        <p:spPr>
          <a:xfrm>
            <a:off x="3088867" y="2000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17" name="Picture Placeholder 19">
            <a:extLst>
              <a:ext uri="{FF2B5EF4-FFF2-40B4-BE49-F238E27FC236}">
                <a16:creationId xmlns:a16="http://schemas.microsoft.com/office/drawing/2014/main" xmlns="" id="{F983CCE9-9F44-4F5C-8034-00D82367E68F}"/>
              </a:ext>
            </a:extLst>
          </p:cNvPr>
          <p:cNvSpPr>
            <a:spLocks noGrp="1"/>
          </p:cNvSpPr>
          <p:nvPr>
            <p:ph type="pic" sz="quarter" idx="18" hasCustomPrompt="1"/>
          </p:nvPr>
        </p:nvSpPr>
        <p:spPr>
          <a:xfrm>
            <a:off x="6363124"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18" name="Text Placeholder 2">
            <a:extLst>
              <a:ext uri="{FF2B5EF4-FFF2-40B4-BE49-F238E27FC236}">
                <a16:creationId xmlns:a16="http://schemas.microsoft.com/office/drawing/2014/main" xmlns="" id="{1E02564C-71B0-404A-81D5-CBADB443DACA}"/>
              </a:ext>
            </a:extLst>
          </p:cNvPr>
          <p:cNvSpPr>
            <a:spLocks noGrp="1"/>
          </p:cNvSpPr>
          <p:nvPr>
            <p:ph type="body" sz="quarter" idx="19" hasCustomPrompt="1"/>
          </p:nvPr>
        </p:nvSpPr>
        <p:spPr>
          <a:xfrm>
            <a:off x="7693651"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4</a:t>
            </a:r>
          </a:p>
        </p:txBody>
      </p:sp>
      <p:sp>
        <p:nvSpPr>
          <p:cNvPr id="19" name="Text Placeholder 2">
            <a:extLst>
              <a:ext uri="{FF2B5EF4-FFF2-40B4-BE49-F238E27FC236}">
                <a16:creationId xmlns:a16="http://schemas.microsoft.com/office/drawing/2014/main" xmlns="" id="{37CB87B8-C293-4172-92CB-5A6B260A9911}"/>
              </a:ext>
            </a:extLst>
          </p:cNvPr>
          <p:cNvSpPr>
            <a:spLocks noGrp="1"/>
          </p:cNvSpPr>
          <p:nvPr>
            <p:ph type="body" sz="quarter" idx="20" hasCustomPrompt="1"/>
          </p:nvPr>
        </p:nvSpPr>
        <p:spPr>
          <a:xfrm>
            <a:off x="7693651"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0" name="Picture Placeholder 19">
            <a:extLst>
              <a:ext uri="{FF2B5EF4-FFF2-40B4-BE49-F238E27FC236}">
                <a16:creationId xmlns:a16="http://schemas.microsoft.com/office/drawing/2014/main" xmlns="" id="{3E8E0044-A58D-43FE-A641-0CAFFC620062}"/>
              </a:ext>
            </a:extLst>
          </p:cNvPr>
          <p:cNvSpPr>
            <a:spLocks noGrp="1"/>
          </p:cNvSpPr>
          <p:nvPr>
            <p:ph type="pic" sz="quarter" idx="21" hasCustomPrompt="1"/>
          </p:nvPr>
        </p:nvSpPr>
        <p:spPr>
          <a:xfrm>
            <a:off x="1758340" y="2957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1" name="Text Placeholder 2">
            <a:extLst>
              <a:ext uri="{FF2B5EF4-FFF2-40B4-BE49-F238E27FC236}">
                <a16:creationId xmlns:a16="http://schemas.microsoft.com/office/drawing/2014/main" xmlns="" id="{43E28C56-5783-4337-9D96-698FE5582A2E}"/>
              </a:ext>
            </a:extLst>
          </p:cNvPr>
          <p:cNvSpPr>
            <a:spLocks noGrp="1"/>
          </p:cNvSpPr>
          <p:nvPr>
            <p:ph type="body" sz="quarter" idx="22" hasCustomPrompt="1"/>
          </p:nvPr>
        </p:nvSpPr>
        <p:spPr>
          <a:xfrm>
            <a:off x="3088867" y="3190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3</a:t>
            </a:r>
          </a:p>
        </p:txBody>
      </p:sp>
      <p:sp>
        <p:nvSpPr>
          <p:cNvPr id="22" name="Text Placeholder 2">
            <a:extLst>
              <a:ext uri="{FF2B5EF4-FFF2-40B4-BE49-F238E27FC236}">
                <a16:creationId xmlns:a16="http://schemas.microsoft.com/office/drawing/2014/main" xmlns="" id="{03DD8706-19CE-4B18-B435-1B8EBC9D6F63}"/>
              </a:ext>
            </a:extLst>
          </p:cNvPr>
          <p:cNvSpPr>
            <a:spLocks noGrp="1"/>
          </p:cNvSpPr>
          <p:nvPr>
            <p:ph type="body" sz="quarter" idx="23" hasCustomPrompt="1"/>
          </p:nvPr>
        </p:nvSpPr>
        <p:spPr>
          <a:xfrm>
            <a:off x="3088867" y="3524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3" name="Picture Placeholder 19">
            <a:extLst>
              <a:ext uri="{FF2B5EF4-FFF2-40B4-BE49-F238E27FC236}">
                <a16:creationId xmlns:a16="http://schemas.microsoft.com/office/drawing/2014/main" xmlns="" id="{154DC02C-DF49-4166-8E8C-83B92BB515A3}"/>
              </a:ext>
            </a:extLst>
          </p:cNvPr>
          <p:cNvSpPr>
            <a:spLocks noGrp="1"/>
          </p:cNvSpPr>
          <p:nvPr>
            <p:ph type="pic" sz="quarter" idx="24" hasCustomPrompt="1"/>
          </p:nvPr>
        </p:nvSpPr>
        <p:spPr>
          <a:xfrm>
            <a:off x="6363124"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4" name="Text Placeholder 2">
            <a:extLst>
              <a:ext uri="{FF2B5EF4-FFF2-40B4-BE49-F238E27FC236}">
                <a16:creationId xmlns:a16="http://schemas.microsoft.com/office/drawing/2014/main" xmlns="" id="{0D389855-D3A3-4DEB-8A46-31D137D6F97D}"/>
              </a:ext>
            </a:extLst>
          </p:cNvPr>
          <p:cNvSpPr>
            <a:spLocks noGrp="1"/>
          </p:cNvSpPr>
          <p:nvPr>
            <p:ph type="body" sz="quarter" idx="25" hasCustomPrompt="1"/>
          </p:nvPr>
        </p:nvSpPr>
        <p:spPr>
          <a:xfrm>
            <a:off x="7693651"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6</a:t>
            </a:r>
          </a:p>
        </p:txBody>
      </p:sp>
      <p:sp>
        <p:nvSpPr>
          <p:cNvPr id="25" name="Text Placeholder 2">
            <a:extLst>
              <a:ext uri="{FF2B5EF4-FFF2-40B4-BE49-F238E27FC236}">
                <a16:creationId xmlns:a16="http://schemas.microsoft.com/office/drawing/2014/main" xmlns="" id="{8525DE8D-D94B-47A4-90AD-21FCC945217A}"/>
              </a:ext>
            </a:extLst>
          </p:cNvPr>
          <p:cNvSpPr>
            <a:spLocks noGrp="1"/>
          </p:cNvSpPr>
          <p:nvPr>
            <p:ph type="body" sz="quarter" idx="26" hasCustomPrompt="1"/>
          </p:nvPr>
        </p:nvSpPr>
        <p:spPr>
          <a:xfrm>
            <a:off x="7693651"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
        <p:nvSpPr>
          <p:cNvPr id="26" name="Picture Placeholder 19">
            <a:extLst>
              <a:ext uri="{FF2B5EF4-FFF2-40B4-BE49-F238E27FC236}">
                <a16:creationId xmlns:a16="http://schemas.microsoft.com/office/drawing/2014/main" xmlns="" id="{84F6A77C-9582-4BB2-90CC-4DC51D7549AE}"/>
              </a:ext>
            </a:extLst>
          </p:cNvPr>
          <p:cNvSpPr>
            <a:spLocks noGrp="1"/>
          </p:cNvSpPr>
          <p:nvPr>
            <p:ph type="pic" sz="quarter" idx="27" hasCustomPrompt="1"/>
          </p:nvPr>
        </p:nvSpPr>
        <p:spPr>
          <a:xfrm>
            <a:off x="1758340" y="4481345"/>
            <a:ext cx="1097566" cy="1097280"/>
          </a:xfrm>
          <a:prstGeom prst="ellipse">
            <a:avLst/>
          </a:prstGeom>
          <a:solidFill>
            <a:schemeClr val="bg1">
              <a:lumMod val="95000"/>
            </a:schemeClr>
          </a:solidFill>
        </p:spPr>
        <p:txBody>
          <a:bodyPr wrap="none" lIns="0" tIns="0" rIns="0" bIns="137160" anchor="b">
            <a:noAutofit/>
          </a:bodyPr>
          <a:lstStyle>
            <a:lvl1pPr marL="0" indent="0" algn="ctr">
              <a:buNone/>
              <a:defRPr sz="800" i="1">
                <a:solidFill>
                  <a:schemeClr val="tx1"/>
                </a:solidFill>
              </a:defRPr>
            </a:lvl1pPr>
          </a:lstStyle>
          <a:p>
            <a:r>
              <a:rPr lang="en-US" dirty="0"/>
              <a:t>Click to add picture</a:t>
            </a:r>
          </a:p>
        </p:txBody>
      </p:sp>
      <p:sp>
        <p:nvSpPr>
          <p:cNvPr id="28" name="Text Placeholder 2">
            <a:extLst>
              <a:ext uri="{FF2B5EF4-FFF2-40B4-BE49-F238E27FC236}">
                <a16:creationId xmlns:a16="http://schemas.microsoft.com/office/drawing/2014/main" xmlns="" id="{29A25E6F-1680-44EA-B113-5C16F4728915}"/>
              </a:ext>
            </a:extLst>
          </p:cNvPr>
          <p:cNvSpPr>
            <a:spLocks noGrp="1"/>
          </p:cNvSpPr>
          <p:nvPr>
            <p:ph type="body" sz="quarter" idx="28" hasCustomPrompt="1"/>
          </p:nvPr>
        </p:nvSpPr>
        <p:spPr>
          <a:xfrm>
            <a:off x="3088867" y="4714283"/>
            <a:ext cx="2286595" cy="296862"/>
          </a:xfrm>
        </p:spPr>
        <p:txBody>
          <a:bodyPr lIns="0" tIns="0" rIns="0" bIns="0" anchor="b">
            <a:noAutofit/>
          </a:bodyPr>
          <a:lstStyle>
            <a:lvl1pPr marL="0" indent="0" algn="l">
              <a:buNone/>
              <a:defRPr sz="1400">
                <a:solidFill>
                  <a:schemeClr val="bg2"/>
                </a:solidFill>
              </a:defRPr>
            </a:lvl1pPr>
          </a:lstStyle>
          <a:p>
            <a:pPr lvl="0"/>
            <a:r>
              <a:rPr lang="en-US" dirty="0"/>
              <a:t>Presenter 5</a:t>
            </a:r>
          </a:p>
        </p:txBody>
      </p:sp>
      <p:sp>
        <p:nvSpPr>
          <p:cNvPr id="29" name="Text Placeholder 2">
            <a:extLst>
              <a:ext uri="{FF2B5EF4-FFF2-40B4-BE49-F238E27FC236}">
                <a16:creationId xmlns:a16="http://schemas.microsoft.com/office/drawing/2014/main" xmlns="" id="{4D883057-323F-4A58-B78E-59B10B92544C}"/>
              </a:ext>
            </a:extLst>
          </p:cNvPr>
          <p:cNvSpPr>
            <a:spLocks noGrp="1"/>
          </p:cNvSpPr>
          <p:nvPr>
            <p:ph type="body" sz="quarter" idx="29" hasCustomPrompt="1"/>
          </p:nvPr>
        </p:nvSpPr>
        <p:spPr>
          <a:xfrm>
            <a:off x="3088867" y="5048201"/>
            <a:ext cx="2286595" cy="296862"/>
          </a:xfrm>
        </p:spPr>
        <p:txBody>
          <a:bodyPr lIns="0" tIns="0" rIns="0" bIns="0" anchor="t">
            <a:noAutofit/>
          </a:bodyPr>
          <a:lstStyle>
            <a:lvl1pPr marL="0" indent="0" algn="l">
              <a:buNone/>
              <a:defRPr sz="1400">
                <a:solidFill>
                  <a:schemeClr val="tx1"/>
                </a:solidFill>
              </a:defRPr>
            </a:lvl1pPr>
          </a:lstStyle>
          <a:p>
            <a:pPr lvl="0"/>
            <a:r>
              <a:rPr lang="en-US" dirty="0"/>
              <a:t>Company Name</a:t>
            </a:r>
          </a:p>
        </p:txBody>
      </p:sp>
    </p:spTree>
    <p:extLst>
      <p:ext uri="{BB962C8B-B14F-4D97-AF65-F5344CB8AC3E}">
        <p14:creationId xmlns:p14="http://schemas.microsoft.com/office/powerpoint/2010/main" val="22619817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v1">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535966"/>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9621396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37032597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content v3">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3" name="Text Placeholder 2"/>
          <p:cNvSpPr>
            <a:spLocks noGrp="1"/>
          </p:cNvSpPr>
          <p:nvPr>
            <p:ph type="body" sz="quarter" idx="14"/>
          </p:nvPr>
        </p:nvSpPr>
        <p:spPr>
          <a:xfrm>
            <a:off x="4038064" y="1409702"/>
            <a:ext cx="3658553" cy="4754880"/>
          </a:xfrm>
        </p:spPr>
        <p:txBody>
          <a:bodyPr/>
          <a:lstStyle/>
          <a:p>
            <a:pPr lvl="0"/>
            <a:r>
              <a:rPr lang="en-US" noProof="0" dirty="0"/>
              <a:t>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7" name="Text Placeholder 6"/>
          <p:cNvSpPr>
            <a:spLocks noGrp="1"/>
          </p:cNvSpPr>
          <p:nvPr>
            <p:ph type="body" sz="quarter" idx="15"/>
          </p:nvPr>
        </p:nvSpPr>
        <p:spPr>
          <a:xfrm>
            <a:off x="8188235" y="1409703"/>
            <a:ext cx="3658553" cy="475488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8269508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only v1">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334938" y="245863"/>
            <a:ext cx="9154433" cy="315704"/>
          </a:xfrm>
        </p:spPr>
        <p:txBody>
          <a:bodyPr/>
          <a:lstStyle>
            <a:lvl1pPr marL="100584">
              <a:spcBef>
                <a:spcPts val="0"/>
              </a:spcBef>
              <a:defRPr sz="1600" baseline="0"/>
            </a:lvl1pPr>
          </a:lstStyle>
          <a:p>
            <a:r>
              <a:rPr lang="en-US" dirty="0"/>
              <a:t>SECTION HEADING</a:t>
            </a:r>
          </a:p>
        </p:txBody>
      </p:sp>
      <p:sp>
        <p:nvSpPr>
          <p:cNvPr id="17" name="Text Placeholder 16"/>
          <p:cNvSpPr>
            <a:spLocks noGrp="1"/>
          </p:cNvSpPr>
          <p:nvPr>
            <p:ph type="body" sz="quarter" idx="11" hasCustomPrompt="1"/>
          </p:nvPr>
        </p:nvSpPr>
        <p:spPr>
          <a:xfrm>
            <a:off x="334937" y="613084"/>
            <a:ext cx="10152484" cy="543708"/>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1792156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le only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Tree>
    <p:extLst>
      <p:ext uri="{BB962C8B-B14F-4D97-AF65-F5344CB8AC3E}">
        <p14:creationId xmlns:p14="http://schemas.microsoft.com/office/powerpoint/2010/main" val="364756529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lank with logo">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40984528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p:nvPr userDrawn="1"/>
        </p:nvCxnSpPr>
        <p:spPr>
          <a:xfrm>
            <a:off x="617066"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xmlns="" id="{10380C48-5BEB-4A6E-9DAB-A6429A58BD37}"/>
              </a:ext>
            </a:extLst>
          </p:cNvPr>
          <p:cNvSpPr/>
          <p:nvPr userDrawn="1"/>
        </p:nvSpPr>
        <p:spPr>
          <a:xfrm>
            <a:off x="6266733" y="1066801"/>
            <a:ext cx="5487829"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a16="http://schemas.microsoft.com/office/drawing/2014/main" xmlns="" id="{84C5DFFB-6FF4-4318-9D0D-9CD77029DABD}"/>
              </a:ext>
            </a:extLst>
          </p:cNvPr>
          <p:cNvSpPr>
            <a:spLocks noGrp="1"/>
          </p:cNvSpPr>
          <p:nvPr>
            <p:ph type="body" sz="quarter" idx="16" hasCustomPrompt="1"/>
          </p:nvPr>
        </p:nvSpPr>
        <p:spPr>
          <a:xfrm>
            <a:off x="6266733" y="1066801"/>
            <a:ext cx="5487829" cy="713232"/>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a16="http://schemas.microsoft.com/office/drawing/2014/main" xmlns="" id="{D142C5A8-D7C7-4F2D-9CDF-834CB6B5513A}"/>
              </a:ext>
            </a:extLst>
          </p:cNvPr>
          <p:cNvCxnSpPr/>
          <p:nvPr userDrawn="1"/>
        </p:nvCxnSpPr>
        <p:spPr>
          <a:xfrm>
            <a:off x="6444837" y="1898350"/>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7"/>
          </p:nvPr>
        </p:nvSpPr>
        <p:spPr>
          <a:xfrm>
            <a:off x="438962" y="2016668"/>
            <a:ext cx="5487829" cy="4117431"/>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18"/>
          </p:nvPr>
        </p:nvSpPr>
        <p:spPr>
          <a:xfrm>
            <a:off x="6266733" y="2016667"/>
            <a:ext cx="5487829" cy="411743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6740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3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601009"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4" name="Rectangle 23">
            <a:extLst>
              <a:ext uri="{FF2B5EF4-FFF2-40B4-BE49-F238E27FC236}">
                <a16:creationId xmlns:a16="http://schemas.microsoft.com/office/drawing/2014/main" xmlns="" id="{911F2DDC-FE3D-47F1-B151-80B9AC9A2B70}"/>
              </a:ext>
            </a:extLst>
          </p:cNvPr>
          <p:cNvSpPr/>
          <p:nvPr userDrawn="1"/>
        </p:nvSpPr>
        <p:spPr>
          <a:xfrm>
            <a:off x="4267866"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0" name="Text Placeholder 4">
            <a:extLst>
              <a:ext uri="{FF2B5EF4-FFF2-40B4-BE49-F238E27FC236}">
                <a16:creationId xmlns:a16="http://schemas.microsoft.com/office/drawing/2014/main" xmlns="" id="{2FF590C8-B23E-4B58-825C-94072533798E}"/>
              </a:ext>
            </a:extLst>
          </p:cNvPr>
          <p:cNvSpPr>
            <a:spLocks noGrp="1"/>
          </p:cNvSpPr>
          <p:nvPr>
            <p:ph type="body" sz="quarter" idx="16" hasCustomPrompt="1"/>
          </p:nvPr>
        </p:nvSpPr>
        <p:spPr>
          <a:xfrm>
            <a:off x="4267866"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1" name="Straight Connector 30">
            <a:extLst>
              <a:ext uri="{FF2B5EF4-FFF2-40B4-BE49-F238E27FC236}">
                <a16:creationId xmlns:a16="http://schemas.microsoft.com/office/drawing/2014/main" xmlns="" id="{28967DD9-FE47-4475-A9A7-067F0E21789F}"/>
              </a:ext>
            </a:extLst>
          </p:cNvPr>
          <p:cNvCxnSpPr>
            <a:cxnSpLocks/>
          </p:cNvCxnSpPr>
          <p:nvPr userDrawn="1"/>
        </p:nvCxnSpPr>
        <p:spPr>
          <a:xfrm>
            <a:off x="4429913"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xmlns="" id="{C08E1826-9545-4505-B223-4C2468E7AED3}"/>
              </a:ext>
            </a:extLst>
          </p:cNvPr>
          <p:cNvSpPr/>
          <p:nvPr userDrawn="1"/>
        </p:nvSpPr>
        <p:spPr>
          <a:xfrm>
            <a:off x="8096771" y="1066801"/>
            <a:ext cx="365855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4" name="Text Placeholder 4">
            <a:extLst>
              <a:ext uri="{FF2B5EF4-FFF2-40B4-BE49-F238E27FC236}">
                <a16:creationId xmlns:a16="http://schemas.microsoft.com/office/drawing/2014/main" xmlns="" id="{BB585001-9257-45A9-92E7-3BCA73D57E9C}"/>
              </a:ext>
            </a:extLst>
          </p:cNvPr>
          <p:cNvSpPr>
            <a:spLocks noGrp="1"/>
          </p:cNvSpPr>
          <p:nvPr>
            <p:ph type="body" sz="quarter" idx="18" hasCustomPrompt="1"/>
          </p:nvPr>
        </p:nvSpPr>
        <p:spPr>
          <a:xfrm>
            <a:off x="8096771" y="1066801"/>
            <a:ext cx="3658553" cy="710484"/>
          </a:xfrm>
        </p:spPr>
        <p:txBody>
          <a:bodyPr lIns="182880" tIns="64008" rIns="182880" bIns="64008" anchor="b">
            <a:noAutofit/>
          </a:bodyPr>
          <a:lstStyle>
            <a:lvl1pPr marL="0" indent="0" algn="ctr">
              <a:lnSpc>
                <a:spcPct val="90000"/>
              </a:lnSpc>
              <a:spcBef>
                <a:spcPts val="0"/>
              </a:spcBef>
              <a:spcAft>
                <a:spcPts val="0"/>
              </a:spcAft>
              <a:buNone/>
              <a:defRPr sz="22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5" name="Straight Connector 34">
            <a:extLst>
              <a:ext uri="{FF2B5EF4-FFF2-40B4-BE49-F238E27FC236}">
                <a16:creationId xmlns:a16="http://schemas.microsoft.com/office/drawing/2014/main" xmlns="" id="{7945B1CF-4234-4EE4-9371-9C94C1D05433}"/>
              </a:ext>
            </a:extLst>
          </p:cNvPr>
          <p:cNvCxnSpPr>
            <a:cxnSpLocks/>
          </p:cNvCxnSpPr>
          <p:nvPr userDrawn="1"/>
        </p:nvCxnSpPr>
        <p:spPr>
          <a:xfrm>
            <a:off x="8258818" y="1898350"/>
            <a:ext cx="3334461"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19"/>
          </p:nvPr>
        </p:nvSpPr>
        <p:spPr>
          <a:xfrm>
            <a:off x="438962" y="2019416"/>
            <a:ext cx="3658553"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0"/>
          </p:nvPr>
        </p:nvSpPr>
        <p:spPr>
          <a:xfrm>
            <a:off x="4267866" y="2019416"/>
            <a:ext cx="365855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1"/>
          </p:nvPr>
        </p:nvSpPr>
        <p:spPr>
          <a:xfrm>
            <a:off x="8096771" y="2019416"/>
            <a:ext cx="3658554" cy="4114682"/>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52930417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4 column text layout">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1"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548017"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3" name="Rectangle 52">
            <a:extLst>
              <a:ext uri="{FF2B5EF4-FFF2-40B4-BE49-F238E27FC236}">
                <a16:creationId xmlns:a16="http://schemas.microsoft.com/office/drawing/2014/main" xmlns="" id="{27ADBF00-25EC-4063-A5A1-A28DFBEFA8FB}"/>
              </a:ext>
            </a:extLst>
          </p:cNvPr>
          <p:cNvSpPr/>
          <p:nvPr userDrawn="1"/>
        </p:nvSpPr>
        <p:spPr>
          <a:xfrm>
            <a:off x="3311688"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5" name="Text Placeholder 4">
            <a:extLst>
              <a:ext uri="{FF2B5EF4-FFF2-40B4-BE49-F238E27FC236}">
                <a16:creationId xmlns:a16="http://schemas.microsoft.com/office/drawing/2014/main" xmlns="" id="{9782D4D5-C774-4C2F-A646-929DB1D5A813}"/>
              </a:ext>
            </a:extLst>
          </p:cNvPr>
          <p:cNvSpPr>
            <a:spLocks noGrp="1"/>
          </p:cNvSpPr>
          <p:nvPr>
            <p:ph type="body" sz="quarter" idx="16" hasCustomPrompt="1"/>
          </p:nvPr>
        </p:nvSpPr>
        <p:spPr>
          <a:xfrm>
            <a:off x="3311688"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57" name="Rectangle 56">
            <a:extLst>
              <a:ext uri="{FF2B5EF4-FFF2-40B4-BE49-F238E27FC236}">
                <a16:creationId xmlns:a16="http://schemas.microsoft.com/office/drawing/2014/main" xmlns="" id="{863DC7F1-9A08-485D-AB4F-EBA24FAD873D}"/>
              </a:ext>
            </a:extLst>
          </p:cNvPr>
          <p:cNvSpPr/>
          <p:nvPr userDrawn="1"/>
        </p:nvSpPr>
        <p:spPr>
          <a:xfrm>
            <a:off x="6184414"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59" name="Text Placeholder 4">
            <a:extLst>
              <a:ext uri="{FF2B5EF4-FFF2-40B4-BE49-F238E27FC236}">
                <a16:creationId xmlns:a16="http://schemas.microsoft.com/office/drawing/2014/main" xmlns="" id="{5BB687B2-DC0F-4085-A36C-576A4E6F0D3E}"/>
              </a:ext>
            </a:extLst>
          </p:cNvPr>
          <p:cNvSpPr>
            <a:spLocks noGrp="1"/>
          </p:cNvSpPr>
          <p:nvPr>
            <p:ph type="body" sz="quarter" idx="18" hasCustomPrompt="1"/>
          </p:nvPr>
        </p:nvSpPr>
        <p:spPr>
          <a:xfrm>
            <a:off x="6184414"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sp>
        <p:nvSpPr>
          <p:cNvPr id="61" name="Rectangle 60">
            <a:extLst>
              <a:ext uri="{FF2B5EF4-FFF2-40B4-BE49-F238E27FC236}">
                <a16:creationId xmlns:a16="http://schemas.microsoft.com/office/drawing/2014/main" xmlns="" id="{E7FA196A-9199-4FCC-9468-1A6324910F10}"/>
              </a:ext>
            </a:extLst>
          </p:cNvPr>
          <p:cNvSpPr/>
          <p:nvPr userDrawn="1"/>
        </p:nvSpPr>
        <p:spPr>
          <a:xfrm>
            <a:off x="9057141" y="1066801"/>
            <a:ext cx="2698183" cy="5067298"/>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3" name="Text Placeholder 4">
            <a:extLst>
              <a:ext uri="{FF2B5EF4-FFF2-40B4-BE49-F238E27FC236}">
                <a16:creationId xmlns:a16="http://schemas.microsoft.com/office/drawing/2014/main" xmlns="" id="{068DA545-6794-4A0B-B242-4603AC0E98DA}"/>
              </a:ext>
            </a:extLst>
          </p:cNvPr>
          <p:cNvSpPr>
            <a:spLocks noGrp="1"/>
          </p:cNvSpPr>
          <p:nvPr>
            <p:ph type="body" sz="quarter" idx="20" hasCustomPrompt="1"/>
          </p:nvPr>
        </p:nvSpPr>
        <p:spPr>
          <a:xfrm>
            <a:off x="9057141" y="1066801"/>
            <a:ext cx="2698183" cy="710484"/>
          </a:xfrm>
        </p:spPr>
        <p:txBody>
          <a:bodyPr lIns="137160" tIns="64008" rIns="137160" bIns="64008" anchor="b">
            <a:noAutofit/>
          </a:bodyPr>
          <a:lstStyle>
            <a:lvl1pPr marL="0" indent="0" algn="ctr">
              <a:lnSpc>
                <a:spcPct val="90000"/>
              </a:lnSpc>
              <a:spcBef>
                <a:spcPts val="0"/>
              </a:spcBef>
              <a:spcAft>
                <a:spcPts val="0"/>
              </a:spcAft>
              <a:buNone/>
              <a:defRPr sz="20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66" name="Straight Connector 65">
            <a:extLst>
              <a:ext uri="{FF2B5EF4-FFF2-40B4-BE49-F238E27FC236}">
                <a16:creationId xmlns:a16="http://schemas.microsoft.com/office/drawing/2014/main" xmlns="" id="{043053F1-B968-43EE-871F-8A29BE96FB96}"/>
              </a:ext>
            </a:extLst>
          </p:cNvPr>
          <p:cNvCxnSpPr>
            <a:cxnSpLocks/>
          </p:cNvCxnSpPr>
          <p:nvPr userDrawn="1"/>
        </p:nvCxnSpPr>
        <p:spPr>
          <a:xfrm>
            <a:off x="3420743"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xmlns="" id="{EBF23B40-1E61-4543-B8B5-9D1F8DB33C7B}"/>
              </a:ext>
            </a:extLst>
          </p:cNvPr>
          <p:cNvCxnSpPr>
            <a:cxnSpLocks/>
          </p:cNvCxnSpPr>
          <p:nvPr userDrawn="1"/>
        </p:nvCxnSpPr>
        <p:spPr>
          <a:xfrm>
            <a:off x="6293469"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xmlns="" id="{FA912EC7-D485-416D-9148-096803B58069}"/>
              </a:ext>
            </a:extLst>
          </p:cNvPr>
          <p:cNvCxnSpPr>
            <a:cxnSpLocks/>
          </p:cNvCxnSpPr>
          <p:nvPr userDrawn="1"/>
        </p:nvCxnSpPr>
        <p:spPr>
          <a:xfrm>
            <a:off x="9166196" y="1898350"/>
            <a:ext cx="2480074"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2019416"/>
            <a:ext cx="2698182"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3311686" y="2019416"/>
            <a:ext cx="2698185"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3"/>
          </p:nvPr>
        </p:nvSpPr>
        <p:spPr>
          <a:xfrm>
            <a:off x="6184414" y="2019417"/>
            <a:ext cx="2698183"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5"/>
          <p:cNvSpPr>
            <a:spLocks noGrp="1"/>
          </p:cNvSpPr>
          <p:nvPr>
            <p:ph type="body" sz="quarter" idx="24"/>
          </p:nvPr>
        </p:nvSpPr>
        <p:spPr>
          <a:xfrm>
            <a:off x="9057458" y="2019416"/>
            <a:ext cx="2697866" cy="411468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89302365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grid text layout">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xmlns="" id="{E2608241-4E05-46E8-9D0E-8DBE082943F4}"/>
              </a:ext>
            </a:extLst>
          </p:cNvPr>
          <p:cNvSpPr/>
          <p:nvPr userDrawn="1"/>
        </p:nvSpPr>
        <p:spPr>
          <a:xfrm>
            <a:off x="438962"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32" name="Rectangle 31">
            <a:extLst>
              <a:ext uri="{FF2B5EF4-FFF2-40B4-BE49-F238E27FC236}">
                <a16:creationId xmlns:a16="http://schemas.microsoft.com/office/drawing/2014/main" xmlns="" id="{ED14D64C-114A-4518-B391-E06AA8DAFFD2}"/>
              </a:ext>
            </a:extLst>
          </p:cNvPr>
          <p:cNvSpPr/>
          <p:nvPr userDrawn="1"/>
        </p:nvSpPr>
        <p:spPr>
          <a:xfrm>
            <a:off x="6266733" y="3767989"/>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4" name="Rectangle 3">
            <a:extLst>
              <a:ext uri="{FF2B5EF4-FFF2-40B4-BE49-F238E27FC236}">
                <a16:creationId xmlns:a16="http://schemas.microsoft.com/office/drawing/2014/main" xmlns="" id="{D04FF6FD-F491-4A54-95BF-F82CCC6D03B5}"/>
              </a:ext>
            </a:extLst>
          </p:cNvPr>
          <p:cNvSpPr/>
          <p:nvPr userDrawn="1"/>
        </p:nvSpPr>
        <p:spPr>
          <a:xfrm>
            <a:off x="438962"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baseline="0"/>
            </a:lvl1pPr>
          </a:lstStyle>
          <a:p>
            <a:r>
              <a:rPr lang="en-US" dirty="0"/>
              <a:t>Section heading</a:t>
            </a:r>
          </a:p>
        </p:txBody>
      </p:sp>
      <p:sp>
        <p:nvSpPr>
          <p:cNvPr id="14" name="Text Placeholder 4">
            <a:extLst>
              <a:ext uri="{FF2B5EF4-FFF2-40B4-BE49-F238E27FC236}">
                <a16:creationId xmlns:a16="http://schemas.microsoft.com/office/drawing/2014/main" xmlns="" id="{E7002E75-2D96-4F0E-AC8A-DDBCF5CBF536}"/>
              </a:ext>
            </a:extLst>
          </p:cNvPr>
          <p:cNvSpPr>
            <a:spLocks noGrp="1"/>
          </p:cNvSpPr>
          <p:nvPr>
            <p:ph type="body" sz="quarter" idx="14" hasCustomPrompt="1"/>
          </p:nvPr>
        </p:nvSpPr>
        <p:spPr>
          <a:xfrm>
            <a:off x="438962"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 name="Straight Connector 2">
            <a:extLst>
              <a:ext uri="{FF2B5EF4-FFF2-40B4-BE49-F238E27FC236}">
                <a16:creationId xmlns:a16="http://schemas.microsoft.com/office/drawing/2014/main" xmlns="" id="{2F7D0692-8667-44A3-A1D3-D39E38AE92DD}"/>
              </a:ext>
            </a:extLst>
          </p:cNvPr>
          <p:cNvCxnSpPr>
            <a:cxnSpLocks/>
          </p:cNvCxnSpPr>
          <p:nvPr userDrawn="1"/>
        </p:nvCxnSpPr>
        <p:spPr>
          <a:xfrm>
            <a:off x="617066"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xmlns="" id="{10380C48-5BEB-4A6E-9DAB-A6429A58BD37}"/>
              </a:ext>
            </a:extLst>
          </p:cNvPr>
          <p:cNvSpPr/>
          <p:nvPr userDrawn="1"/>
        </p:nvSpPr>
        <p:spPr>
          <a:xfrm>
            <a:off x="6266733" y="1066801"/>
            <a:ext cx="5487829" cy="2370790"/>
          </a:xfrm>
          <a:prstGeom prst="rect">
            <a:avLst/>
          </a:prstGeom>
          <a:solidFill>
            <a:schemeClr val="bg1">
              <a:lumMod val="9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800"/>
          </a:p>
        </p:txBody>
      </p:sp>
      <p:sp>
        <p:nvSpPr>
          <p:cNvPr id="28" name="Text Placeholder 4">
            <a:extLst>
              <a:ext uri="{FF2B5EF4-FFF2-40B4-BE49-F238E27FC236}">
                <a16:creationId xmlns:a16="http://schemas.microsoft.com/office/drawing/2014/main" xmlns="" id="{84C5DFFB-6FF4-4318-9D0D-9CD77029DABD}"/>
              </a:ext>
            </a:extLst>
          </p:cNvPr>
          <p:cNvSpPr>
            <a:spLocks noGrp="1"/>
          </p:cNvSpPr>
          <p:nvPr>
            <p:ph type="body" sz="quarter" idx="16" hasCustomPrompt="1"/>
          </p:nvPr>
        </p:nvSpPr>
        <p:spPr>
          <a:xfrm>
            <a:off x="6266733" y="1080073"/>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9" name="Straight Connector 28">
            <a:extLst>
              <a:ext uri="{FF2B5EF4-FFF2-40B4-BE49-F238E27FC236}">
                <a16:creationId xmlns:a16="http://schemas.microsoft.com/office/drawing/2014/main" xmlns="" id="{D142C5A8-D7C7-4F2D-9CDF-834CB6B5513A}"/>
              </a:ext>
            </a:extLst>
          </p:cNvPr>
          <p:cNvCxnSpPr>
            <a:cxnSpLocks/>
          </p:cNvCxnSpPr>
          <p:nvPr userDrawn="1"/>
        </p:nvCxnSpPr>
        <p:spPr>
          <a:xfrm>
            <a:off x="6444837" y="1700231"/>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2" name="Text Placeholder 4">
            <a:extLst>
              <a:ext uri="{FF2B5EF4-FFF2-40B4-BE49-F238E27FC236}">
                <a16:creationId xmlns:a16="http://schemas.microsoft.com/office/drawing/2014/main" xmlns="" id="{5C66F760-3895-44D3-9634-42CF098615A8}"/>
              </a:ext>
            </a:extLst>
          </p:cNvPr>
          <p:cNvSpPr>
            <a:spLocks noGrp="1"/>
          </p:cNvSpPr>
          <p:nvPr>
            <p:ph type="body" sz="quarter" idx="18" hasCustomPrompt="1"/>
          </p:nvPr>
        </p:nvSpPr>
        <p:spPr>
          <a:xfrm>
            <a:off x="438962"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23" name="Straight Connector 22">
            <a:extLst>
              <a:ext uri="{FF2B5EF4-FFF2-40B4-BE49-F238E27FC236}">
                <a16:creationId xmlns:a16="http://schemas.microsoft.com/office/drawing/2014/main" xmlns="" id="{5290E210-1D03-48FC-908F-C4D29CCF1398}"/>
              </a:ext>
            </a:extLst>
          </p:cNvPr>
          <p:cNvCxnSpPr>
            <a:cxnSpLocks/>
          </p:cNvCxnSpPr>
          <p:nvPr userDrawn="1"/>
        </p:nvCxnSpPr>
        <p:spPr>
          <a:xfrm>
            <a:off x="617066"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25" name="Text Placeholder 4">
            <a:extLst>
              <a:ext uri="{FF2B5EF4-FFF2-40B4-BE49-F238E27FC236}">
                <a16:creationId xmlns:a16="http://schemas.microsoft.com/office/drawing/2014/main" xmlns="" id="{04F20230-7417-458C-90FE-3DF401E4D1D5}"/>
              </a:ext>
            </a:extLst>
          </p:cNvPr>
          <p:cNvSpPr>
            <a:spLocks noGrp="1"/>
          </p:cNvSpPr>
          <p:nvPr>
            <p:ph type="body" sz="quarter" idx="20" hasCustomPrompt="1"/>
          </p:nvPr>
        </p:nvSpPr>
        <p:spPr>
          <a:xfrm>
            <a:off x="6266733" y="3767989"/>
            <a:ext cx="5487829" cy="502920"/>
          </a:xfrm>
        </p:spPr>
        <p:txBody>
          <a:bodyPr lIns="182880" tIns="45720" rIns="182880" bIns="45720" anchor="b">
            <a:noAutofit/>
          </a:bodyPr>
          <a:lstStyle>
            <a:lvl1pPr marL="0" indent="0" algn="ctr">
              <a:lnSpc>
                <a:spcPct val="90000"/>
              </a:lnSpc>
              <a:spcBef>
                <a:spcPts val="0"/>
              </a:spcBef>
              <a:spcAft>
                <a:spcPts val="0"/>
              </a:spcAft>
              <a:buNone/>
              <a:defRPr sz="1800" b="0">
                <a:solidFill>
                  <a:schemeClr val="accent5"/>
                </a:solidFill>
              </a:defRPr>
            </a:lvl1pPr>
            <a:lvl2pPr marL="233363" indent="-233363">
              <a:spcBef>
                <a:spcPts val="0"/>
              </a:spcBef>
              <a:spcAft>
                <a:spcPts val="600"/>
              </a:spcAft>
              <a:buFont typeface="Arial" panose="020B0604020202020204" pitchFamily="34" charset="0"/>
              <a:buChar char="•"/>
              <a:defRPr sz="1800"/>
            </a:lvl2pPr>
            <a:lvl3pPr marL="566738" indent="-231775">
              <a:spcBef>
                <a:spcPts val="200"/>
              </a:spcBef>
              <a:spcAft>
                <a:spcPts val="600"/>
              </a:spcAft>
              <a:buFont typeface="Calibri" panose="020F0502020204030204" pitchFamily="34" charset="0"/>
              <a:buChar char="–"/>
              <a:defRPr sz="1800"/>
            </a:lvl3pPr>
            <a:lvl4pPr marL="914400" indent="-231775">
              <a:spcBef>
                <a:spcPts val="200"/>
              </a:spcBef>
              <a:spcAft>
                <a:spcPts val="600"/>
              </a:spcAft>
              <a:buFont typeface="Arial" panose="020B0604020202020204" pitchFamily="34" charset="0"/>
              <a:buChar char="•"/>
              <a:defRPr sz="1800"/>
            </a:lvl4pPr>
            <a:lvl5pPr marL="1262063" indent="-231775">
              <a:spcBef>
                <a:spcPts val="200"/>
              </a:spcBef>
              <a:spcAft>
                <a:spcPts val="600"/>
              </a:spcAft>
              <a:buFont typeface="Calibri" panose="020F0502020204030204" pitchFamily="34" charset="0"/>
              <a:buChar char="–"/>
              <a:defRPr sz="1800"/>
            </a:lvl5pPr>
          </a:lstStyle>
          <a:p>
            <a:pPr lvl="0"/>
            <a:r>
              <a:rPr lang="en-US" dirty="0"/>
              <a:t>Add title here</a:t>
            </a:r>
          </a:p>
        </p:txBody>
      </p:sp>
      <p:cxnSp>
        <p:nvCxnSpPr>
          <p:cNvPr id="30" name="Straight Connector 29">
            <a:extLst>
              <a:ext uri="{FF2B5EF4-FFF2-40B4-BE49-F238E27FC236}">
                <a16:creationId xmlns:a16="http://schemas.microsoft.com/office/drawing/2014/main" xmlns="" id="{E85F50F5-008F-4B71-8FA6-64E17A0CF360}"/>
              </a:ext>
            </a:extLst>
          </p:cNvPr>
          <p:cNvCxnSpPr>
            <a:cxnSpLocks/>
          </p:cNvCxnSpPr>
          <p:nvPr userDrawn="1"/>
        </p:nvCxnSpPr>
        <p:spPr>
          <a:xfrm>
            <a:off x="6444837" y="4388146"/>
            <a:ext cx="5131623" cy="0"/>
          </a:xfrm>
          <a:prstGeom prst="line">
            <a:avLst/>
          </a:prstGeom>
          <a:ln w="6350">
            <a:solidFill>
              <a:schemeClr val="bg1">
                <a:lumMod val="75000"/>
              </a:schemeClr>
            </a:solidFill>
          </a:ln>
          <a:effectLst/>
        </p:spPr>
        <p:style>
          <a:lnRef idx="2">
            <a:schemeClr val="accent1"/>
          </a:lnRef>
          <a:fillRef idx="0">
            <a:schemeClr val="accent1"/>
          </a:fillRef>
          <a:effectRef idx="1">
            <a:schemeClr val="accent1"/>
          </a:effectRef>
          <a:fontRef idx="minor">
            <a:schemeClr val="tx1"/>
          </a:fontRef>
        </p:style>
      </p:cxnSp>
      <p:sp>
        <p:nvSpPr>
          <p:cNvPr id="5" name="Text Placeholder 4"/>
          <p:cNvSpPr>
            <a:spLocks noGrp="1"/>
          </p:cNvSpPr>
          <p:nvPr>
            <p:ph type="body" sz="quarter" idx="21"/>
          </p:nvPr>
        </p:nvSpPr>
        <p:spPr>
          <a:xfrm>
            <a:off x="438962"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Text Placeholder 7"/>
          <p:cNvSpPr>
            <a:spLocks noGrp="1"/>
          </p:cNvSpPr>
          <p:nvPr>
            <p:ph type="body" sz="quarter" idx="22"/>
          </p:nvPr>
        </p:nvSpPr>
        <p:spPr>
          <a:xfrm>
            <a:off x="6266733" y="1817468"/>
            <a:ext cx="5487829" cy="1620124"/>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p:cNvSpPr>
            <a:spLocks noGrp="1"/>
          </p:cNvSpPr>
          <p:nvPr>
            <p:ph type="body" sz="quarter" idx="23"/>
          </p:nvPr>
        </p:nvSpPr>
        <p:spPr>
          <a:xfrm>
            <a:off x="6266733" y="4500507"/>
            <a:ext cx="5487829" cy="1638272"/>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p:cNvSpPr>
            <a:spLocks noGrp="1"/>
          </p:cNvSpPr>
          <p:nvPr>
            <p:ph type="body" sz="quarter" idx="24"/>
          </p:nvPr>
        </p:nvSpPr>
        <p:spPr>
          <a:xfrm>
            <a:off x="438962" y="4505384"/>
            <a:ext cx="5487829" cy="1633395"/>
          </a:xfrm>
        </p:spPr>
        <p:txBody>
          <a:bodyPr>
            <a:noAutofit/>
          </a:bodyPr>
          <a:lstStyle>
            <a:lvl1pPr>
              <a:defRPr sz="1800"/>
            </a:lvl1pPr>
            <a:lvl2pPr>
              <a:defRPr sz="1600"/>
            </a:lvl2pPr>
            <a:lvl3pPr>
              <a:defRPr sz="1400"/>
            </a:lvl3pPr>
            <a:lvl4pPr>
              <a:defRPr sz="1200"/>
            </a:lvl4pPr>
            <a:lvl5pP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02103953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Image on lef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8188236" y="1409703"/>
            <a:ext cx="3564801" cy="1009033"/>
          </a:xfrm>
        </p:spPr>
        <p:txBody>
          <a:bodyPr lIns="0" tIns="0" rIns="0" bIns="0" anchor="b">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 on the right with images…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8188236" y="2568887"/>
            <a:ext cx="3564801" cy="640080"/>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8188235" y="3302080"/>
            <a:ext cx="3567089" cy="2982173"/>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7" name="TextBox 6">
            <a:extLst>
              <a:ext uri="{FF2B5EF4-FFF2-40B4-BE49-F238E27FC236}">
                <a16:creationId xmlns:a16="http://schemas.microsoft.com/office/drawing/2014/main" xmlns="" id="{627C5B98-7084-40B5-BEB1-C88745735293}"/>
              </a:ext>
            </a:extLst>
          </p:cNvPr>
          <p:cNvSpPr txBox="1"/>
          <p:nvPr userDrawn="1"/>
        </p:nvSpPr>
        <p:spPr>
          <a:xfrm>
            <a:off x="11470597" y="6596679"/>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Avenir Roman"/>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Avenir Roman"/>
              <a:cs typeface="Avenir Roman"/>
            </a:endParaRPr>
          </a:p>
        </p:txBody>
      </p:sp>
      <p:sp>
        <p:nvSpPr>
          <p:cNvPr id="3" name="Picture Placeholder 2">
            <a:extLst>
              <a:ext uri="{FF2B5EF4-FFF2-40B4-BE49-F238E27FC236}">
                <a16:creationId xmlns:a16="http://schemas.microsoft.com/office/drawing/2014/main" xmlns="" id="{B481D2D6-D3F9-47BA-B7FD-5810A8C443CC}"/>
              </a:ext>
            </a:extLst>
          </p:cNvPr>
          <p:cNvSpPr>
            <a:spLocks noGrp="1"/>
          </p:cNvSpPr>
          <p:nvPr>
            <p:ph type="pic" sz="quarter" idx="14" hasCustomPrompt="1"/>
          </p:nvPr>
        </p:nvSpPr>
        <p:spPr>
          <a:xfrm>
            <a:off x="1" y="0"/>
            <a:ext cx="7745842" cy="6858000"/>
          </a:xfrm>
        </p:spPr>
        <p:txBody>
          <a:bodyPr tIns="914400" bIns="91440" anchor="ctr">
            <a:normAutofit/>
          </a:bodyPr>
          <a:lstStyle>
            <a:lvl1pPr marL="0" indent="0" algn="ctr">
              <a:buNone/>
              <a:defRPr sz="1800" i="0"/>
            </a:lvl1pPr>
          </a:lstStyle>
          <a:p>
            <a:r>
              <a:rPr lang="en-US" dirty="0"/>
              <a:t>Click to add picture</a:t>
            </a:r>
          </a:p>
        </p:txBody>
      </p:sp>
      <p:pic>
        <p:nvPicPr>
          <p:cNvPr id="13"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13959643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Graph on righ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left</a:t>
            </a:r>
          </a:p>
          <a:p>
            <a:pPr lvl="0"/>
            <a:r>
              <a:rPr lang="en-US" dirty="0"/>
              <a:t>with graphs…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804180"/>
            <a:ext cx="2835378"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436675" y="3418610"/>
            <a:ext cx="2835378"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a16="http://schemas.microsoft.com/office/drawing/2014/main" xmlns="" id="{E08AC9F2-845D-4282-82E8-B51C55688597}"/>
              </a:ext>
            </a:extLst>
          </p:cNvPr>
          <p:cNvSpPr>
            <a:spLocks noGrp="1"/>
          </p:cNvSpPr>
          <p:nvPr>
            <p:ph sz="quarter" idx="13" hasCustomPrompt="1"/>
          </p:nvPr>
        </p:nvSpPr>
        <p:spPr>
          <a:xfrm>
            <a:off x="4038064" y="1409700"/>
            <a:ext cx="7717260" cy="4354492"/>
          </a:xfrm>
        </p:spPr>
        <p:txBody>
          <a:bodyPr tIns="1554480" bIns="9144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293739358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Graph on lef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a:xfrm>
            <a:off x="438962" y="245863"/>
            <a:ext cx="9050409" cy="315704"/>
          </a:xfrm>
        </p:spPr>
        <p:txBody>
          <a:bodyPr/>
          <a:lstStyle>
            <a:lvl1pPr>
              <a:defRPr/>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8958632" y="1409703"/>
            <a:ext cx="2796693" cy="1183027"/>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Text placement</a:t>
            </a:r>
          </a:p>
          <a:p>
            <a:pPr lvl="0"/>
            <a:r>
              <a:rPr lang="en-US" dirty="0"/>
              <a:t>on the right</a:t>
            </a:r>
          </a:p>
          <a:p>
            <a:pPr lvl="0"/>
            <a:r>
              <a:rPr lang="en-US" dirty="0"/>
              <a:t>with graphs…</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8958632" y="2804180"/>
            <a:ext cx="2796693" cy="557526"/>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8958632" y="3418610"/>
            <a:ext cx="2796693" cy="2500131"/>
          </a:xfrm>
        </p:spPr>
        <p:txBody>
          <a:bodyPr lIns="0" tIns="0" rIns="0" bIns="0" anchor="t">
            <a:noAutofit/>
          </a:bodyPr>
          <a:lstStyle>
            <a:lvl1pPr marL="0" indent="0">
              <a:spcBef>
                <a:spcPts val="0"/>
              </a:spcBef>
              <a:spcAft>
                <a:spcPts val="1200"/>
              </a:spcAft>
              <a:buNone/>
              <a:defRPr sz="14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3" name="Content Placeholder 2">
            <a:extLst>
              <a:ext uri="{FF2B5EF4-FFF2-40B4-BE49-F238E27FC236}">
                <a16:creationId xmlns:a16="http://schemas.microsoft.com/office/drawing/2014/main" xmlns="" id="{E08AC9F2-845D-4282-82E8-B51C55688597}"/>
              </a:ext>
            </a:extLst>
          </p:cNvPr>
          <p:cNvSpPr>
            <a:spLocks noGrp="1"/>
          </p:cNvSpPr>
          <p:nvPr>
            <p:ph sz="quarter" idx="13" hasCustomPrompt="1"/>
          </p:nvPr>
        </p:nvSpPr>
        <p:spPr>
          <a:xfrm>
            <a:off x="438962" y="1409700"/>
            <a:ext cx="7717260" cy="4354492"/>
          </a:xfrm>
        </p:spPr>
        <p:txBody>
          <a:bodyPr tIns="1554480" anchor="ctr">
            <a:normAutofit/>
          </a:bodyPr>
          <a:lstStyle>
            <a:lvl1pPr marL="0" indent="0" algn="ctr">
              <a:buNone/>
              <a:defRPr sz="1800"/>
            </a:lvl1pPr>
          </a:lstStyle>
          <a:p>
            <a:pPr lvl="0"/>
            <a:r>
              <a:rPr lang="en-US" dirty="0"/>
              <a:t>Click to add graphics</a:t>
            </a:r>
          </a:p>
        </p:txBody>
      </p:sp>
    </p:spTree>
    <p:extLst>
      <p:ext uri="{BB962C8B-B14F-4D97-AF65-F5344CB8AC3E}">
        <p14:creationId xmlns:p14="http://schemas.microsoft.com/office/powerpoint/2010/main" val="111516291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Video layout">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xmlns="" id="{57F838CA-1797-4E5B-8118-8D29A3E14884}"/>
              </a:ext>
            </a:extLst>
          </p:cNvPr>
          <p:cNvSpPr>
            <a:spLocks noGrp="1"/>
          </p:cNvSpPr>
          <p:nvPr>
            <p:ph type="media" sz="quarter" idx="14" hasCustomPrompt="1"/>
          </p:nvPr>
        </p:nvSpPr>
        <p:spPr>
          <a:xfrm>
            <a:off x="1" y="0"/>
            <a:ext cx="12192000" cy="6858000"/>
          </a:xfrm>
        </p:spPr>
        <p:txBody>
          <a:bodyPr tIns="731520" anchor="ctr">
            <a:normAutofit/>
          </a:bodyPr>
          <a:lstStyle>
            <a:lvl1pPr marL="0" indent="0" algn="ctr">
              <a:buNone/>
              <a:defRPr sz="1600"/>
            </a:lvl1pPr>
          </a:lstStyle>
          <a:p>
            <a:r>
              <a:rPr lang="en-US" dirty="0"/>
              <a:t>Click to add video</a:t>
            </a:r>
          </a:p>
        </p:txBody>
      </p:sp>
    </p:spTree>
    <p:extLst>
      <p:ext uri="{BB962C8B-B14F-4D97-AF65-F5344CB8AC3E}">
        <p14:creationId xmlns:p14="http://schemas.microsoft.com/office/powerpoint/2010/main" val="2198527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Single column text layou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Single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4038064" y="1409702"/>
            <a:ext cx="7717260"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Tree>
    <p:extLst>
      <p:ext uri="{BB962C8B-B14F-4D97-AF65-F5344CB8AC3E}">
        <p14:creationId xmlns:p14="http://schemas.microsoft.com/office/powerpoint/2010/main" val="266983203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ouble column text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xmlns="" id="{72C62C3E-B473-416F-A867-9AF790849B04}"/>
              </a:ext>
            </a:extLst>
          </p:cNvPr>
          <p:cNvSpPr>
            <a:spLocks noGrp="1"/>
          </p:cNvSpPr>
          <p:nvPr>
            <p:ph type="title" hasCustomPrompt="1"/>
          </p:nvPr>
        </p:nvSpPr>
        <p:spPr/>
        <p:txBody>
          <a:bodyPr/>
          <a:lstStyle>
            <a:lvl1pPr>
              <a:defRPr baseline="0"/>
            </a:lvl1pPr>
          </a:lstStyle>
          <a:p>
            <a:r>
              <a:rPr lang="en-US" dirty="0"/>
              <a:t>SECTION HEADING</a:t>
            </a:r>
          </a:p>
        </p:txBody>
      </p:sp>
      <p:sp>
        <p:nvSpPr>
          <p:cNvPr id="5" name="Text Placeholder 4">
            <a:extLst>
              <a:ext uri="{FF2B5EF4-FFF2-40B4-BE49-F238E27FC236}">
                <a16:creationId xmlns:a16="http://schemas.microsoft.com/office/drawing/2014/main" xmlns="" id="{FA384AA8-E329-48AE-A654-DB73F5111AE3}"/>
              </a:ext>
            </a:extLst>
          </p:cNvPr>
          <p:cNvSpPr>
            <a:spLocks noGrp="1"/>
          </p:cNvSpPr>
          <p:nvPr>
            <p:ph type="body" sz="quarter" idx="10" hasCustomPrompt="1"/>
          </p:nvPr>
        </p:nvSpPr>
        <p:spPr>
          <a:xfrm>
            <a:off x="438962" y="1409703"/>
            <a:ext cx="2835378" cy="1009033"/>
          </a:xfrm>
        </p:spPr>
        <p:txBody>
          <a:bodyPr lIns="0" tIns="0" rIns="0" bIns="0" anchor="t">
            <a:noAutofit/>
          </a:bodyPr>
          <a:lstStyle>
            <a:lvl1pPr marL="0" indent="0">
              <a:lnSpc>
                <a:spcPct val="90000"/>
              </a:lnSpc>
              <a:spcBef>
                <a:spcPts val="0"/>
              </a:spcBef>
              <a:spcAft>
                <a:spcPts val="0"/>
              </a:spcAft>
              <a:buNone/>
              <a:defRPr sz="3200" b="0">
                <a:solidFill>
                  <a:schemeClr val="accent5"/>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Double column text layout</a:t>
            </a:r>
          </a:p>
        </p:txBody>
      </p:sp>
      <p:sp>
        <p:nvSpPr>
          <p:cNvPr id="8" name="Text Placeholder 4">
            <a:extLst>
              <a:ext uri="{FF2B5EF4-FFF2-40B4-BE49-F238E27FC236}">
                <a16:creationId xmlns:a16="http://schemas.microsoft.com/office/drawing/2014/main" xmlns="" id="{4D28E0D2-FB60-4FE5-A488-EAC3FDC4F5D4}"/>
              </a:ext>
            </a:extLst>
          </p:cNvPr>
          <p:cNvSpPr>
            <a:spLocks noGrp="1"/>
          </p:cNvSpPr>
          <p:nvPr>
            <p:ph type="body" sz="quarter" idx="11" hasCustomPrompt="1"/>
          </p:nvPr>
        </p:nvSpPr>
        <p:spPr>
          <a:xfrm>
            <a:off x="438962" y="2508889"/>
            <a:ext cx="2835378" cy="1009033"/>
          </a:xfrm>
        </p:spPr>
        <p:txBody>
          <a:bodyPr lIns="0" tIns="0" rIns="0" bIns="0" anchor="t">
            <a:normAutofit/>
          </a:bodyPr>
          <a:lstStyle>
            <a:lvl1pPr marL="0" indent="0">
              <a:spcBef>
                <a:spcPts val="0"/>
              </a:spcBef>
              <a:spcAft>
                <a:spcPts val="0"/>
              </a:spcAft>
              <a:buNone/>
              <a:defRPr sz="1400" b="0">
                <a:solidFill>
                  <a:schemeClr val="bg2"/>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Sub heading text here…</a:t>
            </a:r>
          </a:p>
        </p:txBody>
      </p:sp>
      <p:sp>
        <p:nvSpPr>
          <p:cNvPr id="9" name="Text Placeholder 4">
            <a:extLst>
              <a:ext uri="{FF2B5EF4-FFF2-40B4-BE49-F238E27FC236}">
                <a16:creationId xmlns:a16="http://schemas.microsoft.com/office/drawing/2014/main" xmlns="" id="{C273D64F-4619-454D-AE59-A131CB2E91E5}"/>
              </a:ext>
            </a:extLst>
          </p:cNvPr>
          <p:cNvSpPr>
            <a:spLocks noGrp="1"/>
          </p:cNvSpPr>
          <p:nvPr>
            <p:ph type="body" sz="quarter" idx="12" hasCustomPrompt="1"/>
          </p:nvPr>
        </p:nvSpPr>
        <p:spPr>
          <a:xfrm>
            <a:off x="403806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sp>
        <p:nvSpPr>
          <p:cNvPr id="10" name="Text Placeholder 4">
            <a:extLst>
              <a:ext uri="{FF2B5EF4-FFF2-40B4-BE49-F238E27FC236}">
                <a16:creationId xmlns:a16="http://schemas.microsoft.com/office/drawing/2014/main" xmlns="" id="{D083492D-9303-43AC-B776-BB4E216D25FC}"/>
              </a:ext>
            </a:extLst>
          </p:cNvPr>
          <p:cNvSpPr>
            <a:spLocks noGrp="1"/>
          </p:cNvSpPr>
          <p:nvPr>
            <p:ph type="body" sz="quarter" idx="13" hasCustomPrompt="1"/>
          </p:nvPr>
        </p:nvSpPr>
        <p:spPr>
          <a:xfrm>
            <a:off x="8188235" y="1409702"/>
            <a:ext cx="3567089" cy="4754880"/>
          </a:xfrm>
        </p:spPr>
        <p:txBody>
          <a:bodyPr lIns="0" tIns="0" rIns="0" bIns="0" anchor="t">
            <a:noAutofit/>
          </a:bodyPr>
          <a:lstStyle>
            <a:lvl1pPr marL="0" indent="0">
              <a:spcBef>
                <a:spcPts val="0"/>
              </a:spcBef>
              <a:spcAft>
                <a:spcPts val="1200"/>
              </a:spcAft>
              <a:buNone/>
              <a:defRPr sz="1600" b="0">
                <a:solidFill>
                  <a:schemeClr val="tx1"/>
                </a:solidFill>
              </a:defRPr>
            </a:lvl1pPr>
            <a:lvl2pPr marL="0" indent="0">
              <a:spcBef>
                <a:spcPts val="0"/>
              </a:spcBef>
              <a:spcAft>
                <a:spcPts val="600"/>
              </a:spcAft>
              <a:buFont typeface="Arial" panose="020B0604020202020204" pitchFamily="34" charset="0"/>
              <a:buNone/>
              <a:defRPr/>
            </a:lvl2pPr>
            <a:lvl3pPr marL="566738" indent="-231775">
              <a:spcBef>
                <a:spcPts val="200"/>
              </a:spcBef>
              <a:spcAft>
                <a:spcPts val="600"/>
              </a:spcAft>
              <a:buFont typeface="Calibri" panose="020F0502020204030204" pitchFamily="34" charset="0"/>
              <a:buChar char="–"/>
              <a:defRPr/>
            </a:lvl3pPr>
            <a:lvl4pPr marL="914400" indent="-231775">
              <a:spcBef>
                <a:spcPts val="200"/>
              </a:spcBef>
              <a:spcAft>
                <a:spcPts val="600"/>
              </a:spcAft>
              <a:buFont typeface="Arial" panose="020B0604020202020204" pitchFamily="34" charset="0"/>
              <a:buChar char="•"/>
              <a:defRPr/>
            </a:lvl4pPr>
            <a:lvl5pPr marL="1262063" indent="-231775">
              <a:spcBef>
                <a:spcPts val="200"/>
              </a:spcBef>
              <a:spcAft>
                <a:spcPts val="600"/>
              </a:spcAft>
              <a:buFont typeface="Calibri" panose="020F0502020204030204" pitchFamily="34" charset="0"/>
              <a:buChar char="–"/>
              <a:defRPr/>
            </a:lvl5pPr>
          </a:lstStyle>
          <a:p>
            <a:pPr lvl="0"/>
            <a:r>
              <a:rPr lang="en-US" dirty="0"/>
              <a:t>Place holder for text description</a:t>
            </a:r>
          </a:p>
        </p:txBody>
      </p:sp>
      <p:pic>
        <p:nvPicPr>
          <p:cNvPr id="12" name="Picture 11">
            <a:extLst>
              <a:ext uri="{FF2B5EF4-FFF2-40B4-BE49-F238E27FC236}">
                <a16:creationId xmlns:a16="http://schemas.microsoft.com/office/drawing/2014/main" xmlns="" id="{3AFF631D-639E-49F9-AD67-8CEFCEC55099}"/>
              </a:ext>
            </a:extLst>
          </p:cNvPr>
          <p:cNvPicPr>
            <a:picLocks noChangeAspect="1"/>
          </p:cNvPicPr>
          <p:nvPr userDrawn="1"/>
        </p:nvPicPr>
        <p:blipFill>
          <a:blip r:embed="rId2"/>
          <a:stretch>
            <a:fillRect/>
          </a:stretch>
        </p:blipFill>
        <p:spPr>
          <a:xfrm>
            <a:off x="6590634" y="940740"/>
            <a:ext cx="5194713" cy="5193360"/>
          </a:xfrm>
          <a:prstGeom prst="rect">
            <a:avLst/>
          </a:prstGeom>
        </p:spPr>
      </p:pic>
    </p:spTree>
    <p:extLst>
      <p:ext uri="{BB962C8B-B14F-4D97-AF65-F5344CB8AC3E}">
        <p14:creationId xmlns:p14="http://schemas.microsoft.com/office/powerpoint/2010/main" val="77122988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ank you">
    <p:spTree>
      <p:nvGrpSpPr>
        <p:cNvPr id="1" name=""/>
        <p:cNvGrpSpPr/>
        <p:nvPr/>
      </p:nvGrpSpPr>
      <p:grpSpPr>
        <a:xfrm>
          <a:off x="0" y="0"/>
          <a:ext cx="0" cy="0"/>
          <a:chOff x="0" y="0"/>
          <a:chExt cx="0" cy="0"/>
        </a:xfrm>
      </p:grpSpPr>
      <p:pic>
        <p:nvPicPr>
          <p:cNvPr id="82" name="Picture 81"/>
          <p:cNvPicPr>
            <a:picLocks noChangeAspect="1"/>
          </p:cNvPicPr>
          <p:nvPr userDrawn="1"/>
        </p:nvPicPr>
        <p:blipFill rotWithShape="1">
          <a:blip r:embed="rId2" cstate="print">
            <a:alphaModFix amt="4000"/>
            <a:extLst>
              <a:ext uri="{28A0092B-C50C-407E-A947-70E740481C1C}">
                <a14:useLocalDpi xmlns:a14="http://schemas.microsoft.com/office/drawing/2010/main" val="0"/>
              </a:ext>
            </a:extLst>
          </a:blip>
          <a:srcRect/>
          <a:stretch/>
        </p:blipFill>
        <p:spPr>
          <a:xfrm>
            <a:off x="7604521" y="0"/>
            <a:ext cx="4591311" cy="6858000"/>
          </a:xfrm>
          <a:prstGeom prst="rect">
            <a:avLst/>
          </a:prstGeom>
        </p:spPr>
      </p:pic>
      <p:pic>
        <p:nvPicPr>
          <p:cNvPr id="83" name="Picture 82"/>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0"/>
            <a:ext cx="12216767" cy="6858000"/>
          </a:xfrm>
          <a:prstGeom prst="rect">
            <a:avLst/>
          </a:prstGeom>
        </p:spPr>
      </p:pic>
      <p:sp>
        <p:nvSpPr>
          <p:cNvPr id="55" name="Rectangle 54"/>
          <p:cNvSpPr/>
          <p:nvPr userDrawn="1"/>
        </p:nvSpPr>
        <p:spPr>
          <a:xfrm>
            <a:off x="1" y="2"/>
            <a:ext cx="12192000" cy="6486377"/>
          </a:xfrm>
          <a:prstGeom prst="rect">
            <a:avLst/>
          </a:prstGeom>
          <a:gradFill>
            <a:gsLst>
              <a:gs pos="100000">
                <a:schemeClr val="bg1">
                  <a:alpha val="0"/>
                </a:schemeClr>
              </a:gs>
              <a:gs pos="34000">
                <a:schemeClr val="bg1"/>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2" name="Rectangle 1"/>
          <p:cNvSpPr/>
          <p:nvPr userDrawn="1"/>
        </p:nvSpPr>
        <p:spPr>
          <a:xfrm>
            <a:off x="7573465" y="0"/>
            <a:ext cx="4618536" cy="6858000"/>
          </a:xfrm>
          <a:prstGeom prst="rect">
            <a:avLst/>
          </a:prstGeom>
          <a:solidFill>
            <a:srgbClr val="1B417B"/>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349"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8" name="TextBox 7"/>
          <p:cNvSpPr txBox="1"/>
          <p:nvPr userDrawn="1"/>
        </p:nvSpPr>
        <p:spPr>
          <a:xfrm>
            <a:off x="7775369"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Infogain Corporation, HQ</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485 Alberto Way</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100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Los Gatos, CA 95032</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408-355-6000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9" name="TextBox 8"/>
          <p:cNvSpPr txBox="1"/>
          <p:nvPr userDrawn="1"/>
        </p:nvSpPr>
        <p:spPr>
          <a:xfrm>
            <a:off x="7775371" y="283434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111 W. Anderson Lane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E336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Austin, TX 78752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512-212-4070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0" name="TextBox 9"/>
          <p:cNvSpPr txBox="1"/>
          <p:nvPr userDrawn="1"/>
        </p:nvSpPr>
        <p:spPr>
          <a:xfrm>
            <a:off x="9921983" y="687987"/>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A-16 &amp; 21, Sector 60</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Gautam Budh Nagar </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Noida – 201 301, India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12 0244 5144</a:t>
            </a:r>
          </a:p>
        </p:txBody>
      </p:sp>
      <p:sp>
        <p:nvSpPr>
          <p:cNvPr id="11" name="TextBox 10"/>
          <p:cNvSpPr txBox="1"/>
          <p:nvPr userDrawn="1"/>
        </p:nvSpPr>
        <p:spPr>
          <a:xfrm>
            <a:off x="9909581" y="1760105"/>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Unit No. 74, 2</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nd</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Floor, SDF 3</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SEEPZ, Andheri East</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Mumbai – 400 096,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22 6114 6969</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2" name="TextBox 11"/>
          <p:cNvSpPr txBox="1"/>
          <p:nvPr userDrawn="1"/>
        </p:nvSpPr>
        <p:spPr>
          <a:xfrm>
            <a:off x="7775370" y="1761667"/>
            <a:ext cx="2009758"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41 Corporate Park</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390</a:t>
            </a:r>
            <a:b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Irvine, CA 92606</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it-IT"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949-223-5100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13" name="TextBox 12"/>
          <p:cNvSpPr txBox="1"/>
          <p:nvPr userDrawn="1"/>
        </p:nvSpPr>
        <p:spPr>
          <a:xfrm>
            <a:off x="9879784" y="2832222"/>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#7, 18th Main Road, 7th Block</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err="1">
                <a:ln>
                  <a:noFill/>
                </a:ln>
                <a:solidFill>
                  <a:srgbClr val="FFFFFF"/>
                </a:solidFill>
                <a:effectLst/>
                <a:uLnTx/>
                <a:uFillTx/>
                <a:latin typeface="Avenir Roman" panose="020B0503020203020204"/>
                <a:ea typeface="Lato" charset="0"/>
                <a:cs typeface="Lato" charset="0"/>
              </a:rPr>
              <a:t>Koramangala</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Bengaluru - 560 095, India</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+91 80 4110 4560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6" name="TextBox 35"/>
          <p:cNvSpPr txBox="1"/>
          <p:nvPr userDrawn="1"/>
        </p:nvSpPr>
        <p:spPr>
          <a:xfrm>
            <a:off x="7775369" y="4976456"/>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Millbank Tower, Citibase 21-24 Millbank, office no 1.7</a:t>
            </a:r>
            <a:b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London SW1P 4DP </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pt-BR"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+44 (0)20 3355 7594</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37" name="TextBox 36"/>
          <p:cNvSpPr txBox="1"/>
          <p:nvPr userDrawn="1"/>
        </p:nvSpPr>
        <p:spPr>
          <a:xfrm>
            <a:off x="9909581" y="3904340"/>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a:t>
            </a:r>
            <a:endParaRPr kumimoji="0" lang="pt-BR"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Office No. 255, Building No. 17 Dubai Internet City</a:t>
            </a:r>
            <a:br>
              <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Dubai, UAE</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+971-4-458-7336</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6" name="TextBox 55"/>
          <p:cNvSpPr txBox="1"/>
          <p:nvPr userDrawn="1"/>
        </p:nvSpPr>
        <p:spPr>
          <a:xfrm>
            <a:off x="7775370" y="3908673"/>
            <a:ext cx="200975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21410 North 19</a:t>
            </a:r>
            <a:r>
              <a:rPr kumimoji="0" lang="en-US" sz="1000" b="0" i="0" u="none" strike="noStrike" kern="1200" cap="none" spc="0" normalizeH="0" baseline="30000" noProof="0" dirty="0">
                <a:ln>
                  <a:noFill/>
                </a:ln>
                <a:solidFill>
                  <a:srgbClr val="FFFFFF"/>
                </a:solidFill>
                <a:effectLst/>
                <a:uLnTx/>
                <a:uFillTx/>
                <a:latin typeface="Avenir Roman" panose="020B0503020203020204"/>
                <a:ea typeface="Lato" charset="0"/>
                <a:cs typeface="Lato" charset="0"/>
              </a:rPr>
              <a:t>th</a:t>
            </a: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 Ave</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Suite 114</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Phoenix, AZ 85027</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602-455-1860</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sp>
        <p:nvSpPr>
          <p:cNvPr id="57" name="TextBox 56"/>
          <p:cNvSpPr txBox="1"/>
          <p:nvPr userDrawn="1"/>
        </p:nvSpPr>
        <p:spPr>
          <a:xfrm>
            <a:off x="9879784" y="4976456"/>
            <a:ext cx="2009197" cy="1028487"/>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a:t>
            </a:r>
            <a:endParaRPr kumimoji="0" lang="en-IN" sz="1000" b="1"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144 Robinson Road, #13-01 Robinson Square </a:t>
            </a:r>
            <a:b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b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Singapore 068908</a:t>
            </a:r>
          </a:p>
          <a:p>
            <a:pPr marL="0" marR="0" lvl="0" indent="0" algn="l" defTabSz="457200" rtl="0" eaLnBrk="1" fontAlgn="auto" latinLnBrk="0" hangingPunct="1">
              <a:lnSpc>
                <a:spcPct val="100000"/>
              </a:lnSpc>
              <a:spcBef>
                <a:spcPts val="0"/>
              </a:spcBef>
              <a:spcAft>
                <a:spcPts val="450"/>
              </a:spcAft>
              <a:buClrTx/>
              <a:buSzTx/>
              <a:buFontTx/>
              <a:buNone/>
              <a:tabLst/>
              <a:defRPr/>
            </a:pPr>
            <a:r>
              <a:rPr kumimoji="0" lang="en-US"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rPr>
              <a:t>Phone: +65 62741455</a:t>
            </a:r>
            <a:endParaRPr kumimoji="0" lang="en-IN" sz="1000" b="0" i="0" u="none" strike="noStrike" kern="1200" cap="none" spc="0" normalizeH="0" baseline="0" noProof="0" dirty="0">
              <a:ln>
                <a:noFill/>
              </a:ln>
              <a:solidFill>
                <a:srgbClr val="FFFFFF"/>
              </a:solidFill>
              <a:effectLst/>
              <a:uLnTx/>
              <a:uFillTx/>
              <a:latin typeface="Avenir Roman" panose="020B0503020203020204"/>
              <a:ea typeface="Lato" charset="0"/>
              <a:cs typeface="Lato" charset="0"/>
            </a:endParaRPr>
          </a:p>
        </p:txBody>
      </p:sp>
      <p:pic>
        <p:nvPicPr>
          <p:cNvPr id="5" name="Picture 4"/>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71732" y="4529860"/>
            <a:ext cx="2648305" cy="1076706"/>
          </a:xfrm>
          <a:prstGeom prst="rect">
            <a:avLst/>
          </a:prstGeom>
        </p:spPr>
      </p:pic>
      <p:sp>
        <p:nvSpPr>
          <p:cNvPr id="85" name="TextBox 84">
            <a:extLst>
              <a:ext uri="{FF2B5EF4-FFF2-40B4-BE49-F238E27FC236}">
                <a16:creationId xmlns:a16="http://schemas.microsoft.com/office/drawing/2014/main" xmlns="" id="{3230B90F-242E-4EDF-94F3-70B9791F7EF3}"/>
              </a:ext>
            </a:extLst>
          </p:cNvPr>
          <p:cNvSpPr txBox="1"/>
          <p:nvPr userDrawn="1"/>
        </p:nvSpPr>
        <p:spPr>
          <a:xfrm>
            <a:off x="11511853" y="6569254"/>
            <a:ext cx="325815" cy="230832"/>
          </a:xfrm>
          <a:prstGeom prst="rect">
            <a:avLst/>
          </a:prstGeom>
        </p:spPr>
        <p:txBody>
          <a:bodyPr wrap="none">
            <a:spAutoFit/>
          </a:bodyPr>
          <a:lstStyle>
            <a:defPPr>
              <a:defRPr lang="en-US"/>
            </a:defPPr>
            <a:lvl1pPr>
              <a:defRPr sz="900">
                <a:solidFill>
                  <a:prstClr val="white">
                    <a:lumMod val="50000"/>
                  </a:prstClr>
                </a:solidFill>
                <a:latin typeface="Avenir Roman"/>
                <a:cs typeface="Avenir Roman"/>
              </a:defRPr>
            </a:lvl1pPr>
          </a:lstStyle>
          <a:p>
            <a:pPr marL="0" marR="0" lvl="0" indent="0" algn="l" defTabSz="457200" rtl="0" eaLnBrk="1" fontAlgn="auto" latinLnBrk="0" hangingPunct="1">
              <a:lnSpc>
                <a:spcPct val="100000"/>
              </a:lnSpc>
              <a:spcBef>
                <a:spcPts val="0"/>
              </a:spcBef>
              <a:spcAft>
                <a:spcPts val="0"/>
              </a:spcAft>
              <a:buClrTx/>
              <a:buSzTx/>
              <a:buFontTx/>
              <a:buNone/>
              <a:tabLst/>
              <a:defRPr/>
            </a:pPr>
            <a:fld id="{D32B1299-5D1F-4CF7-9AC0-55CF30817FA5}" type="slidenum">
              <a:rPr kumimoji="0" lang="en-US" sz="900" b="0" i="0" u="none" strike="noStrike" kern="1200" cap="none" spc="0" normalizeH="0" baseline="0" noProof="0" smtClean="0">
                <a:ln>
                  <a:noFill/>
                </a:ln>
                <a:solidFill>
                  <a:prstClr val="white">
                    <a:lumMod val="50000"/>
                  </a:prstClr>
                </a:solidFill>
                <a:effectLst/>
                <a:uLnTx/>
                <a:uFillTx/>
                <a:latin typeface="Avenir Roman"/>
                <a:ea typeface="+mn-ea"/>
              </a:rPr>
              <a:pPr marL="0" marR="0" lvl="0" indent="0" algn="l" defTabSz="4572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dirty="0">
              <a:ln>
                <a:noFill/>
              </a:ln>
              <a:solidFill>
                <a:prstClr val="white">
                  <a:lumMod val="50000"/>
                </a:prstClr>
              </a:solidFill>
              <a:effectLst/>
              <a:uLnTx/>
              <a:uFillTx/>
              <a:latin typeface="Avenir Roman"/>
              <a:ea typeface="+mn-ea"/>
            </a:endParaRPr>
          </a:p>
        </p:txBody>
      </p:sp>
      <p:grpSp>
        <p:nvGrpSpPr>
          <p:cNvPr id="84" name="Group 83"/>
          <p:cNvGrpSpPr/>
          <p:nvPr userDrawn="1"/>
        </p:nvGrpSpPr>
        <p:grpSpPr>
          <a:xfrm>
            <a:off x="311395" y="493922"/>
            <a:ext cx="7115217" cy="3544058"/>
            <a:chOff x="415233" y="658562"/>
            <a:chExt cx="9487883" cy="4725411"/>
          </a:xfrm>
        </p:grpSpPr>
        <p:pic>
          <p:nvPicPr>
            <p:cNvPr id="86" name="Picture 85"/>
            <p:cNvPicPr>
              <a:picLocks noChangeAspect="1"/>
            </p:cNvPicPr>
            <p:nvPr userDrawn="1"/>
          </p:nvPicPr>
          <p:blipFill>
            <a:blip r:embed="rId5">
              <a:alphaModFix amt="60000"/>
              <a:extLst>
                <a:ext uri="{28A0092B-C50C-407E-A947-70E740481C1C}">
                  <a14:useLocalDpi xmlns:a14="http://schemas.microsoft.com/office/drawing/2010/main" val="0"/>
                </a:ext>
              </a:extLst>
            </a:blip>
            <a:stretch>
              <a:fillRect/>
            </a:stretch>
          </p:blipFill>
          <p:spPr>
            <a:xfrm>
              <a:off x="415233" y="658562"/>
              <a:ext cx="9487883" cy="4725411"/>
            </a:xfrm>
            <a:prstGeom prst="trapezoid">
              <a:avLst>
                <a:gd name="adj" fmla="val 0"/>
              </a:avLst>
            </a:prstGeom>
          </p:spPr>
        </p:pic>
        <p:grpSp>
          <p:nvGrpSpPr>
            <p:cNvPr id="87" name="Group 86"/>
            <p:cNvGrpSpPr/>
            <p:nvPr userDrawn="1"/>
          </p:nvGrpSpPr>
          <p:grpSpPr>
            <a:xfrm>
              <a:off x="1674327" y="2274851"/>
              <a:ext cx="188768" cy="361833"/>
              <a:chOff x="-1994126" y="1399268"/>
              <a:chExt cx="525462" cy="985838"/>
            </a:xfrm>
          </p:grpSpPr>
          <p:sp>
            <p:nvSpPr>
              <p:cNvPr id="115" name="Freeform 5"/>
              <p:cNvSpPr>
                <a:spLocks/>
              </p:cNvSpPr>
              <p:nvPr/>
            </p:nvSpPr>
            <p:spPr bwMode="auto">
              <a:xfrm>
                <a:off x="-1994126" y="1399268"/>
                <a:ext cx="525462" cy="985838"/>
              </a:xfrm>
              <a:custGeom>
                <a:avLst/>
                <a:gdLst>
                  <a:gd name="T0" fmla="*/ 140 w 140"/>
                  <a:gd name="T1" fmla="*/ 70 h 262"/>
                  <a:gd name="T2" fmla="*/ 136 w 140"/>
                  <a:gd name="T3" fmla="*/ 95 h 262"/>
                  <a:gd name="T4" fmla="*/ 66 w 140"/>
                  <a:gd name="T5" fmla="*/ 262 h 262"/>
                  <a:gd name="T6" fmla="*/ 4 w 140"/>
                  <a:gd name="T7" fmla="*/ 92 h 262"/>
                  <a:gd name="T8" fmla="*/ 0 w 140"/>
                  <a:gd name="T9" fmla="*/ 70 h 262"/>
                  <a:gd name="T10" fmla="*/ 70 w 140"/>
                  <a:gd name="T11" fmla="*/ 0 h 262"/>
                  <a:gd name="T12" fmla="*/ 140 w 140"/>
                  <a:gd name="T13" fmla="*/ 70 h 262"/>
                </a:gdLst>
                <a:ahLst/>
                <a:cxnLst>
                  <a:cxn ang="0">
                    <a:pos x="T0" y="T1"/>
                  </a:cxn>
                  <a:cxn ang="0">
                    <a:pos x="T2" y="T3"/>
                  </a:cxn>
                  <a:cxn ang="0">
                    <a:pos x="T4" y="T5"/>
                  </a:cxn>
                  <a:cxn ang="0">
                    <a:pos x="T6" y="T7"/>
                  </a:cxn>
                  <a:cxn ang="0">
                    <a:pos x="T8" y="T9"/>
                  </a:cxn>
                  <a:cxn ang="0">
                    <a:pos x="T10" y="T11"/>
                  </a:cxn>
                  <a:cxn ang="0">
                    <a:pos x="T12" y="T13"/>
                  </a:cxn>
                </a:cxnLst>
                <a:rect l="0" t="0" r="r" b="b"/>
                <a:pathLst>
                  <a:path w="140" h="262">
                    <a:moveTo>
                      <a:pt x="140" y="70"/>
                    </a:moveTo>
                    <a:cubicBezTo>
                      <a:pt x="140" y="79"/>
                      <a:pt x="139" y="87"/>
                      <a:pt x="136" y="95"/>
                    </a:cubicBezTo>
                    <a:cubicBezTo>
                      <a:pt x="127" y="122"/>
                      <a:pt x="66" y="262"/>
                      <a:pt x="66" y="262"/>
                    </a:cubicBezTo>
                    <a:cubicBezTo>
                      <a:pt x="66" y="262"/>
                      <a:pt x="9" y="109"/>
                      <a:pt x="4" y="92"/>
                    </a:cubicBezTo>
                    <a:cubicBezTo>
                      <a:pt x="2" y="85"/>
                      <a:pt x="0" y="78"/>
                      <a:pt x="0" y="70"/>
                    </a:cubicBezTo>
                    <a:cubicBezTo>
                      <a:pt x="0" y="31"/>
                      <a:pt x="32" y="0"/>
                      <a:pt x="70" y="0"/>
                    </a:cubicBezTo>
                    <a:cubicBezTo>
                      <a:pt x="109" y="0"/>
                      <a:pt x="140" y="31"/>
                      <a:pt x="140" y="70"/>
                    </a:cubicBezTo>
                    <a:close/>
                  </a:path>
                </a:pathLst>
              </a:custGeom>
              <a:solidFill>
                <a:srgbClr val="E15D2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6" name="Oval 6"/>
              <p:cNvSpPr>
                <a:spLocks noChangeArrowheads="1"/>
              </p:cNvSpPr>
              <p:nvPr/>
            </p:nvSpPr>
            <p:spPr bwMode="auto">
              <a:xfrm>
                <a:off x="-1863952" y="1531031"/>
                <a:ext cx="268287" cy="266700"/>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8" name="Group 87"/>
            <p:cNvGrpSpPr/>
            <p:nvPr userDrawn="1"/>
          </p:nvGrpSpPr>
          <p:grpSpPr>
            <a:xfrm>
              <a:off x="1740462" y="2443835"/>
              <a:ext cx="187035" cy="360245"/>
              <a:chOff x="1387249" y="1191305"/>
              <a:chExt cx="525462" cy="990600"/>
            </a:xfrm>
          </p:grpSpPr>
          <p:sp>
            <p:nvSpPr>
              <p:cNvPr id="11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EBB1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89" name="Group 88"/>
            <p:cNvGrpSpPr/>
            <p:nvPr userDrawn="1"/>
          </p:nvGrpSpPr>
          <p:grpSpPr>
            <a:xfrm>
              <a:off x="2235524" y="2500361"/>
              <a:ext cx="187035" cy="360245"/>
              <a:chOff x="1086061" y="1463637"/>
              <a:chExt cx="525462" cy="990599"/>
            </a:xfrm>
          </p:grpSpPr>
          <p:sp>
            <p:nvSpPr>
              <p:cNvPr id="111" name="Freeform 11"/>
              <p:cNvSpPr>
                <a:spLocks/>
              </p:cNvSpPr>
              <p:nvPr/>
            </p:nvSpPr>
            <p:spPr bwMode="auto">
              <a:xfrm>
                <a:off x="1086061" y="1463637"/>
                <a:ext cx="525462" cy="990599"/>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1B417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2" name="Oval 12"/>
              <p:cNvSpPr>
                <a:spLocks noChangeArrowheads="1"/>
              </p:cNvSpPr>
              <p:nvPr/>
            </p:nvSpPr>
            <p:spPr bwMode="auto">
              <a:xfrm>
                <a:off x="1217823" y="1595401"/>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0" name="Group 89"/>
            <p:cNvGrpSpPr/>
            <p:nvPr userDrawn="1"/>
          </p:nvGrpSpPr>
          <p:grpSpPr>
            <a:xfrm>
              <a:off x="6224559" y="2767033"/>
              <a:ext cx="187035" cy="360245"/>
              <a:chOff x="2073854" y="1134222"/>
              <a:chExt cx="525462" cy="990600"/>
            </a:xfrm>
          </p:grpSpPr>
          <p:sp>
            <p:nvSpPr>
              <p:cNvPr id="109" name="Freeform 11"/>
              <p:cNvSpPr>
                <a:spLocks/>
              </p:cNvSpPr>
              <p:nvPr/>
            </p:nvSpPr>
            <p:spPr bwMode="auto">
              <a:xfrm>
                <a:off x="2073854" y="1134222"/>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10" name="Oval 12"/>
              <p:cNvSpPr>
                <a:spLocks noChangeArrowheads="1"/>
              </p:cNvSpPr>
              <p:nvPr/>
            </p:nvSpPr>
            <p:spPr bwMode="auto">
              <a:xfrm>
                <a:off x="2205616" y="1265984"/>
                <a:ext cx="261937" cy="268289"/>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1" name="Group 90"/>
            <p:cNvGrpSpPr/>
            <p:nvPr userDrawn="1"/>
          </p:nvGrpSpPr>
          <p:grpSpPr>
            <a:xfrm>
              <a:off x="6857006" y="2767033"/>
              <a:ext cx="187035" cy="360245"/>
              <a:chOff x="1387249" y="1191305"/>
              <a:chExt cx="525462" cy="990600"/>
            </a:xfrm>
          </p:grpSpPr>
          <p:sp>
            <p:nvSpPr>
              <p:cNvPr id="10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0C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2" name="Group 91"/>
            <p:cNvGrpSpPr/>
            <p:nvPr userDrawn="1"/>
          </p:nvGrpSpPr>
          <p:grpSpPr>
            <a:xfrm>
              <a:off x="6775924" y="2916688"/>
              <a:ext cx="187035" cy="360245"/>
              <a:chOff x="1387249" y="1191305"/>
              <a:chExt cx="525462" cy="990600"/>
            </a:xfrm>
          </p:grpSpPr>
          <p:sp>
            <p:nvSpPr>
              <p:cNvPr id="105"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F9A535">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6"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3" name="Group 92"/>
            <p:cNvGrpSpPr/>
            <p:nvPr userDrawn="1"/>
          </p:nvGrpSpPr>
          <p:grpSpPr>
            <a:xfrm>
              <a:off x="4713704" y="1743233"/>
              <a:ext cx="187035" cy="360245"/>
              <a:chOff x="1387249" y="1191305"/>
              <a:chExt cx="525462" cy="990600"/>
            </a:xfrm>
          </p:grpSpPr>
          <p:sp>
            <p:nvSpPr>
              <p:cNvPr id="103"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7030A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4"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4" name="Group 93"/>
            <p:cNvGrpSpPr/>
            <p:nvPr userDrawn="1"/>
          </p:nvGrpSpPr>
          <p:grpSpPr>
            <a:xfrm>
              <a:off x="7562750" y="3424057"/>
              <a:ext cx="187035" cy="360245"/>
              <a:chOff x="1387249" y="1191305"/>
              <a:chExt cx="525462" cy="990600"/>
            </a:xfrm>
          </p:grpSpPr>
          <p:sp>
            <p:nvSpPr>
              <p:cNvPr id="101"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2"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5" name="Group 94"/>
            <p:cNvGrpSpPr/>
            <p:nvPr userDrawn="1"/>
          </p:nvGrpSpPr>
          <p:grpSpPr>
            <a:xfrm>
              <a:off x="6843791" y="2905166"/>
              <a:ext cx="187035" cy="360245"/>
              <a:chOff x="1387249" y="1191305"/>
              <a:chExt cx="525462" cy="990600"/>
            </a:xfrm>
          </p:grpSpPr>
          <p:sp>
            <p:nvSpPr>
              <p:cNvPr id="99"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07D97"/>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100"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nvGrpSpPr>
            <p:cNvPr id="96" name="Group 95"/>
            <p:cNvGrpSpPr/>
            <p:nvPr userDrawn="1"/>
          </p:nvGrpSpPr>
          <p:grpSpPr>
            <a:xfrm>
              <a:off x="6857005" y="3004321"/>
              <a:ext cx="187035" cy="360245"/>
              <a:chOff x="1387249" y="1191305"/>
              <a:chExt cx="525462" cy="990600"/>
            </a:xfrm>
          </p:grpSpPr>
          <p:sp>
            <p:nvSpPr>
              <p:cNvPr id="97" name="Freeform 11"/>
              <p:cNvSpPr>
                <a:spLocks/>
              </p:cNvSpPr>
              <p:nvPr/>
            </p:nvSpPr>
            <p:spPr bwMode="auto">
              <a:xfrm>
                <a:off x="1387249" y="1191305"/>
                <a:ext cx="525462" cy="990600"/>
              </a:xfrm>
              <a:custGeom>
                <a:avLst/>
                <a:gdLst>
                  <a:gd name="T0" fmla="*/ 140 w 140"/>
                  <a:gd name="T1" fmla="*/ 71 h 263"/>
                  <a:gd name="T2" fmla="*/ 136 w 140"/>
                  <a:gd name="T3" fmla="*/ 95 h 263"/>
                  <a:gd name="T4" fmla="*/ 66 w 140"/>
                  <a:gd name="T5" fmla="*/ 263 h 263"/>
                  <a:gd name="T6" fmla="*/ 3 w 140"/>
                  <a:gd name="T7" fmla="*/ 92 h 263"/>
                  <a:gd name="T8" fmla="*/ 0 w 140"/>
                  <a:gd name="T9" fmla="*/ 71 h 263"/>
                  <a:gd name="T10" fmla="*/ 70 w 140"/>
                  <a:gd name="T11" fmla="*/ 0 h 263"/>
                  <a:gd name="T12" fmla="*/ 140 w 140"/>
                  <a:gd name="T13" fmla="*/ 71 h 263"/>
                </a:gdLst>
                <a:ahLst/>
                <a:cxnLst>
                  <a:cxn ang="0">
                    <a:pos x="T0" y="T1"/>
                  </a:cxn>
                  <a:cxn ang="0">
                    <a:pos x="T2" y="T3"/>
                  </a:cxn>
                  <a:cxn ang="0">
                    <a:pos x="T4" y="T5"/>
                  </a:cxn>
                  <a:cxn ang="0">
                    <a:pos x="T6" y="T7"/>
                  </a:cxn>
                  <a:cxn ang="0">
                    <a:pos x="T8" y="T9"/>
                  </a:cxn>
                  <a:cxn ang="0">
                    <a:pos x="T10" y="T11"/>
                  </a:cxn>
                  <a:cxn ang="0">
                    <a:pos x="T12" y="T13"/>
                  </a:cxn>
                </a:cxnLst>
                <a:rect l="0" t="0" r="r" b="b"/>
                <a:pathLst>
                  <a:path w="140" h="263">
                    <a:moveTo>
                      <a:pt x="140" y="71"/>
                    </a:moveTo>
                    <a:cubicBezTo>
                      <a:pt x="140" y="79"/>
                      <a:pt x="138" y="87"/>
                      <a:pt x="136" y="95"/>
                    </a:cubicBezTo>
                    <a:cubicBezTo>
                      <a:pt x="126" y="122"/>
                      <a:pt x="66" y="263"/>
                      <a:pt x="66" y="263"/>
                    </a:cubicBezTo>
                    <a:cubicBezTo>
                      <a:pt x="66" y="263"/>
                      <a:pt x="8" y="110"/>
                      <a:pt x="3" y="92"/>
                    </a:cubicBezTo>
                    <a:cubicBezTo>
                      <a:pt x="1" y="85"/>
                      <a:pt x="0" y="78"/>
                      <a:pt x="0" y="71"/>
                    </a:cubicBezTo>
                    <a:cubicBezTo>
                      <a:pt x="0" y="32"/>
                      <a:pt x="31" y="0"/>
                      <a:pt x="70" y="0"/>
                    </a:cubicBezTo>
                    <a:cubicBezTo>
                      <a:pt x="109" y="0"/>
                      <a:pt x="140" y="32"/>
                      <a:pt x="140" y="71"/>
                    </a:cubicBezTo>
                    <a:close/>
                  </a:path>
                </a:pathLst>
              </a:custGeom>
              <a:solidFill>
                <a:srgbClr val="087058">
                  <a:lumMod val="75000"/>
                </a:srgbClr>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sp>
            <p:nvSpPr>
              <p:cNvPr id="98" name="Oval 12"/>
              <p:cNvSpPr>
                <a:spLocks noChangeArrowheads="1"/>
              </p:cNvSpPr>
              <p:nvPr/>
            </p:nvSpPr>
            <p:spPr bwMode="auto">
              <a:xfrm>
                <a:off x="1519011" y="1323068"/>
                <a:ext cx="261937" cy="268288"/>
              </a:xfrm>
              <a:prstGeom prst="ellipse">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321" b="0" i="0" u="none" strike="noStrike" kern="0" cap="none" spc="0" normalizeH="0" baseline="0" noProof="0">
                  <a:ln>
                    <a:noFill/>
                  </a:ln>
                  <a:solidFill>
                    <a:srgbClr val="000000"/>
                  </a:solidFill>
                  <a:effectLst/>
                  <a:uLnTx/>
                  <a:uFillTx/>
                  <a:latin typeface="Calibri" panose="020F0502020204030204"/>
                </a:endParaRPr>
              </a:p>
            </p:txBody>
          </p:sp>
        </p:grpSp>
      </p:grpSp>
      <p:sp>
        <p:nvSpPr>
          <p:cNvPr id="135" name="TextBox 134"/>
          <p:cNvSpPr txBox="1"/>
          <p:nvPr userDrawn="1"/>
        </p:nvSpPr>
        <p:spPr>
          <a:xfrm>
            <a:off x="3898270" y="4596825"/>
            <a:ext cx="1172834" cy="210965"/>
          </a:xfrm>
          <a:prstGeom prst="rect">
            <a:avLst/>
          </a:prstGeom>
        </p:spPr>
        <p:txBody>
          <a:bodyPr vert="horz" wrap="none" lIns="76065" tIns="38032" rIns="76065" bIns="38032" rtlCol="0" anchor="ctr">
            <a:noAutofit/>
          </a:bodyPr>
          <a:lstStyle/>
          <a:p>
            <a:pPr algn="l"/>
            <a:r>
              <a:rPr lang="en-IN" sz="1331" b="0" i="0" dirty="0">
                <a:solidFill>
                  <a:srgbClr val="1B417B"/>
                </a:solidFill>
                <a:latin typeface="Avenir Roman" panose="020B0503020203020204"/>
                <a:ea typeface="Lato" charset="0"/>
                <a:cs typeface="Lato" charset="0"/>
              </a:rPr>
              <a:t>Contact :</a:t>
            </a:r>
          </a:p>
        </p:txBody>
      </p:sp>
      <p:cxnSp>
        <p:nvCxnSpPr>
          <p:cNvPr id="136" name="Straight Connector 135"/>
          <p:cNvCxnSpPr/>
          <p:nvPr userDrawn="1"/>
        </p:nvCxnSpPr>
        <p:spPr>
          <a:xfrm>
            <a:off x="3898269" y="5302574"/>
            <a:ext cx="2740078" cy="0"/>
          </a:xfrm>
          <a:prstGeom prst="line">
            <a:avLst/>
          </a:prstGeom>
          <a:ln w="12700">
            <a:solidFill>
              <a:srgbClr val="1B417B"/>
            </a:solidFill>
            <a:prstDash val="solid"/>
          </a:ln>
        </p:spPr>
        <p:style>
          <a:lnRef idx="1">
            <a:schemeClr val="dk1"/>
          </a:lnRef>
          <a:fillRef idx="0">
            <a:schemeClr val="dk1"/>
          </a:fillRef>
          <a:effectRef idx="0">
            <a:schemeClr val="dk1"/>
          </a:effectRef>
          <a:fontRef idx="minor">
            <a:schemeClr val="tx1"/>
          </a:fontRef>
        </p:style>
      </p:cxnSp>
      <p:sp>
        <p:nvSpPr>
          <p:cNvPr id="137" name="Text Placeholder 23"/>
          <p:cNvSpPr>
            <a:spLocks noGrp="1"/>
          </p:cNvSpPr>
          <p:nvPr>
            <p:ph type="body" sz="quarter" idx="13"/>
          </p:nvPr>
        </p:nvSpPr>
        <p:spPr>
          <a:xfrm>
            <a:off x="3898269" y="4899493"/>
            <a:ext cx="2740078" cy="339328"/>
          </a:xfrm>
          <a:prstGeom prst="rect">
            <a:avLst/>
          </a:prstGeom>
        </p:spPr>
        <p:txBody>
          <a:bodyPr/>
          <a:lstStyle>
            <a:lvl1pPr marL="0" indent="0">
              <a:buNone/>
              <a:defRPr sz="1499" b="1" i="0">
                <a:solidFill>
                  <a:srgbClr val="1B417B"/>
                </a:solidFill>
                <a:latin typeface="Avenir Roman" panose="020B0503020203020204"/>
                <a:ea typeface="Avenir Roman" panose="020B0503020203020204"/>
                <a:cs typeface="Avenir Roman" panose="020B0503020203020204"/>
              </a:defRPr>
            </a:lvl1pPr>
            <a:lvl2pPr marL="457006" indent="0">
              <a:buNone/>
              <a:defRPr sz="1200"/>
            </a:lvl2pPr>
            <a:lvl3pPr marL="914012" indent="0">
              <a:buNone/>
              <a:defRPr sz="1050"/>
            </a:lvl3pPr>
            <a:lvl4pPr marL="1371018" indent="0">
              <a:buNone/>
              <a:defRPr sz="900"/>
            </a:lvl4pPr>
            <a:lvl5pPr marL="1828023" indent="0">
              <a:buNone/>
              <a:defRPr sz="900"/>
            </a:lvl5pPr>
          </a:lstStyle>
          <a:p>
            <a:pPr lvl="0"/>
            <a:r>
              <a:rPr lang="en-US" dirty="0"/>
              <a:t>Click to edit Master text styles</a:t>
            </a:r>
          </a:p>
        </p:txBody>
      </p:sp>
      <p:sp>
        <p:nvSpPr>
          <p:cNvPr id="138" name="Text Placeholder 27"/>
          <p:cNvSpPr>
            <a:spLocks noGrp="1"/>
          </p:cNvSpPr>
          <p:nvPr>
            <p:ph type="body" sz="quarter" idx="15" hasCustomPrompt="1"/>
          </p:nvPr>
        </p:nvSpPr>
        <p:spPr>
          <a:xfrm>
            <a:off x="3898712" y="5414817"/>
            <a:ext cx="2739635" cy="741760"/>
          </a:xfrm>
          <a:prstGeom prst="rect">
            <a:avLst/>
          </a:prstGeom>
        </p:spPr>
        <p:txBody>
          <a:bodyPr/>
          <a:lstStyle>
            <a:lvl1pPr marL="0" indent="0">
              <a:lnSpc>
                <a:spcPct val="100000"/>
              </a:lnSpc>
              <a:spcAft>
                <a:spcPts val="1349"/>
              </a:spcAft>
              <a:buNone/>
              <a:defRPr sz="1349" baseline="0">
                <a:solidFill>
                  <a:srgbClr val="1B417B"/>
                </a:solidFill>
                <a:latin typeface="Avenir Roman" panose="020B0503020203020204"/>
              </a:defRPr>
            </a:lvl1pPr>
            <a:lvl2pPr marL="457006" indent="0">
              <a:buNone/>
              <a:defRPr sz="1349">
                <a:solidFill>
                  <a:schemeClr val="bg1"/>
                </a:solidFill>
              </a:defRPr>
            </a:lvl2pPr>
            <a:lvl3pPr marL="914012" indent="0">
              <a:buNone/>
              <a:defRPr sz="1200">
                <a:solidFill>
                  <a:schemeClr val="bg1"/>
                </a:solidFill>
              </a:defRPr>
            </a:lvl3pPr>
            <a:lvl4pPr marL="1371018" indent="0">
              <a:buNone/>
              <a:defRPr sz="1050">
                <a:solidFill>
                  <a:schemeClr val="bg1"/>
                </a:solidFill>
              </a:defRPr>
            </a:lvl4pPr>
            <a:lvl5pPr marL="1828023" indent="0">
              <a:buNone/>
              <a:defRPr sz="1050">
                <a:solidFill>
                  <a:schemeClr val="bg1"/>
                </a:solidFill>
              </a:defRPr>
            </a:lvl5pPr>
          </a:lstStyle>
          <a:p>
            <a:pPr lvl="0"/>
            <a:r>
              <a:rPr lang="en-US" dirty="0"/>
              <a:t>Designation, </a:t>
            </a:r>
            <a:br>
              <a:rPr lang="en-US" dirty="0"/>
            </a:br>
            <a:r>
              <a:rPr lang="en-US" dirty="0"/>
              <a:t>Email address</a:t>
            </a:r>
          </a:p>
        </p:txBody>
      </p:sp>
    </p:spTree>
    <p:extLst>
      <p:ext uri="{BB962C8B-B14F-4D97-AF65-F5344CB8AC3E}">
        <p14:creationId xmlns:p14="http://schemas.microsoft.com/office/powerpoint/2010/main" val="341203661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pic>
        <p:nvPicPr>
          <p:cNvPr id="11" name="Content Placeholder 5"/>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0" y="2524"/>
            <a:ext cx="12188950" cy="6857999"/>
          </a:xfrm>
          <a:prstGeom prst="rect">
            <a:avLst/>
          </a:prstGeom>
        </p:spPr>
      </p:pic>
      <p:sp>
        <p:nvSpPr>
          <p:cNvPr id="8" name="Rectangle 7"/>
          <p:cNvSpPr/>
          <p:nvPr userDrawn="1"/>
        </p:nvSpPr>
        <p:spPr>
          <a:xfrm>
            <a:off x="11484429" y="6565557"/>
            <a:ext cx="276260" cy="292443"/>
          </a:xfrm>
          <a:prstGeom prst="rect">
            <a:avLst/>
          </a:prstGeom>
          <a:solidFill>
            <a:srgbClr val="26A8DF"/>
          </a:solidFill>
          <a:ln>
            <a:noFill/>
          </a:ln>
          <a:effectLst>
            <a:outerShdw blurRad="50800" dist="38100" dir="16200000" rotWithShape="0">
              <a:prstClr val="black">
                <a:alpha val="18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fld id="{0F1269E9-5B8B-4D8F-B9F6-F90DDC202404}" type="slidenum">
              <a:rPr lang="en-US" sz="1000" smtClean="0"/>
              <a:pPr marL="0" marR="0" lvl="0" indent="0" algn="ctr" defTabSz="914400" rtl="0" eaLnBrk="1" fontAlgn="auto" latinLnBrk="0" hangingPunct="1">
                <a:lnSpc>
                  <a:spcPct val="100000"/>
                </a:lnSpc>
                <a:spcBef>
                  <a:spcPts val="0"/>
                </a:spcBef>
                <a:spcAft>
                  <a:spcPts val="0"/>
                </a:spcAft>
                <a:buClrTx/>
                <a:buSzTx/>
                <a:buFontTx/>
                <a:buNone/>
                <a:tabLst/>
                <a:defRPr/>
              </a:pPr>
              <a:t>‹#›</a:t>
            </a:fld>
            <a:endParaRPr lang="en-US" sz="1100" dirty="0"/>
          </a:p>
        </p:txBody>
      </p:sp>
      <p:sp>
        <p:nvSpPr>
          <p:cNvPr id="2" name="Title 1"/>
          <p:cNvSpPr>
            <a:spLocks noGrp="1"/>
          </p:cNvSpPr>
          <p:nvPr>
            <p:ph type="title"/>
          </p:nvPr>
        </p:nvSpPr>
        <p:spPr>
          <a:xfrm>
            <a:off x="224588" y="1"/>
            <a:ext cx="9986211" cy="1002632"/>
          </a:xfrm>
        </p:spPr>
        <p:txBody>
          <a:bodyPr>
            <a:normAutofit/>
          </a:bodyPr>
          <a:lstStyle>
            <a:lvl1pPr>
              <a:defRPr sz="3200">
                <a:solidFill>
                  <a:srgbClr val="27AAE2"/>
                </a:solidFill>
                <a:latin typeface="+mj-lt"/>
              </a:defRPr>
            </a:lvl1pPr>
          </a:lstStyle>
          <a:p>
            <a:r>
              <a:rPr lang="en-US" dirty="0"/>
              <a:t>Click to edit Master title style</a:t>
            </a:r>
          </a:p>
        </p:txBody>
      </p:sp>
      <p:sp>
        <p:nvSpPr>
          <p:cNvPr id="3" name="Content Placeholder 2"/>
          <p:cNvSpPr>
            <a:spLocks noGrp="1"/>
          </p:cNvSpPr>
          <p:nvPr>
            <p:ph idx="1"/>
          </p:nvPr>
        </p:nvSpPr>
        <p:spPr>
          <a:xfrm>
            <a:off x="224587" y="1167898"/>
            <a:ext cx="11606465" cy="5051927"/>
          </a:xfrm>
        </p:spPr>
        <p:txBody>
          <a:bodyPr>
            <a:normAutofit/>
          </a:bodyPr>
          <a:lstStyle>
            <a:lvl1pPr>
              <a:defRPr sz="1800"/>
            </a:lvl1pPr>
            <a:lvl2pPr>
              <a:defRPr sz="1600"/>
            </a:lvl2pPr>
            <a:lvl3pPr>
              <a:defRPr sz="1400"/>
            </a:lvl3pPr>
            <a:lvl4pPr>
              <a:defRPr sz="1200"/>
            </a:lvl4pPr>
            <a:lvl5pPr>
              <a:defRPr sz="10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Footer Placeholder 4"/>
          <p:cNvSpPr>
            <a:spLocks noGrp="1"/>
          </p:cNvSpPr>
          <p:nvPr>
            <p:ph type="ftr" sz="quarter" idx="11"/>
          </p:nvPr>
        </p:nvSpPr>
        <p:spPr/>
        <p:txBody>
          <a:bodyPr/>
          <a:lstStyle/>
          <a:p>
            <a:endParaRPr lang="en-US"/>
          </a:p>
        </p:txBody>
      </p:sp>
      <p:pic>
        <p:nvPicPr>
          <p:cNvPr id="9" name="Picture 8"/>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10368842" y="299372"/>
            <a:ext cx="1391847" cy="435398"/>
          </a:xfrm>
          <a:prstGeom prst="rect">
            <a:avLst/>
          </a:prstGeom>
        </p:spPr>
      </p:pic>
      <p:sp>
        <p:nvSpPr>
          <p:cNvPr id="12" name="TextBox 11"/>
          <p:cNvSpPr txBox="1"/>
          <p:nvPr userDrawn="1"/>
        </p:nvSpPr>
        <p:spPr>
          <a:xfrm>
            <a:off x="10451136" y="683192"/>
            <a:ext cx="1391871" cy="405555"/>
          </a:xfrm>
          <a:prstGeom prst="rect">
            <a:avLst/>
          </a:prstGeom>
          <a:noFill/>
        </p:spPr>
        <p:txBody>
          <a:bodyPr wrap="square" rtlCol="0">
            <a:spAutoFit/>
          </a:bodyPr>
          <a:lstStyle/>
          <a:p>
            <a:r>
              <a:rPr lang="en-IN" sz="1200" dirty="0">
                <a:hlinkClick r:id="rId4"/>
              </a:rPr>
              <a:t>www.infogain.com</a:t>
            </a:r>
            <a:endParaRPr lang="en-IN" sz="1200" dirty="0"/>
          </a:p>
        </p:txBody>
      </p:sp>
    </p:spTree>
    <p:extLst>
      <p:ext uri="{BB962C8B-B14F-4D97-AF65-F5344CB8AC3E}">
        <p14:creationId xmlns:p14="http://schemas.microsoft.com/office/powerpoint/2010/main" val="42870992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8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401893378"/>
      </p:ext>
    </p:extLst>
  </p:cSld>
  <p:clrMapOvr>
    <a:overrideClrMapping bg1="lt1" tx1="dk1" bg2="lt2" tx2="dk2" accent1="accent1" accent2="accent2" accent3="accent3" accent4="accent4" accent5="accent5" accent6="accent6" hlink="hlink" folHlink="folHlink"/>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1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627033950"/>
      </p:ext>
    </p:extLst>
  </p:cSld>
  <p:clrMapOvr>
    <a:overrideClrMapping bg1="dk1" tx1="lt1" bg2="dk2" tx2="lt2" accent1="accent1" accent2="accent2" accent3="accent3" accent4="accent4" accent5="accent5" accent6="accent6" hlink="hlink" folHlink="folHlink"/>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35"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318749275"/>
      </p:ext>
    </p:extLst>
  </p:cSld>
  <p:clrMapOvr>
    <a:overrideClrMapping bg1="lt1" tx1="dk1" bg2="lt2" tx2="dk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59"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marL="0" marR="0" lvl="0" indent="0" algn="l" defTabSz="914126"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tx1"/>
                </a:solidFill>
                <a:effectLst/>
                <a:uLnTx/>
                <a:uFillTx/>
                <a:latin typeface="+mj-lt"/>
                <a:ea typeface="+mn-ea"/>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3376379661"/>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83"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3244807063"/>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307"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3803463182"/>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96045710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31"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a16="http://schemas.microsoft.com/office/drawing/2014/main" xmlns=""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444204196"/>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3559480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55" name="think-cell Slide" r:id="rId4" imgW="7772400" imgH="10058400" progId="TCLayout.ActiveDocument.1">
                  <p:embed/>
                </p:oleObj>
              </mc:Choice>
              <mc:Fallback>
                <p:oleObj name="think-cell Slide" r:id="rId4" imgW="7772400" imgH="10058400" progId="TCLayout.ActiveDocument.1">
                  <p:embed/>
                  <p:pic>
                    <p:nvPicPr>
                      <p:cNvPr id="13" name="think-cell data - do not delete" hidden="1">
                        <a:extLst>
                          <a:ext uri="{FF2B5EF4-FFF2-40B4-BE49-F238E27FC236}">
                            <a16:creationId xmlns:a16="http://schemas.microsoft.com/office/drawing/2014/main" xmlns="" id="{E5CD86D9-C09D-F89F-1467-4FE68C7BE3E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a16="http://schemas.microsoft.com/office/drawing/2014/main" xmlns=""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801812116"/>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7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t>Text </a:t>
            </a:r>
          </a:p>
          <a:p>
            <a:pPr algn="ctr"/>
            <a:r>
              <a:rPr lang="en-US" sz="13800"/>
              <a:t>layouts</a:t>
            </a:r>
          </a:p>
        </p:txBody>
      </p:sp>
    </p:spTree>
    <p:extLst>
      <p:ext uri="{BB962C8B-B14F-4D97-AF65-F5344CB8AC3E}">
        <p14:creationId xmlns:p14="http://schemas.microsoft.com/office/powerpoint/2010/main" val="1732654460"/>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40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163539166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2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356928914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5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a16="http://schemas.microsoft.com/office/drawing/2014/main" xmlns=""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5" name="TextBox 4">
            <a:extLst>
              <a:ext uri="{FF2B5EF4-FFF2-40B4-BE49-F238E27FC236}">
                <a16:creationId xmlns:a16="http://schemas.microsoft.com/office/drawing/2014/main" xmlns=""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6" name="TextBox 5">
            <a:extLst>
              <a:ext uri="{FF2B5EF4-FFF2-40B4-BE49-F238E27FC236}">
                <a16:creationId xmlns:a16="http://schemas.microsoft.com/office/drawing/2014/main" xmlns=""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98837965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7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370990501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9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13036893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a16="http://schemas.microsoft.com/office/drawing/2014/main" xmlns=""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6334173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25396130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5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174628898"/>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5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a16="http://schemas.microsoft.com/office/drawing/2014/main" xmlns=""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383144530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561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277455561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66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9507392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76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a16="http://schemas.microsoft.com/office/drawing/2014/main" xmlns=""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6" name="TextBox 5">
            <a:extLst>
              <a:ext uri="{FF2B5EF4-FFF2-40B4-BE49-F238E27FC236}">
                <a16:creationId xmlns:a16="http://schemas.microsoft.com/office/drawing/2014/main" xmlns=""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7" name="TextBox 6">
            <a:extLst>
              <a:ext uri="{FF2B5EF4-FFF2-40B4-BE49-F238E27FC236}">
                <a16:creationId xmlns:a16="http://schemas.microsoft.com/office/drawing/2014/main" xmlns=""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2145187474"/>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869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46347042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971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a16="http://schemas.microsoft.com/office/drawing/2014/main" xmlns=""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pPr/>
              <a:t>‹#›</a:t>
            </a:fld>
            <a:endParaRPr lang="en-US"/>
          </a:p>
        </p:txBody>
      </p:sp>
      <p:sp>
        <p:nvSpPr>
          <p:cNvPr id="3" name="Page# static">
            <a:extLst>
              <a:ext uri="{FF2B5EF4-FFF2-40B4-BE49-F238E27FC236}">
                <a16:creationId xmlns:a16="http://schemas.microsoft.com/office/drawing/2014/main" xmlns=""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solidFill>
              </a:rPr>
              <a:pPr algn="r"/>
              <a:t>‹#›</a:t>
            </a:fld>
            <a:endParaRPr lang="en-US" sz="1000">
              <a:solidFill>
                <a:schemeClr val="bg1"/>
              </a:solidFill>
            </a:endParaRPr>
          </a:p>
        </p:txBody>
      </p:sp>
      <p:sp>
        <p:nvSpPr>
          <p:cNvPr id="4" name="TextBox 3">
            <a:extLst>
              <a:ext uri="{FF2B5EF4-FFF2-40B4-BE49-F238E27FC236}">
                <a16:creationId xmlns:a16="http://schemas.microsoft.com/office/drawing/2014/main" xmlns=""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solidFill>
              </a:rPr>
              <a:t>Tenarai</a:t>
            </a:r>
          </a:p>
        </p:txBody>
      </p:sp>
      <p:sp>
        <p:nvSpPr>
          <p:cNvPr id="5" name="TextBox 4">
            <a:extLst>
              <a:ext uri="{FF2B5EF4-FFF2-40B4-BE49-F238E27FC236}">
                <a16:creationId xmlns:a16="http://schemas.microsoft.com/office/drawing/2014/main" xmlns=""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solidFill>
              </a:rPr>
              <a:t>Copyright 2026, Strictly Confidential, All rights reserved</a:t>
            </a:r>
          </a:p>
        </p:txBody>
      </p:sp>
    </p:spTree>
    <p:extLst>
      <p:ext uri="{BB962C8B-B14F-4D97-AF65-F5344CB8AC3E}">
        <p14:creationId xmlns:p14="http://schemas.microsoft.com/office/powerpoint/2010/main" val="102819473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073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61700184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176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xmlns=""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95740892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022264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278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894284AA-7349-B825-9CA5-6E9D608CDED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xmlns=""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1972812"/>
      </p:ext>
    </p:extLst>
  </p:cSld>
  <p:clrMapOvr>
    <a:overrideClrMapping bg1="dk1" tx1="lt1" bg2="dk2" tx2="lt2" accent1="accent1" accent2="accent2" accent3="accent3" accent4="accent4" accent5="accent5" accent6="accent6" hlink="hlink" folHlink="folHlink"/>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381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49088240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828564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483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996250744"/>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585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5838509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688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08026809"/>
      </p:ext>
    </p:extLst>
  </p:cSld>
  <p:clrMapOvr>
    <a:overrideClrMapping bg1="dk1" tx1="lt1" bg2="dk2" tx2="lt2" accent1="accent1" accent2="accent2" accent3="accent3" accent4="accent4" accent5="accent5" accent6="accent6" hlink="hlink" folHlink="folHlink"/>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79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93758989"/>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0041137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89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11219420"/>
      </p:ext>
    </p:extLst>
  </p:cSld>
  <p:clrMapOvr>
    <a:overrideClrMapping bg1="dk1" tx1="lt1" bg2="dk2" tx2="lt2" accent1="accent1" accent2="accent2" accent3="accent3" accent4="accent4" accent5="accent5" accent6="accent6" hlink="hlink" folHlink="folHlink"/>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399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2761254"/>
      </p:ext>
    </p:extLst>
  </p:cSld>
  <p:clrMapOvr>
    <a:overrideClrMapping bg1="lt1" tx1="dk1" bg2="lt2" tx2="dk2" accent1="accent1" accent2="accent2" accent3="accent3" accent4="accent4" accent5="accent5" accent6="accent6" hlink="hlink" folHlink="folHlink"/>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09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03785534"/>
      </p:ext>
    </p:extLst>
  </p:cSld>
  <p:clrMapOvr>
    <a:overrideClrMapping bg1="dk1" tx1="lt1" bg2="dk2" tx2="lt2" accent1="accent1" accent2="accent2" accent3="accent3" accent4="accent4" accent5="accent5" accent6="accent6" hlink="hlink" folHlink="folHlink"/>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20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a16="http://schemas.microsoft.com/office/drawing/2014/main" xmlns=""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7668371"/>
      </p:ext>
    </p:extLst>
  </p:cSld>
  <p:clrMapOvr>
    <a:overrideClrMapping bg1="lt1" tx1="dk1" bg2="lt2" tx2="dk2" accent1="accent1" accent2="accent2" accent3="accent3" accent4="accent4" accent5="accent5" accent6="accent6" hlink="hlink" folHlink="folHlink"/>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2903842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30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xmlns=""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968536738"/>
      </p:ext>
    </p:extLst>
  </p:cSld>
  <p:clrMapOvr>
    <a:overrideClrMapping bg1="dk1" tx1="lt1" bg2="dk2" tx2="lt2" accent1="accent1" accent2="accent2" accent3="accent3" accent4="accent4" accent5="accent5" accent6="accent6" hlink="hlink" folHlink="folHlink"/>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40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33833254"/>
      </p:ext>
    </p:extLst>
  </p:cSld>
  <p:clrMapOvr>
    <a:overrideClrMapping bg1="lt1" tx1="dk1" bg2="lt2" tx2="dk2" accent1="accent1" accent2="accent2" accent3="accent3" accent4="accent4" accent5="accent5" accent6="accent6" hlink="hlink" folHlink="folHlink"/>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0237317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507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FF7B9FDD-062C-9E90-3E3F-5DCDC9E0A83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214145648"/>
      </p:ext>
    </p:extLst>
  </p:cSld>
  <p:clrMapOvr>
    <a:overrideClrMapping bg1="dk1" tx1="lt1" bg2="dk2" tx2="lt2" accent1="accent1" accent2="accent2" accent3="accent3" accent4="accent4" accent5="accent5" accent6="accent6" hlink="hlink" folHlink="folHlink"/>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73329289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29911104"/>
      </p:ext>
    </p:extLst>
  </p:cSld>
  <p:clrMapOvr>
    <a:overrideClrMapping bg1="dk1" tx1="lt1" bg2="dk2" tx2="lt2" accent1="accent1" accent2="accent2" accent3="accent3" accent4="accent4" accent5="accent5" accent6="accent6" hlink="hlink" folHlink="folHlink"/>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68247764"/>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982887658"/>
      </p:ext>
    </p:extLst>
  </p:cSld>
  <p:clrMapOvr>
    <a:overrideClrMapping bg1="dk1" tx1="lt1" bg2="dk2" tx2="lt2" accent1="accent1" accent2="accent2" accent3="accent3" accent4="accent4" accent5="accent5" accent6="accent6" hlink="hlink" folHlink="folHlink"/>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609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Data</a:t>
            </a:r>
          </a:p>
          <a:p>
            <a:pPr algn="ctr"/>
            <a:r>
              <a:rPr lang="en-US" sz="13800"/>
              <a:t>layouts</a:t>
            </a:r>
          </a:p>
        </p:txBody>
      </p:sp>
    </p:spTree>
    <p:extLst>
      <p:ext uri="{BB962C8B-B14F-4D97-AF65-F5344CB8AC3E}">
        <p14:creationId xmlns:p14="http://schemas.microsoft.com/office/powerpoint/2010/main" val="1024026700"/>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09232167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71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a16="http://schemas.microsoft.com/office/drawing/2014/main" xmlns=""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691836653"/>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99115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81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a16="http://schemas.microsoft.com/office/drawing/2014/main" xmlns=""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67999480"/>
      </p:ext>
    </p:extLst>
  </p:cSld>
  <p:clrMapOvr>
    <a:overrideClrMapping bg1="dk1" tx1="lt1" bg2="dk2" tx2="lt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491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19070666"/>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19857800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0195"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EE477F8F-6692-5296-4EE7-501A58D2B200}"/>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284486658"/>
      </p:ext>
    </p:extLst>
  </p:cSld>
  <p:clrMapOvr>
    <a:overrideClrMapping bg1="dk1" tx1="lt1" bg2="dk2" tx2="lt2" accent1="accent1" accent2="accent2" accent3="accent3" accent4="accent4" accent5="accent5" accent6="accent6" hlink="hlink" folHlink="folHlink"/>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6468143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466620873"/>
      </p:ext>
    </p:extLst>
  </p:cSld>
  <p:clrMapOvr>
    <a:overrideClrMapping bg1="dk1" tx1="lt1" bg2="dk2" tx2="lt2" accent1="accent1" accent2="accent2" accent3="accent3" accent4="accent4" accent5="accent5" accent6="accent6" hlink="hlink" folHlink="folHlink"/>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121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t>Section divider</a:t>
            </a:r>
          </a:p>
          <a:p>
            <a:pPr algn="ctr"/>
            <a:r>
              <a:rPr lang="en-US" sz="13800"/>
              <a:t>layouts</a:t>
            </a:r>
          </a:p>
        </p:txBody>
      </p:sp>
    </p:spTree>
    <p:extLst>
      <p:ext uri="{BB962C8B-B14F-4D97-AF65-F5344CB8AC3E}">
        <p14:creationId xmlns:p14="http://schemas.microsoft.com/office/powerpoint/2010/main" val="7920213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747132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224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4137114648"/>
      </p:ext>
    </p:extLst>
  </p:cSld>
  <p:clrMapOvr>
    <a:overrideClrMapping bg1="lt1" tx1="dk1" bg2="lt2" tx2="dk2" accent1="accent1" accent2="accent2" accent3="accent3" accent4="accent4" accent5="accent5" accent6="accent6" hlink="hlink" folHlink="folHlink"/>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63066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326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82189056"/>
      </p:ext>
    </p:extLst>
  </p:cSld>
  <p:clrMapOvr>
    <a:overrideClrMapping bg1="lt1" tx1="dk1" bg2="lt2" tx2="dk2" accent1="accent1" accent2="accent2" accent3="accent3" accent4="accent4" accent5="accent5" accent6="accent6" hlink="hlink" folHlink="folHlink"/>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1897438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4291"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627735879"/>
      </p:ext>
    </p:extLst>
  </p:cSld>
  <p:clrMapOvr>
    <a:overrideClrMapping bg1="dk1" tx1="lt1" bg2="dk2" tx2="lt2" accent1="accent1" accent2="accent2" accent3="accent3" accent4="accent4" accent5="accent5" accent6="accent6" hlink="hlink" folHlink="folHlink"/>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072492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5315"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765093722"/>
      </p:ext>
    </p:extLst>
  </p:cSld>
  <p:clrMapOvr>
    <a:overrideClrMapping bg1="dk1" tx1="lt1" bg2="dk2" tx2="lt2" accent1="accent1" accent2="accent2" accent3="accent3" accent4="accent4" accent5="accent5" accent6="accent6" hlink="hlink" folHlink="folHlink"/>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42813344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6339"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685114311"/>
      </p:ext>
    </p:extLst>
  </p:cSld>
  <p:clrMapOvr>
    <a:overrideClrMapping bg1="dk1" tx1="lt1" bg2="dk2" tx2="lt2" accent1="accent1" accent2="accent2" accent3="accent3" accent4="accent4" accent5="accent5" accent6="accent6" hlink="hlink" folHlink="folHlink"/>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03139182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7363"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2077188696"/>
      </p:ext>
    </p:extLst>
  </p:cSld>
  <p:clrMapOvr>
    <a:overrideClrMapping bg1="dk1" tx1="lt1" bg2="dk2" tx2="lt2" accent1="accent1" accent2="accent2" accent3="accent3" accent4="accent4" accent5="accent5" accent6="accent6" hlink="hlink" folHlink="folHlink"/>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0996986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8387"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87393522"/>
      </p:ext>
    </p:extLst>
  </p:cSld>
  <p:clrMapOvr>
    <a:overrideClrMapping bg1="dk1" tx1="lt1" bg2="dk2" tx2="lt2" accent1="accent1" accent2="accent2" accent3="accent3" accent4="accent4" accent5="accent5" accent6="accent6" hlink="hlink" folHlink="folHlink"/>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6089008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59411" name="think-cell Slide" r:id="rId4" imgW="7772400" imgH="10058400" progId="TCLayout.ActiveDocument.1">
                  <p:embed/>
                </p:oleObj>
              </mc:Choice>
              <mc:Fallback>
                <p:oleObj name="think-cell Slide" r:id="rId4" imgW="7772400" imgH="10058400" progId="TCLayout.ActiveDocument.1">
                  <p:embed/>
                  <p:pic>
                    <p:nvPicPr>
                      <p:cNvPr id="9" name="think-cell data - do not delete" hidden="1">
                        <a:extLst>
                          <a:ext uri="{FF2B5EF4-FFF2-40B4-BE49-F238E27FC236}">
                            <a16:creationId xmlns:a16="http://schemas.microsoft.com/office/drawing/2014/main" xmlns="" id="{7274B755-8240-83B9-3196-C74E801E1AF5}"/>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35177267"/>
      </p:ext>
    </p:extLst>
  </p:cSld>
  <p:clrMapOvr>
    <a:overrideClrMapping bg1="dk1" tx1="lt1" bg2="dk2" tx2="lt2" accent1="accent1" accent2="accent2" accent3="accent3" accent4="accent4" accent5="accent5" accent6="accent6" hlink="hlink" folHlink="folHlink"/>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043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t>Large text </a:t>
            </a:r>
          </a:p>
          <a:p>
            <a:pPr algn="ctr"/>
            <a:r>
              <a:rPr lang="en-US" sz="13800"/>
              <a:t>layouts</a:t>
            </a:r>
          </a:p>
        </p:txBody>
      </p:sp>
    </p:spTree>
    <p:extLst>
      <p:ext uri="{BB962C8B-B14F-4D97-AF65-F5344CB8AC3E}">
        <p14:creationId xmlns:p14="http://schemas.microsoft.com/office/powerpoint/2010/main" val="268090737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45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454910149"/>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248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3611418797"/>
      </p:ext>
    </p:extLst>
  </p:cSld>
  <p:clrMapOvr>
    <a:overrideClrMapping bg1="lt1" tx1="dk1" bg2="lt2" tx2="dk2" accent1="accent1" accent2="accent2" accent3="accent3" accent4="accent4" accent5="accent5" accent6="accent6" hlink="hlink" folHlink="folHlink"/>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959877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350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575330997"/>
      </p:ext>
    </p:extLst>
  </p:cSld>
  <p:clrMapOvr>
    <a:overrideClrMapping bg1="dk1" tx1="lt1" bg2="dk2" tx2="lt2" accent1="accent1" accent2="accent2" accent3="accent3" accent4="accent4" accent5="accent5" accent6="accent6" hlink="hlink" folHlink="folHlink"/>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222163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453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703D0EC0-800C-017B-115C-E6C2A79F739E}"/>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a16="http://schemas.microsoft.com/office/drawing/2014/main" xmlns=""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a16="http://schemas.microsoft.com/office/drawing/2014/main" xmlns=""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1084336887"/>
      </p:ext>
    </p:extLst>
  </p:cSld>
  <p:clrMapOvr>
    <a:overrideClrMapping bg1="lt1" tx1="dk1" bg2="lt2" tx2="dk2" accent1="accent1" accent2="accent2" accent3="accent3" accent4="accent4" accent5="accent5" accent6="accent6" hlink="hlink" folHlink="folHlink"/>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3884868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555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a16="http://schemas.microsoft.com/office/drawing/2014/main" xmlns="" id="{0EAE06A4-0CF9-D5F6-2C1C-A4EA49DA41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a16="http://schemas.microsoft.com/office/drawing/2014/main" xmlns=""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3" name="TextBox 2">
            <a:extLst>
              <a:ext uri="{FF2B5EF4-FFF2-40B4-BE49-F238E27FC236}">
                <a16:creationId xmlns:a16="http://schemas.microsoft.com/office/drawing/2014/main" xmlns=""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Tree>
    <p:extLst>
      <p:ext uri="{BB962C8B-B14F-4D97-AF65-F5344CB8AC3E}">
        <p14:creationId xmlns:p14="http://schemas.microsoft.com/office/powerpoint/2010/main" val="2585207842"/>
      </p:ext>
    </p:extLst>
  </p:cSld>
  <p:clrMapOvr>
    <a:overrideClrMapping bg1="dk1" tx1="lt1" bg2="dk2" tx2="lt2" accent1="accent1" accent2="accent2" accent3="accent3" accent4="accent4" accent5="accent5" accent6="accent6" hlink="hlink" folHlink="folHlink"/>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657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663239371"/>
      </p:ext>
    </p:extLst>
  </p:cSld>
  <p:clrMapOvr>
    <a:overrideClrMapping bg1="lt1" tx1="dk1" bg2="lt2" tx2="dk2" accent1="accent1" accent2="accent2" accent3="accent3" accent4="accent4" accent5="accent5" accent6="accent6" hlink="hlink" folHlink="folHlink"/>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1218237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760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510580788"/>
      </p:ext>
    </p:extLst>
  </p:cSld>
  <p:clrMapOvr>
    <a:overrideClrMapping bg1="dk1" tx1="lt1" bg2="dk2" tx2="lt2" accent1="accent1" accent2="accent2" accent3="accent3" accent4="accent4" accent5="accent5" accent6="accent6" hlink="hlink" folHlink="folHlink"/>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862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3353556208"/>
      </p:ext>
    </p:extLst>
  </p:cSld>
  <p:clrMapOvr>
    <a:overrideClrMapping bg1="dk1" tx1="lt1" bg2="dk2" tx2="lt2" accent1="accent1" accent2="accent2" accent3="accent3" accent4="accent4" accent5="accent5" accent6="accent6" hlink="hlink" folHlink="folHlink"/>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108311216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965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95CA49F4-48E9-A3DE-1498-C53E70898B28}"/>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009917161"/>
      </p:ext>
    </p:extLst>
  </p:cSld>
  <p:clrMapOvr>
    <a:overrideClrMapping bg1="lt1" tx1="dk1" bg2="lt2" tx2="dk2" accent1="accent1" accent2="accent2" accent3="accent3" accent4="accent4" accent5="accent5" accent6="accent6" hlink="hlink" folHlink="folHlink"/>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067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t>Text + Image</a:t>
            </a:r>
          </a:p>
          <a:p>
            <a:pPr algn="ctr"/>
            <a:r>
              <a:rPr lang="en-US" sz="13800"/>
              <a:t>layouts</a:t>
            </a:r>
          </a:p>
        </p:txBody>
      </p:sp>
    </p:spTree>
    <p:extLst>
      <p:ext uri="{BB962C8B-B14F-4D97-AF65-F5344CB8AC3E}">
        <p14:creationId xmlns:p14="http://schemas.microsoft.com/office/powerpoint/2010/main" val="97980201"/>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6967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1699"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9959411"/>
      </p:ext>
    </p:extLst>
  </p:cSld>
  <p:clrMapOvr>
    <a:overrideClrMapping bg1="lt1" tx1="dk1" bg2="lt2" tx2="dk2" accent1="accent1" accent2="accent2" accent3="accent3" accent4="accent4" accent5="accent5" accent6="accent6" hlink="hlink" folHlink="folHlink"/>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74925352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272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3109982044"/>
      </p:ext>
    </p:extLst>
  </p:cSld>
  <p:clrMapOvr>
    <a:overrideClrMapping bg1="dk1" tx1="lt1" bg2="dk2" tx2="lt2" accent1="accent1" accent2="accent2" accent3="accent3" accent4="accent4" accent5="accent5" accent6="accent6" hlink="hlink" folHlink="folHlink"/>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199539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374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07908238"/>
      </p:ext>
    </p:extLst>
  </p:cSld>
  <p:clrMapOvr>
    <a:overrideClrMapping bg1="dk1" tx1="lt1" bg2="dk2" tx2="lt2" accent1="accent1" accent2="accent2" accent3="accent3" accent4="accent4" accent5="accent5" accent6="accent6" hlink="hlink" folHlink="folHlink"/>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44386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4771"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FBCDB304-8E7D-662C-000E-F6107BE26C4C}"/>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886828760"/>
      </p:ext>
    </p:extLst>
  </p:cSld>
  <p:clrMapOvr>
    <a:overrideClrMapping bg1="dk1" tx1="lt1" bg2="dk2" tx2="lt2" accent1="accent1" accent2="accent2" accent3="accent3" accent4="accent4" accent5="accent5" accent6="accent6" hlink="hlink" folHlink="folHlink"/>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842018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579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a16="http://schemas.microsoft.com/office/drawing/2014/main" xmlns=""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a16="http://schemas.microsoft.com/office/drawing/2014/main" xmlns=""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468471065"/>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16617100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681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a16="http://schemas.microsoft.com/office/drawing/2014/main" xmlns=""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19047549"/>
      </p:ext>
    </p:extLst>
  </p:cSld>
  <p:clrMapOvr>
    <a:overrideClrMapping bg1="dk1" tx1="lt1" bg2="dk2" tx2="lt2" accent1="accent1" accent2="accent2" accent3="accent3" accent4="accent4" accent5="accent5" accent6="accent6" hlink="hlink" folHlink="folHlink"/>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8797977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784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5890174"/>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63858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886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71719178"/>
      </p:ext>
    </p:extLst>
  </p:cSld>
  <p:clrMapOvr>
    <a:overrideClrMapping bg1="dk1" tx1="lt1" bg2="dk2" tx2="lt2" accent1="accent1" accent2="accent2" accent3="accent3" accent4="accent4" accent5="accent5" accent6="accent6" hlink="hlink" folHlink="folHlink"/>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7989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453052436"/>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0915"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61210422"/>
      </p:ext>
    </p:extLst>
  </p:cSld>
  <p:clrMapOvr>
    <a:overrideClrMapping bg1="dk1" tx1="lt1" bg2="dk2" tx2="lt2" accent1="accent1" accent2="accent2" accent3="accent3" accent4="accent4" accent5="accent5" accent6="accent6" hlink="hlink" folHlink="folHlink"/>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1939"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8549800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4551880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2963"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243544058"/>
      </p:ext>
    </p:extLst>
  </p:cSld>
  <p:clrMapOvr>
    <a:overrideClrMapping bg1="dk1" tx1="lt1" bg2="dk2" tx2="lt2" accent1="accent1" accent2="accent2" accent3="accent3" accent4="accent4" accent5="accent5" accent6="accent6" hlink="hlink" folHlink="folHlink"/>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3987"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17082583"/>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8046704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5011" name="think-cell Slide" r:id="rId4" imgW="7772400" imgH="10058400" progId="TCLayout.ActiveDocument.1">
                  <p:embed/>
                </p:oleObj>
              </mc:Choice>
              <mc:Fallback>
                <p:oleObj name="think-cell Slide" r:id="rId4" imgW="7772400" imgH="10058400" progId="TCLayout.ActiveDocument.1">
                  <p:embed/>
                  <p:pic>
                    <p:nvPicPr>
                      <p:cNvPr id="6" name="think-cell data - do not delete" hidden="1">
                        <a:extLst>
                          <a:ext uri="{FF2B5EF4-FFF2-40B4-BE49-F238E27FC236}">
                            <a16:creationId xmlns:a16="http://schemas.microsoft.com/office/drawing/2014/main" xmlns="" id="{380A0ECC-1D66-B098-5210-118057BE6507}"/>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29378398"/>
      </p:ext>
    </p:extLst>
  </p:cSld>
  <p:clrMapOvr>
    <a:overrideClrMapping bg1="dk1" tx1="lt1" bg2="dk2" tx2="lt2" accent1="accent1" accent2="accent2" accent3="accent3" accent4="accent4" accent5="accent5" accent6="accent6" hlink="hlink" folHlink="folHlink"/>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603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t>Case</a:t>
            </a:r>
          </a:p>
          <a:p>
            <a:pPr algn="ctr"/>
            <a:r>
              <a:rPr lang="en-US" sz="13800"/>
              <a:t>layouts</a:t>
            </a:r>
          </a:p>
        </p:txBody>
      </p:sp>
    </p:spTree>
    <p:extLst>
      <p:ext uri="{BB962C8B-B14F-4D97-AF65-F5344CB8AC3E}">
        <p14:creationId xmlns:p14="http://schemas.microsoft.com/office/powerpoint/2010/main" val="89257111"/>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xmlns=""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76"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7077"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xmlns=""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4150625118"/>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100"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8101"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xmlns=""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tx1"/>
                </a:solidFill>
              </a:rPr>
              <a:t>Tenarai</a:t>
            </a:r>
          </a:p>
        </p:txBody>
      </p:sp>
    </p:spTree>
    <p:extLst>
      <p:ext uri="{BB962C8B-B14F-4D97-AF65-F5344CB8AC3E}">
        <p14:creationId xmlns:p14="http://schemas.microsoft.com/office/powerpoint/2010/main" val="1088643427"/>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xmlns=""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chemeClr val="tx1"/>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24"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89125" name="think-cell Slide" r:id="rId7" imgW="7772400" imgH="10058400" progId="TCLayout.ActiveDocument.1">
                  <p:embed/>
                </p:oleObj>
              </mc:Choice>
              <mc:Fallback>
                <p:oleObj name="think-cell Slide" r:id="rId7"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chemeClr val="bg1">
                    <a:lumMod val="50000"/>
                  </a:schemeClr>
                </a:solidFill>
              </a:rPr>
              <a:pPr algn="r"/>
              <a:t>‹#›</a:t>
            </a:fld>
            <a:endParaRPr lang="en-US" sz="1000">
              <a:solidFill>
                <a:schemeClr val="bg1">
                  <a:lumMod val="50000"/>
                </a:schemeClr>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chemeClr val="bg1">
                    <a:lumMod val="50000"/>
                  </a:schemeClr>
                </a:solidFill>
              </a:rPr>
              <a:t>Copyright 2026, Strictly Confidential, All rights reserved</a:t>
            </a: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xmlns=""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solidFill>
                  <a:schemeClr val="bg1">
                    <a:lumMod val="50000"/>
                  </a:schemeClr>
                </a:solidFill>
              </a:rPr>
              <a:t>Tenarai</a:t>
            </a:r>
          </a:p>
        </p:txBody>
      </p:sp>
    </p:spTree>
    <p:extLst>
      <p:ext uri="{BB962C8B-B14F-4D97-AF65-F5344CB8AC3E}">
        <p14:creationId xmlns:p14="http://schemas.microsoft.com/office/powerpoint/2010/main" val="3165285250"/>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8" name="think-cell Slide" r:id="rId5" imgW="7772400" imgH="10058400" progId="TCLayout.ActiveDocument.1">
                  <p:embed/>
                </p:oleObj>
              </mc:Choice>
              <mc:Fallback>
                <p:oleObj name="think-cell Slide" r:id="rId5"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1" name="Straight Connector 10">
            <a:extLst>
              <a:ext uri="{FF2B5EF4-FFF2-40B4-BE49-F238E27FC236}">
                <a16:creationId xmlns:a16="http://schemas.microsoft.com/office/drawing/2014/main" xmlns=""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a16="http://schemas.microsoft.com/office/drawing/2014/main" xmlns=""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a16="http://schemas.microsoft.com/office/drawing/2014/main" xmlns=""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xmlns=""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a16="http://schemas.microsoft.com/office/drawing/2014/main" xmlns=""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a16="http://schemas.microsoft.com/office/drawing/2014/main" xmlns=""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a16="http://schemas.microsoft.com/office/drawing/2014/main" xmlns=""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a16="http://schemas.microsoft.com/office/drawing/2014/main" xmlns=""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a16="http://schemas.microsoft.com/office/drawing/2014/main" xmlns=""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a16="http://schemas.microsoft.com/office/drawing/2014/main" xmlns=""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0149" name="think-cell Slide" r:id="rId10" imgW="7772400" imgH="10058400" progId="TCLayout.ActiveDocument.1">
                  <p:embed/>
                </p:oleObj>
              </mc:Choice>
              <mc:Fallback>
                <p:oleObj name="think-cell Slide" r:id="rId10" imgW="7772400" imgH="10058400" progId="TCLayout.ActiveDocument.1">
                  <p:embed/>
                  <p:pic>
                    <p:nvPicPr>
                      <p:cNvPr id="9" name="think-cell data - do not delete" hidden="1">
                        <a:extLst>
                          <a:ext uri="{FF2B5EF4-FFF2-40B4-BE49-F238E27FC236}">
                            <a16:creationId xmlns:a16="http://schemas.microsoft.com/office/drawing/2014/main" xmlns="" id="{E9CF367F-EB2F-5DA8-CED2-E9AB28E8814E}"/>
                          </a:ext>
                        </a:extLst>
                      </p:cNvPr>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cxnSp>
        <p:nvCxnSpPr>
          <p:cNvPr id="17" name="Straight Connector 16">
            <a:extLst>
              <a:ext uri="{FF2B5EF4-FFF2-40B4-BE49-F238E27FC236}">
                <a16:creationId xmlns:a16="http://schemas.microsoft.com/office/drawing/2014/main" xmlns=""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xmlns=""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a16="http://schemas.microsoft.com/office/drawing/2014/main" xmlns=""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xmlns=""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xmlns=""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a16="http://schemas.microsoft.com/office/drawing/2014/main" xmlns=""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855943091"/>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115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311629579"/>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0495922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217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a16="http://schemas.microsoft.com/office/drawing/2014/main" xmlns=""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504095877"/>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160943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320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a16="http://schemas.microsoft.com/office/drawing/2014/main" xmlns=""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1247471693"/>
      </p:ext>
    </p:extLst>
  </p:cSld>
  <p:clrMapOvr>
    <a:overrideClrMapping bg1="dk1" tx1="lt1" bg2="dk2" tx2="lt2" accent1="accent1" accent2="accent2" accent3="accent3" accent4="accent4" accent5="accent5" accent6="accent6" hlink="hlink" folHlink="folHlink"/>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4227"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848515806"/>
      </p:ext>
    </p:extLst>
  </p:cSld>
  <p:clrMapOvr>
    <a:overrideClrMapping bg1="lt1" tx1="dk1" bg2="lt2" tx2="dk2" accent1="accent1" accent2="accent2" accent3="accent3" accent4="accent4" accent5="accent5" accent6="accent6" hlink="hlink" folHlink="folHlink"/>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4257464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5251"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903302158"/>
      </p:ext>
    </p:extLst>
  </p:cSld>
  <p:clrMapOvr>
    <a:overrideClrMapping bg1="dk1" tx1="lt1" bg2="dk2" tx2="lt2" accent1="accent1" accent2="accent2" accent3="accent3" accent4="accent4" accent5="accent5" accent6="accent6" hlink="hlink" folHlink="folHlink"/>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6275"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84322370"/>
      </p:ext>
    </p:extLst>
  </p:cSld>
  <p:clrMapOvr>
    <a:overrideClrMapping bg1="lt1" tx1="dk1" bg2="lt2" tx2="dk2" accent1="accent1" accent2="accent2" accent3="accent3" accent4="accent4" accent5="accent5" accent6="accent6" hlink="hlink" folHlink="folHlink"/>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13664209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7299"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313964574"/>
      </p:ext>
    </p:extLst>
  </p:cSld>
  <p:clrMapOvr>
    <a:overrideClrMapping bg1="dk1" tx1="lt1" bg2="dk2" tx2="lt2" accent1="accent1" accent2="accent2" accent3="accent3" accent4="accent4" accent5="accent5" accent6="accent6" hlink="hlink" folHlink="folHlink"/>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8323"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989882" y="1768475"/>
            <a:ext cx="2956893" cy="3721606"/>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6249613" y="1768475"/>
            <a:ext cx="2956893" cy="3721606"/>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69850" y="1768475"/>
            <a:ext cx="2956893" cy="3721606"/>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10956709"/>
      </p:ext>
    </p:extLst>
  </p:cSld>
  <p:clrMapOvr>
    <a:overrideClrMapping bg1="lt1" tx1="dk1" bg2="lt2" tx2="dk2" accent1="accent1" accent2="accent2" accent3="accent3" accent4="accent4" accent5="accent5" accent6="accent6" hlink="hlink" folHlink="folHlink"/>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14435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99347" name="think-cell Slide" r:id="rId4" imgW="7772400" imgH="10058400" progId="TCLayout.ActiveDocument.1">
                  <p:embed/>
                </p:oleObj>
              </mc:Choice>
              <mc:Fallback>
                <p:oleObj name="think-cell Slide" r:id="rId4" imgW="7772400" imgH="10058400" progId="TCLayout.ActiveDocument.1">
                  <p:embed/>
                  <p:pic>
                    <p:nvPicPr>
                      <p:cNvPr id="7" name="think-cell data - do not delete" hidden="1">
                        <a:extLst>
                          <a:ext uri="{FF2B5EF4-FFF2-40B4-BE49-F238E27FC236}">
                            <a16:creationId xmlns:a16="http://schemas.microsoft.com/office/drawing/2014/main" xmlns="" id="{A91C372E-D762-AB9F-6BD8-760F46CF0F5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673249528"/>
      </p:ext>
    </p:extLst>
  </p:cSld>
  <p:clrMapOvr>
    <a:overrideClrMapping bg1="dk1" tx1="lt1" bg2="dk2" tx2="lt2" accent1="accent1" accent2="accent2" accent3="accent3" accent4="accent4" accent5="accent5" accent6="accent6" hlink="hlink" folHlink="folHlink"/>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037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Agenda</a:t>
            </a:r>
          </a:p>
          <a:p>
            <a:pPr algn="ctr"/>
            <a:r>
              <a:rPr lang="en-US" sz="13800"/>
              <a:t>layouts</a:t>
            </a:r>
          </a:p>
        </p:txBody>
      </p:sp>
    </p:spTree>
    <p:extLst>
      <p:ext uri="{BB962C8B-B14F-4D97-AF65-F5344CB8AC3E}">
        <p14:creationId xmlns:p14="http://schemas.microsoft.com/office/powerpoint/2010/main" val="1990656230"/>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139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341871492"/>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4234032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241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43017E1-5C50-A1AB-8360-416C697FA07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8100926"/>
      </p:ext>
    </p:extLst>
  </p:cSld>
  <p:clrMapOvr>
    <a:overrideClrMapping bg1="dk1" tx1="lt1" bg2="dk2" tx2="lt2" accent1="accent1" accent2="accent2" accent3="accent3" accent4="accent4" accent5="accent5" accent6="accent6" hlink="hlink" folHlink="folHlink"/>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3443"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817438519"/>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26076848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4467" name="think-cell Slide" r:id="rId4" imgW="7772400" imgH="10058400" progId="TCLayout.ActiveDocument.1">
                  <p:embed/>
                </p:oleObj>
              </mc:Choice>
              <mc:Fallback>
                <p:oleObj name="think-cell Slide" r:id="rId4" imgW="7772400" imgH="10058400" progId="TCLayout.ActiveDocument.1">
                  <p:embed/>
                  <p:pic>
                    <p:nvPicPr>
                      <p:cNvPr id="8" name="think-cell data - do not delete" hidden="1">
                        <a:extLst>
                          <a:ext uri="{FF2B5EF4-FFF2-40B4-BE49-F238E27FC236}">
                            <a16:creationId xmlns:a16="http://schemas.microsoft.com/office/drawing/2014/main" xmlns="" id="{6FD185B2-CA96-F547-FFF0-7838243B1A2A}"/>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2519235016"/>
      </p:ext>
    </p:extLst>
  </p:cSld>
  <p:clrMapOvr>
    <a:overrideClrMapping bg1="dk1" tx1="lt1" bg2="dk2" tx2="lt2" accent1="accent1" accent2="accent2" accent3="accent3" accent4="accent4" accent5="accent5" accent6="accent6" hlink="hlink" folHlink="folHlink"/>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5491"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t>Speakers</a:t>
            </a:r>
          </a:p>
          <a:p>
            <a:pPr algn="ctr"/>
            <a:r>
              <a:rPr lang="en-US" sz="13800"/>
              <a:t>layouts</a:t>
            </a:r>
          </a:p>
        </p:txBody>
      </p:sp>
    </p:spTree>
    <p:extLst>
      <p:ext uri="{BB962C8B-B14F-4D97-AF65-F5344CB8AC3E}">
        <p14:creationId xmlns:p14="http://schemas.microsoft.com/office/powerpoint/2010/main" val="19722604"/>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651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a16="http://schemas.microsoft.com/office/drawing/2014/main" xmlns=""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908593213"/>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268450165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7539"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a16="http://schemas.microsoft.com/office/drawing/2014/main" xmlns=""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a16="http://schemas.microsoft.com/office/drawing/2014/main" xmlns=""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3204841962"/>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8563"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852783036"/>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64997887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09587"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a16="http://schemas.microsoft.com/office/drawing/2014/main" xmlns=""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a16="http://schemas.microsoft.com/office/drawing/2014/main" xmlns=""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076283077"/>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43441017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0611"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a16="http://schemas.microsoft.com/office/drawing/2014/main" xmlns=""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a16="http://schemas.microsoft.com/office/drawing/2014/main" xmlns=""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a16="http://schemas.microsoft.com/office/drawing/2014/main" xmlns=""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a16="http://schemas.microsoft.com/office/drawing/2014/main" xmlns=""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a16="http://schemas.microsoft.com/office/drawing/2014/main" xmlns=""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a16="http://schemas.microsoft.com/office/drawing/2014/main" xmlns=""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a16="http://schemas.microsoft.com/office/drawing/2014/main" xmlns=""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a16="http://schemas.microsoft.com/office/drawing/2014/main" xmlns=""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a16="http://schemas.microsoft.com/office/drawing/2014/main" xmlns=""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a16="http://schemas.microsoft.com/office/drawing/2014/main" xmlns=""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a16="http://schemas.microsoft.com/office/drawing/2014/main" xmlns=""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a16="http://schemas.microsoft.com/office/drawing/2014/main" xmlns=""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3143115214"/>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8558889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1635" name="think-cell Slide" r:id="rId4" imgW="7772400" imgH="10058400" progId="TCLayout.ActiveDocument.1">
                  <p:embed/>
                </p:oleObj>
              </mc:Choice>
              <mc:Fallback>
                <p:oleObj name="think-cell Slide" r:id="rId4" imgW="7772400" imgH="10058400" progId="TCLayout.ActiveDocument.1">
                  <p:embed/>
                  <p:pic>
                    <p:nvPicPr>
                      <p:cNvPr id="10" name="think-cell data - do not delete" hidden="1">
                        <a:extLst>
                          <a:ext uri="{FF2B5EF4-FFF2-40B4-BE49-F238E27FC236}">
                            <a16:creationId xmlns:a16="http://schemas.microsoft.com/office/drawing/2014/main" xmlns="" id="{21E5D8FD-E588-E3E8-EB4C-56B07365DC66}"/>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a16="http://schemas.microsoft.com/office/drawing/2014/main" xmlns=""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a16="http://schemas.microsoft.com/office/drawing/2014/main" xmlns=""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a16="http://schemas.microsoft.com/office/drawing/2014/main" xmlns=""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a16="http://schemas.microsoft.com/office/drawing/2014/main" xmlns=""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a16="http://schemas.microsoft.com/office/drawing/2014/main" xmlns=""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a16="http://schemas.microsoft.com/office/drawing/2014/main" xmlns=""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a16="http://schemas.microsoft.com/office/drawing/2014/main" xmlns=""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a16="http://schemas.microsoft.com/office/drawing/2014/main" xmlns=""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a16="http://schemas.microsoft.com/office/drawing/2014/main" xmlns=""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a16="http://schemas.microsoft.com/office/drawing/2014/main" xmlns=""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a16="http://schemas.microsoft.com/office/drawing/2014/main" xmlns=""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a16="http://schemas.microsoft.com/office/drawing/2014/main" xmlns=""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a16="http://schemas.microsoft.com/office/drawing/2014/main" xmlns=""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a16="http://schemas.microsoft.com/office/drawing/2014/main" xmlns=""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a16="http://schemas.microsoft.com/office/drawing/2014/main" xmlns=""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a16="http://schemas.microsoft.com/office/drawing/2014/main" xmlns=""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a16="http://schemas.microsoft.com/office/drawing/2014/main" xmlns=""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45125405"/>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265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t>Closing</a:t>
            </a:r>
          </a:p>
          <a:p>
            <a:pPr algn="ctr"/>
            <a:r>
              <a:rPr lang="en-US" sz="13800"/>
              <a:t>layouts</a:t>
            </a:r>
          </a:p>
        </p:txBody>
      </p:sp>
    </p:spTree>
    <p:extLst>
      <p:ext uri="{BB962C8B-B14F-4D97-AF65-F5344CB8AC3E}">
        <p14:creationId xmlns:p14="http://schemas.microsoft.com/office/powerpoint/2010/main" val="530437540"/>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xmlns="" id="{F0E82741-EECD-7D5E-DA50-894B61C9F926}"/>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3683"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chemeClr val="bg1">
                    <a:lumMod val="65000"/>
                    <a:lumOff val="35000"/>
                  </a:schemeClr>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2" name="TextBox 1">
            <a:extLst>
              <a:ext uri="{FF2B5EF4-FFF2-40B4-BE49-F238E27FC236}">
                <a16:creationId xmlns:a16="http://schemas.microsoft.com/office/drawing/2014/main" xmlns=""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tx1"/>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tx1"/>
                </a:solidFill>
              </a:rPr>
              <a:t>Tenarai</a:t>
            </a:r>
            <a:endParaRPr lang="en-US" sz="1000" b="1">
              <a:solidFill>
                <a:schemeClr val="tx1"/>
              </a:solidFill>
            </a:endParaRPr>
          </a:p>
        </p:txBody>
      </p:sp>
      <p:sp>
        <p:nvSpPr>
          <p:cNvPr id="7" name="Text Placeholder 5">
            <a:extLst>
              <a:ext uri="{FF2B5EF4-FFF2-40B4-BE49-F238E27FC236}">
                <a16:creationId xmlns:a16="http://schemas.microsoft.com/office/drawing/2014/main" xmlns=""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58427825"/>
      </p:ext>
    </p:extLst>
  </p:cSld>
  <p:clrMapOvr>
    <a:overrideClrMapping bg1="dk1" tx1="lt1" bg2="dk2" tx2="lt2" accent1="accent1" accent2="accent2" accent3="accent3" accent4="accent4" accent5="accent5" accent6="accent6" hlink="hlink" folHlink="folHlink"/>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4707"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201907076"/>
      </p:ext>
    </p:extLst>
  </p:cSld>
  <p:clrMapOvr>
    <a:overrideClrMapping bg1="dk1" tx1="lt1" bg2="dk2" tx2="lt2" accent1="accent1" accent2="accent2" accent3="accent3" accent4="accent4" accent5="accent5" accent6="accent6" hlink="hlink" folHlink="folHlink"/>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115731" name="think-cell Slide" r:id="rId5" imgW="7772400" imgH="10058400" progId="TCLayout.ActiveDocument.1">
                  <p:embed/>
                </p:oleObj>
              </mc:Choice>
              <mc:Fallback>
                <p:oleObj name="think-cell Slide" r:id="rId5"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marL="0" marR="0" lvl="0" indent="0" algn="l" defTabSz="914172" rtl="0" eaLnBrk="1" fontAlgn="auto" latinLnBrk="0" hangingPunct="1">
              <a:lnSpc>
                <a:spcPct val="100000"/>
              </a:lnSpc>
              <a:spcBef>
                <a:spcPts val="0"/>
              </a:spcBef>
              <a:spcAft>
                <a:spcPts val="0"/>
              </a:spcAft>
              <a:buClrTx/>
              <a:buSzTx/>
              <a:buFontTx/>
              <a:buNone/>
              <a:tabLst/>
              <a:defRPr/>
            </a:pPr>
            <a:r>
              <a:rPr kumimoji="0" lang="en-US" sz="600" b="0" i="0" u="none" strike="noStrike" kern="1200" cap="none" spc="0" normalizeH="0" baseline="0" noProof="0">
                <a:ln>
                  <a:noFill/>
                </a:ln>
                <a:solidFill>
                  <a:srgbClr val="BEB4AA"/>
                </a:solidFill>
                <a:effectLst/>
                <a:uLnTx/>
                <a:uFillTx/>
                <a:latin typeface="Arial" panose="020B0604020202020204" pitchFamily="34" charset="0"/>
                <a:ea typeface="+mn-ea"/>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chemeClr val="bg1">
                    <a:lumMod val="65000"/>
                    <a:lumOff val="35000"/>
                  </a:scheme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err="1">
                <a:solidFill>
                  <a:schemeClr val="bg1"/>
                </a:solidFill>
              </a:rPr>
              <a:t>Tenarai</a:t>
            </a:r>
            <a:endParaRPr lang="en-US" sz="1000" b="1">
              <a:solidFill>
                <a:schemeClr val="bg1"/>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3929069579"/>
      </p:ext>
    </p:extLst>
  </p:cSld>
  <p:clrMapOvr>
    <a:overrideClrMapping bg1="dk1" tx1="lt1" bg2="dk2" tx2="lt2" accent1="accent1" accent2="accent2" accent3="accent3" accent4="accent4" accent5="accent5" accent6="accent6" hlink="hlink" folHlink="folHlink"/>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6755"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a16="http://schemas.microsoft.com/office/drawing/2014/main" xmlns=""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459494033"/>
      </p:ext>
    </p:extLst>
  </p:cSld>
  <p:clrMapOvr>
    <a:overrideClrMapping bg1="lt1" tx1="dk1" bg2="lt2" tx2="dk2" accent1="accent1" accent2="accent2" accent3="accent3" accent4="accent4" accent5="accent5" accent6="accent6" hlink="hlink" folHlink="folHlink"/>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6042974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7779"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4FF04D78-C0F6-15F1-60C3-69F4D9EA6D3E}"/>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a16="http://schemas.microsoft.com/office/drawing/2014/main" xmlns=""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145878913"/>
      </p:ext>
    </p:extLst>
  </p:cSld>
  <p:clrMapOvr>
    <a:overrideClrMapping bg1="dk1" tx1="lt1" bg2="dk2" tx2="lt2" accent1="accent1" accent2="accent2" accent3="accent3" accent4="accent4" accent5="accent5" accent6="accent6" hlink="hlink" folHlink="folHlink"/>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0946914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8803" name="think-cell Slide" r:id="rId4" imgW="7772400" imgH="10058400" progId="TCLayout.ActiveDocument.1">
                  <p:embed/>
                </p:oleObj>
              </mc:Choice>
              <mc:Fallback>
                <p:oleObj name="think-cell Slide" r:id="rId4" imgW="7772400" imgH="10058400" progId="TCLayout.ActiveDocument.1">
                  <p:embed/>
                  <p:pic>
                    <p:nvPicPr>
                      <p:cNvPr id="5" name="think-cell data - do not delete" hidden="1">
                        <a:extLst>
                          <a:ext uri="{FF2B5EF4-FFF2-40B4-BE49-F238E27FC236}">
                            <a16:creationId xmlns:a16="http://schemas.microsoft.com/office/drawing/2014/main" xmlns="" id="{0A21D431-D71E-4146-15FF-2E31F4280A81}"/>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t>If you see any </a:t>
            </a:r>
            <a:r>
              <a:rPr lang="en-US" sz="3600" b="1" i="1"/>
              <a:t>layouts after this one</a:t>
            </a:r>
            <a:r>
              <a:rPr lang="en-US" sz="3600" i="1"/>
              <a:t>,</a:t>
            </a:r>
            <a:r>
              <a:rPr lang="en-US" sz="3600"/>
              <a:t> do not use them. These layouts </a:t>
            </a:r>
            <a:r>
              <a:rPr lang="en-US" sz="3600" b="1" i="1"/>
              <a:t>are not </a:t>
            </a:r>
            <a:r>
              <a:rPr lang="en-US" sz="3600"/>
              <a:t>part of our template.</a:t>
            </a:r>
          </a:p>
          <a:p>
            <a:pPr algn="ctr"/>
            <a:r>
              <a:rPr lang="en-US" sz="13800" b="1" i="0"/>
              <a:t>Do not use</a:t>
            </a:r>
            <a:endParaRPr lang="en-US" sz="2000"/>
          </a:p>
          <a:p>
            <a:pPr algn="ctr"/>
            <a:r>
              <a:rPr lang="en-US" sz="2000"/>
              <a:t>Due to PowerPoint’s standard Copy/Paste functionality extra undesirable layouts can appear.</a:t>
            </a:r>
          </a:p>
          <a:p>
            <a:pPr algn="ctr">
              <a:spcBef>
                <a:spcPts val="600"/>
              </a:spcBef>
              <a:buClr>
                <a:srgbClr val="003755"/>
              </a:buClr>
            </a:pPr>
            <a:r>
              <a:rPr lang="en-US" sz="2000"/>
              <a:t>Also notice: Layouts after this might contain potential confidential information.</a:t>
            </a:r>
          </a:p>
        </p:txBody>
      </p:sp>
      <p:sp>
        <p:nvSpPr>
          <p:cNvPr id="2" name="Chevron 1">
            <a:extLst>
              <a:ext uri="{FF2B5EF4-FFF2-40B4-BE49-F238E27FC236}">
                <a16:creationId xmlns:a16="http://schemas.microsoft.com/office/drawing/2014/main" xmlns=""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chemeClr val="tx1"/>
              </a:solidFill>
            </a:endParaRPr>
          </a:p>
        </p:txBody>
      </p:sp>
    </p:spTree>
    <p:extLst>
      <p:ext uri="{BB962C8B-B14F-4D97-AF65-F5344CB8AC3E}">
        <p14:creationId xmlns:p14="http://schemas.microsoft.com/office/powerpoint/2010/main" val="3648743523"/>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21979998"/>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835504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90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2409037093"/>
      </p:ext>
    </p:extLst>
  </p:cSld>
  <p:clrMapOvr>
    <a:overrideClrMapping bg1="lt1" tx1="dk1" bg2="lt2" tx2="dk2" accent1="accent1" accent2="accent2" accent3="accent3" accent4="accent4" accent5="accent5" accent6="accent6" hlink="hlink" folHlink="folHlink"/>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Title Slid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4964903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00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75000"/>
              <a:lumOff val="2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36376758"/>
      </p:ext>
    </p:extLst>
  </p:cSld>
  <p:clrMapOvr>
    <a:overrideClrMapping bg1="dk1" tx1="lt1" bg2="dk2" tx2="lt2" accent1="accent1" accent2="accent2" accent3="accent3" accent4="accent4" accent5="accent5" accent6="accent6" hlink="hlink" folHlink="folHlink"/>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1_Title Slide tan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42734056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10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1" y="2137803"/>
            <a:ext cx="4522787" cy="2139250"/>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6"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844913178"/>
      </p:ext>
    </p:extLst>
  </p:cSld>
  <p:clrMapOvr>
    <a:overrideClrMapping bg1="lt1" tx1="dk1" bg2="lt2" tx2="dk2" accent1="accent1" accent2="accent2" accent3="accent3" accent4="accent4" accent5="accent5" accent6="accent6" hlink="hlink" folHlink="folHlink"/>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2_Title Slide Carbon with sub">
    <p:bg>
      <p:bgPr>
        <a:solidFill>
          <a:schemeClr val="tx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7579559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21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2" name="Picture Placeholder 21">
            <a:extLst>
              <a:ext uri="{FF2B5EF4-FFF2-40B4-BE49-F238E27FC236}">
                <a16:creationId xmlns:a16="http://schemas.microsoft.com/office/drawing/2014/main" xmlns="" id="{ED260B13-9D0C-D7D8-B795-B3DADBB0C051}"/>
              </a:ext>
            </a:extLst>
          </p:cNvPr>
          <p:cNvSpPr>
            <a:spLocks noGrp="1"/>
          </p:cNvSpPr>
          <p:nvPr>
            <p:ph type="pic" sz="quarter" idx="10"/>
          </p:nvPr>
        </p:nvSpPr>
        <p:spPr>
          <a:xfrm>
            <a:off x="5334000" y="0"/>
            <a:ext cx="6856134" cy="6856134"/>
          </a:xfrm>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chemeClr val="bg1">
              <a:lumMod val="95000"/>
              <a:alpha val="15000"/>
            </a:schemeClr>
          </a:solidFill>
        </p:spPr>
        <p:txBody>
          <a:bodyPr wrap="square">
            <a:noAutofit/>
          </a:bodyPr>
          <a:lstStyle/>
          <a:p>
            <a:r>
              <a:rPr lang="en-US"/>
              <a:t>Click icon to add picture</a:t>
            </a:r>
          </a:p>
        </p:txBody>
      </p:sp>
      <p:sp>
        <p:nvSpPr>
          <p:cNvPr id="2" name="Title 1"/>
          <p:cNvSpPr>
            <a:spLocks noGrp="1"/>
          </p:cNvSpPr>
          <p:nvPr>
            <p:ph type="ctrTitle"/>
          </p:nvPr>
        </p:nvSpPr>
        <p:spPr>
          <a:xfrm>
            <a:off x="463550" y="2137803"/>
            <a:ext cx="4522787" cy="2139250"/>
          </a:xfrm>
        </p:spPr>
        <p:txBody>
          <a:bodyPr vert="horz" anchor="t"/>
          <a:lstStyle>
            <a:lvl1pPr algn="l">
              <a:defRPr sz="4800">
                <a:solidFill>
                  <a:schemeClr val="bg1"/>
                </a:solidFill>
              </a:defRPr>
            </a:lvl1pPr>
          </a:lstStyle>
          <a:p>
            <a:r>
              <a:rPr lang="en-US" dirty="0"/>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date</a:t>
            </a:r>
            <a:br>
              <a:rPr lang="en-US" dirty="0"/>
            </a:br>
            <a:r>
              <a:rPr lang="en-US" dirty="0"/>
              <a:t>presenter</a:t>
            </a:r>
            <a:br>
              <a:rPr lang="en-US" dirty="0"/>
            </a:br>
            <a:r>
              <a:rPr lang="en-US" dirty="0"/>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Rectangle 3">
            <a:extLst>
              <a:ext uri="{FF2B5EF4-FFF2-40B4-BE49-F238E27FC236}">
                <a16:creationId xmlns:a16="http://schemas.microsoft.com/office/drawing/2014/main" xmlns="" id="{B6EC5BDD-FA11-9E4A-077F-9E7A240FE274}"/>
              </a:ext>
            </a:extLst>
          </p:cNvPr>
          <p:cNvSpPr/>
          <p:nvPr userDrawn="1"/>
        </p:nvSpPr>
        <p:spPr>
          <a:xfrm>
            <a:off x="351131" y="6569272"/>
            <a:ext cx="2457724" cy="215444"/>
          </a:xfrm>
          <a:prstGeom prst="rect">
            <a:avLst/>
          </a:prstGeom>
        </p:spPr>
        <p:txBody>
          <a:bodyPr wrap="none">
            <a:spAutoFit/>
          </a:bodyPr>
          <a:lstStyle/>
          <a:p>
            <a:pPr defTabSz="914126">
              <a:defRPr/>
            </a:pPr>
            <a:r>
              <a:rPr lang="en-US" sz="800" dirty="0">
                <a:solidFill>
                  <a:srgbClr val="000000"/>
                </a:solidFill>
                <a:latin typeface="Aptos Display"/>
                <a:cs typeface="Arial" panose="020B0604020202020204" pitchFamily="34" charset="0"/>
              </a:rPr>
              <a:t>Copyright 2026, Strictly Confidential, All rights reserved</a:t>
            </a:r>
          </a:p>
        </p:txBody>
      </p:sp>
      <p:sp>
        <p:nvSpPr>
          <p:cNvPr id="6" name="Text Placeholder 5">
            <a:extLst>
              <a:ext uri="{FF2B5EF4-FFF2-40B4-BE49-F238E27FC236}">
                <a16:creationId xmlns:a16="http://schemas.microsoft.com/office/drawing/2014/main" xmlns="" id="{F3E166E2-167C-03A2-FB2E-A293D36B3F0D}"/>
              </a:ext>
            </a:extLst>
          </p:cNvPr>
          <p:cNvSpPr>
            <a:spLocks noGrp="1"/>
          </p:cNvSpPr>
          <p:nvPr>
            <p:ph type="body" sz="quarter" idx="11" hasCustomPrompt="1"/>
          </p:nvPr>
        </p:nvSpPr>
        <p:spPr>
          <a:xfrm>
            <a:off x="463550" y="4358333"/>
            <a:ext cx="4522787" cy="1067435"/>
          </a:xfrm>
        </p:spPr>
        <p:txBody>
          <a:bodyPr/>
          <a:lstStyle>
            <a:lvl1pPr>
              <a:defRPr sz="1800">
                <a:solidFill>
                  <a:schemeClr val="bg1"/>
                </a:solidFill>
              </a:defRPr>
            </a:lvl1pPr>
            <a:lvl2pPr>
              <a:buNone/>
              <a:defRPr/>
            </a:lvl2pPr>
          </a:lstStyle>
          <a:p>
            <a:pPr lvl="0"/>
            <a:r>
              <a:rPr lang="en-US" dirty="0"/>
              <a:t>Click to edit Subtitle text styles</a:t>
            </a:r>
          </a:p>
        </p:txBody>
      </p:sp>
    </p:spTree>
    <p:extLst>
      <p:ext uri="{BB962C8B-B14F-4D97-AF65-F5344CB8AC3E}">
        <p14:creationId xmlns:p14="http://schemas.microsoft.com/office/powerpoint/2010/main" val="1396411958"/>
      </p:ext>
    </p:extLst>
  </p:cSld>
  <p:clrMapOvr>
    <a:overrideClrMapping bg1="lt1" tx1="dk1" bg2="lt2" tx2="dk2" accent1="accent1" accent2="accent2" accent3="accent3" accent4="accent4" accent5="accent5" accent6="accent6" hlink="hlink" folHlink="folHlink"/>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22225906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31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Tree>
    <p:extLst>
      <p:ext uri="{BB962C8B-B14F-4D97-AF65-F5344CB8AC3E}">
        <p14:creationId xmlns:p14="http://schemas.microsoft.com/office/powerpoint/2010/main" val="1199896033"/>
      </p:ext>
    </p:extLst>
  </p:cSld>
  <p:clrMapOvr>
    <a:overrideClrMapping bg1="lt1" tx1="dk1" bg2="lt2" tx2="dk2" accent1="accent1" accent2="accent2" accent3="accent3" accent4="accent4" accent5="accent5" accent6="accent6" hlink="hlink" folHlink="folHlink"/>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1_Title Slide Image (Carbon)">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105208715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41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951722"/>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Tree>
    <p:extLst>
      <p:ext uri="{BB962C8B-B14F-4D97-AF65-F5344CB8AC3E}">
        <p14:creationId xmlns:p14="http://schemas.microsoft.com/office/powerpoint/2010/main" val="487606196"/>
      </p:ext>
    </p:extLst>
  </p:cSld>
  <p:clrMapOvr>
    <a:overrideClrMapping bg1="dk1" tx1="lt1" bg2="dk2" tx2="lt2" accent1="accent1" accent2="accent2" accent3="accent3" accent4="accent4" accent5="accent5" accent6="accent6" hlink="hlink" folHlink="folHlink"/>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Slide Image with Sub">
    <p:bg>
      <p:bgRef idx="1001">
        <a:schemeClr val="bg2"/>
      </p:bgRef>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418605626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51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Picture Placeholder 4">
            <a:extLst>
              <a:ext uri="{FF2B5EF4-FFF2-40B4-BE49-F238E27FC236}">
                <a16:creationId xmlns:a16="http://schemas.microsoft.com/office/drawing/2014/main" xmlns="" id="{5074A656-4209-042E-A015-9A2825318D2A}"/>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5" name="Text Placeholder 5">
            <a:extLst>
              <a:ext uri="{FF2B5EF4-FFF2-40B4-BE49-F238E27FC236}">
                <a16:creationId xmlns:a16="http://schemas.microsoft.com/office/drawing/2014/main" xmlns="" id="{4807174D-FDC5-E4A1-2632-800C1838B05D}"/>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2522280710"/>
      </p:ext>
    </p:extLst>
  </p:cSld>
  <p:clrMapOvr>
    <a:overrideClrMapping bg1="lt1" tx1="dk1" bg2="lt2" tx2="dk2" accent1="accent1" accent2="accent2" accent3="accent3" accent4="accent4" accent5="accent5" accent6="accent6" hlink="hlink" folHlink="folHlink"/>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Title Slide Image (Carbon) with sub">
    <p:bg>
      <p:bgPr>
        <a:solidFill>
          <a:schemeClr val="bg1"/>
        </a:solidFill>
        <a:effectLst/>
      </p:bgPr>
    </p:bg>
    <p:spTree>
      <p:nvGrpSpPr>
        <p:cNvPr id="1" name=""/>
        <p:cNvGrpSpPr/>
        <p:nvPr/>
      </p:nvGrpSpPr>
      <p:grpSpPr>
        <a:xfrm>
          <a:off x="0" y="0"/>
          <a:ext cx="0" cy="0"/>
          <a:chOff x="0" y="0"/>
          <a:chExt cx="0" cy="0"/>
        </a:xfrm>
      </p:grpSpPr>
      <p:graphicFrame>
        <p:nvGraphicFramePr>
          <p:cNvPr id="13" name="think-cell data - do not delete" hidden="1">
            <a:extLst>
              <a:ext uri="{FF2B5EF4-FFF2-40B4-BE49-F238E27FC236}">
                <a16:creationId xmlns:a16="http://schemas.microsoft.com/office/drawing/2014/main" xmlns="" id="{E5CD86D9-C09D-F89F-1467-4FE68C7BE3E6}"/>
              </a:ext>
            </a:extLst>
          </p:cNvPr>
          <p:cNvGraphicFramePr>
            <a:graphicFrameLocks noChangeAspect="1"/>
          </p:cNvGraphicFramePr>
          <p:nvPr userDrawn="1">
            <p:custDataLst>
              <p:tags r:id="rId2"/>
            </p:custDataLst>
            <p:extLst>
              <p:ext uri="{D42A27DB-BD31-4B8C-83A1-F6EECF244321}">
                <p14:modId xmlns:p14="http://schemas.microsoft.com/office/powerpoint/2010/main" val="31516075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62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5" name="Picture Placeholder 4">
            <a:extLst>
              <a:ext uri="{FF2B5EF4-FFF2-40B4-BE49-F238E27FC236}">
                <a16:creationId xmlns:a16="http://schemas.microsoft.com/office/drawing/2014/main" xmlns="" id="{94747D76-6149-DBD8-9CEB-464D55C94191}"/>
              </a:ext>
            </a:extLst>
          </p:cNvPr>
          <p:cNvSpPr>
            <a:spLocks noGrp="1" noChangeAspect="1"/>
          </p:cNvSpPr>
          <p:nvPr>
            <p:ph type="pic" sz="quarter" idx="10"/>
          </p:nvPr>
        </p:nvSpPr>
        <p:spPr>
          <a:xfrm>
            <a:off x="5334000" y="0"/>
            <a:ext cx="6858000" cy="6858000"/>
          </a:xfrm>
          <a:noFill/>
        </p:spPr>
        <p:txBody>
          <a:bodyPr/>
          <a:lstStyle/>
          <a:p>
            <a:r>
              <a:rPr lang="en-US"/>
              <a:t>Click icon to add picture</a:t>
            </a:r>
          </a:p>
        </p:txBody>
      </p:sp>
      <p:sp>
        <p:nvSpPr>
          <p:cNvPr id="2" name="Title 1"/>
          <p:cNvSpPr>
            <a:spLocks noGrp="1"/>
          </p:cNvSpPr>
          <p:nvPr>
            <p:ph type="ctrTitle"/>
          </p:nvPr>
        </p:nvSpPr>
        <p:spPr>
          <a:xfrm>
            <a:off x="463551" y="2137803"/>
            <a:ext cx="4522787" cy="2572528"/>
          </a:xfrm>
        </p:spPr>
        <p:txBody>
          <a:bodyPr vert="horz" anchor="t"/>
          <a:lstStyle>
            <a:lvl1pPr algn="l">
              <a:defRPr sz="4800"/>
            </a:lvl1pPr>
          </a:lstStyle>
          <a:p>
            <a:r>
              <a:rPr lang="en-US"/>
              <a:t>Click to edit Master title style</a:t>
            </a:r>
          </a:p>
        </p:txBody>
      </p:sp>
      <p:sp>
        <p:nvSpPr>
          <p:cNvPr id="3" name="Subtitle 2"/>
          <p:cNvSpPr>
            <a:spLocks noGrp="1"/>
          </p:cNvSpPr>
          <p:nvPr>
            <p:ph type="subTitle" idx="1" hasCustomPrompt="1"/>
          </p:nvPr>
        </p:nvSpPr>
        <p:spPr>
          <a:xfrm>
            <a:off x="463550" y="460375"/>
            <a:ext cx="4522787" cy="1006475"/>
          </a:xfrm>
        </p:spPr>
        <p:txBody>
          <a:bodyPr/>
          <a:lstStyle>
            <a:lvl1pPr marL="0" indent="0" algn="l">
              <a:spcBef>
                <a:spcPts val="0"/>
              </a:spcBef>
              <a:buNone/>
              <a:defRPr sz="12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date</a:t>
            </a:r>
            <a:br>
              <a:rPr lang="en-US"/>
            </a:br>
            <a:r>
              <a:rPr lang="en-US"/>
              <a:t>presenter</a:t>
            </a:r>
            <a:br>
              <a:rPr lang="en-US"/>
            </a:br>
            <a:r>
              <a:rPr lang="en-US"/>
              <a:t>Title</a:t>
            </a:r>
          </a:p>
        </p:txBody>
      </p:sp>
      <p:pic>
        <p:nvPicPr>
          <p:cNvPr id="11" name="Graphic 10">
            <a:extLst>
              <a:ext uri="{FF2B5EF4-FFF2-40B4-BE49-F238E27FC236}">
                <a16:creationId xmlns:a16="http://schemas.microsoft.com/office/drawing/2014/main" xmlns="" id="{B96EE5D6-47A2-9236-B06C-AF27552BD94F}"/>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463551" y="6211044"/>
            <a:ext cx="1630243" cy="237744"/>
          </a:xfrm>
          <a:prstGeom prst="rect">
            <a:avLst/>
          </a:prstGeom>
        </p:spPr>
      </p:pic>
      <p:sp>
        <p:nvSpPr>
          <p:cNvPr id="4" name="Text Placeholder 5">
            <a:extLst>
              <a:ext uri="{FF2B5EF4-FFF2-40B4-BE49-F238E27FC236}">
                <a16:creationId xmlns:a16="http://schemas.microsoft.com/office/drawing/2014/main" xmlns="" id="{DFBA4D4C-B779-20CD-83F2-4B8BF48E5510}"/>
              </a:ext>
            </a:extLst>
          </p:cNvPr>
          <p:cNvSpPr>
            <a:spLocks noGrp="1"/>
          </p:cNvSpPr>
          <p:nvPr>
            <p:ph type="body" sz="quarter" idx="11" hasCustomPrompt="1"/>
          </p:nvPr>
        </p:nvSpPr>
        <p:spPr>
          <a:xfrm>
            <a:off x="463551" y="4750971"/>
            <a:ext cx="4551681" cy="1067435"/>
          </a:xfrm>
        </p:spPr>
        <p:txBody>
          <a:bodyPr/>
          <a:lstStyle>
            <a:lvl1pPr>
              <a:defRPr sz="1800"/>
            </a:lvl1pPr>
            <a:lvl2pPr>
              <a:buNone/>
              <a:defRPr/>
            </a:lvl2pPr>
          </a:lstStyle>
          <a:p>
            <a:pPr lvl="0"/>
            <a:r>
              <a:rPr lang="en-US" dirty="0"/>
              <a:t>Click to edit Subtitle text styles</a:t>
            </a:r>
          </a:p>
        </p:txBody>
      </p:sp>
    </p:spTree>
    <p:extLst>
      <p:ext uri="{BB962C8B-B14F-4D97-AF65-F5344CB8AC3E}">
        <p14:creationId xmlns:p14="http://schemas.microsoft.com/office/powerpoint/2010/main" val="1758978719"/>
      </p:ext>
    </p:extLst>
  </p:cSld>
  <p:clrMapOvr>
    <a:overrideClrMapping bg1="dk1" tx1="lt1" bg2="dk2" tx2="lt2" accent1="accent1" accent2="accent2" accent3="accent3" accent4="accent4" accent5="accent5" accent6="accent6" hlink="hlink" folHlink="folHlink"/>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showMasterSp="0" preserve="1" userDrawn="1">
  <p:cSld name="-">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4029495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72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6" y="1305349"/>
            <a:ext cx="5571718" cy="4247317"/>
          </a:xfrm>
          <a:prstGeom prst="rect">
            <a:avLst/>
          </a:prstGeom>
          <a:noFill/>
        </p:spPr>
        <p:txBody>
          <a:bodyPr wrap="none" lIns="0" tIns="0" rIns="0" bIns="0" rtlCol="0" anchor="ctr">
            <a:spAutoFit/>
          </a:bodyPr>
          <a:lstStyle/>
          <a:p>
            <a:pPr algn="ctr"/>
            <a:r>
              <a:rPr lang="en-US" sz="13800">
                <a:solidFill>
                  <a:srgbClr val="000000"/>
                </a:solidFill>
              </a:rPr>
              <a:t>Text </a:t>
            </a:r>
          </a:p>
          <a:p>
            <a:pPr algn="ctr"/>
            <a:r>
              <a:rPr lang="en-US" sz="13800">
                <a:solidFill>
                  <a:srgbClr val="000000"/>
                </a:solidFill>
              </a:rPr>
              <a:t>layouts</a:t>
            </a:r>
          </a:p>
        </p:txBody>
      </p:sp>
    </p:spTree>
    <p:extLst>
      <p:ext uri="{BB962C8B-B14F-4D97-AF65-F5344CB8AC3E}">
        <p14:creationId xmlns:p14="http://schemas.microsoft.com/office/powerpoint/2010/main" val="2007572986"/>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1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86540160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82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467295740"/>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4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6546051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392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Tree>
    <p:extLst>
      <p:ext uri="{BB962C8B-B14F-4D97-AF65-F5344CB8AC3E}">
        <p14:creationId xmlns:p14="http://schemas.microsoft.com/office/powerpoint/2010/main" val="2715001564"/>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5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1144295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03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a:solidFill>
                  <a:schemeClr val="bg1"/>
                </a:solidFill>
              </a:defRPr>
            </a:lvl1pPr>
          </a:lstStyle>
          <a:p>
            <a:r>
              <a:rPr lang="en-US" dirty="0"/>
              <a:t>Click to edit Master title style</a:t>
            </a:r>
          </a:p>
        </p:txBody>
      </p:sp>
      <p:sp>
        <p:nvSpPr>
          <p:cNvPr id="3" name="Slide Number Placeholder 5">
            <a:extLst>
              <a:ext uri="{FF2B5EF4-FFF2-40B4-BE49-F238E27FC236}">
                <a16:creationId xmlns:a16="http://schemas.microsoft.com/office/drawing/2014/main" xmlns="" id="{CC8AF0B6-0637-CB51-5AF0-8CB1F1E91D71}"/>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56D23D15-E61C-2B0F-9932-CD8A555451CC}"/>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5" name="TextBox 4">
            <a:extLst>
              <a:ext uri="{FF2B5EF4-FFF2-40B4-BE49-F238E27FC236}">
                <a16:creationId xmlns:a16="http://schemas.microsoft.com/office/drawing/2014/main" xmlns="" id="{1F217B56-9CBB-6830-CE79-981D5D5BA8F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6" name="TextBox 5">
            <a:extLst>
              <a:ext uri="{FF2B5EF4-FFF2-40B4-BE49-F238E27FC236}">
                <a16:creationId xmlns:a16="http://schemas.microsoft.com/office/drawing/2014/main" xmlns="" id="{C812D442-5F38-93DE-FFA5-DD2464B12E3F}"/>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556762253"/>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preserve="1" userDrawn="1">
  <p:cSld name="5_Text, segment tit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0671794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13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74029667"/>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preserve="1" userDrawn="1">
  <p:cSld name="6_Text, segment titl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20874683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23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a:solidFill>
                  <a:srgbClr val="8E867E"/>
                </a:solidFill>
                <a:latin typeface="+mn-lt"/>
              </a:defRPr>
            </a:lvl1pPr>
          </a:lstStyle>
          <a:p>
            <a:pPr lvl="0"/>
            <a:r>
              <a:rPr lang="en-US" dirty="0"/>
              <a:t>Segment Title</a:t>
            </a:r>
          </a:p>
        </p:txBody>
      </p:sp>
    </p:spTree>
    <p:extLst>
      <p:ext uri="{BB962C8B-B14F-4D97-AF65-F5344CB8AC3E}">
        <p14:creationId xmlns:p14="http://schemas.microsoft.com/office/powerpoint/2010/main" val="687671105"/>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preserve="1" userDrawn="1">
  <p:cSld name="7_Text, segment 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9136443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33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lvl1pPr>
              <a:defRPr baseline="0">
                <a:solidFill>
                  <a:schemeClr val="bg1"/>
                </a:solidFill>
              </a:defRPr>
            </a:lvl1pPr>
          </a:lstStyle>
          <a:p>
            <a:r>
              <a:rPr lang="en-US" dirty="0"/>
              <a:t>Click to edit Master title style</a:t>
            </a:r>
          </a:p>
        </p:txBody>
      </p:sp>
      <p:sp>
        <p:nvSpPr>
          <p:cNvPr id="4" name="Content Placeholder 3">
            <a:extLst>
              <a:ext uri="{FF2B5EF4-FFF2-40B4-BE49-F238E27FC236}">
                <a16:creationId xmlns:a16="http://schemas.microsoft.com/office/drawing/2014/main" xmlns="" id="{E2720176-798F-D51D-82F6-564B7DE1CF0D}"/>
              </a:ext>
            </a:extLst>
          </p:cNvPr>
          <p:cNvSpPr>
            <a:spLocks noGrp="1"/>
          </p:cNvSpPr>
          <p:nvPr>
            <p:ph sz="quarter" idx="10" hasCustomPrompt="1"/>
          </p:nvPr>
        </p:nvSpPr>
        <p:spPr>
          <a:xfrm>
            <a:off x="565148" y="71439"/>
            <a:ext cx="4626612" cy="343090"/>
          </a:xfrm>
          <a:noFill/>
        </p:spPr>
        <p:txBody>
          <a:bodyPr lIns="36000" anchor="ctr"/>
          <a:lstStyle>
            <a:lvl1pPr>
              <a:defRPr sz="1400" b="0" baseline="0">
                <a:solidFill>
                  <a:srgbClr val="DAD2CB"/>
                </a:solidFill>
                <a:latin typeface="+mn-lt"/>
              </a:defRPr>
            </a:lvl1pPr>
          </a:lstStyle>
          <a:p>
            <a:pPr lvl="0"/>
            <a:r>
              <a:rPr lang="en-US" dirty="0"/>
              <a:t>Segment Title</a:t>
            </a:r>
          </a:p>
        </p:txBody>
      </p:sp>
      <p:sp>
        <p:nvSpPr>
          <p:cNvPr id="3" name="Slide Number Placeholder 5">
            <a:extLst>
              <a:ext uri="{FF2B5EF4-FFF2-40B4-BE49-F238E27FC236}">
                <a16:creationId xmlns:a16="http://schemas.microsoft.com/office/drawing/2014/main" xmlns="" id="{7828F419-9D5C-E883-4CC0-CCBA4E68824B}"/>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5" name="Page# static">
            <a:extLst>
              <a:ext uri="{FF2B5EF4-FFF2-40B4-BE49-F238E27FC236}">
                <a16:creationId xmlns:a16="http://schemas.microsoft.com/office/drawing/2014/main" xmlns="" id="{33E709FB-3860-930F-75A5-DF2DB1EB704B}"/>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431FF450-A988-F9C4-8920-02798A20AF9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55F1D2FB-B878-4758-E599-AB15A50C4F89}"/>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991162542"/>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preserve="1" userDrawn="1">
  <p:cSld name="6_Text, Subtitl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24004135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43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18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1031401250"/>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preserve="1" userDrawn="1">
  <p:cSld name="7_Text, Subtitle Tan">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140374780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54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8E867E"/>
                </a:solidFill>
              </a:defRPr>
            </a:lvl1pPr>
          </a:lstStyle>
          <a:p>
            <a:pPr lvl="0"/>
            <a:r>
              <a:rPr lang="en-US" dirty="0"/>
              <a:t>Click to edit Master text styles</a:t>
            </a:r>
          </a:p>
        </p:txBody>
      </p:sp>
    </p:spTree>
    <p:extLst>
      <p:ext uri="{BB962C8B-B14F-4D97-AF65-F5344CB8AC3E}">
        <p14:creationId xmlns:p14="http://schemas.microsoft.com/office/powerpoint/2010/main" val="4222420473"/>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preserve="1" userDrawn="1">
  <p:cSld name="8_Text, Subtitle bla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55910389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64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lvl1pPr>
              <a:defRPr baseline="0">
                <a:solidFill>
                  <a:schemeClr val="bg1"/>
                </a:solidFill>
              </a:defRPr>
            </a:lvl1pPr>
          </a:lstStyle>
          <a:p>
            <a:r>
              <a:rPr lang="en-US" dirty="0"/>
              <a:t>Click to edit Master title style</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p:nvPr>
        </p:nvSpPr>
        <p:spPr>
          <a:xfrm>
            <a:off x="566420" y="1218883"/>
            <a:ext cx="11104563" cy="477837"/>
          </a:xfrm>
        </p:spPr>
        <p:txBody>
          <a:bodyPr/>
          <a:lstStyle>
            <a:lvl1pPr>
              <a:defRPr sz="2000" baseline="0">
                <a:solidFill>
                  <a:srgbClr val="DAD2CB"/>
                </a:solidFill>
              </a:defRPr>
            </a:lvl1pPr>
          </a:lstStyle>
          <a:p>
            <a:pPr lvl="0"/>
            <a:r>
              <a:rPr lang="en-US" dirty="0"/>
              <a:t>Click to edit Master text styles</a:t>
            </a:r>
          </a:p>
        </p:txBody>
      </p:sp>
      <p:sp>
        <p:nvSpPr>
          <p:cNvPr id="3" name="Slide Number Placeholder 5">
            <a:extLst>
              <a:ext uri="{FF2B5EF4-FFF2-40B4-BE49-F238E27FC236}">
                <a16:creationId xmlns:a16="http://schemas.microsoft.com/office/drawing/2014/main" xmlns="" id="{5C04FE88-5B63-D42D-FB0F-8DCAA2CC1B5F}"/>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0C3F33B2-F41C-7E62-B0F4-3A640446E682}"/>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1B27042B-4786-DA51-FE00-470E352278C5}"/>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32866130-ED2C-3529-A118-1BF6B828C553}"/>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4269683909"/>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preserve="1" userDrawn="1">
  <p:cSld name="7_Text, Subtitle 2 line whit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556236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74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607397208"/>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preserve="1" userDrawn="1">
  <p:cSld name="8_Text, Subtitle 2 line white">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883322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84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8E867E"/>
                </a:solidFill>
              </a:defRPr>
            </a:lvl1pPr>
          </a:lstStyle>
          <a:p>
            <a:pPr lvl="0"/>
            <a:r>
              <a:rPr lang="en-US" dirty="0"/>
              <a:t>Click to edit Sub title text styles</a:t>
            </a:r>
          </a:p>
        </p:txBody>
      </p:sp>
    </p:spTree>
    <p:extLst>
      <p:ext uri="{BB962C8B-B14F-4D97-AF65-F5344CB8AC3E}">
        <p14:creationId xmlns:p14="http://schemas.microsoft.com/office/powerpoint/2010/main" val="3989971649"/>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preserve="1" userDrawn="1">
  <p:cSld name="9_Text, Subtitle 2 line balck">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9666371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495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65149" y="460375"/>
            <a:ext cx="11066463" cy="990002"/>
          </a:xfrm>
        </p:spPr>
        <p:txBody>
          <a:bodyPr vert="horz"/>
          <a:lstStyle>
            <a:lvl1pPr>
              <a:defRPr baseline="0">
                <a:solidFill>
                  <a:schemeClr val="bg1"/>
                </a:solidFill>
              </a:defRPr>
            </a:lvl1pPr>
          </a:lstStyle>
          <a:p>
            <a:r>
              <a:rPr lang="en-US" dirty="0"/>
              <a:t>Click to edit Master title style 2 lines</a:t>
            </a:r>
          </a:p>
        </p:txBody>
      </p:sp>
      <p:sp>
        <p:nvSpPr>
          <p:cNvPr id="5" name="Text Placeholder 4">
            <a:extLst>
              <a:ext uri="{FF2B5EF4-FFF2-40B4-BE49-F238E27FC236}">
                <a16:creationId xmlns:a16="http://schemas.microsoft.com/office/drawing/2014/main" xmlns="" id="{1586D448-2D7E-CEB7-45D9-AA6C0E371678}"/>
              </a:ext>
            </a:extLst>
          </p:cNvPr>
          <p:cNvSpPr>
            <a:spLocks noGrp="1"/>
          </p:cNvSpPr>
          <p:nvPr>
            <p:ph type="body" sz="quarter" idx="10" hasCustomPrompt="1"/>
          </p:nvPr>
        </p:nvSpPr>
        <p:spPr>
          <a:xfrm>
            <a:off x="566420" y="1485583"/>
            <a:ext cx="11104563" cy="477837"/>
          </a:xfrm>
        </p:spPr>
        <p:txBody>
          <a:bodyPr/>
          <a:lstStyle>
            <a:lvl1pPr>
              <a:defRPr sz="1800" baseline="0">
                <a:solidFill>
                  <a:srgbClr val="BEB4AA"/>
                </a:solidFill>
              </a:defRPr>
            </a:lvl1pPr>
          </a:lstStyle>
          <a:p>
            <a:pPr lvl="0"/>
            <a:r>
              <a:rPr lang="en-US" dirty="0"/>
              <a:t>Click to edit Sub title text styles</a:t>
            </a:r>
          </a:p>
        </p:txBody>
      </p:sp>
      <p:sp>
        <p:nvSpPr>
          <p:cNvPr id="3" name="Slide Number Placeholder 5">
            <a:extLst>
              <a:ext uri="{FF2B5EF4-FFF2-40B4-BE49-F238E27FC236}">
                <a16:creationId xmlns:a16="http://schemas.microsoft.com/office/drawing/2014/main" xmlns="" id="{221AE987-34E9-A564-0E09-610171BEF8D0}"/>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4" name="Page# static">
            <a:extLst>
              <a:ext uri="{FF2B5EF4-FFF2-40B4-BE49-F238E27FC236}">
                <a16:creationId xmlns:a16="http://schemas.microsoft.com/office/drawing/2014/main" xmlns="" id="{F0A5C614-D4E6-0B1C-28F8-18F3C0215C0F}"/>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6" name="TextBox 5">
            <a:extLst>
              <a:ext uri="{FF2B5EF4-FFF2-40B4-BE49-F238E27FC236}">
                <a16:creationId xmlns:a16="http://schemas.microsoft.com/office/drawing/2014/main" xmlns="" id="{199D4CD5-5CA8-A6AE-C4DA-AC34CBB80A96}"/>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7" name="TextBox 6">
            <a:extLst>
              <a:ext uri="{FF2B5EF4-FFF2-40B4-BE49-F238E27FC236}">
                <a16:creationId xmlns:a16="http://schemas.microsoft.com/office/drawing/2014/main" xmlns="" id="{DB465DA4-4FF4-125F-8FD7-C47DE183D946}"/>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1721826898"/>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preserve="1" userDrawn="1">
  <p:cSld name="3_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4924186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05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2776420478"/>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6_Text, 1 colm">
    <p:bg>
      <p:bgPr>
        <a:solidFill>
          <a:schemeClr val="tx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75311113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15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Slide Number Placeholder 5">
            <a:extLst>
              <a:ext uri="{FF2B5EF4-FFF2-40B4-BE49-F238E27FC236}">
                <a16:creationId xmlns:a16="http://schemas.microsoft.com/office/drawing/2014/main" xmlns="" id="{D8B7D274-6871-B216-3351-206532447276}"/>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
        <p:nvSpPr>
          <p:cNvPr id="3" name="Page# static">
            <a:extLst>
              <a:ext uri="{FF2B5EF4-FFF2-40B4-BE49-F238E27FC236}">
                <a16:creationId xmlns:a16="http://schemas.microsoft.com/office/drawing/2014/main" xmlns="" id="{D9C90822-4E17-2BF3-F599-CDBF42ACC741}"/>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4" name="TextBox 3">
            <a:extLst>
              <a:ext uri="{FF2B5EF4-FFF2-40B4-BE49-F238E27FC236}">
                <a16:creationId xmlns:a16="http://schemas.microsoft.com/office/drawing/2014/main" xmlns="" id="{C6B7901C-9B47-1346-B4DA-693BBAFF1CA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
        <p:nvSpPr>
          <p:cNvPr id="5" name="TextBox 4">
            <a:extLst>
              <a:ext uri="{FF2B5EF4-FFF2-40B4-BE49-F238E27FC236}">
                <a16:creationId xmlns:a16="http://schemas.microsoft.com/office/drawing/2014/main" xmlns="" id="{9409BF9A-824C-C273-8FFE-DCDB8505A75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solidFill>
              </a:rPr>
              <a:t>Copyright 2026, Strictly Confidential, All rights reserved</a:t>
            </a:r>
          </a:p>
        </p:txBody>
      </p:sp>
    </p:spTree>
    <p:extLst>
      <p:ext uri="{BB962C8B-B14F-4D97-AF65-F5344CB8AC3E}">
        <p14:creationId xmlns:p14="http://schemas.microsoft.com/office/powerpoint/2010/main" val="215628807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2_Text, 1 colm">
    <p:bg>
      <p:bgPr>
        <a:solidFill>
          <a:schemeClr val="bg2"/>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90264849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25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Tree>
    <p:extLst>
      <p:ext uri="{BB962C8B-B14F-4D97-AF65-F5344CB8AC3E}">
        <p14:creationId xmlns:p14="http://schemas.microsoft.com/office/powerpoint/2010/main" val="1605748601"/>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preserve="1" userDrawn="1">
  <p:cSld name="Text, 1 colm">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73771500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36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xmlns="" id="{5DF034D4-F3BF-A3BC-2682-92693FE66700}"/>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571063638"/>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Text, 1 colm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94284AA-7349-B825-9CA5-6E9D608CDED6}"/>
              </a:ext>
            </a:extLst>
          </p:cNvPr>
          <p:cNvGraphicFramePr>
            <a:graphicFrameLocks noChangeAspect="1"/>
          </p:cNvGraphicFramePr>
          <p:nvPr userDrawn="1">
            <p:custDataLst>
              <p:tags r:id="rId2"/>
            </p:custDataLst>
            <p:extLst>
              <p:ext uri="{D42A27DB-BD31-4B8C-83A1-F6EECF244321}">
                <p14:modId xmlns:p14="http://schemas.microsoft.com/office/powerpoint/2010/main" val="34591491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46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idx="1"/>
          </p:nvPr>
        </p:nvSpPr>
        <p:spPr>
          <a:xfrm>
            <a:off x="565149" y="1617663"/>
            <a:ext cx="5381626"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6">
            <a:extLst>
              <a:ext uri="{FF2B5EF4-FFF2-40B4-BE49-F238E27FC236}">
                <a16:creationId xmlns:a16="http://schemas.microsoft.com/office/drawing/2014/main" xmlns="" id="{AF7CFF7C-DD05-FBD0-EC42-5B3B2623C61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808994887"/>
      </p:ext>
    </p:extLst>
  </p:cSld>
  <p:clrMapOvr>
    <a:overrideClrMapping bg1="dk1" tx1="lt1" bg2="dk2" tx2="lt2" accent1="accent1" accent2="accent2" accent3="accent3" accent4="accent4" accent5="accent5" accent6="accent6" hlink="hlink" folHlink="folHlink"/>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Text, 2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9506502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56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2039CF61-BC0B-0C5A-4B1F-29A1408D08E6}"/>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79E224EB-2584-4586-5CAE-B2DA13E47865}"/>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1476374897"/>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Text, 2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60064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66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p:txBody>
          <a:bodyPr vert="horz"/>
          <a:lstStyle/>
          <a:p>
            <a:r>
              <a:rPr lang="en-US"/>
              <a:t>Click to edit Master title style</a:t>
            </a:r>
          </a:p>
        </p:txBody>
      </p:sp>
      <p:sp>
        <p:nvSpPr>
          <p:cNvPr id="3" name="Content Placeholder 2"/>
          <p:cNvSpPr>
            <a:spLocks noGrp="1"/>
          </p:cNvSpPr>
          <p:nvPr>
            <p:ph sz="half" idx="1"/>
          </p:nvPr>
        </p:nvSpPr>
        <p:spPr>
          <a:xfrm>
            <a:off x="565149" y="1617663"/>
            <a:ext cx="4421189"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0" y="1617663"/>
            <a:ext cx="442118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34BDFC45-26E7-B22B-E2E3-D1E25A860398}"/>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
        <p:nvSpPr>
          <p:cNvPr id="9" name="Slide Number Placeholder 8">
            <a:extLst>
              <a:ext uri="{FF2B5EF4-FFF2-40B4-BE49-F238E27FC236}">
                <a16:creationId xmlns:a16="http://schemas.microsoft.com/office/drawing/2014/main" xmlns="" id="{333DF1E7-E105-0A8E-CEAC-430E638AD763}"/>
              </a:ext>
            </a:extLst>
          </p:cNvPr>
          <p:cNvSpPr>
            <a:spLocks noGrp="1"/>
          </p:cNvSpPr>
          <p:nvPr>
            <p:ph type="sldNum" sz="quarter" idx="15"/>
          </p:nvPr>
        </p:nvSpPr>
        <p:spPr/>
        <p:txBody>
          <a:bodyPr/>
          <a:lstStyle/>
          <a:p>
            <a:fld id="{48F63A3B-78C7-47BE-AE5E-E10140E04643}" type="slidenum">
              <a:rPr lang="en-US" smtClean="0"/>
              <a:pPr/>
              <a:t>‹#›</a:t>
            </a:fld>
            <a:endParaRPr lang="en-US"/>
          </a:p>
        </p:txBody>
      </p:sp>
    </p:spTree>
    <p:extLst>
      <p:ext uri="{BB962C8B-B14F-4D97-AF65-F5344CB8AC3E}">
        <p14:creationId xmlns:p14="http://schemas.microsoft.com/office/powerpoint/2010/main" val="3817145116"/>
      </p:ext>
    </p:extLst>
  </p:cSld>
  <p:clrMapOvr>
    <a:overrideClrMapping bg1="dk1" tx1="lt1" bg2="dk2" tx2="lt2" accent1="accent1" accent2="accent2" accent3="accent3" accent4="accent4" accent5="accent5" accent6="accent6" hlink="hlink" folHlink="folHlink"/>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Text, 3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74297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77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indent="0">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07D28B80-9D26-C148-BDC5-AAE69000AB65}"/>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608296106"/>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Text, 3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9810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87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49" y="1617663"/>
            <a:ext cx="3479801"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346576"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8151811" y="1617663"/>
            <a:ext cx="3479801"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6">
            <a:extLst>
              <a:ext uri="{FF2B5EF4-FFF2-40B4-BE49-F238E27FC236}">
                <a16:creationId xmlns:a16="http://schemas.microsoft.com/office/drawing/2014/main" xmlns="" id="{B0402912-59DF-6C93-730A-EB759B71CC4D}"/>
              </a:ext>
            </a:extLst>
          </p:cNvPr>
          <p:cNvSpPr>
            <a:spLocks noGrp="1"/>
          </p:cNvSpPr>
          <p:nvPr>
            <p:ph type="body" sz="quarter" idx="14"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715266619"/>
      </p:ext>
    </p:extLst>
  </p:cSld>
  <p:clrMapOvr>
    <a:overrideClrMapping bg1="dk1" tx1="lt1" bg2="dk2" tx2="lt2" accent1="accent1" accent2="accent2" accent3="accent3" accent4="accent4" accent5="accent5" accent6="accent6" hlink="hlink" folHlink="folHlink"/>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Text, 4 colms">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407427441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597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114DB186-44E3-D211-630F-C6A35B18B5B6}"/>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50851367"/>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Text, 4 colm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73716056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07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p:nvPr>
        </p:nvSpPr>
        <p:spPr>
          <a:xfrm>
            <a:off x="565149" y="460375"/>
            <a:ext cx="11066463" cy="731520"/>
          </a:xfrm>
        </p:spPr>
        <p:txBody>
          <a:bodyPr vert="horz"/>
          <a:lstStyle/>
          <a:p>
            <a:r>
              <a:rPr lang="en-US"/>
              <a:t>Click to edit Master title style</a:t>
            </a:r>
          </a:p>
        </p:txBody>
      </p:sp>
      <p:sp>
        <p:nvSpPr>
          <p:cNvPr id="3" name="Content Placeholder 2"/>
          <p:cNvSpPr>
            <a:spLocks noGrp="1"/>
          </p:cNvSpPr>
          <p:nvPr>
            <p:ph sz="half" idx="1"/>
          </p:nvPr>
        </p:nvSpPr>
        <p:spPr>
          <a:xfrm>
            <a:off x="565150" y="1617663"/>
            <a:ext cx="2538414" cy="3773487"/>
          </a:xfrm>
        </p:spPr>
        <p:txBody>
          <a:bodyPr/>
          <a:lstStyle>
            <a:lvl1pPr>
              <a:defRPr sz="1600" b="1"/>
            </a:lvl1pPr>
            <a:lvl2pPr marL="0" indent="0">
              <a:spcBef>
                <a:spcPts val="1200"/>
              </a:spcBef>
              <a:buFontTx/>
              <a:buNone/>
              <a:defRPr/>
            </a:lvl2pPr>
            <a:lvl3pPr marL="231775" indent="-227013">
              <a:spcBef>
                <a:spcPts val="600"/>
              </a:spcBef>
              <a:tabLst/>
              <a:defRPr/>
            </a:lvl3pPr>
            <a:lvl4pPr marL="457200">
              <a:spcBef>
                <a:spcPts val="600"/>
              </a:spcBef>
              <a:defRPr/>
            </a:lvl4pPr>
            <a:lvl5pPr marL="685800">
              <a:spcBef>
                <a:spcPts val="60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05189" y="1617663"/>
            <a:ext cx="2538414"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3">
            <a:extLst>
              <a:ext uri="{FF2B5EF4-FFF2-40B4-BE49-F238E27FC236}">
                <a16:creationId xmlns:a16="http://schemas.microsoft.com/office/drawing/2014/main" xmlns="" id="{55F3D43D-82CD-066B-8157-E896219583BF}"/>
              </a:ext>
            </a:extLst>
          </p:cNvPr>
          <p:cNvSpPr>
            <a:spLocks noGrp="1"/>
          </p:cNvSpPr>
          <p:nvPr>
            <p:ph sz="half" idx="13"/>
          </p:nvPr>
        </p:nvSpPr>
        <p:spPr>
          <a:xfrm>
            <a:off x="6248401" y="1617663"/>
            <a:ext cx="2539999"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3">
            <a:extLst>
              <a:ext uri="{FF2B5EF4-FFF2-40B4-BE49-F238E27FC236}">
                <a16:creationId xmlns:a16="http://schemas.microsoft.com/office/drawing/2014/main" xmlns="" id="{106D7F20-A54F-733E-A9C9-300FDBD522BB}"/>
              </a:ext>
            </a:extLst>
          </p:cNvPr>
          <p:cNvSpPr>
            <a:spLocks noGrp="1"/>
          </p:cNvSpPr>
          <p:nvPr>
            <p:ph sz="half" idx="14"/>
          </p:nvPr>
        </p:nvSpPr>
        <p:spPr>
          <a:xfrm>
            <a:off x="9090025" y="1617663"/>
            <a:ext cx="2536825" cy="3773487"/>
          </a:xfrm>
        </p:spPr>
        <p:txBody>
          <a:bodyPr/>
          <a:lstStyle>
            <a:lvl1pPr>
              <a:defRPr sz="1600" b="1"/>
            </a:lvl1pPr>
            <a:lvl2pPr marL="0" indent="0">
              <a:spcBef>
                <a:spcPts val="1200"/>
              </a:spcBef>
              <a:buNone/>
              <a:defRPr/>
            </a:lvl2pPr>
            <a:lvl3pPr marL="0">
              <a:defRPr/>
            </a:lvl3pPr>
            <a:lvl4pPr marL="457200">
              <a:defRPr/>
            </a:lvl4pPr>
            <a:lvl5pPr marL="6858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ext Placeholder 6">
            <a:extLst>
              <a:ext uri="{FF2B5EF4-FFF2-40B4-BE49-F238E27FC236}">
                <a16:creationId xmlns:a16="http://schemas.microsoft.com/office/drawing/2014/main" xmlns="" id="{55FFEBE0-720A-1ACB-64EA-FFAABCF68577}"/>
              </a:ext>
            </a:extLst>
          </p:cNvPr>
          <p:cNvSpPr>
            <a:spLocks noGrp="1"/>
          </p:cNvSpPr>
          <p:nvPr>
            <p:ph type="body" sz="quarter" idx="15"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647770894"/>
      </p:ext>
    </p:extLst>
  </p:cSld>
  <p:clrMapOvr>
    <a:overrideClrMapping bg1="dk1" tx1="lt1" bg2="dk2" tx2="lt2" accent1="accent1" accent2="accent2" accent3="accent3" accent4="accent4" accent5="accent5" accent6="accent6" hlink="hlink" folHlink="folHlink"/>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Text, 2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702214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18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6148388" y="1617663"/>
            <a:ext cx="558698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257739"/>
      </p:ext>
    </p:extLst>
  </p:cSld>
  <p:clrMapOvr>
    <a:overrideClrMapping bg1="lt1" tx1="dk1" bg2="lt2" tx2="dk2" accent1="accent1" accent2="accent2" accent3="accent3" accent4="accent4" accent5="accent5" accent6="accent6" hlink="hlink" folHlink="folHlink"/>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Text, 2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145119508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28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6148388" y="1617663"/>
            <a:ext cx="558698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3"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635387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3479800"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6353986" y="4648782"/>
            <a:ext cx="346946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553931655"/>
      </p:ext>
    </p:extLst>
  </p:cSld>
  <p:clrMapOvr>
    <a:overrideClrMapping bg1="dk1" tx1="lt1" bg2="dk2" tx2="lt2" accent1="accent1" accent2="accent2" accent3="accent3" accent4="accent4" accent5="accent5" accent6="accent6" hlink="hlink" folHlink="folHlink"/>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Text, 3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739314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38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3681413"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p:nvPr userDrawn="1"/>
        </p:nvSpPr>
        <p:spPr>
          <a:xfrm>
            <a:off x="4253436"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68397"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2950"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1525"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305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3" name="Rectangle 2">
            <a:extLst>
              <a:ext uri="{FF2B5EF4-FFF2-40B4-BE49-F238E27FC236}">
                <a16:creationId xmlns:a16="http://schemas.microsoft.com/office/drawing/2014/main" xmlns="" id="{03B89EE7-E754-D1FA-1426-29223B3B4CC6}"/>
              </a:ext>
            </a:extLst>
          </p:cNvPr>
          <p:cNvSpPr/>
          <p:nvPr userDrawn="1"/>
        </p:nvSpPr>
        <p:spPr>
          <a:xfrm>
            <a:off x="8043659" y="1617663"/>
            <a:ext cx="3681414"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3173"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3282"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272168082"/>
      </p:ext>
    </p:extLst>
  </p:cSld>
  <p:clrMapOvr>
    <a:overrideClrMapping bg1="lt1" tx1="dk1" bg2="lt2" tx2="dk2" accent1="accent1" accent2="accent2" accent3="accent3" accent4="accent4" accent5="accent5" accent6="accent6" hlink="hlink" folHlink="folHlink"/>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ext, 3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818433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48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3681413"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2" name="Rectangle 11">
            <a:extLst>
              <a:ext uri="{FF2B5EF4-FFF2-40B4-BE49-F238E27FC236}">
                <a16:creationId xmlns:a16="http://schemas.microsoft.com/office/drawing/2014/main" xmlns="" id="{B92D2E64-6BB9-928D-83F1-D878F96BBED4}"/>
              </a:ext>
            </a:extLst>
          </p:cNvPr>
          <p:cNvSpPr>
            <a:spLocks noGrp="1" noRot="1" noMove="1" noResize="1" noEditPoints="1" noAdjustHandles="1" noChangeArrowheads="1" noChangeShapeType="1"/>
          </p:cNvSpPr>
          <p:nvPr userDrawn="1"/>
        </p:nvSpPr>
        <p:spPr>
          <a:xfrm>
            <a:off x="4253436"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3" name="Rectangle 2">
            <a:extLst>
              <a:ext uri="{FF2B5EF4-FFF2-40B4-BE49-F238E27FC236}">
                <a16:creationId xmlns:a16="http://schemas.microsoft.com/office/drawing/2014/main" xmlns="" id="{03B89EE7-E754-D1FA-1426-29223B3B4CC6}"/>
              </a:ext>
            </a:extLst>
          </p:cNvPr>
          <p:cNvSpPr>
            <a:spLocks noGrp="1" noRot="1" noMove="1" noResize="1" noEditPoints="1" noAdjustHandles="1" noChangeArrowheads="1" noChangeShapeType="1"/>
          </p:cNvSpPr>
          <p:nvPr userDrawn="1"/>
        </p:nvSpPr>
        <p:spPr>
          <a:xfrm>
            <a:off x="8043659" y="1617663"/>
            <a:ext cx="3681414"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5" name="Picture Placeholder 13">
            <a:extLst>
              <a:ext uri="{FF2B5EF4-FFF2-40B4-BE49-F238E27FC236}">
                <a16:creationId xmlns:a16="http://schemas.microsoft.com/office/drawing/2014/main" xmlns="" id="{754D2A9F-A973-3F3C-9274-4715E5274C14}"/>
              </a:ext>
            </a:extLst>
          </p:cNvPr>
          <p:cNvSpPr>
            <a:spLocks noGrp="1"/>
          </p:cNvSpPr>
          <p:nvPr>
            <p:ph type="pic" sz="quarter" idx="14" hasCustomPrompt="1"/>
          </p:nvPr>
        </p:nvSpPr>
        <p:spPr>
          <a:xfrm>
            <a:off x="4446587"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53841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7" name="Text Placeholder 2">
            <a:extLst>
              <a:ext uri="{FF2B5EF4-FFF2-40B4-BE49-F238E27FC236}">
                <a16:creationId xmlns:a16="http://schemas.microsoft.com/office/drawing/2014/main" xmlns="" id="{B5442419-EE56-AC34-88CB-69C70F0FABCB}"/>
              </a:ext>
            </a:extLst>
          </p:cNvPr>
          <p:cNvSpPr>
            <a:spLocks noGrp="1"/>
          </p:cNvSpPr>
          <p:nvPr>
            <p:ph type="body" idx="15"/>
          </p:nvPr>
        </p:nvSpPr>
        <p:spPr>
          <a:xfrm>
            <a:off x="4446696"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4" name="Picture Placeholder 13">
            <a:extLst>
              <a:ext uri="{FF2B5EF4-FFF2-40B4-BE49-F238E27FC236}">
                <a16:creationId xmlns:a16="http://schemas.microsoft.com/office/drawing/2014/main" xmlns="" id="{5AFC5DED-0840-16E5-8F18-4379BF12D5F2}"/>
              </a:ext>
            </a:extLst>
          </p:cNvPr>
          <p:cNvSpPr>
            <a:spLocks noGrp="1"/>
          </p:cNvSpPr>
          <p:nvPr>
            <p:ph type="pic" sz="quarter" idx="16" hasCustomPrompt="1"/>
          </p:nvPr>
        </p:nvSpPr>
        <p:spPr>
          <a:xfrm>
            <a:off x="8236810" y="1768475"/>
            <a:ext cx="649288" cy="646113"/>
          </a:xfrm>
        </p:spPr>
        <p:txBody>
          <a:bodyPr/>
          <a:lstStyle>
            <a:lvl1pPr>
              <a:defRPr sz="800"/>
            </a:lvl1pPr>
          </a:lstStyle>
          <a:p>
            <a:r>
              <a:rPr lang="en-US"/>
              <a:t>Icon</a:t>
            </a:r>
          </a:p>
        </p:txBody>
      </p:sp>
      <p:sp>
        <p:nvSpPr>
          <p:cNvPr id="5" name="Text Placeholder 2">
            <a:extLst>
              <a:ext uri="{FF2B5EF4-FFF2-40B4-BE49-F238E27FC236}">
                <a16:creationId xmlns:a16="http://schemas.microsoft.com/office/drawing/2014/main" xmlns="" id="{1D9C80B5-F2B1-5142-E9EE-47BC3FF2F2C1}"/>
              </a:ext>
            </a:extLst>
          </p:cNvPr>
          <p:cNvSpPr>
            <a:spLocks noGrp="1"/>
          </p:cNvSpPr>
          <p:nvPr>
            <p:ph type="body" idx="17"/>
          </p:nvPr>
        </p:nvSpPr>
        <p:spPr>
          <a:xfrm>
            <a:off x="8236919" y="4648782"/>
            <a:ext cx="2539493"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93845289"/>
      </p:ext>
    </p:extLst>
  </p:cSld>
  <p:clrMapOvr>
    <a:overrideClrMapping bg1="dk1" tx1="lt1" bg2="dk2" tx2="lt2" accent1="accent1" accent2="accent2" accent3="accent3" accent4="accent4" accent5="accent5" accent6="accent6" hlink="hlink" folHlink="folHlink"/>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Text, 4 clms, icons">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33210731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59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p:nvPr userDrawn="1"/>
        </p:nvSpPr>
        <p:spPr>
          <a:xfrm>
            <a:off x="463550"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504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8172"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p:nvPr userDrawn="1"/>
        </p:nvSpPr>
        <p:spPr>
          <a:xfrm>
            <a:off x="3311452"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2294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6074"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p:nvPr userDrawn="1"/>
        </p:nvSpPr>
        <p:spPr>
          <a:xfrm>
            <a:off x="6159949"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7144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4571"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p:nvPr userDrawn="1"/>
        </p:nvSpPr>
        <p:spPr>
          <a:xfrm>
            <a:off x="9001466" y="1617663"/>
            <a:ext cx="2740025" cy="4787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1296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6088" y="4648782"/>
            <a:ext cx="233379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04561728"/>
      </p:ext>
    </p:extLst>
  </p:cSld>
  <p:clrMapOvr>
    <a:overrideClrMapping bg1="lt1" tx1="dk1" bg2="lt2" tx2="dk2" accent1="accent1" accent2="accent2" accent3="accent3" accent4="accent4" accent5="accent5" accent6="accent6" hlink="hlink" folHlink="folHlink"/>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ext, 4 clms, icons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FF7B9FDD-062C-9E90-3E3F-5DCDC9E0A836}"/>
              </a:ext>
            </a:extLst>
          </p:cNvPr>
          <p:cNvGraphicFramePr>
            <a:graphicFrameLocks noChangeAspect="1"/>
          </p:cNvGraphicFramePr>
          <p:nvPr userDrawn="1">
            <p:custDataLst>
              <p:tags r:id="rId2"/>
            </p:custDataLst>
            <p:extLst>
              <p:ext uri="{D42A27DB-BD31-4B8C-83A1-F6EECF244321}">
                <p14:modId xmlns:p14="http://schemas.microsoft.com/office/powerpoint/2010/main" val="221307401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69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xmlns="" id="{998F902B-8E6B-8695-067B-58AAF47545FB}"/>
              </a:ext>
            </a:extLst>
          </p:cNvPr>
          <p:cNvSpPr>
            <a:spLocks noGrp="1" noRot="1" noMove="1" noResize="1" noEditPoints="1" noAdjustHandles="1" noChangeArrowheads="1" noChangeShapeType="1"/>
          </p:cNvSpPr>
          <p:nvPr userDrawn="1"/>
        </p:nvSpPr>
        <p:spPr>
          <a:xfrm>
            <a:off x="463550"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p:cNvSpPr>
            <a:spLocks noGrp="1"/>
          </p:cNvSpPr>
          <p:nvPr>
            <p:ph type="title"/>
          </p:nvPr>
        </p:nvSpPr>
        <p:spPr/>
        <p:txBody>
          <a:bodyPr vert="horz"/>
          <a:lstStyle/>
          <a:p>
            <a:r>
              <a:rPr lang="en-US"/>
              <a:t>Click to edit Master title style</a:t>
            </a:r>
          </a:p>
        </p:txBody>
      </p:sp>
      <p:sp>
        <p:nvSpPr>
          <p:cNvPr id="14" name="Picture Placeholder 13">
            <a:extLst>
              <a:ext uri="{FF2B5EF4-FFF2-40B4-BE49-F238E27FC236}">
                <a16:creationId xmlns:a16="http://schemas.microsoft.com/office/drawing/2014/main" xmlns="" id="{3AE1AD7F-7DED-19A3-7306-2020154AC120}"/>
              </a:ext>
            </a:extLst>
          </p:cNvPr>
          <p:cNvSpPr>
            <a:spLocks noGrp="1"/>
          </p:cNvSpPr>
          <p:nvPr>
            <p:ph type="pic" sz="quarter" idx="13" hasCustomPrompt="1"/>
          </p:nvPr>
        </p:nvSpPr>
        <p:spPr>
          <a:xfrm>
            <a:off x="672034" y="1768475"/>
            <a:ext cx="649288" cy="646113"/>
          </a:xfrm>
        </p:spPr>
        <p:txBody>
          <a:bodyPr/>
          <a:lstStyle>
            <a:lvl1pPr>
              <a:defRPr sz="800"/>
            </a:lvl1pPr>
          </a:lstStyle>
          <a:p>
            <a:r>
              <a:rPr lang="en-US"/>
              <a:t>Icon</a:t>
            </a:r>
          </a:p>
        </p:txBody>
      </p:sp>
      <p:sp>
        <p:nvSpPr>
          <p:cNvPr id="16" name="Text Placeholder 2">
            <a:extLst>
              <a:ext uri="{FF2B5EF4-FFF2-40B4-BE49-F238E27FC236}">
                <a16:creationId xmlns:a16="http://schemas.microsoft.com/office/drawing/2014/main" xmlns="" id="{3FBE1A82-59ED-A9FC-9A02-F3B54EF611E8}"/>
              </a:ext>
            </a:extLst>
          </p:cNvPr>
          <p:cNvSpPr>
            <a:spLocks noGrp="1"/>
          </p:cNvSpPr>
          <p:nvPr>
            <p:ph type="body" idx="1"/>
          </p:nvPr>
        </p:nvSpPr>
        <p:spPr>
          <a:xfrm>
            <a:off x="665162"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8" name="Rectangle 7">
            <a:extLst>
              <a:ext uri="{FF2B5EF4-FFF2-40B4-BE49-F238E27FC236}">
                <a16:creationId xmlns:a16="http://schemas.microsoft.com/office/drawing/2014/main" xmlns="" id="{6B57E3F4-9F43-3E4F-CF14-23C7A7BC11D4}"/>
              </a:ext>
            </a:extLst>
          </p:cNvPr>
          <p:cNvSpPr>
            <a:spLocks noGrp="1" noRot="1" noMove="1" noResize="1" noEditPoints="1" noAdjustHandles="1" noChangeArrowheads="1" noChangeShapeType="1"/>
          </p:cNvSpPr>
          <p:nvPr userDrawn="1"/>
        </p:nvSpPr>
        <p:spPr>
          <a:xfrm>
            <a:off x="3311452"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9" name="Picture Placeholder 13">
            <a:extLst>
              <a:ext uri="{FF2B5EF4-FFF2-40B4-BE49-F238E27FC236}">
                <a16:creationId xmlns:a16="http://schemas.microsoft.com/office/drawing/2014/main" xmlns="" id="{22728A29-21C1-FE17-D872-29F33FF55B6B}"/>
              </a:ext>
            </a:extLst>
          </p:cNvPr>
          <p:cNvSpPr>
            <a:spLocks noGrp="1"/>
          </p:cNvSpPr>
          <p:nvPr>
            <p:ph type="pic" sz="quarter" idx="14" hasCustomPrompt="1"/>
          </p:nvPr>
        </p:nvSpPr>
        <p:spPr>
          <a:xfrm>
            <a:off x="3519936" y="1768475"/>
            <a:ext cx="649288" cy="646113"/>
          </a:xfrm>
        </p:spPr>
        <p:txBody>
          <a:bodyPr/>
          <a:lstStyle>
            <a:lvl1pPr>
              <a:defRPr sz="800"/>
            </a:lvl1pPr>
          </a:lstStyle>
          <a:p>
            <a:r>
              <a:rPr lang="en-US"/>
              <a:t>Icon</a:t>
            </a:r>
          </a:p>
        </p:txBody>
      </p:sp>
      <p:sp>
        <p:nvSpPr>
          <p:cNvPr id="13" name="Text Placeholder 2">
            <a:extLst>
              <a:ext uri="{FF2B5EF4-FFF2-40B4-BE49-F238E27FC236}">
                <a16:creationId xmlns:a16="http://schemas.microsoft.com/office/drawing/2014/main" xmlns="" id="{F8ED409C-9BB0-C0DE-2DC1-0D8C059AB7DE}"/>
              </a:ext>
            </a:extLst>
          </p:cNvPr>
          <p:cNvSpPr>
            <a:spLocks noGrp="1"/>
          </p:cNvSpPr>
          <p:nvPr>
            <p:ph type="body" idx="15"/>
          </p:nvPr>
        </p:nvSpPr>
        <p:spPr>
          <a:xfrm>
            <a:off x="3513064"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8" name="Rectangle 17">
            <a:extLst>
              <a:ext uri="{FF2B5EF4-FFF2-40B4-BE49-F238E27FC236}">
                <a16:creationId xmlns:a16="http://schemas.microsoft.com/office/drawing/2014/main" xmlns="" id="{D9C6F735-C3A7-934E-F16F-4C50B49CC156}"/>
              </a:ext>
            </a:extLst>
          </p:cNvPr>
          <p:cNvSpPr>
            <a:spLocks noGrp="1" noRot="1" noMove="1" noResize="1" noEditPoints="1" noAdjustHandles="1" noChangeArrowheads="1" noChangeShapeType="1"/>
          </p:cNvSpPr>
          <p:nvPr userDrawn="1"/>
        </p:nvSpPr>
        <p:spPr>
          <a:xfrm>
            <a:off x="6159949"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Picture Placeholder 13">
            <a:extLst>
              <a:ext uri="{FF2B5EF4-FFF2-40B4-BE49-F238E27FC236}">
                <a16:creationId xmlns:a16="http://schemas.microsoft.com/office/drawing/2014/main" xmlns="" id="{F6DF4CC7-B693-843D-35B9-07755D443698}"/>
              </a:ext>
            </a:extLst>
          </p:cNvPr>
          <p:cNvSpPr>
            <a:spLocks noGrp="1"/>
          </p:cNvSpPr>
          <p:nvPr>
            <p:ph type="pic" sz="quarter" idx="16" hasCustomPrompt="1"/>
          </p:nvPr>
        </p:nvSpPr>
        <p:spPr>
          <a:xfrm>
            <a:off x="6368433" y="1768475"/>
            <a:ext cx="649288" cy="646113"/>
          </a:xfrm>
        </p:spPr>
        <p:txBody>
          <a:bodyPr/>
          <a:lstStyle>
            <a:lvl1pPr>
              <a:defRPr sz="800"/>
            </a:lvl1pPr>
          </a:lstStyle>
          <a:p>
            <a:r>
              <a:rPr lang="en-US"/>
              <a:t>Icon</a:t>
            </a:r>
          </a:p>
        </p:txBody>
      </p:sp>
      <p:sp>
        <p:nvSpPr>
          <p:cNvPr id="20" name="Text Placeholder 2">
            <a:extLst>
              <a:ext uri="{FF2B5EF4-FFF2-40B4-BE49-F238E27FC236}">
                <a16:creationId xmlns:a16="http://schemas.microsoft.com/office/drawing/2014/main" xmlns="" id="{DA02A4FC-804F-D905-C80A-508F4B13855C}"/>
              </a:ext>
            </a:extLst>
          </p:cNvPr>
          <p:cNvSpPr>
            <a:spLocks noGrp="1"/>
          </p:cNvSpPr>
          <p:nvPr>
            <p:ph type="body" idx="17"/>
          </p:nvPr>
        </p:nvSpPr>
        <p:spPr>
          <a:xfrm>
            <a:off x="6361561"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21" name="Rectangle 20">
            <a:extLst>
              <a:ext uri="{FF2B5EF4-FFF2-40B4-BE49-F238E27FC236}">
                <a16:creationId xmlns:a16="http://schemas.microsoft.com/office/drawing/2014/main" xmlns="" id="{D3073047-8DDC-8072-C8AA-70E1791CFDFC}"/>
              </a:ext>
            </a:extLst>
          </p:cNvPr>
          <p:cNvSpPr>
            <a:spLocks noGrp="1" noRot="1" noMove="1" noResize="1" noEditPoints="1" noAdjustHandles="1" noChangeArrowheads="1" noChangeShapeType="1"/>
          </p:cNvSpPr>
          <p:nvPr userDrawn="1"/>
        </p:nvSpPr>
        <p:spPr>
          <a:xfrm>
            <a:off x="9001466" y="1617663"/>
            <a:ext cx="2740025" cy="4787900"/>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2" name="Picture Placeholder 13">
            <a:extLst>
              <a:ext uri="{FF2B5EF4-FFF2-40B4-BE49-F238E27FC236}">
                <a16:creationId xmlns:a16="http://schemas.microsoft.com/office/drawing/2014/main" xmlns="" id="{E7725F3D-5680-EE14-2B2D-2F8650B78913}"/>
              </a:ext>
            </a:extLst>
          </p:cNvPr>
          <p:cNvSpPr>
            <a:spLocks noGrp="1"/>
          </p:cNvSpPr>
          <p:nvPr>
            <p:ph type="pic" sz="quarter" idx="18" hasCustomPrompt="1"/>
          </p:nvPr>
        </p:nvSpPr>
        <p:spPr>
          <a:xfrm>
            <a:off x="9209950" y="1768475"/>
            <a:ext cx="649288" cy="646113"/>
          </a:xfrm>
        </p:spPr>
        <p:txBody>
          <a:bodyPr/>
          <a:lstStyle>
            <a:lvl1pPr>
              <a:defRPr sz="800"/>
            </a:lvl1pPr>
          </a:lstStyle>
          <a:p>
            <a:r>
              <a:rPr lang="en-US"/>
              <a:t>Icon</a:t>
            </a:r>
          </a:p>
        </p:txBody>
      </p:sp>
      <p:sp>
        <p:nvSpPr>
          <p:cNvPr id="23" name="Text Placeholder 2">
            <a:extLst>
              <a:ext uri="{FF2B5EF4-FFF2-40B4-BE49-F238E27FC236}">
                <a16:creationId xmlns:a16="http://schemas.microsoft.com/office/drawing/2014/main" xmlns="" id="{47911148-2128-D9C7-8E63-A4AABC6503AB}"/>
              </a:ext>
            </a:extLst>
          </p:cNvPr>
          <p:cNvSpPr>
            <a:spLocks noGrp="1"/>
          </p:cNvSpPr>
          <p:nvPr>
            <p:ph type="body" idx="19"/>
          </p:nvPr>
        </p:nvSpPr>
        <p:spPr>
          <a:xfrm>
            <a:off x="9203078" y="4648782"/>
            <a:ext cx="2336801" cy="1647243"/>
          </a:xfrm>
        </p:spPr>
        <p:txBody>
          <a:bodyPr/>
          <a:lstStyle>
            <a:lvl1pPr marL="0" indent="0">
              <a:spcBef>
                <a:spcPts val="1200"/>
              </a:spcBef>
              <a:buNone/>
              <a:defRPr sz="16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29942715"/>
      </p:ext>
    </p:extLst>
  </p:cSld>
  <p:clrMapOvr>
    <a:overrideClrMapping bg1="dk1" tx1="lt1" bg2="dk2" tx2="lt2" accent1="accent1" accent2="accent2" accent3="accent3" accent4="accent4" accent5="accent5" accent6="accent6" hlink="hlink" folHlink="folHlink"/>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71717D90-43C9-C972-4D0A-8F8DB9E4B985}"/>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26396353"/>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Title Only (Carbon)">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Text Placeholder 6">
            <a:extLst>
              <a:ext uri="{FF2B5EF4-FFF2-40B4-BE49-F238E27FC236}">
                <a16:creationId xmlns:a16="http://schemas.microsoft.com/office/drawing/2014/main" xmlns="" id="{5B85D50D-E1D8-C209-D561-71978631B8F4}"/>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3047269123"/>
      </p:ext>
    </p:extLst>
  </p:cSld>
  <p:clrMapOvr>
    <a:overrideClrMapping bg1="dk1" tx1="lt1" bg2="dk2" tx2="lt2" accent1="accent1" accent2="accent2" accent3="accent3" accent4="accent4" accent5="accent5" accent6="accent6" hlink="hlink" folHlink="folHlink"/>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8AB8394B-8C24-A652-FDAD-A12D9786C379}"/>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02115820"/>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Blank (Carbon)">
    <p:bg>
      <p:bgPr>
        <a:solidFill>
          <a:schemeClr val="bg1"/>
        </a:solidFill>
        <a:effectLst/>
      </p:bgPr>
    </p:bg>
    <p:spTree>
      <p:nvGrpSpPr>
        <p:cNvPr id="1" name=""/>
        <p:cNvGrpSpPr/>
        <p:nvPr/>
      </p:nvGrpSpPr>
      <p:grpSpPr>
        <a:xfrm>
          <a:off x="0" y="0"/>
          <a:ext cx="0" cy="0"/>
          <a:chOff x="0" y="0"/>
          <a:chExt cx="0" cy="0"/>
        </a:xfrm>
      </p:grpSpPr>
      <p:sp>
        <p:nvSpPr>
          <p:cNvPr id="2" name="Text Placeholder 6">
            <a:extLst>
              <a:ext uri="{FF2B5EF4-FFF2-40B4-BE49-F238E27FC236}">
                <a16:creationId xmlns:a16="http://schemas.microsoft.com/office/drawing/2014/main" xmlns="" id="{D9A041E9-D37B-F094-0DEB-67D1437229D7}"/>
              </a:ext>
            </a:extLst>
          </p:cNvPr>
          <p:cNvSpPr>
            <a:spLocks noGrp="1"/>
          </p:cNvSpPr>
          <p:nvPr>
            <p:ph type="body" sz="quarter" idx="13" hasCustomPrompt="1"/>
          </p:nvPr>
        </p:nvSpPr>
        <p:spPr>
          <a:xfrm>
            <a:off x="565149" y="6004112"/>
            <a:ext cx="5381625"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60849756"/>
      </p:ext>
    </p:extLst>
  </p:cSld>
  <p:clrMapOvr>
    <a:overrideClrMapping bg1="dk1" tx1="lt1" bg2="dk2" tx2="lt2" accent1="accent1" accent2="accent2" accent3="accent3" accent4="accent4" accent5="accent5" accent6="accent6" hlink="hlink" folHlink="folHlink"/>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18658860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79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Data</a:t>
            </a:r>
          </a:p>
          <a:p>
            <a:pPr algn="ctr"/>
            <a:r>
              <a:rPr lang="en-US" sz="13800">
                <a:solidFill>
                  <a:srgbClr val="000000"/>
                </a:solidFill>
              </a:rPr>
              <a:t>layouts</a:t>
            </a:r>
          </a:p>
        </p:txBody>
      </p:sp>
    </p:spTree>
    <p:extLst>
      <p:ext uri="{BB962C8B-B14F-4D97-AF65-F5344CB8AC3E}">
        <p14:creationId xmlns:p14="http://schemas.microsoft.com/office/powerpoint/2010/main" val="1868601778"/>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Data 1">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6984567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89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37C2CDB7-C805-4574-12AD-751C92140439}"/>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ext Placeholder 6">
            <a:extLst>
              <a:ext uri="{FF2B5EF4-FFF2-40B4-BE49-F238E27FC236}">
                <a16:creationId xmlns:a16="http://schemas.microsoft.com/office/drawing/2014/main" xmlns="" id="{D4167920-63DE-54BB-E65F-1733269DFA65}"/>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825738098"/>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Data 1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4505495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699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315527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6DE963B-81EE-2860-268D-B3A54072AD04}"/>
              </a:ext>
            </a:extLst>
          </p:cNvPr>
          <p:cNvSpPr>
            <a:spLocks noGrp="1"/>
          </p:cNvSpPr>
          <p:nvPr>
            <p:ph type="title" hasCustomPrompt="1"/>
          </p:nvPr>
        </p:nvSpPr>
        <p:spPr>
          <a:xfrm>
            <a:off x="565149" y="460375"/>
            <a:ext cx="4421189" cy="731520"/>
          </a:xfrm>
        </p:spPr>
        <p:txBody>
          <a:bodyPr vert="horz"/>
          <a:lstStyle/>
          <a:p>
            <a:r>
              <a:rPr lang="en-US"/>
              <a:t>Click to add title</a:t>
            </a:r>
          </a:p>
        </p:txBody>
      </p:sp>
      <p:sp>
        <p:nvSpPr>
          <p:cNvPr id="2" name="Text Placeholder 6">
            <a:extLst>
              <a:ext uri="{FF2B5EF4-FFF2-40B4-BE49-F238E27FC236}">
                <a16:creationId xmlns:a16="http://schemas.microsoft.com/office/drawing/2014/main" xmlns="" id="{A936678D-9654-7C99-C080-9E3A2B10C629}"/>
              </a:ext>
            </a:extLst>
          </p:cNvPr>
          <p:cNvSpPr>
            <a:spLocks noGrp="1"/>
          </p:cNvSpPr>
          <p:nvPr>
            <p:ph type="body" sz="quarter" idx="14"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116866649"/>
      </p:ext>
    </p:extLst>
  </p:cSld>
  <p:clrMapOvr>
    <a:overrideClrMapping bg1="dk1" tx1="lt1" bg2="dk2" tx2="lt2" accent1="accent1" accent2="accent2" accent3="accent3" accent4="accent4" accent5="accent5" accent6="accent6" hlink="hlink" folHlink="folHlink"/>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Data 2">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27912736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10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41FFC367-0203-EC0E-10DF-B81D77491CB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4288492857"/>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Data 2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EE477F8F-6692-5296-4EE7-501A58D2B200}"/>
              </a:ext>
            </a:extLst>
          </p:cNvPr>
          <p:cNvGraphicFramePr>
            <a:graphicFrameLocks noChangeAspect="1"/>
          </p:cNvGraphicFramePr>
          <p:nvPr userDrawn="1">
            <p:custDataLst>
              <p:tags r:id="rId2"/>
            </p:custDataLst>
            <p:extLst>
              <p:ext uri="{D42A27DB-BD31-4B8C-83A1-F6EECF244321}">
                <p14:modId xmlns:p14="http://schemas.microsoft.com/office/powerpoint/2010/main" val="65071068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20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Text Placeholder 11">
            <a:extLst>
              <a:ext uri="{FF2B5EF4-FFF2-40B4-BE49-F238E27FC236}">
                <a16:creationId xmlns:a16="http://schemas.microsoft.com/office/drawing/2014/main" xmlns="" id="{45FED2EC-A49F-30F9-9C6A-12C70193719E}"/>
              </a:ext>
            </a:extLst>
          </p:cNvPr>
          <p:cNvSpPr>
            <a:spLocks noGrp="1"/>
          </p:cNvSpPr>
          <p:nvPr>
            <p:ph type="body" sz="quarter" idx="13"/>
          </p:nvPr>
        </p:nvSpPr>
        <p:spPr>
          <a:xfrm>
            <a:off x="565150" y="2980224"/>
            <a:ext cx="2233891" cy="2109302"/>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954394C-9F22-4B5A-7E4B-43D03EE746EF}"/>
              </a:ext>
            </a:extLst>
          </p:cNvPr>
          <p:cNvSpPr>
            <a:spLocks noGrp="1"/>
          </p:cNvSpPr>
          <p:nvPr>
            <p:ph type="title"/>
          </p:nvPr>
        </p:nvSpPr>
        <p:spPr/>
        <p:txBody>
          <a:bodyPr vert="horz"/>
          <a:lstStyle/>
          <a:p>
            <a:r>
              <a:rPr lang="en-US"/>
              <a:t>Click to edit Master title style</a:t>
            </a:r>
          </a:p>
        </p:txBody>
      </p:sp>
      <p:sp>
        <p:nvSpPr>
          <p:cNvPr id="14" name="Chart Placeholder 13">
            <a:extLst>
              <a:ext uri="{FF2B5EF4-FFF2-40B4-BE49-F238E27FC236}">
                <a16:creationId xmlns:a16="http://schemas.microsoft.com/office/drawing/2014/main" xmlns="" id="{5113F86D-1D68-351E-ADD3-B7DE5D59EAE7}"/>
              </a:ext>
            </a:extLst>
          </p:cNvPr>
          <p:cNvSpPr>
            <a:spLocks noGrp="1"/>
          </p:cNvSpPr>
          <p:nvPr>
            <p:ph type="chart" sz="quarter" idx="14"/>
          </p:nvPr>
        </p:nvSpPr>
        <p:spPr>
          <a:xfrm>
            <a:off x="3203575" y="1466850"/>
            <a:ext cx="8578850" cy="4829175"/>
          </a:xfrm>
        </p:spPr>
        <p:txBody>
          <a:bodyPr/>
          <a:lstStyle/>
          <a:p>
            <a:r>
              <a:rPr lang="en-US"/>
              <a:t>Click icon to add chart</a:t>
            </a:r>
          </a:p>
        </p:txBody>
      </p:sp>
      <p:sp>
        <p:nvSpPr>
          <p:cNvPr id="2" name="Text Placeholder 6">
            <a:extLst>
              <a:ext uri="{FF2B5EF4-FFF2-40B4-BE49-F238E27FC236}">
                <a16:creationId xmlns:a16="http://schemas.microsoft.com/office/drawing/2014/main" xmlns="" id="{BA9A9E04-9AC1-B2EA-811C-A2EBF8AC04EE}"/>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335597385"/>
      </p:ext>
    </p:extLst>
  </p:cSld>
  <p:clrMapOvr>
    <a:overrideClrMapping bg1="dk1" tx1="lt1" bg2="dk2" tx2="lt2" accent1="accent1" accent2="accent2" accent3="accent3" accent4="accent4" accent5="accent5" accent6="accent6" hlink="hlink" folHlink="folHlink"/>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Data, full">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2425428598"/>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Data, full (Carbon)">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BA19A38-4850-E5CA-EB9F-F82D965F923D}"/>
              </a:ext>
            </a:extLst>
          </p:cNvPr>
          <p:cNvSpPr>
            <a:spLocks noGrp="1"/>
          </p:cNvSpPr>
          <p:nvPr>
            <p:ph type="title"/>
          </p:nvPr>
        </p:nvSpPr>
        <p:spPr/>
        <p:txBody>
          <a:bodyPr/>
          <a:lstStyle/>
          <a:p>
            <a:r>
              <a:rPr lang="en-US"/>
              <a:t>Click to edit Master title style</a:t>
            </a:r>
          </a:p>
        </p:txBody>
      </p:sp>
      <p:sp>
        <p:nvSpPr>
          <p:cNvPr id="5" name="Content Placeholder 2">
            <a:extLst>
              <a:ext uri="{FF2B5EF4-FFF2-40B4-BE49-F238E27FC236}">
                <a16:creationId xmlns:a16="http://schemas.microsoft.com/office/drawing/2014/main" xmlns="" id="{0C5DB361-3B1E-9FE8-36F0-4FD95E6B270D}"/>
              </a:ext>
            </a:extLst>
          </p:cNvPr>
          <p:cNvSpPr>
            <a:spLocks noGrp="1"/>
          </p:cNvSpPr>
          <p:nvPr>
            <p:ph idx="1"/>
          </p:nvPr>
        </p:nvSpPr>
        <p:spPr>
          <a:xfrm>
            <a:off x="565149" y="1617663"/>
            <a:ext cx="11066462" cy="37734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6">
            <a:extLst>
              <a:ext uri="{FF2B5EF4-FFF2-40B4-BE49-F238E27FC236}">
                <a16:creationId xmlns:a16="http://schemas.microsoft.com/office/drawing/2014/main" xmlns="" id="{CAED40FF-941F-42AC-B9C9-FBF2A861FE5C}"/>
              </a:ext>
            </a:extLst>
          </p:cNvPr>
          <p:cNvSpPr>
            <a:spLocks noGrp="1"/>
          </p:cNvSpPr>
          <p:nvPr>
            <p:ph type="body" sz="quarter" idx="15" hasCustomPrompt="1"/>
          </p:nvPr>
        </p:nvSpPr>
        <p:spPr>
          <a:xfrm>
            <a:off x="565149" y="6004112"/>
            <a:ext cx="4421189" cy="291913"/>
          </a:xfrm>
        </p:spPr>
        <p:txBody>
          <a:bodyPr anchor="b"/>
          <a:lstStyle>
            <a:lvl1pPr>
              <a:spcBef>
                <a:spcPts val="0"/>
              </a:spcBef>
              <a:defRPr sz="800"/>
            </a:lvl1pPr>
          </a:lstStyle>
          <a:p>
            <a:pPr lvl="0"/>
            <a:r>
              <a:rPr lang="en-US"/>
              <a:t>Click to add source/footnote</a:t>
            </a:r>
          </a:p>
        </p:txBody>
      </p:sp>
    </p:spTree>
    <p:extLst>
      <p:ext uri="{BB962C8B-B14F-4D97-AF65-F5344CB8AC3E}">
        <p14:creationId xmlns:p14="http://schemas.microsoft.com/office/powerpoint/2010/main" val="1191196068"/>
      </p:ext>
    </p:extLst>
  </p:cSld>
  <p:clrMapOvr>
    <a:overrideClrMapping bg1="dk1" tx1="lt1" bg2="dk2" tx2="lt2" accent1="accent1" accent2="accent2" accent3="accent3" accent4="accent4" accent5="accent5" accent6="accent6" hlink="hlink" folHlink="folHlink"/>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7045877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30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433400" y="1305349"/>
            <a:ext cx="11325216" cy="4247317"/>
          </a:xfrm>
          <a:prstGeom prst="rect">
            <a:avLst/>
          </a:prstGeom>
          <a:noFill/>
        </p:spPr>
        <p:txBody>
          <a:bodyPr wrap="none" lIns="0" tIns="0" rIns="0" bIns="0" rtlCol="0" anchor="ctr">
            <a:spAutoFit/>
          </a:bodyPr>
          <a:lstStyle/>
          <a:p>
            <a:pPr algn="ctr"/>
            <a:r>
              <a:rPr lang="en-US" sz="13800">
                <a:solidFill>
                  <a:srgbClr val="000000"/>
                </a:solidFill>
              </a:rPr>
              <a:t>Section divider</a:t>
            </a:r>
          </a:p>
          <a:p>
            <a:pPr algn="ctr"/>
            <a:r>
              <a:rPr lang="en-US" sz="13800">
                <a:solidFill>
                  <a:srgbClr val="000000"/>
                </a:solidFill>
              </a:rPr>
              <a:t>layouts</a:t>
            </a:r>
          </a:p>
        </p:txBody>
      </p:sp>
    </p:spTree>
    <p:extLst>
      <p:ext uri="{BB962C8B-B14F-4D97-AF65-F5344CB8AC3E}">
        <p14:creationId xmlns:p14="http://schemas.microsoft.com/office/powerpoint/2010/main" val="317858611"/>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Divider 1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93764051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40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27050"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030584707"/>
      </p:ext>
    </p:extLst>
  </p:cSld>
  <p:clrMapOvr>
    <a:overrideClrMapping bg1="lt1" tx1="dk1" bg2="lt2" tx2="dk2" accent1="accent1" accent2="accent2" accent3="accent3" accent4="accent4" accent5="accent5" accent6="accent6" hlink="hlink" folHlink="folHlink"/>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Divider 2 (Tan)">
    <p:bg>
      <p:bgRef idx="1001">
        <a:schemeClr val="bg2"/>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867624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51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tx1"/>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5E5751"/>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684780283"/>
      </p:ext>
    </p:extLst>
  </p:cSld>
  <p:clrMapOvr>
    <a:overrideClrMapping bg1="lt1" tx1="dk1" bg2="lt2" tx2="dk2" accent1="accent1" accent2="accent2" accent3="accent3" accent4="accent4" accent5="accent5" accent6="accent6" hlink="hlink" folHlink="folHlink"/>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ivider 1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25449044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61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45421116"/>
      </p:ext>
    </p:extLst>
  </p:cSld>
  <p:clrMapOvr>
    <a:overrideClrMapping bg1="dk1" tx1="lt1" bg2="dk2" tx2="lt2" accent1="accent1" accent2="accent2" accent3="accent3" accent4="accent4" accent5="accent5" accent6="accent6" hlink="hlink" folHlink="folHlink"/>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Divider 2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97233700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71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966480769"/>
      </p:ext>
    </p:extLst>
  </p:cSld>
  <p:clrMapOvr>
    <a:overrideClrMapping bg1="dk1" tx1="lt1" bg2="dk2" tx2="lt2" accent1="accent1" accent2="accent2" accent3="accent3" accent4="accent4" accent5="accent5" accent6="accent6" hlink="hlink" folHlink="folHlink"/>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Divider 3 (Tan 3)">
    <p:bg>
      <p:bgPr>
        <a:solidFill>
          <a:srgbClr val="47413D"/>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39942180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81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13068390"/>
      </p:ext>
    </p:extLst>
  </p:cSld>
  <p:clrMapOvr>
    <a:overrideClrMapping bg1="dk1" tx1="lt1" bg2="dk2" tx2="lt2" accent1="accent1" accent2="accent2" accent3="accent3" accent4="accent4" accent5="accent5" accent6="accent6" hlink="hlink" folHlink="folHlink"/>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Divider 1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345402771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792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rgbClr val="BEB4AA"/>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3473199204"/>
      </p:ext>
    </p:extLst>
  </p:cSld>
  <p:clrMapOvr>
    <a:overrideClrMapping bg1="dk1" tx1="lt1" bg2="dk2" tx2="lt2" accent1="accent1" accent2="accent2" accent3="accent3" accent4="accent4" accent5="accent5" accent6="accent6" hlink="hlink" folHlink="folHlink"/>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Divider 2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160608033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02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p:cNvSpPr>
            <a:spLocks noGrp="1"/>
          </p:cNvSpPr>
          <p:nvPr>
            <p:ph type="title" hasCustomPrompt="1"/>
          </p:nvPr>
        </p:nvSpPr>
        <p:spPr>
          <a:xfrm>
            <a:off x="530352" y="460376"/>
            <a:ext cx="6321425"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8129588" y="4032250"/>
            <a:ext cx="3652837" cy="2263775"/>
          </a:xfrm>
        </p:spPr>
        <p:txBody>
          <a:bodyPr/>
          <a:lstStyle>
            <a:lvl1pPr algn="r">
              <a:defRPr sz="16800" b="0" i="0">
                <a:solidFill>
                  <a:schemeClr val="bg2"/>
                </a:solidFill>
                <a:latin typeface="Aptos Light" panose="020B0004020202020204" pitchFamily="34" charset="0"/>
              </a:defRPr>
            </a:lvl1pPr>
          </a:lstStyle>
          <a:p>
            <a:pPr lvl="0"/>
            <a:r>
              <a:rPr lang="en-US"/>
              <a:t>00</a:t>
            </a:r>
          </a:p>
        </p:txBody>
      </p:sp>
    </p:spTree>
    <p:extLst>
      <p:ext uri="{BB962C8B-B14F-4D97-AF65-F5344CB8AC3E}">
        <p14:creationId xmlns:p14="http://schemas.microsoft.com/office/powerpoint/2010/main" val="1573496620"/>
      </p:ext>
    </p:extLst>
  </p:cSld>
  <p:clrMapOvr>
    <a:overrideClrMapping bg1="dk1" tx1="lt1" bg2="dk2" tx2="lt2" accent1="accent1" accent2="accent2" accent3="accent3" accent4="accent4" accent5="accent5" accent6="accent6" hlink="hlink" folHlink="folHlink"/>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Divider 3 (Carbon)">
    <p:bg>
      <p:bgPr>
        <a:solidFill>
          <a:schemeClr val="bg1"/>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xmlns="" id="{7274B755-8240-83B9-3196-C74E801E1AF5}"/>
              </a:ext>
            </a:extLst>
          </p:cNvPr>
          <p:cNvGraphicFramePr>
            <a:graphicFrameLocks noChangeAspect="1"/>
          </p:cNvGraphicFramePr>
          <p:nvPr userDrawn="1">
            <p:custDataLst>
              <p:tags r:id="rId2"/>
            </p:custDataLst>
            <p:extLst>
              <p:ext uri="{D42A27DB-BD31-4B8C-83A1-F6EECF244321}">
                <p14:modId xmlns:p14="http://schemas.microsoft.com/office/powerpoint/2010/main" val="42849229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12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Text Placeholder 15">
            <a:extLst>
              <a:ext uri="{FF2B5EF4-FFF2-40B4-BE49-F238E27FC236}">
                <a16:creationId xmlns:a16="http://schemas.microsoft.com/office/drawing/2014/main" xmlns="" id="{79093BE2-F3D8-BF59-AFFD-9E2E282D0BFF}"/>
              </a:ext>
            </a:extLst>
          </p:cNvPr>
          <p:cNvSpPr>
            <a:spLocks noGrp="1"/>
          </p:cNvSpPr>
          <p:nvPr>
            <p:ph type="body" sz="quarter" idx="13" hasCustomPrompt="1"/>
          </p:nvPr>
        </p:nvSpPr>
        <p:spPr>
          <a:xfrm>
            <a:off x="5768542" y="0"/>
            <a:ext cx="7342547" cy="7146388"/>
          </a:xfrm>
        </p:spPr>
        <p:txBody>
          <a:bodyPr anchor="ctr"/>
          <a:lstStyle>
            <a:lvl1pPr algn="l">
              <a:defRPr sz="57100" b="0" i="0" spc="-3000" baseline="0">
                <a:ln w="17653">
                  <a:solidFill>
                    <a:schemeClr val="bg2"/>
                  </a:solidFill>
                </a:ln>
                <a:noFill/>
                <a:latin typeface="+mj-lt"/>
              </a:defRPr>
            </a:lvl1pPr>
          </a:lstStyle>
          <a:p>
            <a:pPr lvl="0"/>
            <a:r>
              <a:rPr lang="en-US"/>
              <a:t>00</a:t>
            </a:r>
          </a:p>
        </p:txBody>
      </p:sp>
      <p:sp>
        <p:nvSpPr>
          <p:cNvPr id="2" name="Title 1"/>
          <p:cNvSpPr>
            <a:spLocks noGrp="1"/>
          </p:cNvSpPr>
          <p:nvPr>
            <p:ph type="title" hasCustomPrompt="1"/>
          </p:nvPr>
        </p:nvSpPr>
        <p:spPr>
          <a:xfrm>
            <a:off x="530352" y="460376"/>
            <a:ext cx="4722813" cy="2212974"/>
          </a:xfrm>
        </p:spPr>
        <p:txBody>
          <a:bodyPr vert="horz" anchor="t"/>
          <a:lstStyle>
            <a:lvl1pPr>
              <a:defRPr sz="4800"/>
            </a:lvl1pPr>
          </a:lstStyle>
          <a:p>
            <a:r>
              <a:rPr lang="en-US"/>
              <a:t>Click to add divider title</a:t>
            </a:r>
          </a:p>
        </p:txBody>
      </p:sp>
      <p:sp>
        <p:nvSpPr>
          <p:cNvPr id="3" name="Text Placeholder 2"/>
          <p:cNvSpPr>
            <a:spLocks noGrp="1"/>
          </p:cNvSpPr>
          <p:nvPr>
            <p:ph type="body" idx="1"/>
          </p:nvPr>
        </p:nvSpPr>
        <p:spPr>
          <a:xfrm>
            <a:off x="565150" y="2874963"/>
            <a:ext cx="2538413" cy="2212975"/>
          </a:xfrm>
        </p:spPr>
        <p:txBody>
          <a:bodyPr/>
          <a:lstStyle>
            <a:lvl1pPr marL="0" indent="0">
              <a:spcBef>
                <a:spcPts val="1200"/>
              </a:spcBef>
              <a:buNone/>
              <a:defRPr sz="1400" b="1">
                <a:solidFill>
                  <a:schemeClr val="tx1"/>
                </a:solidFill>
              </a:defRPr>
            </a:lvl1pPr>
            <a:lvl2pPr marL="6350" indent="0">
              <a:spcBef>
                <a:spcPts val="1200"/>
              </a:spcBef>
              <a:buNone/>
              <a:tabLst/>
              <a:defRPr sz="1400">
                <a:solidFill>
                  <a:srgbClr val="BEB4AA"/>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025901173"/>
      </p:ext>
    </p:extLst>
  </p:cSld>
  <p:clrMapOvr>
    <a:overrideClrMapping bg1="dk1" tx1="lt1" bg2="dk2" tx2="lt2" accent1="accent1" accent2="accent2" accent3="accent3" accent4="accent4" accent5="accent5" accent6="accent6" hlink="hlink" folHlink="folHlink"/>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04168798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22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232864" y="1305349"/>
            <a:ext cx="7726282" cy="4247317"/>
          </a:xfrm>
          <a:prstGeom prst="rect">
            <a:avLst/>
          </a:prstGeom>
          <a:noFill/>
        </p:spPr>
        <p:txBody>
          <a:bodyPr wrap="none" lIns="0" tIns="0" rIns="0" bIns="0" rtlCol="0" anchor="ctr">
            <a:spAutoFit/>
          </a:bodyPr>
          <a:lstStyle/>
          <a:p>
            <a:pPr algn="ctr"/>
            <a:r>
              <a:rPr lang="en-US" sz="13800">
                <a:solidFill>
                  <a:srgbClr val="000000"/>
                </a:solidFill>
              </a:rPr>
              <a:t>Large text </a:t>
            </a:r>
          </a:p>
          <a:p>
            <a:pPr algn="ctr"/>
            <a:r>
              <a:rPr lang="en-US" sz="13800">
                <a:solidFill>
                  <a:srgbClr val="000000"/>
                </a:solidFill>
              </a:rPr>
              <a:t>layouts</a:t>
            </a:r>
          </a:p>
        </p:txBody>
      </p:sp>
    </p:spTree>
    <p:extLst>
      <p:ext uri="{BB962C8B-B14F-4D97-AF65-F5344CB8AC3E}">
        <p14:creationId xmlns:p14="http://schemas.microsoft.com/office/powerpoint/2010/main" val="990869071"/>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Large Text">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58332353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33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2101737479"/>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Large Text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9860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433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939919774"/>
      </p:ext>
    </p:extLst>
  </p:cSld>
  <p:clrMapOvr>
    <a:overrideClrMapping bg1="lt1" tx1="dk1" bg2="lt2" tx2="dk2" accent1="accent1" accent2="accent2" accent3="accent3" accent4="accent4" accent5="accent5" accent6="accent6" hlink="hlink" folHlink="folHlink"/>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Large Text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61986468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535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Tree>
    <p:extLst>
      <p:ext uri="{BB962C8B-B14F-4D97-AF65-F5344CB8AC3E}">
        <p14:creationId xmlns:p14="http://schemas.microsoft.com/office/powerpoint/2010/main" val="1516569473"/>
      </p:ext>
    </p:extLst>
  </p:cSld>
  <p:clrMapOvr>
    <a:overrideClrMapping bg1="dk1" tx1="lt1" bg2="dk2" tx2="lt2" accent1="accent1" accent2="accent2" accent3="accent3" accent4="accent4" accent5="accent5" accent6="accent6" hlink="hlink" folHlink="folHlink"/>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Large Text, patter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5113001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638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703D0EC0-800C-017B-115C-E6C2A79F739E}"/>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9" name="Page# static">
            <a:extLst>
              <a:ext uri="{FF2B5EF4-FFF2-40B4-BE49-F238E27FC236}">
                <a16:creationId xmlns:a16="http://schemas.microsoft.com/office/drawing/2014/main" xmlns="" id="{961FCCAC-9A14-EABD-E6FC-0250DF9CC614}"/>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3" name="TextBox 2">
            <a:extLst>
              <a:ext uri="{FF2B5EF4-FFF2-40B4-BE49-F238E27FC236}">
                <a16:creationId xmlns:a16="http://schemas.microsoft.com/office/drawing/2014/main" xmlns="" id="{C5A28A1E-C0C1-68F9-2CC0-E47E8E939C27}"/>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722347694"/>
      </p:ext>
    </p:extLst>
  </p:cSld>
  <p:clrMapOvr>
    <a:overrideClrMapping bg1="lt1" tx1="dk1" bg2="lt2" tx2="dk2" accent1="accent1" accent2="accent2" accent3="accent3" accent4="accent4" accent5="accent5" accent6="accent6" hlink="hlink" folHlink="folHlink"/>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Large Text, pattern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40772626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74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4" name="Graphic 3">
            <a:extLst>
              <a:ext uri="{FF2B5EF4-FFF2-40B4-BE49-F238E27FC236}">
                <a16:creationId xmlns:a16="http://schemas.microsoft.com/office/drawing/2014/main" xmlns="" id="{0EAE06A4-0CF9-D5F6-2C1C-A4EA49DA41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b"/>
          <a:lstStyle>
            <a:lvl1pPr>
              <a:lnSpc>
                <a:spcPct val="95000"/>
              </a:lnSpc>
              <a:spcBef>
                <a:spcPts val="0"/>
              </a:spcBef>
              <a:defRPr sz="4800">
                <a:solidFill>
                  <a:schemeClr val="tx1"/>
                </a:solidFill>
              </a:defRPr>
            </a:lvl1pPr>
            <a:lvl2pPr>
              <a:buNone/>
              <a:defRPr/>
            </a:lvl2pPr>
          </a:lstStyle>
          <a:p>
            <a:pPr lvl="0"/>
            <a:r>
              <a:rPr lang="en-US"/>
              <a:t>Click to add large statement</a:t>
            </a:r>
          </a:p>
        </p:txBody>
      </p:sp>
      <p:sp>
        <p:nvSpPr>
          <p:cNvPr id="12" name="Page# static">
            <a:extLst>
              <a:ext uri="{FF2B5EF4-FFF2-40B4-BE49-F238E27FC236}">
                <a16:creationId xmlns:a16="http://schemas.microsoft.com/office/drawing/2014/main" xmlns="" id="{CFD9CA61-A5D4-A8B1-D137-7AE49157FD8B}"/>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FFFFFF"/>
                </a:solidFill>
              </a:rPr>
              <a:pPr algn="r"/>
              <a:t>‹#›</a:t>
            </a:fld>
            <a:endParaRPr lang="en-US" sz="1000">
              <a:solidFill>
                <a:srgbClr val="FFFFFF"/>
              </a:solidFill>
            </a:endParaRPr>
          </a:p>
        </p:txBody>
      </p:sp>
      <p:sp>
        <p:nvSpPr>
          <p:cNvPr id="3" name="TextBox 2">
            <a:extLst>
              <a:ext uri="{FF2B5EF4-FFF2-40B4-BE49-F238E27FC236}">
                <a16:creationId xmlns:a16="http://schemas.microsoft.com/office/drawing/2014/main" xmlns="" id="{D2A8C3E6-DD95-5B46-D797-E225A8A1F31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solidFill>
              </a:rPr>
              <a:t>Tenarai</a:t>
            </a:r>
          </a:p>
        </p:txBody>
      </p:sp>
    </p:spTree>
    <p:extLst>
      <p:ext uri="{BB962C8B-B14F-4D97-AF65-F5344CB8AC3E}">
        <p14:creationId xmlns:p14="http://schemas.microsoft.com/office/powerpoint/2010/main" val="408292974"/>
      </p:ext>
    </p:extLst>
  </p:cSld>
  <p:clrMapOvr>
    <a:overrideClrMapping bg1="dk1" tx1="lt1" bg2="dk2" tx2="lt2" accent1="accent1" accent2="accent2" accent3="accent3" accent4="accent4" accent5="accent5" accent6="accent6" hlink="hlink" folHlink="folHlink"/>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Quote Large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0173603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84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chemeClr val="tx2"/>
          </a:solidFill>
          <a:ln w="9525" cap="flat">
            <a:noFill/>
            <a:prstDash val="solid"/>
            <a:miter/>
          </a:ln>
        </p:spPr>
        <p:txBody>
          <a:bodyPr/>
          <a:lstStyle/>
          <a:p>
            <a:endParaRPr lang="en-US">
              <a:solidFill>
                <a:srgbClr val="000000"/>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812478625"/>
      </p:ext>
    </p:extLst>
  </p:cSld>
  <p:clrMapOvr>
    <a:overrideClrMapping bg1="lt1" tx1="dk1" bg2="lt2" tx2="dk2" accent1="accent1" accent2="accent2" accent3="accent3" accent4="accent4" accent5="accent5" accent6="accent6" hlink="hlink" folHlink="folHlink"/>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Quote Large (Carbon)">
    <p:bg>
      <p:bgRef idx="1001">
        <a:schemeClr val="bg1"/>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6192085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894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Move="1" noResize="1" noEditPoints="1" noAdjustHandles="1" noChangeArrowheads="1" noChangeShapeType="1"/>
          </p:cNvSpPr>
          <p:nvPr/>
        </p:nvSpPr>
        <p:spPr>
          <a:xfrm>
            <a:off x="8491622"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13" name="Graphic 6">
            <a:extLst>
              <a:ext uri="{FF2B5EF4-FFF2-40B4-BE49-F238E27FC236}">
                <a16:creationId xmlns:a16="http://schemas.microsoft.com/office/drawing/2014/main" xmlns="" id="{5704A31B-9B6E-C2A6-8DE0-7AD2C158968C}"/>
              </a:ext>
            </a:extLst>
          </p:cNvPr>
          <p:cNvSpPr>
            <a:spLocks noGrp="1" noRot="1" noMove="1" noResize="1" noEditPoints="1" noAdjustHandles="1" noChangeArrowheads="1" noChangeShapeType="1"/>
          </p:cNvSpPr>
          <p:nvPr userDrawn="1"/>
        </p:nvSpPr>
        <p:spPr>
          <a:xfrm>
            <a:off x="4512935" y="2692121"/>
            <a:ext cx="3401551" cy="3401551"/>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solidFill>
            <a:srgbClr val="1E321E"/>
          </a:solidFill>
          <a:ln w="9525" cap="flat">
            <a:noFill/>
            <a:prstDash val="solid"/>
            <a:miter/>
          </a:ln>
        </p:spPr>
        <p:txBody>
          <a:bodyPr/>
          <a:lstStyle/>
          <a:p>
            <a:endParaRPr lang="en-US">
              <a:solidFill>
                <a:srgbClr val="FFFFFF"/>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617663"/>
            <a:ext cx="9158288" cy="3773488"/>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1868610825"/>
      </p:ext>
    </p:extLst>
  </p:cSld>
  <p:clrMapOvr>
    <a:overrideClrMapping bg1="dk1" tx1="lt1" bg2="dk2" tx2="lt2" accent1="accent1" accent2="accent2" accent3="accent3" accent4="accent4" accent5="accent5" accent6="accent6" hlink="hlink" folHlink="folHlink"/>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Quote Small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264404976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04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bg2"/>
            </a:solidFill>
            <a:prstDash val="solid"/>
            <a:miter/>
          </a:ln>
        </p:spPr>
        <p:txBody>
          <a:bodyPr/>
          <a:lstStyle/>
          <a:p>
            <a:endParaRPr lang="en-US">
              <a:solidFill>
                <a:srgbClr val="FFFFFF"/>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2278801549"/>
      </p:ext>
    </p:extLst>
  </p:cSld>
  <p:clrMapOvr>
    <a:overrideClrMapping bg1="dk1" tx1="lt1" bg2="dk2" tx2="lt2" accent1="accent1" accent2="accent2" accent3="accent3" accent4="accent4" accent5="accent5" accent6="accent6" hlink="hlink" folHlink="folHlink"/>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Quote Small (Tan)">
    <p:bg>
      <p:bgRef idx="1001">
        <a:schemeClr val="bg2"/>
      </p:bgRef>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95CA49F4-48E9-A3DE-1498-C53E70898B28}"/>
              </a:ext>
            </a:extLst>
          </p:cNvPr>
          <p:cNvGraphicFramePr>
            <a:graphicFrameLocks noChangeAspect="1"/>
          </p:cNvGraphicFramePr>
          <p:nvPr userDrawn="1">
            <p:custDataLst>
              <p:tags r:id="rId2"/>
            </p:custDataLst>
            <p:extLst>
              <p:ext uri="{D42A27DB-BD31-4B8C-83A1-F6EECF244321}">
                <p14:modId xmlns:p14="http://schemas.microsoft.com/office/powerpoint/2010/main" val="30960572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15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2" name="Graphic 6">
            <a:extLst>
              <a:ext uri="{FF2B5EF4-FFF2-40B4-BE49-F238E27FC236}">
                <a16:creationId xmlns:a16="http://schemas.microsoft.com/office/drawing/2014/main" xmlns="" id="{9BBEBE0E-152D-A16F-3630-C71A21EECEDC}"/>
              </a:ext>
            </a:extLst>
          </p:cNvPr>
          <p:cNvSpPr>
            <a:spLocks noGrp="1" noRot="1" noChangeAspect="1" noMove="1" noResize="1" noEditPoints="1" noAdjustHandles="1" noChangeArrowheads="1" noChangeShapeType="1"/>
          </p:cNvSpPr>
          <p:nvPr/>
        </p:nvSpPr>
        <p:spPr>
          <a:xfrm>
            <a:off x="10145268"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5" name="Graphic 6">
            <a:extLst>
              <a:ext uri="{FF2B5EF4-FFF2-40B4-BE49-F238E27FC236}">
                <a16:creationId xmlns:a16="http://schemas.microsoft.com/office/drawing/2014/main" xmlns="" id="{8A7C7FDA-9484-79E1-3FBC-E8E366DADB95}"/>
              </a:ext>
            </a:extLst>
          </p:cNvPr>
          <p:cNvSpPr>
            <a:spLocks noGrp="1" noRot="1" noChangeAspect="1" noMove="1" noResize="1" noEditPoints="1" noAdjustHandles="1" noChangeArrowheads="1" noChangeShapeType="1"/>
          </p:cNvSpPr>
          <p:nvPr userDrawn="1"/>
        </p:nvSpPr>
        <p:spPr>
          <a:xfrm>
            <a:off x="8239686" y="4191000"/>
            <a:ext cx="1655064" cy="1655064"/>
          </a:xfrm>
          <a:custGeom>
            <a:avLst/>
            <a:gdLst>
              <a:gd name="csX0" fmla="*/ 0 w 2543374"/>
              <a:gd name="csY0" fmla="*/ 0 h 2543374"/>
              <a:gd name="csX1" fmla="*/ 0 w 2543374"/>
              <a:gd name="csY1" fmla="*/ 1271683 h 2543374"/>
              <a:gd name="csX2" fmla="*/ 1271692 w 2543374"/>
              <a:gd name="csY2" fmla="*/ 1271683 h 2543374"/>
              <a:gd name="csX3" fmla="*/ 1271692 w 2543374"/>
              <a:gd name="csY3" fmla="*/ 2543375 h 2543374"/>
              <a:gd name="csX4" fmla="*/ 2543375 w 2543374"/>
              <a:gd name="csY4" fmla="*/ 2543375 h 2543374"/>
              <a:gd name="csX5" fmla="*/ 2543375 w 2543374"/>
              <a:gd name="csY5" fmla="*/ 0 h 2543374"/>
              <a:gd name="csX6" fmla="*/ 0 w 2543374"/>
              <a:gd name="csY6" fmla="*/ 0 h 254337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43374" h="2543374">
                <a:moveTo>
                  <a:pt x="0" y="0"/>
                </a:moveTo>
                <a:lnTo>
                  <a:pt x="0" y="1271683"/>
                </a:lnTo>
                <a:lnTo>
                  <a:pt x="1271692" y="1271683"/>
                </a:lnTo>
                <a:lnTo>
                  <a:pt x="1271692" y="2543375"/>
                </a:lnTo>
                <a:lnTo>
                  <a:pt x="2543375" y="2543375"/>
                </a:lnTo>
                <a:lnTo>
                  <a:pt x="2543375" y="0"/>
                </a:lnTo>
                <a:lnTo>
                  <a:pt x="0" y="0"/>
                </a:lnTo>
                <a:close/>
              </a:path>
            </a:pathLst>
          </a:custGeom>
          <a:noFill/>
          <a:ln w="63500" cap="sq">
            <a:solidFill>
              <a:schemeClr val="tx2"/>
            </a:solidFill>
            <a:prstDash val="solid"/>
            <a:miter/>
          </a:ln>
        </p:spPr>
        <p:txBody>
          <a:bodyPr/>
          <a:lstStyle/>
          <a:p>
            <a:endParaRPr lang="en-US">
              <a:solidFill>
                <a:srgbClr val="000000"/>
              </a:solidFill>
            </a:endParaRPr>
          </a:p>
        </p:txBody>
      </p:sp>
      <p:sp>
        <p:nvSpPr>
          <p:cNvPr id="2" name="Title 1">
            <a:extLst>
              <a:ext uri="{FF2B5EF4-FFF2-40B4-BE49-F238E27FC236}">
                <a16:creationId xmlns:a16="http://schemas.microsoft.com/office/drawing/2014/main" xmlns="" id="{D26C5000-532C-36A8-6F31-2029B6853E6C}"/>
              </a:ext>
            </a:extLst>
          </p:cNvPr>
          <p:cNvSpPr>
            <a:spLocks noGrp="1"/>
          </p:cNvSpPr>
          <p:nvPr>
            <p:ph type="title"/>
          </p:nvPr>
        </p:nvSpPr>
        <p:spPr>
          <a:xfrm>
            <a:off x="565150" y="460375"/>
            <a:ext cx="9158288" cy="731520"/>
          </a:xfrm>
        </p:spPr>
        <p:txBody>
          <a:bodyPr vert="horz"/>
          <a:lstStyle/>
          <a:p>
            <a:r>
              <a:rPr lang="en-US"/>
              <a:t>Click to edit Master title style</a:t>
            </a:r>
          </a:p>
        </p:txBody>
      </p:sp>
      <p:sp>
        <p:nvSpPr>
          <p:cNvPr id="6" name="Text Placeholder 5">
            <a:extLst>
              <a:ext uri="{FF2B5EF4-FFF2-40B4-BE49-F238E27FC236}">
                <a16:creationId xmlns:a16="http://schemas.microsoft.com/office/drawing/2014/main" xmlns="" id="{F4A1E27D-0E58-839D-68C6-A2C2E2F2BB78}"/>
              </a:ext>
            </a:extLst>
          </p:cNvPr>
          <p:cNvSpPr>
            <a:spLocks noGrp="1"/>
          </p:cNvSpPr>
          <p:nvPr>
            <p:ph type="body" sz="quarter" idx="12" hasCustomPrompt="1"/>
          </p:nvPr>
        </p:nvSpPr>
        <p:spPr>
          <a:xfrm>
            <a:off x="565150" y="1466851"/>
            <a:ext cx="9158288" cy="3924300"/>
          </a:xfrm>
        </p:spPr>
        <p:txBody>
          <a:bodyPr anchor="t"/>
          <a:lstStyle>
            <a:lvl1pPr>
              <a:lnSpc>
                <a:spcPct val="95000"/>
              </a:lnSpc>
              <a:spcBef>
                <a:spcPts val="0"/>
              </a:spcBef>
              <a:defRPr sz="4800">
                <a:solidFill>
                  <a:schemeClr val="tx1"/>
                </a:solidFill>
              </a:defRPr>
            </a:lvl1pPr>
            <a:lvl2pPr>
              <a:buNone/>
              <a:defRPr/>
            </a:lvl2pPr>
          </a:lstStyle>
          <a:p>
            <a:pPr lvl="0"/>
            <a:r>
              <a:rPr lang="en-US"/>
              <a:t>Click to add quote</a:t>
            </a:r>
          </a:p>
        </p:txBody>
      </p:sp>
    </p:spTree>
    <p:extLst>
      <p:ext uri="{BB962C8B-B14F-4D97-AF65-F5344CB8AC3E}">
        <p14:creationId xmlns:p14="http://schemas.microsoft.com/office/powerpoint/2010/main" val="4055401298"/>
      </p:ext>
    </p:extLst>
  </p:cSld>
  <p:clrMapOvr>
    <a:overrideClrMapping bg1="lt1" tx1="dk1" bg2="lt2" tx2="dk2" accent1="accent1" accent2="accent2" accent3="accent3" accent4="accent4" accent5="accent5" accent6="accent6" hlink="hlink" folHlink="folHlink"/>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821064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25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1437038" y="1305349"/>
            <a:ext cx="9317936" cy="4247317"/>
          </a:xfrm>
          <a:prstGeom prst="rect">
            <a:avLst/>
          </a:prstGeom>
          <a:noFill/>
        </p:spPr>
        <p:txBody>
          <a:bodyPr wrap="none" lIns="0" tIns="0" rIns="0" bIns="0" rtlCol="0" anchor="ctr">
            <a:spAutoFit/>
          </a:bodyPr>
          <a:lstStyle/>
          <a:p>
            <a:pPr algn="ctr"/>
            <a:r>
              <a:rPr lang="en-US" sz="13800">
                <a:solidFill>
                  <a:srgbClr val="000000"/>
                </a:solidFill>
              </a:rPr>
              <a:t>Text + Image</a:t>
            </a:r>
          </a:p>
          <a:p>
            <a:pPr algn="ctr"/>
            <a:r>
              <a:rPr lang="en-US" sz="13800">
                <a:solidFill>
                  <a:srgbClr val="000000"/>
                </a:solidFill>
              </a:rPr>
              <a:t>layouts</a:t>
            </a:r>
          </a:p>
        </p:txBody>
      </p:sp>
    </p:spTree>
    <p:extLst>
      <p:ext uri="{BB962C8B-B14F-4D97-AF65-F5344CB8AC3E}">
        <p14:creationId xmlns:p14="http://schemas.microsoft.com/office/powerpoint/2010/main" val="1289946805"/>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Title Only + Image (white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0406977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35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D4560061-E12B-343E-74A9-8D141BE850FC}"/>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50000"/>
              <a:lumOff val="50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9EA11B80-ED54-BA49-69A0-DA418072FEF3}"/>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423848775"/>
      </p:ext>
    </p:extLst>
  </p:cSld>
  <p:clrMapOvr>
    <a:overrideClrMapping bg1="lt1" tx1="dk1" bg2="lt2" tx2="dk2" accent1="accent1" accent2="accent2" accent3="accent3" accent4="accent4" accent5="accent5" accent6="accent6" hlink="hlink" folHlink="folHlink"/>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Title Only + Image (dark logo)">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38332014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45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7A1CDB2-CCE0-BB20-550A-00A6A2BF7F12}"/>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5" name="Title 4">
            <a:extLst>
              <a:ext uri="{FF2B5EF4-FFF2-40B4-BE49-F238E27FC236}">
                <a16:creationId xmlns:a16="http://schemas.microsoft.com/office/drawing/2014/main" xmlns="" id="{1E261A2D-5A29-90C5-B92E-37A00CDF7A06}"/>
              </a:ext>
            </a:extLst>
          </p:cNvPr>
          <p:cNvSpPr>
            <a:spLocks noGrp="1"/>
          </p:cNvSpPr>
          <p:nvPr>
            <p:ph type="title"/>
          </p:nvPr>
        </p:nvSpPr>
        <p:spPr/>
        <p:txBody>
          <a:bodyPr vert="horz"/>
          <a:lstStyle>
            <a:lvl1pPr>
              <a:defRPr>
                <a:solidFill>
                  <a:schemeClr val="bg1"/>
                </a:solidFill>
              </a:defRPr>
            </a:lvl1pPr>
          </a:lstStyle>
          <a:p>
            <a:r>
              <a:rPr lang="en-US"/>
              <a:t>Click to edit Master title style</a:t>
            </a:r>
            <a:endParaRPr lang="en-US" dirty="0"/>
          </a:p>
        </p:txBody>
      </p:sp>
      <p:sp>
        <p:nvSpPr>
          <p:cNvPr id="6" name="Slide Number Placeholder 5">
            <a:extLst>
              <a:ext uri="{FF2B5EF4-FFF2-40B4-BE49-F238E27FC236}">
                <a16:creationId xmlns:a16="http://schemas.microsoft.com/office/drawing/2014/main" xmlns="" id="{773BFFBA-BDD4-3A19-5F77-2115BCF77AE5}"/>
              </a:ext>
            </a:extLst>
          </p:cNvPr>
          <p:cNvSpPr>
            <a:spLocks noGrp="1"/>
          </p:cNvSpPr>
          <p:nvPr>
            <p:ph type="sldNum" sz="quarter" idx="15"/>
          </p:nvPr>
        </p:nvSpPr>
        <p:spPr>
          <a:noFill/>
        </p:spPr>
        <p:txBody>
          <a:bodyPr/>
          <a:lstStyle>
            <a:lvl1pPr>
              <a:defRPr>
                <a:solidFill>
                  <a:schemeClr val="bg1"/>
                </a:solidFill>
              </a:defRPr>
            </a:lvl1pPr>
          </a:lstStyle>
          <a:p>
            <a:fld id="{48F63A3B-78C7-47BE-AE5E-E10140E04643}" type="slidenum">
              <a:rPr lang="en-US" smtClean="0">
                <a:solidFill>
                  <a:srgbClr val="000000"/>
                </a:solidFill>
              </a:rPr>
              <a:pPr/>
              <a:t>‹#›</a:t>
            </a:fld>
            <a:endParaRPr lang="en-US">
              <a:solidFill>
                <a:srgbClr val="000000"/>
              </a:solidFill>
            </a:endParaRPr>
          </a:p>
        </p:txBody>
      </p:sp>
    </p:spTree>
    <p:extLst>
      <p:ext uri="{BB962C8B-B14F-4D97-AF65-F5344CB8AC3E}">
        <p14:creationId xmlns:p14="http://schemas.microsoft.com/office/powerpoint/2010/main" val="3037260919"/>
      </p:ext>
    </p:extLst>
  </p:cSld>
  <p:clrMapOvr>
    <a:overrideClrMapping bg1="dk1" tx1="lt1" bg2="dk2" tx2="lt2" accent1="accent1" accent2="accent2" accent3="accent3" accent4="accent4" accent5="accent5" accent6="accent6" hlink="hlink" folHlink="folHlink"/>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Text + Image, overlay white">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231249982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55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203AE294-C7C7-AF77-7408-9188832D4394}"/>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tx1">
              <a:lumMod val="95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lvl1pPr>
              <a:defRPr>
                <a:solidFill>
                  <a:schemeClr val="bg1"/>
                </a:solidFill>
              </a:defRPr>
            </a:lvl1pPr>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tx1">
              <a:alpha val="65000"/>
            </a:schemeClr>
          </a:solidFill>
        </p:spPr>
        <p:txBody>
          <a:bodyPr wrap="square" lIns="914400" tIns="402336" rIns="1371600">
            <a:noAutofit/>
          </a:bodyPr>
          <a:lstStyle>
            <a:lvl1pPr>
              <a:defRPr sz="1800">
                <a:solidFill>
                  <a:schemeClr val="bg1"/>
                </a:solidFill>
              </a:defRPr>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CA7C3122-E6F9-FD8C-5516-A3734BC187BE}"/>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206523961"/>
      </p:ext>
    </p:extLst>
  </p:cSld>
  <p:clrMapOvr>
    <a:overrideClrMapping bg1="dk1" tx1="lt1" bg2="dk2" tx2="lt2" accent1="accent1" accent2="accent2" accent3="accent3" accent4="accent4" accent5="accent5" accent6="accent6" hlink="hlink" folHlink="folHlink"/>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Text + Image, overlay dark">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FBCDB304-8E7D-662C-000E-F6107BE26C4C}"/>
              </a:ext>
            </a:extLst>
          </p:cNvPr>
          <p:cNvGraphicFramePr>
            <a:graphicFrameLocks noChangeAspect="1"/>
          </p:cNvGraphicFramePr>
          <p:nvPr userDrawn="1">
            <p:custDataLst>
              <p:tags r:id="rId2"/>
            </p:custDataLst>
            <p:extLst>
              <p:ext uri="{D42A27DB-BD31-4B8C-83A1-F6EECF244321}">
                <p14:modId xmlns:p14="http://schemas.microsoft.com/office/powerpoint/2010/main" val="192631802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66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9" name="Picture Placeholder 8">
            <a:extLst>
              <a:ext uri="{FF2B5EF4-FFF2-40B4-BE49-F238E27FC236}">
                <a16:creationId xmlns:a16="http://schemas.microsoft.com/office/drawing/2014/main" xmlns="" id="{185C2D0C-55B8-E2AC-5B89-356BBDF1C98D}"/>
              </a:ext>
            </a:extLst>
          </p:cNvPr>
          <p:cNvSpPr>
            <a:spLocks noGrp="1"/>
          </p:cNvSpPr>
          <p:nvPr>
            <p:ph type="pic" sz="quarter" idx="13"/>
          </p:nvPr>
        </p:nvSpPr>
        <p:spPr>
          <a:xfrm>
            <a:off x="0" y="0"/>
            <a:ext cx="12188952" cy="6858000"/>
          </a:xfrm>
          <a:custGeom>
            <a:avLst/>
            <a:gdLst/>
            <a:ahLst/>
            <a:cxnLst/>
            <a:rect l="l" t="t" r="r" b="b"/>
            <a:pathLst>
              <a:path w="12188952" h="6858000">
                <a:moveTo>
                  <a:pt x="933438" y="6656401"/>
                </a:moveTo>
                <a:lnTo>
                  <a:pt x="933438" y="6665954"/>
                </a:lnTo>
                <a:cubicBezTo>
                  <a:pt x="931907" y="6667969"/>
                  <a:pt x="929861" y="6669763"/>
                  <a:pt x="927301" y="6671335"/>
                </a:cubicBezTo>
                <a:cubicBezTo>
                  <a:pt x="924742" y="6672907"/>
                  <a:pt x="921951" y="6673693"/>
                  <a:pt x="918928" y="6673693"/>
                </a:cubicBezTo>
                <a:cubicBezTo>
                  <a:pt x="916469" y="6673693"/>
                  <a:pt x="914464" y="6673088"/>
                  <a:pt x="912912" y="6671879"/>
                </a:cubicBezTo>
                <a:cubicBezTo>
                  <a:pt x="911360" y="6670670"/>
                  <a:pt x="910584" y="6668816"/>
                  <a:pt x="910584" y="6666317"/>
                </a:cubicBezTo>
                <a:cubicBezTo>
                  <a:pt x="910584" y="6662850"/>
                  <a:pt x="912277" y="6660341"/>
                  <a:pt x="915663" y="6658789"/>
                </a:cubicBezTo>
                <a:cubicBezTo>
                  <a:pt x="919048" y="6657238"/>
                  <a:pt x="924974" y="6656441"/>
                  <a:pt x="933438" y="6656401"/>
                </a:cubicBezTo>
                <a:close/>
                <a:moveTo>
                  <a:pt x="819138" y="6656401"/>
                </a:moveTo>
                <a:lnTo>
                  <a:pt x="819138" y="6665954"/>
                </a:lnTo>
                <a:cubicBezTo>
                  <a:pt x="817607" y="6667969"/>
                  <a:pt x="815561" y="6669763"/>
                  <a:pt x="813001" y="6671335"/>
                </a:cubicBezTo>
                <a:cubicBezTo>
                  <a:pt x="810442" y="6672907"/>
                  <a:pt x="807651" y="6673693"/>
                  <a:pt x="804628" y="6673693"/>
                </a:cubicBezTo>
                <a:cubicBezTo>
                  <a:pt x="802169" y="6673693"/>
                  <a:pt x="800164" y="6673088"/>
                  <a:pt x="798612" y="6671879"/>
                </a:cubicBezTo>
                <a:cubicBezTo>
                  <a:pt x="797060" y="6670670"/>
                  <a:pt x="796284" y="6668816"/>
                  <a:pt x="796284" y="6666317"/>
                </a:cubicBezTo>
                <a:cubicBezTo>
                  <a:pt x="796284" y="6662850"/>
                  <a:pt x="797977" y="6660341"/>
                  <a:pt x="801363" y="6658789"/>
                </a:cubicBezTo>
                <a:cubicBezTo>
                  <a:pt x="804749" y="6657238"/>
                  <a:pt x="810674" y="6656441"/>
                  <a:pt x="819138" y="6656401"/>
                </a:cubicBezTo>
                <a:close/>
                <a:moveTo>
                  <a:pt x="666590" y="6634877"/>
                </a:moveTo>
                <a:cubicBezTo>
                  <a:pt x="670217" y="6634877"/>
                  <a:pt x="673190" y="6635895"/>
                  <a:pt x="675508" y="6637930"/>
                </a:cubicBezTo>
                <a:cubicBezTo>
                  <a:pt x="677825" y="6639966"/>
                  <a:pt x="679045" y="6643039"/>
                  <a:pt x="679166" y="6647151"/>
                </a:cubicBezTo>
                <a:lnTo>
                  <a:pt x="653590" y="6647151"/>
                </a:lnTo>
                <a:cubicBezTo>
                  <a:pt x="653832" y="6643160"/>
                  <a:pt x="655132" y="6640117"/>
                  <a:pt x="657490" y="6638021"/>
                </a:cubicBezTo>
                <a:cubicBezTo>
                  <a:pt x="659848" y="6635925"/>
                  <a:pt x="662881" y="6634877"/>
                  <a:pt x="666590" y="6634877"/>
                </a:cubicBezTo>
                <a:close/>
                <a:moveTo>
                  <a:pt x="964260" y="6624659"/>
                </a:moveTo>
                <a:lnTo>
                  <a:pt x="964260" y="6683669"/>
                </a:lnTo>
                <a:lnTo>
                  <a:pt x="980282" y="6683669"/>
                </a:lnTo>
                <a:lnTo>
                  <a:pt x="980282" y="6624659"/>
                </a:lnTo>
                <a:close/>
                <a:moveTo>
                  <a:pt x="883637" y="6623873"/>
                </a:moveTo>
                <a:cubicBezTo>
                  <a:pt x="879284" y="6623873"/>
                  <a:pt x="875575" y="6624820"/>
                  <a:pt x="872512" y="6626715"/>
                </a:cubicBezTo>
                <a:cubicBezTo>
                  <a:pt x="869448" y="6628609"/>
                  <a:pt x="867151" y="6631330"/>
                  <a:pt x="865619" y="6634877"/>
                </a:cubicBezTo>
                <a:lnTo>
                  <a:pt x="865317" y="6624659"/>
                </a:lnTo>
                <a:lnTo>
                  <a:pt x="849960" y="6624659"/>
                </a:lnTo>
                <a:lnTo>
                  <a:pt x="849960" y="6683669"/>
                </a:lnTo>
                <a:lnTo>
                  <a:pt x="865982" y="6683669"/>
                </a:lnTo>
                <a:lnTo>
                  <a:pt x="865982" y="6644430"/>
                </a:lnTo>
                <a:cubicBezTo>
                  <a:pt x="867272" y="6642616"/>
                  <a:pt x="868803" y="6641195"/>
                  <a:pt x="870577" y="6640167"/>
                </a:cubicBezTo>
                <a:cubicBezTo>
                  <a:pt x="872351" y="6639139"/>
                  <a:pt x="874326" y="6638414"/>
                  <a:pt x="876502" y="6637991"/>
                </a:cubicBezTo>
                <a:cubicBezTo>
                  <a:pt x="878679" y="6637567"/>
                  <a:pt x="880956" y="6637356"/>
                  <a:pt x="883334" y="6637356"/>
                </a:cubicBezTo>
                <a:lnTo>
                  <a:pt x="884846" y="6637356"/>
                </a:lnTo>
                <a:lnTo>
                  <a:pt x="884846" y="6623873"/>
                </a:lnTo>
                <a:close/>
                <a:moveTo>
                  <a:pt x="743180" y="6623812"/>
                </a:moveTo>
                <a:cubicBezTo>
                  <a:pt x="738021" y="6623812"/>
                  <a:pt x="733829" y="6624790"/>
                  <a:pt x="730604" y="6626745"/>
                </a:cubicBezTo>
                <a:cubicBezTo>
                  <a:pt x="727380" y="6628700"/>
                  <a:pt x="724780" y="6630947"/>
                  <a:pt x="722805" y="6633486"/>
                </a:cubicBezTo>
                <a:lnTo>
                  <a:pt x="722502" y="6624659"/>
                </a:lnTo>
                <a:lnTo>
                  <a:pt x="707085" y="6624659"/>
                </a:lnTo>
                <a:lnTo>
                  <a:pt x="707085" y="6683669"/>
                </a:lnTo>
                <a:lnTo>
                  <a:pt x="723107" y="6683669"/>
                </a:lnTo>
                <a:lnTo>
                  <a:pt x="723107" y="6644309"/>
                </a:lnTo>
                <a:cubicBezTo>
                  <a:pt x="724800" y="6642173"/>
                  <a:pt x="726785" y="6640359"/>
                  <a:pt x="729062" y="6638867"/>
                </a:cubicBezTo>
                <a:cubicBezTo>
                  <a:pt x="731340" y="6637376"/>
                  <a:pt x="734071" y="6636630"/>
                  <a:pt x="737255" y="6636630"/>
                </a:cubicBezTo>
                <a:cubicBezTo>
                  <a:pt x="739391" y="6636630"/>
                  <a:pt x="741114" y="6637074"/>
                  <a:pt x="742424" y="6637960"/>
                </a:cubicBezTo>
                <a:cubicBezTo>
                  <a:pt x="743734" y="6638847"/>
                  <a:pt x="744692" y="6640097"/>
                  <a:pt x="745296" y="6641709"/>
                </a:cubicBezTo>
                <a:cubicBezTo>
                  <a:pt x="745901" y="6643321"/>
                  <a:pt x="746203" y="6645196"/>
                  <a:pt x="746203" y="6647332"/>
                </a:cubicBezTo>
                <a:lnTo>
                  <a:pt x="746203" y="6683669"/>
                </a:lnTo>
                <a:lnTo>
                  <a:pt x="762105" y="6683669"/>
                </a:lnTo>
                <a:lnTo>
                  <a:pt x="762105" y="6645276"/>
                </a:lnTo>
                <a:cubicBezTo>
                  <a:pt x="762104" y="6638263"/>
                  <a:pt x="760452" y="6632932"/>
                  <a:pt x="757147" y="6629284"/>
                </a:cubicBezTo>
                <a:cubicBezTo>
                  <a:pt x="753842" y="6625636"/>
                  <a:pt x="749186" y="6623812"/>
                  <a:pt x="743180" y="6623812"/>
                </a:cubicBezTo>
                <a:close/>
                <a:moveTo>
                  <a:pt x="923764" y="6623752"/>
                </a:moveTo>
                <a:cubicBezTo>
                  <a:pt x="918645" y="6623752"/>
                  <a:pt x="914141" y="6624397"/>
                  <a:pt x="910251" y="6625687"/>
                </a:cubicBezTo>
                <a:cubicBezTo>
                  <a:pt x="906362" y="6626977"/>
                  <a:pt x="903318" y="6629093"/>
                  <a:pt x="901122" y="6632035"/>
                </a:cubicBezTo>
                <a:cubicBezTo>
                  <a:pt x="898925" y="6634978"/>
                  <a:pt x="897827" y="6638968"/>
                  <a:pt x="897827" y="6644007"/>
                </a:cubicBezTo>
                <a:lnTo>
                  <a:pt x="912821" y="6644007"/>
                </a:lnTo>
                <a:cubicBezTo>
                  <a:pt x="912821" y="6640621"/>
                  <a:pt x="913849" y="6638172"/>
                  <a:pt x="915905" y="6636660"/>
                </a:cubicBezTo>
                <a:cubicBezTo>
                  <a:pt x="917960" y="6635149"/>
                  <a:pt x="920580" y="6634393"/>
                  <a:pt x="923764" y="6634393"/>
                </a:cubicBezTo>
                <a:cubicBezTo>
                  <a:pt x="926667" y="6634393"/>
                  <a:pt x="929035" y="6635099"/>
                  <a:pt x="930869" y="6636509"/>
                </a:cubicBezTo>
                <a:cubicBezTo>
                  <a:pt x="932703" y="6637920"/>
                  <a:pt x="933620" y="6640540"/>
                  <a:pt x="933620" y="6644369"/>
                </a:cubicBezTo>
                <a:lnTo>
                  <a:pt x="933620" y="6647513"/>
                </a:lnTo>
                <a:cubicBezTo>
                  <a:pt x="925840" y="6647675"/>
                  <a:pt x="919018" y="6648249"/>
                  <a:pt x="913154" y="6649236"/>
                </a:cubicBezTo>
                <a:cubicBezTo>
                  <a:pt x="907289" y="6650224"/>
                  <a:pt x="902724" y="6652098"/>
                  <a:pt x="899459" y="6654859"/>
                </a:cubicBezTo>
                <a:cubicBezTo>
                  <a:pt x="896194" y="6657620"/>
                  <a:pt x="894562" y="6661722"/>
                  <a:pt x="894562" y="6667163"/>
                </a:cubicBezTo>
                <a:cubicBezTo>
                  <a:pt x="894562" y="6671073"/>
                  <a:pt x="895459" y="6674328"/>
                  <a:pt x="897252" y="6676928"/>
                </a:cubicBezTo>
                <a:cubicBezTo>
                  <a:pt x="899046" y="6679528"/>
                  <a:pt x="901394" y="6681472"/>
                  <a:pt x="904296" y="6682762"/>
                </a:cubicBezTo>
                <a:cubicBezTo>
                  <a:pt x="907198" y="6684052"/>
                  <a:pt x="910322" y="6684697"/>
                  <a:pt x="913667" y="6684697"/>
                </a:cubicBezTo>
                <a:cubicBezTo>
                  <a:pt x="917980" y="6684697"/>
                  <a:pt x="921789" y="6683961"/>
                  <a:pt x="925095" y="6682490"/>
                </a:cubicBezTo>
                <a:cubicBezTo>
                  <a:pt x="928400" y="6681019"/>
                  <a:pt x="931302" y="6678852"/>
                  <a:pt x="933801" y="6675991"/>
                </a:cubicBezTo>
                <a:lnTo>
                  <a:pt x="934285" y="6683669"/>
                </a:lnTo>
                <a:lnTo>
                  <a:pt x="949279" y="6683669"/>
                </a:lnTo>
                <a:lnTo>
                  <a:pt x="949279" y="6644067"/>
                </a:lnTo>
                <a:cubicBezTo>
                  <a:pt x="949279" y="6640117"/>
                  <a:pt x="948654" y="6636822"/>
                  <a:pt x="947405" y="6634182"/>
                </a:cubicBezTo>
                <a:cubicBezTo>
                  <a:pt x="946155" y="6631541"/>
                  <a:pt x="944392" y="6629456"/>
                  <a:pt x="942114" y="6627924"/>
                </a:cubicBezTo>
                <a:cubicBezTo>
                  <a:pt x="939837" y="6626392"/>
                  <a:pt x="937147" y="6625314"/>
                  <a:pt x="934043" y="6624689"/>
                </a:cubicBezTo>
                <a:cubicBezTo>
                  <a:pt x="930939" y="6624064"/>
                  <a:pt x="927513" y="6623752"/>
                  <a:pt x="923764" y="6623752"/>
                </a:cubicBezTo>
                <a:close/>
                <a:moveTo>
                  <a:pt x="809465" y="6623752"/>
                </a:moveTo>
                <a:cubicBezTo>
                  <a:pt x="804346" y="6623752"/>
                  <a:pt x="799841" y="6624397"/>
                  <a:pt x="795951" y="6625687"/>
                </a:cubicBezTo>
                <a:cubicBezTo>
                  <a:pt x="792062" y="6626977"/>
                  <a:pt x="789019" y="6629093"/>
                  <a:pt x="786822" y="6632035"/>
                </a:cubicBezTo>
                <a:cubicBezTo>
                  <a:pt x="784625" y="6634978"/>
                  <a:pt x="783527" y="6638968"/>
                  <a:pt x="783527" y="6644007"/>
                </a:cubicBezTo>
                <a:lnTo>
                  <a:pt x="798521" y="6644007"/>
                </a:lnTo>
                <a:cubicBezTo>
                  <a:pt x="798521" y="6640621"/>
                  <a:pt x="799549" y="6638172"/>
                  <a:pt x="801605" y="6636660"/>
                </a:cubicBezTo>
                <a:cubicBezTo>
                  <a:pt x="803660" y="6635149"/>
                  <a:pt x="806280" y="6634393"/>
                  <a:pt x="809465" y="6634393"/>
                </a:cubicBezTo>
                <a:cubicBezTo>
                  <a:pt x="812367" y="6634393"/>
                  <a:pt x="814735" y="6635099"/>
                  <a:pt x="816569" y="6636509"/>
                </a:cubicBezTo>
                <a:cubicBezTo>
                  <a:pt x="818403" y="6637920"/>
                  <a:pt x="819320" y="6640540"/>
                  <a:pt x="819320" y="6644369"/>
                </a:cubicBezTo>
                <a:lnTo>
                  <a:pt x="819320" y="6647513"/>
                </a:lnTo>
                <a:cubicBezTo>
                  <a:pt x="811540" y="6647675"/>
                  <a:pt x="804718" y="6648249"/>
                  <a:pt x="798854" y="6649236"/>
                </a:cubicBezTo>
                <a:cubicBezTo>
                  <a:pt x="792989" y="6650224"/>
                  <a:pt x="788424" y="6652098"/>
                  <a:pt x="785159" y="6654859"/>
                </a:cubicBezTo>
                <a:cubicBezTo>
                  <a:pt x="781894" y="6657620"/>
                  <a:pt x="780262" y="6661722"/>
                  <a:pt x="780262" y="6667163"/>
                </a:cubicBezTo>
                <a:cubicBezTo>
                  <a:pt x="780262" y="6671073"/>
                  <a:pt x="781159" y="6674328"/>
                  <a:pt x="782952" y="6676928"/>
                </a:cubicBezTo>
                <a:cubicBezTo>
                  <a:pt x="784746" y="6679528"/>
                  <a:pt x="787094" y="6681472"/>
                  <a:pt x="789996" y="6682762"/>
                </a:cubicBezTo>
                <a:cubicBezTo>
                  <a:pt x="792898" y="6684052"/>
                  <a:pt x="796022" y="6684697"/>
                  <a:pt x="799367" y="6684697"/>
                </a:cubicBezTo>
                <a:cubicBezTo>
                  <a:pt x="803680" y="6684697"/>
                  <a:pt x="807489" y="6683961"/>
                  <a:pt x="810795" y="6682490"/>
                </a:cubicBezTo>
                <a:cubicBezTo>
                  <a:pt x="814100" y="6681019"/>
                  <a:pt x="817002" y="6678852"/>
                  <a:pt x="819501" y="6675991"/>
                </a:cubicBezTo>
                <a:lnTo>
                  <a:pt x="819985" y="6683669"/>
                </a:lnTo>
                <a:lnTo>
                  <a:pt x="834979" y="6683669"/>
                </a:lnTo>
                <a:lnTo>
                  <a:pt x="834979" y="6644067"/>
                </a:lnTo>
                <a:cubicBezTo>
                  <a:pt x="834979" y="6640117"/>
                  <a:pt x="834355" y="6636822"/>
                  <a:pt x="833105" y="6634182"/>
                </a:cubicBezTo>
                <a:cubicBezTo>
                  <a:pt x="831855" y="6631541"/>
                  <a:pt x="830092" y="6629456"/>
                  <a:pt x="827815" y="6627924"/>
                </a:cubicBezTo>
                <a:cubicBezTo>
                  <a:pt x="825537" y="6626392"/>
                  <a:pt x="822847" y="6625314"/>
                  <a:pt x="819743" y="6624689"/>
                </a:cubicBezTo>
                <a:cubicBezTo>
                  <a:pt x="816639" y="6624064"/>
                  <a:pt x="813213" y="6623752"/>
                  <a:pt x="809465" y="6623752"/>
                </a:cubicBezTo>
                <a:close/>
                <a:moveTo>
                  <a:pt x="666590" y="6623752"/>
                </a:moveTo>
                <a:cubicBezTo>
                  <a:pt x="660261" y="6623752"/>
                  <a:pt x="654931" y="6624971"/>
                  <a:pt x="650597" y="6627410"/>
                </a:cubicBezTo>
                <a:cubicBezTo>
                  <a:pt x="646264" y="6629849"/>
                  <a:pt x="642979" y="6633325"/>
                  <a:pt x="640742" y="6637839"/>
                </a:cubicBezTo>
                <a:cubicBezTo>
                  <a:pt x="638505" y="6642354"/>
                  <a:pt x="637387" y="6647735"/>
                  <a:pt x="637387" y="6653983"/>
                </a:cubicBezTo>
                <a:cubicBezTo>
                  <a:pt x="637387" y="6660432"/>
                  <a:pt x="638535" y="6665954"/>
                  <a:pt x="640833" y="6670549"/>
                </a:cubicBezTo>
                <a:cubicBezTo>
                  <a:pt x="643131" y="6675144"/>
                  <a:pt x="646516" y="6678661"/>
                  <a:pt x="650990" y="6681100"/>
                </a:cubicBezTo>
                <a:cubicBezTo>
                  <a:pt x="655465" y="6683538"/>
                  <a:pt x="660987" y="6684758"/>
                  <a:pt x="667557" y="6684758"/>
                </a:cubicBezTo>
                <a:cubicBezTo>
                  <a:pt x="672918" y="6684758"/>
                  <a:pt x="677604" y="6684002"/>
                  <a:pt x="681614" y="6682490"/>
                </a:cubicBezTo>
                <a:cubicBezTo>
                  <a:pt x="685625" y="6680979"/>
                  <a:pt x="688789" y="6678691"/>
                  <a:pt x="691107" y="6675628"/>
                </a:cubicBezTo>
                <a:cubicBezTo>
                  <a:pt x="693424" y="6672565"/>
                  <a:pt x="694684" y="6668735"/>
                  <a:pt x="694885" y="6664140"/>
                </a:cubicBezTo>
                <a:lnTo>
                  <a:pt x="679105" y="6664140"/>
                </a:lnTo>
                <a:cubicBezTo>
                  <a:pt x="679065" y="6667123"/>
                  <a:pt x="677997" y="6669370"/>
                  <a:pt x="675901" y="6670882"/>
                </a:cubicBezTo>
                <a:cubicBezTo>
                  <a:pt x="673805" y="6672393"/>
                  <a:pt x="671023" y="6673149"/>
                  <a:pt x="667557" y="6673149"/>
                </a:cubicBezTo>
                <a:cubicBezTo>
                  <a:pt x="664211" y="6673149"/>
                  <a:pt x="661511" y="6672413"/>
                  <a:pt x="659455" y="6670942"/>
                </a:cubicBezTo>
                <a:cubicBezTo>
                  <a:pt x="657399" y="6669471"/>
                  <a:pt x="655898" y="6667526"/>
                  <a:pt x="654951" y="6665108"/>
                </a:cubicBezTo>
                <a:cubicBezTo>
                  <a:pt x="654004" y="6662689"/>
                  <a:pt x="653490" y="6660089"/>
                  <a:pt x="653409" y="6657308"/>
                </a:cubicBezTo>
                <a:lnTo>
                  <a:pt x="694825" y="6657308"/>
                </a:lnTo>
                <a:cubicBezTo>
                  <a:pt x="694906" y="6656865"/>
                  <a:pt x="694966" y="6656230"/>
                  <a:pt x="695006" y="6655404"/>
                </a:cubicBezTo>
                <a:cubicBezTo>
                  <a:pt x="695047" y="6654577"/>
                  <a:pt x="695067" y="6653922"/>
                  <a:pt x="695067" y="6653439"/>
                </a:cubicBezTo>
                <a:cubicBezTo>
                  <a:pt x="695067" y="6643926"/>
                  <a:pt x="692517" y="6636600"/>
                  <a:pt x="687418" y="6631461"/>
                </a:cubicBezTo>
                <a:cubicBezTo>
                  <a:pt x="682320" y="6626322"/>
                  <a:pt x="675377" y="6623752"/>
                  <a:pt x="666590" y="6623752"/>
                </a:cubicBezTo>
                <a:close/>
                <a:moveTo>
                  <a:pt x="566238" y="6602288"/>
                </a:moveTo>
                <a:lnTo>
                  <a:pt x="566238" y="6616436"/>
                </a:lnTo>
                <a:lnTo>
                  <a:pt x="588004" y="6616436"/>
                </a:lnTo>
                <a:lnTo>
                  <a:pt x="588004" y="6683669"/>
                </a:lnTo>
                <a:lnTo>
                  <a:pt x="604993" y="6683669"/>
                </a:lnTo>
                <a:lnTo>
                  <a:pt x="604993" y="6616436"/>
                </a:lnTo>
                <a:lnTo>
                  <a:pt x="626638" y="6616436"/>
                </a:lnTo>
                <a:lnTo>
                  <a:pt x="626638" y="6602288"/>
                </a:lnTo>
                <a:close/>
                <a:moveTo>
                  <a:pt x="972301" y="6601321"/>
                </a:moveTo>
                <a:cubicBezTo>
                  <a:pt x="969359" y="6601321"/>
                  <a:pt x="967111" y="6602056"/>
                  <a:pt x="965560" y="6603528"/>
                </a:cubicBezTo>
                <a:cubicBezTo>
                  <a:pt x="964008" y="6604999"/>
                  <a:pt x="963232" y="6606863"/>
                  <a:pt x="963232" y="6609120"/>
                </a:cubicBezTo>
                <a:cubicBezTo>
                  <a:pt x="963232" y="6611337"/>
                  <a:pt x="964008" y="6613191"/>
                  <a:pt x="965560" y="6614683"/>
                </a:cubicBezTo>
                <a:cubicBezTo>
                  <a:pt x="967111" y="6616174"/>
                  <a:pt x="969359" y="6616920"/>
                  <a:pt x="972301" y="6616920"/>
                </a:cubicBezTo>
                <a:cubicBezTo>
                  <a:pt x="975244" y="6616920"/>
                  <a:pt x="977491" y="6616174"/>
                  <a:pt x="979043" y="6614683"/>
                </a:cubicBezTo>
                <a:cubicBezTo>
                  <a:pt x="980594" y="6613191"/>
                  <a:pt x="981370" y="6611337"/>
                  <a:pt x="981370" y="6609120"/>
                </a:cubicBezTo>
                <a:cubicBezTo>
                  <a:pt x="981370" y="6606863"/>
                  <a:pt x="980594" y="6604999"/>
                  <a:pt x="979043" y="6603528"/>
                </a:cubicBezTo>
                <a:cubicBezTo>
                  <a:pt x="977491" y="6602056"/>
                  <a:pt x="975244" y="6601321"/>
                  <a:pt x="972301" y="6601321"/>
                </a:cubicBezTo>
                <a:close/>
                <a:moveTo>
                  <a:pt x="0" y="0"/>
                </a:moveTo>
                <a:lnTo>
                  <a:pt x="12188952" y="0"/>
                </a:lnTo>
                <a:lnTo>
                  <a:pt x="12188952" y="6858000"/>
                </a:lnTo>
                <a:lnTo>
                  <a:pt x="0" y="6858000"/>
                </a:lnTo>
                <a:close/>
              </a:path>
            </a:pathLst>
          </a:custGeom>
          <a:solidFill>
            <a:schemeClr val="bg1">
              <a:lumMod val="50000"/>
              <a:lumOff val="50000"/>
            </a:schemeClr>
          </a:solidFill>
        </p:spPr>
        <p:txBody>
          <a:bodyPr wrap="square">
            <a:noAutofit/>
          </a:bodyPr>
          <a:lstStyle/>
          <a:p>
            <a:r>
              <a:rPr lang="en-US"/>
              <a:t>Click icon to add picture</a:t>
            </a:r>
          </a:p>
        </p:txBody>
      </p:sp>
      <p:sp>
        <p:nvSpPr>
          <p:cNvPr id="2" name="Title 1">
            <a:extLst>
              <a:ext uri="{FF2B5EF4-FFF2-40B4-BE49-F238E27FC236}">
                <a16:creationId xmlns:a16="http://schemas.microsoft.com/office/drawing/2014/main" xmlns="" id="{2A8160C1-257C-7AAE-C491-296AF113DC78}"/>
              </a:ext>
            </a:extLst>
          </p:cNvPr>
          <p:cNvSpPr>
            <a:spLocks noGrp="1"/>
          </p:cNvSpPr>
          <p:nvPr>
            <p:ph type="title"/>
          </p:nvPr>
        </p:nvSpPr>
        <p:spPr>
          <a:xfrm>
            <a:off x="565150" y="460374"/>
            <a:ext cx="3479800" cy="2212975"/>
          </a:xfrm>
        </p:spPr>
        <p:txBody>
          <a:bodyPr vert="horz"/>
          <a:lstStyle/>
          <a:p>
            <a:r>
              <a:rPr lang="en-US"/>
              <a:t>Click to edit Master title style</a:t>
            </a:r>
          </a:p>
        </p:txBody>
      </p:sp>
      <p:sp>
        <p:nvSpPr>
          <p:cNvPr id="13" name="Text Placeholder 12">
            <a:extLst>
              <a:ext uri="{FF2B5EF4-FFF2-40B4-BE49-F238E27FC236}">
                <a16:creationId xmlns:a16="http://schemas.microsoft.com/office/drawing/2014/main" xmlns="" id="{70DF3DD5-61B4-B393-5871-2AF2ADD0C804}"/>
              </a:ext>
            </a:extLst>
          </p:cNvPr>
          <p:cNvSpPr>
            <a:spLocks noGrp="1"/>
          </p:cNvSpPr>
          <p:nvPr>
            <p:ph type="body" sz="quarter" idx="14"/>
          </p:nvPr>
        </p:nvSpPr>
        <p:spPr>
          <a:xfrm>
            <a:off x="5334000" y="0"/>
            <a:ext cx="6858000" cy="6858000"/>
          </a:xfrm>
          <a:custGeom>
            <a:avLst/>
            <a:gdLst>
              <a:gd name="csX0" fmla="*/ 0 w 6858000"/>
              <a:gd name="csY0" fmla="*/ 0 h 6858000"/>
              <a:gd name="csX1" fmla="*/ 6858000 w 6858000"/>
              <a:gd name="csY1" fmla="*/ 0 h 6858000"/>
              <a:gd name="csX2" fmla="*/ 6858000 w 6858000"/>
              <a:gd name="csY2" fmla="*/ 6858000 h 6858000"/>
              <a:gd name="csX3" fmla="*/ 3429007 w 6858000"/>
              <a:gd name="csY3" fmla="*/ 6858000 h 6858000"/>
              <a:gd name="csX4" fmla="*/ 3429007 w 6858000"/>
              <a:gd name="csY4" fmla="*/ 3428993 h 6858000"/>
              <a:gd name="csX5" fmla="*/ 0 w 6858000"/>
              <a:gd name="csY5" fmla="*/ 3428993 h 6858000"/>
            </a:gdLst>
            <a:ahLst/>
            <a:cxnLst>
              <a:cxn ang="0">
                <a:pos x="csX0" y="csY0"/>
              </a:cxn>
              <a:cxn ang="0">
                <a:pos x="csX1" y="csY1"/>
              </a:cxn>
              <a:cxn ang="0">
                <a:pos x="csX2" y="csY2"/>
              </a:cxn>
              <a:cxn ang="0">
                <a:pos x="csX3" y="csY3"/>
              </a:cxn>
              <a:cxn ang="0">
                <a:pos x="csX4" y="csY4"/>
              </a:cxn>
              <a:cxn ang="0">
                <a:pos x="csX5" y="csY5"/>
              </a:cxn>
            </a:cxnLst>
            <a:rect l="l" t="t" r="r" b="b"/>
            <a:pathLst>
              <a:path w="6858000" h="6858000">
                <a:moveTo>
                  <a:pt x="0" y="0"/>
                </a:moveTo>
                <a:lnTo>
                  <a:pt x="6858000" y="0"/>
                </a:lnTo>
                <a:lnTo>
                  <a:pt x="6858000" y="6858000"/>
                </a:lnTo>
                <a:lnTo>
                  <a:pt x="3429007" y="6858000"/>
                </a:lnTo>
                <a:lnTo>
                  <a:pt x="3429007" y="3428993"/>
                </a:lnTo>
                <a:lnTo>
                  <a:pt x="0" y="3428993"/>
                </a:lnTo>
                <a:close/>
              </a:path>
            </a:pathLst>
          </a:custGeom>
          <a:solidFill>
            <a:schemeClr val="bg1">
              <a:alpha val="30000"/>
            </a:schemeClr>
          </a:solidFill>
        </p:spPr>
        <p:txBody>
          <a:bodyPr wrap="square" lIns="914400" tIns="402336" rIns="1371600">
            <a:noAutofit/>
          </a:bodyPr>
          <a:lstStyle>
            <a:lvl1pPr>
              <a:defRPr sz="1800"/>
            </a:lvl1pPr>
            <a:lvl2pPr>
              <a:defRPr sz="1600"/>
            </a:lvl2pPr>
            <a:lvl3pPr>
              <a:defRPr sz="1600"/>
            </a:lvl3pPr>
            <a:lvl4pPr>
              <a:defRPr sz="1600"/>
            </a:lvl4pPr>
            <a:lvl5pPr>
              <a:defRPr sz="1600"/>
            </a:lvl5pPr>
          </a:lstStyle>
          <a:p>
            <a:pPr lvl="0"/>
            <a:r>
              <a:rPr lang="en-US"/>
              <a:t>Click to edit Master text styles</a:t>
            </a:r>
          </a:p>
        </p:txBody>
      </p:sp>
      <p:sp>
        <p:nvSpPr>
          <p:cNvPr id="6" name="Slide Number Placeholder 5">
            <a:extLst>
              <a:ext uri="{FF2B5EF4-FFF2-40B4-BE49-F238E27FC236}">
                <a16:creationId xmlns:a16="http://schemas.microsoft.com/office/drawing/2014/main" xmlns="" id="{34A4401C-3313-2C03-438B-0B7C7043CEB2}"/>
              </a:ext>
            </a:extLst>
          </p:cNvPr>
          <p:cNvSpPr>
            <a:spLocks noGrp="1"/>
          </p:cNvSpPr>
          <p:nvPr>
            <p:ph type="sldNum" sz="quarter" idx="16"/>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1521226675"/>
      </p:ext>
    </p:extLst>
  </p:cSld>
  <p:clrMapOvr>
    <a:overrideClrMapping bg1="dk1" tx1="lt1" bg2="dk2" tx2="lt2" accent1="accent1" accent2="accent2" accent3="accent3" accent4="accent4" accent5="accent5" accent6="accent6" hlink="hlink" folHlink="folHlink"/>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ext + Image, 33% lef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1306974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76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10" name="Text Placeholder 9">
            <a:extLst>
              <a:ext uri="{FF2B5EF4-FFF2-40B4-BE49-F238E27FC236}">
                <a16:creationId xmlns:a16="http://schemas.microsoft.com/office/drawing/2014/main" xmlns="" id="{88403ECA-F93D-BE4E-2FD5-BD8E047A9F00}"/>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7" name="Slide Number Placeholder 6">
            <a:extLst>
              <a:ext uri="{FF2B5EF4-FFF2-40B4-BE49-F238E27FC236}">
                <a16:creationId xmlns:a16="http://schemas.microsoft.com/office/drawing/2014/main" xmlns="" id="{1B7C2440-A050-99BC-6EE3-70279BE5C5F5}"/>
              </a:ext>
            </a:extLst>
          </p:cNvPr>
          <p:cNvSpPr>
            <a:spLocks noGrp="1"/>
          </p:cNvSpPr>
          <p:nvPr>
            <p:ph type="sldNum" sz="quarter" idx="15"/>
          </p:nvPr>
        </p:nvSpPr>
        <p:spPr/>
        <p:txBody>
          <a:bodyPr/>
          <a:lstStyle>
            <a:lvl1pPr>
              <a:defRPr>
                <a:solidFill>
                  <a:schemeClr val="bg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4123124671"/>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ext + Image, 33% Lef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403986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86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0"/>
            <a:ext cx="7845425" cy="6858000"/>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388A1134-0987-22DD-8DD0-0A995B637E4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9" name="Slide Number Placeholder 8">
            <a:extLst>
              <a:ext uri="{FF2B5EF4-FFF2-40B4-BE49-F238E27FC236}">
                <a16:creationId xmlns:a16="http://schemas.microsoft.com/office/drawing/2014/main" xmlns="" id="{1E8D5F67-F09B-F6C0-93DE-F3E9F433FD94}"/>
              </a:ext>
            </a:extLst>
          </p:cNvPr>
          <p:cNvSpPr>
            <a:spLocks noGrp="1"/>
          </p:cNvSpPr>
          <p:nvPr>
            <p:ph type="sldNum" sz="quarter" idx="15"/>
          </p:nvPr>
        </p:nvSpPr>
        <p:spPr/>
        <p:txBody>
          <a:bodyPr/>
          <a:lstStyle>
            <a:lvl1pPr>
              <a:defRPr>
                <a:solidFill>
                  <a:schemeClr val="tx1"/>
                </a:solidFill>
              </a:defRPr>
            </a:lvl1pPr>
          </a:lstStyle>
          <a:p>
            <a:fld id="{48F63A3B-78C7-47BE-AE5E-E10140E04643}" type="slidenum">
              <a:rPr lang="en-US" smtClean="0">
                <a:solidFill>
                  <a:srgbClr val="FFFFFF"/>
                </a:solidFill>
              </a:rPr>
              <a:pPr/>
              <a:t>‹#›</a:t>
            </a:fld>
            <a:endParaRPr lang="en-US">
              <a:solidFill>
                <a:srgbClr val="FFFFFF"/>
              </a:solidFill>
            </a:endParaRPr>
          </a:p>
        </p:txBody>
      </p:sp>
    </p:spTree>
    <p:extLst>
      <p:ext uri="{BB962C8B-B14F-4D97-AF65-F5344CB8AC3E}">
        <p14:creationId xmlns:p14="http://schemas.microsoft.com/office/powerpoint/2010/main" val="2799683860"/>
      </p:ext>
    </p:extLst>
  </p:cSld>
  <p:clrMapOvr>
    <a:overrideClrMapping bg1="dk1" tx1="lt1" bg2="dk2" tx2="lt2" accent1="accent1" accent2="accent2" accent3="accent3" accent4="accent4" accent5="accent5" accent6="accent6" hlink="hlink" folHlink="folHlink"/>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Text + Image, inset">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7496910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996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95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1737250338"/>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Text + Image, inset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6245650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07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4346575" y="260350"/>
            <a:ext cx="7516368" cy="6035675"/>
          </a:xfrm>
          <a:solidFill>
            <a:schemeClr val="bg1">
              <a:lumMod val="50000"/>
              <a:lumOff val="50000"/>
            </a:schemeClr>
          </a:solidFill>
        </p:spPr>
        <p:txBody>
          <a:bodyPr/>
          <a:lstStyle/>
          <a:p>
            <a:r>
              <a:rPr lang="en-US"/>
              <a:t>Click icon to add picture</a:t>
            </a:r>
          </a:p>
        </p:txBody>
      </p:sp>
      <p:sp>
        <p:nvSpPr>
          <p:cNvPr id="2" name="Title 1">
            <a:extLst>
              <a:ext uri="{FF2B5EF4-FFF2-40B4-BE49-F238E27FC236}">
                <a16:creationId xmlns:a16="http://schemas.microsoft.com/office/drawing/2014/main" xmlns="" id="{8B01CD1D-9029-606D-2AC9-2E64DB47B2D3}"/>
              </a:ext>
            </a:extLst>
          </p:cNvPr>
          <p:cNvSpPr>
            <a:spLocks noGrp="1"/>
          </p:cNvSpPr>
          <p:nvPr>
            <p:ph type="title" hasCustomPrompt="1"/>
          </p:nvPr>
        </p:nvSpPr>
        <p:spPr>
          <a:xfrm>
            <a:off x="565150" y="460374"/>
            <a:ext cx="2538414" cy="1006475"/>
          </a:xfrm>
        </p:spPr>
        <p:txBody>
          <a:bodyPr vert="horz"/>
          <a:lstStyle/>
          <a:p>
            <a:r>
              <a:rPr lang="en-US"/>
              <a:t>Click to add short title</a:t>
            </a:r>
          </a:p>
        </p:txBody>
      </p:sp>
      <p:sp>
        <p:nvSpPr>
          <p:cNvPr id="7" name="Text Placeholder 9">
            <a:extLst>
              <a:ext uri="{FF2B5EF4-FFF2-40B4-BE49-F238E27FC236}">
                <a16:creationId xmlns:a16="http://schemas.microsoft.com/office/drawing/2014/main" xmlns="" id="{C8533EED-4FDE-C8A5-79CA-8C8A0202D107}"/>
              </a:ext>
            </a:extLst>
          </p:cNvPr>
          <p:cNvSpPr>
            <a:spLocks noGrp="1"/>
          </p:cNvSpPr>
          <p:nvPr>
            <p:ph type="body" sz="quarter" idx="13"/>
          </p:nvPr>
        </p:nvSpPr>
        <p:spPr>
          <a:xfrm>
            <a:off x="565150" y="1768475"/>
            <a:ext cx="2538413" cy="4527550"/>
          </a:xfrm>
        </p:spPr>
        <p:txBody>
          <a:bodyPr/>
          <a:lstStyle>
            <a:lvl1pPr>
              <a:spcBef>
                <a:spcPts val="1200"/>
              </a:spcBef>
              <a:defRPr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796937857"/>
      </p:ext>
    </p:extLst>
  </p:cSld>
  <p:clrMapOvr>
    <a:overrideClrMapping bg1="dk1" tx1="lt1" bg2="dk2" tx2="lt2" accent1="accent1" accent2="accent2" accent3="accent3" accent4="accent4" accent5="accent5" accent6="accent6" hlink="hlink" folHlink="folHlink"/>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Text + Image, 2">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1996392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17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56911038"/>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Text + Image, 2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46793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27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539496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12" name="Picture Placeholder 7">
            <a:extLst>
              <a:ext uri="{FF2B5EF4-FFF2-40B4-BE49-F238E27FC236}">
                <a16:creationId xmlns:a16="http://schemas.microsoft.com/office/drawing/2014/main" xmlns="" id="{F3162975-62F4-436D-4FC6-1EF79CDD4AC2}"/>
              </a:ext>
            </a:extLst>
          </p:cNvPr>
          <p:cNvSpPr>
            <a:spLocks noGrp="1"/>
          </p:cNvSpPr>
          <p:nvPr>
            <p:ph type="pic" sz="quarter" idx="14"/>
          </p:nvPr>
        </p:nvSpPr>
        <p:spPr>
          <a:xfrm>
            <a:off x="6248400" y="1481052"/>
            <a:ext cx="5394960"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2C720AD6-ACB0-70C4-C4D3-72062B4A44CD}"/>
              </a:ext>
            </a:extLst>
          </p:cNvPr>
          <p:cNvSpPr>
            <a:spLocks noGrp="1"/>
          </p:cNvSpPr>
          <p:nvPr>
            <p:ph type="body" sz="quarter" idx="15"/>
          </p:nvPr>
        </p:nvSpPr>
        <p:spPr>
          <a:xfrm>
            <a:off x="6248399" y="4191001"/>
            <a:ext cx="539496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133383088"/>
      </p:ext>
    </p:extLst>
  </p:cSld>
  <p:clrMapOvr>
    <a:overrideClrMapping bg1="dk1" tx1="lt1" bg2="dk2" tx2="lt2" accent1="accent1" accent2="accent2" accent3="accent3" accent4="accent4" accent5="accent5" accent6="accent6" hlink="hlink" folHlink="folHlink"/>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Text + Image, 3">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357728713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37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899920229"/>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ext + Image, 3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198710448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48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3479800"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4355373" y="1481052"/>
            <a:ext cx="3479800"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4355372"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8145596" y="1481052"/>
            <a:ext cx="3479800"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8145595" y="4191001"/>
            <a:ext cx="34798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930336317"/>
      </p:ext>
    </p:extLst>
  </p:cSld>
  <p:clrMapOvr>
    <a:overrideClrMapping bg1="dk1" tx1="lt1" bg2="dk2" tx2="lt2" accent1="accent1" accent2="accent2" accent3="accent3" accent4="accent4" accent5="accent5" accent6="accent6" hlink="hlink" folHlink="folHlink"/>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preserve="1" userDrawn="1">
  <p:cSld name="Text + Image, 4">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0335989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58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95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95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95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95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5E5751"/>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55891793"/>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preserve="1" userDrawn="1">
  <p:cSld name="Text + Image, 4 (Carbon)">
    <p:bg>
      <p:bgPr>
        <a:solidFill>
          <a:schemeClr val="bg1"/>
        </a:soli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xmlns="" id="{380A0ECC-1D66-B098-5210-118057BE6507}"/>
              </a:ext>
            </a:extLst>
          </p:cNvPr>
          <p:cNvGraphicFramePr>
            <a:graphicFrameLocks noChangeAspect="1"/>
          </p:cNvGraphicFramePr>
          <p:nvPr userDrawn="1">
            <p:custDataLst>
              <p:tags r:id="rId2"/>
            </p:custDataLst>
            <p:extLst>
              <p:ext uri="{D42A27DB-BD31-4B8C-83A1-F6EECF244321}">
                <p14:modId xmlns:p14="http://schemas.microsoft.com/office/powerpoint/2010/main" val="25074786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68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8" name="Picture Placeholder 7">
            <a:extLst>
              <a:ext uri="{FF2B5EF4-FFF2-40B4-BE49-F238E27FC236}">
                <a16:creationId xmlns:a16="http://schemas.microsoft.com/office/drawing/2014/main" xmlns="" id="{65A0BD3C-982A-53AE-710F-83E577BFB7DE}"/>
              </a:ext>
            </a:extLst>
          </p:cNvPr>
          <p:cNvSpPr>
            <a:spLocks noGrp="1"/>
          </p:cNvSpPr>
          <p:nvPr>
            <p:ph type="pic" sz="quarter" idx="12"/>
          </p:nvPr>
        </p:nvSpPr>
        <p:spPr>
          <a:xfrm>
            <a:off x="565150" y="1481052"/>
            <a:ext cx="2542032" cy="2416683"/>
          </a:xfrm>
          <a:solidFill>
            <a:schemeClr val="bg1">
              <a:lumMod val="50000"/>
              <a:lumOff val="50000"/>
            </a:schemeClr>
          </a:solidFill>
        </p:spPr>
        <p:txBody>
          <a:bodyPr/>
          <a:lstStyle/>
          <a:p>
            <a:r>
              <a:rPr lang="en-US"/>
              <a:t>Click icon to add picture</a:t>
            </a:r>
          </a:p>
        </p:txBody>
      </p:sp>
      <p:sp>
        <p:nvSpPr>
          <p:cNvPr id="7" name="Text Placeholder 9">
            <a:extLst>
              <a:ext uri="{FF2B5EF4-FFF2-40B4-BE49-F238E27FC236}">
                <a16:creationId xmlns:a16="http://schemas.microsoft.com/office/drawing/2014/main" xmlns="" id="{E900B526-266F-B612-5C34-062E50CF80F6}"/>
              </a:ext>
            </a:extLst>
          </p:cNvPr>
          <p:cNvSpPr>
            <a:spLocks noGrp="1"/>
          </p:cNvSpPr>
          <p:nvPr>
            <p:ph type="body" sz="quarter" idx="13"/>
          </p:nvPr>
        </p:nvSpPr>
        <p:spPr>
          <a:xfrm>
            <a:off x="565149" y="4191001"/>
            <a:ext cx="2542032"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5" name="Title 4">
            <a:extLst>
              <a:ext uri="{FF2B5EF4-FFF2-40B4-BE49-F238E27FC236}">
                <a16:creationId xmlns:a16="http://schemas.microsoft.com/office/drawing/2014/main" xmlns="" id="{370CD32A-0F00-F059-B64C-771616DEB459}"/>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2" name="Picture Placeholder 7">
            <a:extLst>
              <a:ext uri="{FF2B5EF4-FFF2-40B4-BE49-F238E27FC236}">
                <a16:creationId xmlns:a16="http://schemas.microsoft.com/office/drawing/2014/main" xmlns="" id="{C426DFC7-77AC-5D09-1D2D-DF1BDDB507BC}"/>
              </a:ext>
            </a:extLst>
          </p:cNvPr>
          <p:cNvSpPr>
            <a:spLocks noGrp="1"/>
          </p:cNvSpPr>
          <p:nvPr>
            <p:ph type="pic" sz="quarter" idx="14"/>
          </p:nvPr>
        </p:nvSpPr>
        <p:spPr>
          <a:xfrm>
            <a:off x="3406627" y="1481052"/>
            <a:ext cx="2542032" cy="2416683"/>
          </a:xfrm>
          <a:solidFill>
            <a:schemeClr val="bg1">
              <a:lumMod val="50000"/>
              <a:lumOff val="50000"/>
            </a:schemeClr>
          </a:solidFill>
        </p:spPr>
        <p:txBody>
          <a:bodyPr/>
          <a:lstStyle/>
          <a:p>
            <a:r>
              <a:rPr lang="en-US"/>
              <a:t>Click icon to add picture</a:t>
            </a:r>
          </a:p>
        </p:txBody>
      </p:sp>
      <p:sp>
        <p:nvSpPr>
          <p:cNvPr id="9" name="Text Placeholder 9">
            <a:extLst>
              <a:ext uri="{FF2B5EF4-FFF2-40B4-BE49-F238E27FC236}">
                <a16:creationId xmlns:a16="http://schemas.microsoft.com/office/drawing/2014/main" xmlns="" id="{E61938BC-BFC8-5C34-14B6-ABA4979B2378}"/>
              </a:ext>
            </a:extLst>
          </p:cNvPr>
          <p:cNvSpPr>
            <a:spLocks noGrp="1"/>
          </p:cNvSpPr>
          <p:nvPr>
            <p:ph type="body" sz="quarter" idx="15"/>
          </p:nvPr>
        </p:nvSpPr>
        <p:spPr>
          <a:xfrm>
            <a:off x="3408658"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0" name="Picture Placeholder 7">
            <a:extLst>
              <a:ext uri="{FF2B5EF4-FFF2-40B4-BE49-F238E27FC236}">
                <a16:creationId xmlns:a16="http://schemas.microsoft.com/office/drawing/2014/main" xmlns="" id="{F0E6370C-4B6C-16C6-400E-ADA71B718584}"/>
              </a:ext>
            </a:extLst>
          </p:cNvPr>
          <p:cNvSpPr>
            <a:spLocks noGrp="1"/>
          </p:cNvSpPr>
          <p:nvPr>
            <p:ph type="pic" sz="quarter" idx="16"/>
          </p:nvPr>
        </p:nvSpPr>
        <p:spPr>
          <a:xfrm>
            <a:off x="6248104" y="1481052"/>
            <a:ext cx="2542032" cy="2416683"/>
          </a:xfrm>
          <a:solidFill>
            <a:schemeClr val="bg1">
              <a:lumMod val="50000"/>
              <a:lumOff val="50000"/>
            </a:schemeClr>
          </a:solidFill>
        </p:spPr>
        <p:txBody>
          <a:bodyPr/>
          <a:lstStyle/>
          <a:p>
            <a:r>
              <a:rPr lang="en-US"/>
              <a:t>Click icon to add picture</a:t>
            </a:r>
          </a:p>
        </p:txBody>
      </p:sp>
      <p:sp>
        <p:nvSpPr>
          <p:cNvPr id="11" name="Text Placeholder 9">
            <a:extLst>
              <a:ext uri="{FF2B5EF4-FFF2-40B4-BE49-F238E27FC236}">
                <a16:creationId xmlns:a16="http://schemas.microsoft.com/office/drawing/2014/main" xmlns="" id="{BDDDA5D0-45B3-08F4-D76C-47407E4CD0CF}"/>
              </a:ext>
            </a:extLst>
          </p:cNvPr>
          <p:cNvSpPr>
            <a:spLocks noGrp="1"/>
          </p:cNvSpPr>
          <p:nvPr>
            <p:ph type="body" sz="quarter" idx="17"/>
          </p:nvPr>
        </p:nvSpPr>
        <p:spPr>
          <a:xfrm>
            <a:off x="6250135"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
        <p:nvSpPr>
          <p:cNvPr id="12" name="Picture Placeholder 7">
            <a:extLst>
              <a:ext uri="{FF2B5EF4-FFF2-40B4-BE49-F238E27FC236}">
                <a16:creationId xmlns:a16="http://schemas.microsoft.com/office/drawing/2014/main" xmlns="" id="{F46AC7D4-BC15-6A84-4467-242C1C4BAFE1}"/>
              </a:ext>
            </a:extLst>
          </p:cNvPr>
          <p:cNvSpPr>
            <a:spLocks noGrp="1"/>
          </p:cNvSpPr>
          <p:nvPr>
            <p:ph type="pic" sz="quarter" idx="18"/>
          </p:nvPr>
        </p:nvSpPr>
        <p:spPr>
          <a:xfrm>
            <a:off x="9089580" y="1481052"/>
            <a:ext cx="2542032" cy="2416683"/>
          </a:xfrm>
          <a:solidFill>
            <a:schemeClr val="bg1">
              <a:lumMod val="50000"/>
              <a:lumOff val="50000"/>
            </a:schemeClr>
          </a:solidFill>
        </p:spPr>
        <p:txBody>
          <a:bodyPr/>
          <a:lstStyle/>
          <a:p>
            <a:r>
              <a:rPr lang="en-US"/>
              <a:t>Click icon to add picture</a:t>
            </a:r>
          </a:p>
        </p:txBody>
      </p:sp>
      <p:sp>
        <p:nvSpPr>
          <p:cNvPr id="13" name="Text Placeholder 9">
            <a:extLst>
              <a:ext uri="{FF2B5EF4-FFF2-40B4-BE49-F238E27FC236}">
                <a16:creationId xmlns:a16="http://schemas.microsoft.com/office/drawing/2014/main" xmlns="" id="{9903FE93-7DD1-D9EC-1426-97509BCD2DCB}"/>
              </a:ext>
            </a:extLst>
          </p:cNvPr>
          <p:cNvSpPr>
            <a:spLocks noGrp="1"/>
          </p:cNvSpPr>
          <p:nvPr>
            <p:ph type="body" sz="quarter" idx="19"/>
          </p:nvPr>
        </p:nvSpPr>
        <p:spPr>
          <a:xfrm>
            <a:off x="9091612" y="4191001"/>
            <a:ext cx="2540000" cy="2105024"/>
          </a:xfrm>
        </p:spPr>
        <p:txBody>
          <a:bodyPr/>
          <a:lstStyle>
            <a:lvl1pPr>
              <a:spcBef>
                <a:spcPts val="1200"/>
              </a:spcBef>
              <a:defRPr sz="1600" b="1"/>
            </a:lvl1pPr>
            <a:lvl2pPr marL="0" indent="0">
              <a:spcBef>
                <a:spcPts val="1200"/>
              </a:spcBef>
              <a:buNone/>
              <a:defRPr>
                <a:solidFill>
                  <a:srgbClr val="BEB4AA"/>
                </a:solidFill>
              </a:defRPr>
            </a:lvl2pPr>
            <a:lvl3pPr>
              <a:spcBef>
                <a:spcPts val="0"/>
              </a:spcBef>
              <a:defRPr/>
            </a:lvl3pPr>
            <a:lvl4pPr>
              <a:spcBef>
                <a:spcPts val="0"/>
              </a:spcBef>
              <a:defRPr/>
            </a:lvl4pPr>
            <a:lvl5pPr>
              <a:spcBef>
                <a:spcPts val="0"/>
              </a:spcBef>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88871333"/>
      </p:ext>
    </p:extLst>
  </p:cSld>
  <p:clrMapOvr>
    <a:overrideClrMapping bg1="dk1" tx1="lt1" bg2="dk2" tx2="lt2" accent1="accent1" accent2="accent2" accent3="accent3" accent4="accent4" accent5="accent5" accent6="accent6" hlink="hlink" folHlink="folHlink"/>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37508618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78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310147" y="1305349"/>
            <a:ext cx="5571717" cy="4247317"/>
          </a:xfrm>
          <a:prstGeom prst="rect">
            <a:avLst/>
          </a:prstGeom>
          <a:noFill/>
        </p:spPr>
        <p:txBody>
          <a:bodyPr wrap="none" lIns="0" tIns="0" rIns="0" bIns="0" rtlCol="0" anchor="ctr">
            <a:spAutoFit/>
          </a:bodyPr>
          <a:lstStyle/>
          <a:p>
            <a:pPr algn="ctr"/>
            <a:r>
              <a:rPr lang="en-US" sz="13800">
                <a:solidFill>
                  <a:srgbClr val="000000"/>
                </a:solidFill>
              </a:rPr>
              <a:t>Case</a:t>
            </a:r>
          </a:p>
          <a:p>
            <a:pPr algn="ctr"/>
            <a:r>
              <a:rPr lang="en-US" sz="13800">
                <a:solidFill>
                  <a:srgbClr val="000000"/>
                </a:solidFill>
              </a:rPr>
              <a:t>layouts</a:t>
            </a:r>
          </a:p>
        </p:txBody>
      </p:sp>
    </p:spTree>
    <p:extLst>
      <p:ext uri="{BB962C8B-B14F-4D97-AF65-F5344CB8AC3E}">
        <p14:creationId xmlns:p14="http://schemas.microsoft.com/office/powerpoint/2010/main" val="46553107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6_Cas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46" name="Rectangle 45">
            <a:extLst>
              <a:ext uri="{FF2B5EF4-FFF2-40B4-BE49-F238E27FC236}">
                <a16:creationId xmlns:a16="http://schemas.microsoft.com/office/drawing/2014/main" xmlns="" id="{EDF65D57-7405-B1F1-189F-3EA07B19BDD8}"/>
              </a:ext>
            </a:extLst>
          </p:cNvPr>
          <p:cNvSpPr/>
          <p:nvPr userDrawn="1"/>
        </p:nvSpPr>
        <p:spPr>
          <a:xfrm>
            <a:off x="5525393" y="5300630"/>
            <a:ext cx="6316085" cy="1124607"/>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53997667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24"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407613272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8925"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chemeClr val="tx1">
                    <a:lumMod val="65000"/>
                    <a:lumOff val="3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95236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xmlns="" id="{E7B7D991-8F48-A2FE-48B9-5DE04A8FC96C}"/>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930839048"/>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7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1" name="Rectangle 10">
            <a:extLst>
              <a:ext uri="{FF2B5EF4-FFF2-40B4-BE49-F238E27FC236}">
                <a16:creationId xmlns:a16="http://schemas.microsoft.com/office/drawing/2014/main" xmlns="" id="{ACF7983F-BA5F-CFFA-A0A8-08DDC8806E6C}"/>
              </a:ext>
            </a:extLst>
          </p:cNvPr>
          <p:cNvSpPr/>
          <p:nvPr userDrawn="1"/>
        </p:nvSpPr>
        <p:spPr>
          <a:xfrm>
            <a:off x="5525393" y="5300630"/>
            <a:ext cx="6316085" cy="1124607"/>
          </a:xfrm>
          <a:prstGeom prst="rect">
            <a:avLst/>
          </a:prstGeom>
          <a:solidFill>
            <a:srgbClr val="DAD2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331500280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8"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6820632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09949"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baseline="0">
                <a:solidFill>
                  <a:srgbClr val="8E867E"/>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881247" cy="168321"/>
          </a:xfrm>
        </p:spPr>
        <p:txBody>
          <a:bodyPr/>
          <a:lstStyle>
            <a:lvl1pPr marL="182880" indent="-182880">
              <a:lnSpc>
                <a:spcPct val="100000"/>
              </a:lnSpc>
              <a:spcBef>
                <a:spcPts val="0"/>
              </a:spcBef>
              <a:buFont typeface="Arial" panose="020B0604020202020204" pitchFamily="34" charset="0"/>
              <a:buNone/>
              <a:defRPr sz="1100" b="1" kern="1200" cap="all" spc="200" baseline="0">
                <a:solidFill>
                  <a:srgbClr val="8E867E"/>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200" baseline="0">
                <a:solidFill>
                  <a:srgbClr val="5E575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1527769"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rgbClr val="8E867E"/>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 </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xmlns="" id="{132D2CBB-6B5E-C0DC-5A56-451205979AAE}"/>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Tree>
    <p:extLst>
      <p:ext uri="{BB962C8B-B14F-4D97-AF65-F5344CB8AC3E}">
        <p14:creationId xmlns:p14="http://schemas.microsoft.com/office/powerpoint/2010/main" val="2072111206"/>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preserve="1" userDrawn="1">
  <p:cSld name="8_Case">
    <p:bg>
      <p:bgPr>
        <a:solidFill>
          <a:schemeClr val="tx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985640" y="1"/>
            <a:ext cx="7246467" cy="6857999"/>
          </a:xfrm>
          <a:prstGeom prst="rect">
            <a:avLst/>
          </a:prstGeom>
          <a:solidFill>
            <a:srgbClr val="1E1E1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19" name="Rectangle 18">
            <a:extLst>
              <a:ext uri="{FF2B5EF4-FFF2-40B4-BE49-F238E27FC236}">
                <a16:creationId xmlns:a16="http://schemas.microsoft.com/office/drawing/2014/main" xmlns="" id="{EBFAB308-4AAB-3B8F-BC70-3145A0D359C1}"/>
              </a:ext>
            </a:extLst>
          </p:cNvPr>
          <p:cNvSpPr/>
          <p:nvPr userDrawn="1"/>
        </p:nvSpPr>
        <p:spPr>
          <a:xfrm>
            <a:off x="5525393" y="5300630"/>
            <a:ext cx="6316085" cy="1124607"/>
          </a:xfrm>
          <a:prstGeom prst="rect">
            <a:avLst/>
          </a:prstGeom>
          <a:solidFill>
            <a:srgbClr val="1616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1200" dirty="0">
              <a:solidFill>
                <a:srgbClr val="000000"/>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2429785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72"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49" y="460375"/>
            <a:ext cx="4109385" cy="1124586"/>
          </a:xfrm>
        </p:spPr>
        <p:txBody>
          <a:bodyPr vert="horz"/>
          <a:lstStyle>
            <a:lvl1pPr>
              <a:defRPr b="0">
                <a:solidFill>
                  <a:schemeClr val="bg1"/>
                </a:solidFill>
              </a:defRPr>
            </a:lvl1pPr>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hasCustomPrompt="1"/>
          </p:nvPr>
        </p:nvSpPr>
        <p:spPr>
          <a:xfrm>
            <a:off x="565149" y="1764273"/>
            <a:ext cx="4109386" cy="470928"/>
          </a:xfrm>
        </p:spPr>
        <p:txBody>
          <a:bodyPr/>
          <a:lstStyle>
            <a:lvl1pPr>
              <a:spcBef>
                <a:spcPts val="1200"/>
              </a:spcBef>
              <a:defRPr sz="1100" b="1">
                <a:solidFill>
                  <a:schemeClr val="bg1"/>
                </a:solidFill>
              </a:defRPr>
            </a:lvl1pPr>
            <a:lvl2pPr marL="0" indent="0">
              <a:spcBef>
                <a:spcPts val="1200"/>
              </a:spcBef>
              <a:buNone/>
              <a:defRPr>
                <a:solidFill>
                  <a:srgbClr val="5E5751"/>
                </a:solidFill>
              </a:defRPr>
            </a:lvl2pPr>
          </a:lstStyle>
          <a:p>
            <a:pPr lvl="0"/>
            <a:r>
              <a:rPr lang="en-US" dirty="0"/>
              <a:t>Sub Heading</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solidFill>
                  <a:schemeClr val="bg1">
                    <a:lumMod val="50000"/>
                  </a:schemeClr>
                </a:solidFill>
              </a:defRPr>
            </a:lvl1pPr>
          </a:lstStyle>
          <a:p>
            <a:fld id="{48F63A3B-78C7-47BE-AE5E-E10140E04643}" type="slidenum">
              <a:rPr lang="en-US" smtClean="0">
                <a:solidFill>
                  <a:srgbClr val="FFFFFF">
                    <a:lumMod val="50000"/>
                  </a:srgbClr>
                </a:solidFill>
              </a:rPr>
              <a:pPr/>
              <a:t>‹#›</a:t>
            </a:fld>
            <a:endParaRPr lang="en-US">
              <a:solidFill>
                <a:srgbClr val="FFFFFF">
                  <a:lumMod val="50000"/>
                </a:srgbClr>
              </a:solidFill>
            </a:endParaRPr>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hasCustomPrompt="1"/>
          </p:nvPr>
        </p:nvSpPr>
        <p:spPr>
          <a:xfrm>
            <a:off x="5523488" y="460375"/>
            <a:ext cx="6101458"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0" tIns="45720" rIns="91440" bIns="45720" rtlCol="0" anchor="ctr">
            <a:noAutofit/>
          </a:bodyPr>
          <a:lstStyle>
            <a:lvl1pPr>
              <a:buNone/>
              <a:defRPr kumimoji="0" lang="en-US" sz="1100" b="1" kern="1000" cap="all" spc="300" normalizeH="0" baseline="0" dirty="0" smtClean="0">
                <a:ln>
                  <a:noFill/>
                </a:ln>
                <a:solidFill>
                  <a:schemeClr val="tx2"/>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it-IT" dirty="0"/>
              <a:t>Title</a:t>
            </a:r>
            <a:endParaRPr lang="en-US" dirty="0"/>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hasCustomPrompt="1"/>
          </p:nvPr>
        </p:nvSpPr>
        <p:spPr>
          <a:xfrm>
            <a:off x="5525393" y="1277449"/>
            <a:ext cx="6316085" cy="1015880"/>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91778956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0973" name="think-cell Slide" r:id="rId7" imgW="7772400" imgH="10058400" progId="TCLayout.ActiveDocument.1">
                  <p:embed/>
                </p:oleObj>
              </mc:Choice>
              <mc:Fallback>
                <p:oleObj name="think-cell Slide" r:id="rId7"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53888"/>
          </a:xfrm>
          <a:prstGeom prst="rect">
            <a:avLst/>
          </a:prstGeom>
          <a:noFill/>
        </p:spPr>
        <p:txBody>
          <a:bodyPr wrap="square" lIns="0" tIns="0" rIns="0" bIns="0" rtlCol="0">
            <a:spAutoFit/>
          </a:bodyPr>
          <a:lstStyle/>
          <a:p>
            <a:pPr algn="r"/>
            <a:fld id="{62A6DD37-EB78-B147-89E4-8AE27B51EE89}" type="slidenum">
              <a:rPr lang="en-US" sz="1000" smtClean="0">
                <a:solidFill>
                  <a:srgbClr val="FFFFFF">
                    <a:lumMod val="50000"/>
                  </a:srgbClr>
                </a:solidFill>
              </a:rPr>
              <a:pPr algn="r"/>
              <a:t>‹#›</a:t>
            </a:fld>
            <a:endParaRPr lang="en-US" sz="1000">
              <a:solidFill>
                <a:srgbClr val="FFFFFF">
                  <a:lumMod val="50000"/>
                </a:srgbClr>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FFFFFF">
                    <a:lumMod val="50000"/>
                  </a:srgbClr>
                </a:solidFill>
              </a:rPr>
              <a:t>Copyright 2026, Strictly Confidential, All rights reserved</a:t>
            </a:r>
          </a:p>
        </p:txBody>
      </p:sp>
      <p:sp>
        <p:nvSpPr>
          <p:cNvPr id="26" name="Text Placeholder 11">
            <a:extLst>
              <a:ext uri="{FF2B5EF4-FFF2-40B4-BE49-F238E27FC236}">
                <a16:creationId xmlns:a16="http://schemas.microsoft.com/office/drawing/2014/main" xmlns="" id="{F51F3B15-2605-2A5A-B0F4-B4BBFD52367C}"/>
              </a:ext>
            </a:extLst>
          </p:cNvPr>
          <p:cNvSpPr>
            <a:spLocks noGrp="1"/>
          </p:cNvSpPr>
          <p:nvPr>
            <p:ph type="body" sz="quarter" idx="21" hasCustomPrompt="1"/>
          </p:nvPr>
        </p:nvSpPr>
        <p:spPr>
          <a:xfrm>
            <a:off x="565148" y="2374334"/>
            <a:ext cx="4109387" cy="1054666"/>
          </a:xfrm>
        </p:spPr>
        <p:txBody>
          <a:bodyPr/>
          <a:lstStyle>
            <a:lvl1pPr>
              <a:spcBef>
                <a:spcPts val="1200"/>
              </a:spcBef>
              <a:defRPr sz="1100" b="0">
                <a:solidFill>
                  <a:schemeClr val="bg1">
                    <a:lumMod val="75000"/>
                  </a:schemeClr>
                </a:solidFill>
              </a:defRPr>
            </a:lvl1pPr>
            <a:lvl2pPr marL="0" indent="0">
              <a:spcBef>
                <a:spcPts val="1200"/>
              </a:spcBef>
              <a:buNone/>
              <a:defRPr>
                <a:solidFill>
                  <a:srgbClr val="5E5751"/>
                </a:solidFill>
              </a:defRPr>
            </a:lvl2pPr>
          </a:lstStyle>
          <a:p>
            <a:pPr lvl="0"/>
            <a:r>
              <a:rPr lang="en-US" dirty="0"/>
              <a:t>Body text</a:t>
            </a:r>
          </a:p>
        </p:txBody>
      </p:sp>
      <p:sp>
        <p:nvSpPr>
          <p:cNvPr id="30" name="Text Placeholder 24">
            <a:extLst>
              <a:ext uri="{FF2B5EF4-FFF2-40B4-BE49-F238E27FC236}">
                <a16:creationId xmlns:a16="http://schemas.microsoft.com/office/drawing/2014/main" xmlns="" id="{D738CE7C-9AC6-FCC5-F504-B9842892C1D3}"/>
              </a:ext>
            </a:extLst>
          </p:cNvPr>
          <p:cNvSpPr>
            <a:spLocks noGrp="1"/>
          </p:cNvSpPr>
          <p:nvPr>
            <p:ph type="body" sz="quarter" idx="22" hasCustomPrompt="1"/>
          </p:nvPr>
        </p:nvSpPr>
        <p:spPr>
          <a:xfrm>
            <a:off x="5525393" y="897678"/>
            <a:ext cx="1992072" cy="215019"/>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CHALLENGE</a:t>
            </a:r>
            <a:endParaRPr lang="en-US" dirty="0"/>
          </a:p>
        </p:txBody>
      </p:sp>
      <p:cxnSp>
        <p:nvCxnSpPr>
          <p:cNvPr id="32" name="Straight Connector 31">
            <a:extLst>
              <a:ext uri="{FF2B5EF4-FFF2-40B4-BE49-F238E27FC236}">
                <a16:creationId xmlns:a16="http://schemas.microsoft.com/office/drawing/2014/main" xmlns="" id="{4FB4D2BC-094E-AA94-9C06-9E34623A44FC}"/>
              </a:ext>
            </a:extLst>
          </p:cNvPr>
          <p:cNvCxnSpPr>
            <a:cxnSpLocks/>
          </p:cNvCxnSpPr>
          <p:nvPr userDrawn="1"/>
        </p:nvCxnSpPr>
        <p:spPr>
          <a:xfrm>
            <a:off x="5525393" y="1157468"/>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4" name="Text Placeholder 24">
            <a:extLst>
              <a:ext uri="{FF2B5EF4-FFF2-40B4-BE49-F238E27FC236}">
                <a16:creationId xmlns:a16="http://schemas.microsoft.com/office/drawing/2014/main" xmlns="" id="{817F6CD0-4A9E-ED23-AD80-A9611F4C61BD}"/>
              </a:ext>
            </a:extLst>
          </p:cNvPr>
          <p:cNvSpPr>
            <a:spLocks noGrp="1"/>
          </p:cNvSpPr>
          <p:nvPr>
            <p:ph type="body" sz="quarter" idx="23" hasCustomPrompt="1"/>
          </p:nvPr>
        </p:nvSpPr>
        <p:spPr>
          <a:xfrm>
            <a:off x="5525393" y="3026014"/>
            <a:ext cx="6316085" cy="2109866"/>
          </a:xfrm>
        </p:spPr>
        <p:txBody>
          <a:bodyPr/>
          <a:lstStyle>
            <a:lvl1pPr marL="0" indent="0">
              <a:lnSpc>
                <a:spcPct val="100000"/>
              </a:lnSpc>
              <a:spcBef>
                <a:spcPts val="0"/>
              </a:spcBef>
              <a:buFont typeface="Arial" panose="020B0604020202020204" pitchFamily="34" charset="0"/>
              <a:buNone/>
              <a:defRPr sz="1050">
                <a:solidFill>
                  <a:schemeClr val="bg1">
                    <a:lumMod val="65000"/>
                  </a:schemeClr>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Body text</a:t>
            </a:r>
          </a:p>
        </p:txBody>
      </p:sp>
      <p:sp>
        <p:nvSpPr>
          <p:cNvPr id="35" name="Text Placeholder 24">
            <a:extLst>
              <a:ext uri="{FF2B5EF4-FFF2-40B4-BE49-F238E27FC236}">
                <a16:creationId xmlns:a16="http://schemas.microsoft.com/office/drawing/2014/main" xmlns="" id="{87E1CC24-D75A-C013-9495-53F0C22A2596}"/>
              </a:ext>
            </a:extLst>
          </p:cNvPr>
          <p:cNvSpPr>
            <a:spLocks noGrp="1"/>
          </p:cNvSpPr>
          <p:nvPr>
            <p:ph type="body" sz="quarter" idx="24" hasCustomPrompt="1"/>
          </p:nvPr>
        </p:nvSpPr>
        <p:spPr>
          <a:xfrm>
            <a:off x="5525393" y="2646243"/>
            <a:ext cx="2241927" cy="168321"/>
          </a:xfrm>
        </p:spPr>
        <p:txBody>
          <a:bodyPr/>
          <a:lstStyle>
            <a:lvl1pPr marL="182880" indent="-182880">
              <a:lnSpc>
                <a:spcPct val="100000"/>
              </a:lnSpc>
              <a:spcBef>
                <a:spcPts val="0"/>
              </a:spcBef>
              <a:buFont typeface="Arial" panose="020B0604020202020204" pitchFamily="34" charset="0"/>
              <a:buNone/>
              <a:defRPr lang="en-US" sz="1100" b="1" kern="1200" cap="all" spc="200" baseline="0" dirty="0">
                <a:solidFill>
                  <a:schemeClr val="tx1">
                    <a:lumMod val="50000"/>
                    <a:lumOff val="50000"/>
                  </a:schemeClr>
                </a:solidFill>
                <a:latin typeface="+mn-lt"/>
                <a:ea typeface="+mn-ea"/>
                <a:cs typeface="+mn-cs"/>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marL="182880" lvl="0" indent="-182880" algn="l" defTabSz="914400" rtl="0" eaLnBrk="1" latinLnBrk="0" hangingPunct="1">
              <a:lnSpc>
                <a:spcPct val="100000"/>
              </a:lnSpc>
              <a:spcBef>
                <a:spcPts val="0"/>
              </a:spcBef>
              <a:buFont typeface="Arial" panose="020B0604020202020204" pitchFamily="34" charset="0"/>
              <a:buNone/>
            </a:pPr>
            <a:r>
              <a:rPr lang="en-IN" dirty="0"/>
              <a:t>THE SOLUTION</a:t>
            </a:r>
            <a:endParaRPr lang="en-US" dirty="0"/>
          </a:p>
        </p:txBody>
      </p:sp>
      <p:cxnSp>
        <p:nvCxnSpPr>
          <p:cNvPr id="37" name="Straight Connector 36">
            <a:extLst>
              <a:ext uri="{FF2B5EF4-FFF2-40B4-BE49-F238E27FC236}">
                <a16:creationId xmlns:a16="http://schemas.microsoft.com/office/drawing/2014/main" xmlns="" id="{BB5BF001-32D9-CBB3-F078-84937C85200A}"/>
              </a:ext>
            </a:extLst>
          </p:cNvPr>
          <p:cNvCxnSpPr>
            <a:cxnSpLocks/>
          </p:cNvCxnSpPr>
          <p:nvPr userDrawn="1"/>
        </p:nvCxnSpPr>
        <p:spPr>
          <a:xfrm>
            <a:off x="5525393" y="2906033"/>
            <a:ext cx="6316085" cy="0"/>
          </a:xfrm>
          <a:prstGeom prst="line">
            <a:avLst/>
          </a:prstGeom>
          <a:ln w="6350">
            <a:solidFill>
              <a:srgbClr val="5E5751"/>
            </a:solidFill>
          </a:ln>
        </p:spPr>
        <p:style>
          <a:lnRef idx="2">
            <a:schemeClr val="accent1"/>
          </a:lnRef>
          <a:fillRef idx="0">
            <a:schemeClr val="accent1"/>
          </a:fillRef>
          <a:effectRef idx="1">
            <a:schemeClr val="accent1"/>
          </a:effectRef>
          <a:fontRef idx="minor">
            <a:schemeClr val="tx1"/>
          </a:fontRef>
        </p:style>
      </p:cxnSp>
      <p:sp>
        <p:nvSpPr>
          <p:cNvPr id="38" name="Text Placeholder 24">
            <a:extLst>
              <a:ext uri="{FF2B5EF4-FFF2-40B4-BE49-F238E27FC236}">
                <a16:creationId xmlns:a16="http://schemas.microsoft.com/office/drawing/2014/main" xmlns="" id="{34F17F95-E697-A94F-DB38-E4237349443E}"/>
              </a:ext>
            </a:extLst>
          </p:cNvPr>
          <p:cNvSpPr>
            <a:spLocks noGrp="1"/>
          </p:cNvSpPr>
          <p:nvPr>
            <p:ph type="body" sz="quarter" idx="25" hasCustomPrompt="1"/>
          </p:nvPr>
        </p:nvSpPr>
        <p:spPr>
          <a:xfrm>
            <a:off x="5525393" y="5300630"/>
            <a:ext cx="6316085" cy="1124607"/>
          </a:xfrm>
        </p:spPr>
        <p:txBody>
          <a:bodyPr lIns="180000" tIns="72000"/>
          <a:lstStyle>
            <a:lvl1pPr marL="0" indent="0">
              <a:lnSpc>
                <a:spcPct val="100000"/>
              </a:lnSpc>
              <a:spcBef>
                <a:spcPts val="0"/>
              </a:spcBef>
              <a:buFont typeface="Arial" panose="020B0604020202020204" pitchFamily="34" charset="0"/>
              <a:buNone/>
              <a:defRPr sz="1050">
                <a:solidFill>
                  <a:schemeClr val="bg1"/>
                </a:solidFill>
              </a:defRPr>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b="1" dirty="0"/>
              <a:t>The result text</a:t>
            </a:r>
            <a:endParaRPr lang="en-US" dirty="0"/>
          </a:p>
        </p:txBody>
      </p:sp>
      <p:cxnSp>
        <p:nvCxnSpPr>
          <p:cNvPr id="40" name="Straight Connector 39">
            <a:extLst>
              <a:ext uri="{FF2B5EF4-FFF2-40B4-BE49-F238E27FC236}">
                <a16:creationId xmlns:a16="http://schemas.microsoft.com/office/drawing/2014/main" xmlns="" id="{CD84A50B-F2B1-C6BE-E6EE-6BEF58E99BCB}"/>
              </a:ext>
            </a:extLst>
          </p:cNvPr>
          <p:cNvCxnSpPr>
            <a:cxnSpLocks/>
          </p:cNvCxnSpPr>
          <p:nvPr userDrawn="1"/>
        </p:nvCxnSpPr>
        <p:spPr>
          <a:xfrm>
            <a:off x="5525393" y="5300630"/>
            <a:ext cx="0" cy="1124607"/>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xmlns="" id="{09D0CC24-D7A4-EBC9-ED92-E511AB8246E9}"/>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FFFFFF">
                    <a:lumMod val="50000"/>
                  </a:srgbClr>
                </a:solidFill>
              </a:rPr>
              <a:t>Tenarai</a:t>
            </a:r>
          </a:p>
        </p:txBody>
      </p:sp>
    </p:spTree>
    <p:extLst>
      <p:ext uri="{BB962C8B-B14F-4D97-AF65-F5344CB8AC3E}">
        <p14:creationId xmlns:p14="http://schemas.microsoft.com/office/powerpoint/2010/main" val="1149561108"/>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1_Cas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xmlns="" id="{D59692DF-901F-96E4-737C-0C9F729D125A}"/>
              </a:ext>
            </a:extLst>
          </p:cNvPr>
          <p:cNvSpPr/>
          <p:nvPr/>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196728310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96"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358668" cy="2329125"/>
          </a:xfrm>
        </p:spPr>
        <p:txBody>
          <a:bodyPr vert="horz"/>
          <a:lstStyle/>
          <a:p>
            <a:r>
              <a:rPr lang="en-US" dirty="0"/>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49" y="3067291"/>
            <a:ext cx="3358668" cy="3228733"/>
          </a:xfrm>
        </p:spPr>
        <p:txBody>
          <a:bodyPr/>
          <a:lstStyle>
            <a:lvl1pPr>
              <a:spcBef>
                <a:spcPts val="1200"/>
              </a:spcBef>
              <a:defRPr sz="1600" b="1"/>
            </a:lvl1pPr>
            <a:lvl2pPr marL="0" indent="0">
              <a:spcBef>
                <a:spcPts val="1200"/>
              </a:spcBef>
              <a:buNone/>
              <a:defRPr>
                <a:solidFill>
                  <a:srgbClr val="5E5751"/>
                </a:solidFill>
              </a:defRPr>
            </a:lvl2pPr>
          </a:lstStyle>
          <a:p>
            <a:pPr lvl="0"/>
            <a:r>
              <a:rPr lang="en-US" dirty="0"/>
              <a:t>Click to edit Master text styles</a:t>
            </a:r>
          </a:p>
          <a:p>
            <a:pPr lvl="1"/>
            <a:r>
              <a:rPr lang="en-US" dirty="0"/>
              <a:t>Second level</a:t>
            </a:r>
          </a:p>
        </p:txBody>
      </p:sp>
      <p:sp>
        <p:nvSpPr>
          <p:cNvPr id="4" name="Slide Number Placeholder 5">
            <a:extLst>
              <a:ext uri="{FF2B5EF4-FFF2-40B4-BE49-F238E27FC236}">
                <a16:creationId xmlns:a16="http://schemas.microsoft.com/office/drawing/2014/main" xmlns="" id="{26B7F6E9-13B6-CFE0-DB26-235893298308}"/>
              </a:ext>
            </a:extLst>
          </p:cNvPr>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5" name="Page# static">
            <a:extLst>
              <a:ext uri="{FF2B5EF4-FFF2-40B4-BE49-F238E27FC236}">
                <a16:creationId xmlns:a16="http://schemas.microsoft.com/office/drawing/2014/main" xmlns="" id="{07C6CA1E-06E0-1FDA-6640-6A806400C7EC}"/>
              </a:ext>
            </a:extLst>
          </p:cNvPr>
          <p:cNvSpPr txBox="1"/>
          <p:nvPr/>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6" name="TextBox 5">
            <a:extLst>
              <a:ext uri="{FF2B5EF4-FFF2-40B4-BE49-F238E27FC236}">
                <a16:creationId xmlns:a16="http://schemas.microsoft.com/office/drawing/2014/main" xmlns="" id="{7DB752B6-A013-4EB6-8E20-8EA33B1FE962}"/>
              </a:ext>
            </a:extLst>
          </p:cNvPr>
          <p:cNvSpPr txBox="1"/>
          <p:nvPr/>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1" name="Straight Connector 10">
            <a:extLst>
              <a:ext uri="{FF2B5EF4-FFF2-40B4-BE49-F238E27FC236}">
                <a16:creationId xmlns:a16="http://schemas.microsoft.com/office/drawing/2014/main" xmlns="" id="{0E9F2B9A-52E4-5369-DE70-8BFDBBCC0D18}"/>
              </a:ext>
            </a:extLst>
          </p:cNvPr>
          <p:cNvCxnSpPr>
            <a:cxnSpLocks/>
          </p:cNvCxnSpPr>
          <p:nvPr/>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3" name="Picture 12">
            <a:extLst>
              <a:ext uri="{FF2B5EF4-FFF2-40B4-BE49-F238E27FC236}">
                <a16:creationId xmlns:a16="http://schemas.microsoft.com/office/drawing/2014/main" xmlns="" id="{C0E0F2B1-911D-23F5-0F11-045F8FF1FA0E}"/>
              </a:ext>
            </a:extLst>
          </p:cNvPr>
          <p:cNvPicPr>
            <a:picLocks noChangeAspect="1"/>
          </p:cNvPicPr>
          <p:nvPr/>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23" name="Straight Connector 22">
            <a:extLst>
              <a:ext uri="{FF2B5EF4-FFF2-40B4-BE49-F238E27FC236}">
                <a16:creationId xmlns:a16="http://schemas.microsoft.com/office/drawing/2014/main" xmlns="" id="{E1DC7703-A219-49E7-FEA0-BEFC89E1F97D}"/>
              </a:ext>
            </a:extLst>
          </p:cNvPr>
          <p:cNvCxnSpPr>
            <a:cxnSpLocks/>
          </p:cNvCxnSpPr>
          <p:nvPr/>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xmlns="" id="{00FD386C-28AE-B74F-02DC-04E3555D6840}"/>
              </a:ext>
            </a:extLst>
          </p:cNvPr>
          <p:cNvCxnSpPr>
            <a:cxnSpLocks/>
          </p:cNvCxnSpPr>
          <p:nvPr/>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36" name="Picture 35">
            <a:extLst>
              <a:ext uri="{FF2B5EF4-FFF2-40B4-BE49-F238E27FC236}">
                <a16:creationId xmlns:a16="http://schemas.microsoft.com/office/drawing/2014/main" xmlns="" id="{326B9CEE-3F61-9895-D003-98F8E1D78142}"/>
              </a:ext>
            </a:extLst>
          </p:cNvPr>
          <p:cNvPicPr>
            <a:picLocks noChangeAspect="1"/>
          </p:cNvPicPr>
          <p:nvPr/>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65" name="Picture 64">
            <a:extLst>
              <a:ext uri="{FF2B5EF4-FFF2-40B4-BE49-F238E27FC236}">
                <a16:creationId xmlns:a16="http://schemas.microsoft.com/office/drawing/2014/main" xmlns="" id="{9BA95AFC-6701-9FCC-EF2C-3DFAAF6DE781}"/>
              </a:ext>
            </a:extLst>
          </p:cNvPr>
          <p:cNvPicPr>
            <a:picLocks noChangeAspect="1"/>
          </p:cNvPicPr>
          <p:nvPr/>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
        <p:nvSpPr>
          <p:cNvPr id="15" name="Text Placeholder 13">
            <a:extLst>
              <a:ext uri="{FF2B5EF4-FFF2-40B4-BE49-F238E27FC236}">
                <a16:creationId xmlns:a16="http://schemas.microsoft.com/office/drawing/2014/main" xmlns="" id="{391FDC00-B1D7-9C33-205E-89C2DDA560F1}"/>
              </a:ext>
            </a:extLst>
          </p:cNvPr>
          <p:cNvSpPr>
            <a:spLocks noGrp="1"/>
          </p:cNvSpPr>
          <p:nvPr>
            <p:ph type="body" sz="quarter" idx="15"/>
          </p:nvPr>
        </p:nvSpPr>
        <p:spPr>
          <a:xfrm>
            <a:off x="5050831" y="647287"/>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16" name="Text Placeholder 13">
            <a:extLst>
              <a:ext uri="{FF2B5EF4-FFF2-40B4-BE49-F238E27FC236}">
                <a16:creationId xmlns:a16="http://schemas.microsoft.com/office/drawing/2014/main" xmlns="" id="{CA3606B1-576E-7889-44A2-AC25BD122E54}"/>
              </a:ext>
            </a:extLst>
          </p:cNvPr>
          <p:cNvSpPr>
            <a:spLocks noGrp="1"/>
          </p:cNvSpPr>
          <p:nvPr>
            <p:ph type="body" sz="quarter" idx="16"/>
          </p:nvPr>
        </p:nvSpPr>
        <p:spPr>
          <a:xfrm>
            <a:off x="5050831" y="2481629"/>
            <a:ext cx="6465523"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buNone/>
              <a:defRPr kumimoji="0" lang="en-US" b="1" spc="0" normalizeH="0" baseline="0" dirty="0" smtClean="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lvl="0" fontAlgn="auto">
              <a:buSzTx/>
              <a:tabLst/>
            </a:pPr>
            <a:r>
              <a:rPr lang="en-US" dirty="0"/>
              <a:t>Click to edit Master text styles</a:t>
            </a:r>
          </a:p>
        </p:txBody>
      </p:sp>
      <p:sp>
        <p:nvSpPr>
          <p:cNvPr id="22" name="Text Placeholder 13">
            <a:extLst>
              <a:ext uri="{FF2B5EF4-FFF2-40B4-BE49-F238E27FC236}">
                <a16:creationId xmlns:a16="http://schemas.microsoft.com/office/drawing/2014/main" xmlns="" id="{DEDA8E94-A7BA-2A7C-EA6E-8F98BCFEB728}"/>
              </a:ext>
            </a:extLst>
          </p:cNvPr>
          <p:cNvSpPr>
            <a:spLocks noGrp="1"/>
          </p:cNvSpPr>
          <p:nvPr>
            <p:ph type="body" sz="quarter" idx="18" hasCustomPrompt="1"/>
          </p:nvPr>
        </p:nvSpPr>
        <p:spPr>
          <a:xfrm>
            <a:off x="5050831" y="4698550"/>
            <a:ext cx="1235667" cy="256338"/>
          </a:xfrm>
          <a:noFill/>
          <a:ln w="57150">
            <a:noFill/>
          </a:ln>
        </p:spPr>
        <p:style>
          <a:lnRef idx="2">
            <a:schemeClr val="accent1">
              <a:shade val="15000"/>
            </a:schemeClr>
          </a:lnRef>
          <a:fillRef idx="1">
            <a:schemeClr val="accent1"/>
          </a:fillRef>
          <a:effectRef idx="0">
            <a:schemeClr val="accent1"/>
          </a:effectRef>
          <a:fontRef idx="minor">
            <a:schemeClr val="lt1"/>
          </a:fontRef>
        </p:style>
        <p:txBody>
          <a:bodyPr wrap="square" lIns="91440" tIns="45720" rIns="91440" bIns="45720" rtlCol="0" anchor="ctr">
            <a:noAutofit/>
          </a:bodyPr>
          <a:lstStyle>
            <a:lvl1pPr algn="l">
              <a:buNone/>
              <a:defRPr kumimoji="0" lang="en-US" b="1" spc="0" normalizeH="0" baseline="0">
                <a:ln>
                  <a:noFill/>
                </a:ln>
                <a:solidFill>
                  <a:srgbClr val="47413D"/>
                </a:solidFill>
                <a:effectLst/>
                <a:uLnTx/>
                <a:uFillTx/>
              </a:defRPr>
            </a:lvl1pPr>
            <a:lvl2pPr>
              <a:defRPr lang="en-US" sz="1800" dirty="0" smtClean="0">
                <a:solidFill>
                  <a:schemeClr val="lt1"/>
                </a:solidFill>
              </a:defRPr>
            </a:lvl2pPr>
            <a:lvl3pPr>
              <a:defRPr lang="en-US" sz="1800" dirty="0" smtClean="0">
                <a:solidFill>
                  <a:schemeClr val="lt1"/>
                </a:solidFill>
              </a:defRPr>
            </a:lvl3pPr>
            <a:lvl4pPr>
              <a:defRPr lang="en-US" sz="1800" dirty="0" smtClean="0">
                <a:solidFill>
                  <a:schemeClr val="lt1"/>
                </a:solidFill>
              </a:defRPr>
            </a:lvl4pPr>
            <a:lvl5pPr>
              <a:defRPr lang="en-IN" sz="1800" dirty="0">
                <a:solidFill>
                  <a:schemeClr val="lt1"/>
                </a:solidFill>
              </a:defRPr>
            </a:lvl5pPr>
          </a:lstStyle>
          <a:p>
            <a:pPr algn="l">
              <a:defRPr/>
            </a:pPr>
            <a:r>
              <a:rPr lang="en-US" sz="1400" dirty="0">
                <a:solidFill>
                  <a:srgbClr val="47413D"/>
                </a:solidFill>
                <a:latin typeface="+mn-lt"/>
              </a:rPr>
              <a:t>Impact</a:t>
            </a:r>
            <a:endParaRPr lang="en-IN" sz="1400" dirty="0">
              <a:solidFill>
                <a:srgbClr val="47413D"/>
              </a:solidFill>
              <a:latin typeface="+mn-lt"/>
            </a:endParaRPr>
          </a:p>
        </p:txBody>
      </p:sp>
      <p:sp>
        <p:nvSpPr>
          <p:cNvPr id="25" name="Text Placeholder 24">
            <a:extLst>
              <a:ext uri="{FF2B5EF4-FFF2-40B4-BE49-F238E27FC236}">
                <a16:creationId xmlns:a16="http://schemas.microsoft.com/office/drawing/2014/main" xmlns="" id="{3069DD77-514E-A4EF-9422-DD760605E2A7}"/>
              </a:ext>
            </a:extLst>
          </p:cNvPr>
          <p:cNvSpPr>
            <a:spLocks noGrp="1"/>
          </p:cNvSpPr>
          <p:nvPr>
            <p:ph type="body" sz="quarter" idx="19"/>
          </p:nvPr>
        </p:nvSpPr>
        <p:spPr>
          <a:xfrm>
            <a:off x="5050831" y="1036357"/>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27" name="Text Placeholder 24">
            <a:extLst>
              <a:ext uri="{FF2B5EF4-FFF2-40B4-BE49-F238E27FC236}">
                <a16:creationId xmlns:a16="http://schemas.microsoft.com/office/drawing/2014/main" xmlns="" id="{B19AFB08-B154-3AE2-9763-B7A80F0CD723}"/>
              </a:ext>
            </a:extLst>
          </p:cNvPr>
          <p:cNvSpPr>
            <a:spLocks noGrp="1"/>
          </p:cNvSpPr>
          <p:nvPr>
            <p:ph type="body" sz="quarter" idx="20"/>
          </p:nvPr>
        </p:nvSpPr>
        <p:spPr>
          <a:xfrm>
            <a:off x="5050831" y="2870699"/>
            <a:ext cx="6576019" cy="1015880"/>
          </a:xfrm>
        </p:spPr>
        <p:txBody>
          <a:bodyPr/>
          <a:lstStyle>
            <a:lvl1pPr marL="182880" indent="-182880">
              <a:lnSpc>
                <a:spcPct val="100000"/>
              </a:lnSpc>
              <a:spcBef>
                <a:spcPts val="0"/>
              </a:spcBef>
              <a:buFont typeface="Arial" panose="020B0604020202020204" pitchFamily="34" charset="0"/>
              <a:buChar char="•"/>
              <a:defRPr sz="1200"/>
            </a:lvl1pPr>
            <a:lvl2pPr>
              <a:buFont typeface="Arial" panose="020B0604020202020204" pitchFamily="34" charset="0"/>
              <a:buChar char="•"/>
              <a:defRPr sz="1200"/>
            </a:lvl2pPr>
            <a:lvl3pPr>
              <a:buFont typeface="Arial" panose="020B0604020202020204" pitchFamily="34" charset="0"/>
              <a:buChar char="•"/>
              <a:defRPr sz="1200"/>
            </a:lvl3pPr>
            <a:lvl4pPr>
              <a:buFont typeface="Arial" panose="020B0604020202020204" pitchFamily="34" charset="0"/>
              <a:buChar char="•"/>
              <a:defRPr sz="1200"/>
            </a:lvl4pPr>
            <a:lvl5pPr>
              <a:buFont typeface="Arial" panose="020B0604020202020204" pitchFamily="34" charset="0"/>
              <a:buChar char="•"/>
              <a:defRPr sz="1200"/>
            </a:lvl5pPr>
          </a:lstStyle>
          <a:p>
            <a:pPr lvl="0"/>
            <a:r>
              <a:rPr lang="en-US" dirty="0"/>
              <a:t>Click to edit Master text styles</a:t>
            </a:r>
          </a:p>
        </p:txBody>
      </p:sp>
      <p:sp>
        <p:nvSpPr>
          <p:cNvPr id="8" name="Rectangle 7">
            <a:extLst>
              <a:ext uri="{FF2B5EF4-FFF2-40B4-BE49-F238E27FC236}">
                <a16:creationId xmlns:a16="http://schemas.microsoft.com/office/drawing/2014/main" xmlns="" id="{1580CECB-9733-8E17-F7D6-AEBC84C01F54}"/>
              </a:ext>
            </a:extLst>
          </p:cNvPr>
          <p:cNvSpPr/>
          <p:nvPr userDrawn="1"/>
        </p:nvSpPr>
        <p:spPr>
          <a:xfrm>
            <a:off x="4304260" y="1"/>
            <a:ext cx="7927848" cy="685799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graphicFrame>
        <p:nvGraphicFramePr>
          <p:cNvPr id="9" name="think-cell data - do not delete" hidden="1">
            <a:extLst>
              <a:ext uri="{FF2B5EF4-FFF2-40B4-BE49-F238E27FC236}">
                <a16:creationId xmlns:a16="http://schemas.microsoft.com/office/drawing/2014/main" xmlns="" id="{E9CF367F-EB2F-5DA8-CED2-E9AB28E8814E}"/>
              </a:ext>
            </a:extLst>
          </p:cNvPr>
          <p:cNvGraphicFramePr>
            <a:graphicFrameLocks noChangeAspect="1"/>
          </p:cNvGraphicFramePr>
          <p:nvPr userDrawn="1">
            <p:custDataLst>
              <p:tags r:id="rId3"/>
            </p:custDataLst>
            <p:extLst>
              <p:ext uri="{D42A27DB-BD31-4B8C-83A1-F6EECF244321}">
                <p14:modId xmlns:p14="http://schemas.microsoft.com/office/powerpoint/2010/main" val="210738198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1997" name="think-cell Slide" r:id="rId10" imgW="7772400" imgH="10058400" progId="TCLayout.ActiveDocument.1">
                  <p:embed/>
                </p:oleObj>
              </mc:Choice>
              <mc:Fallback>
                <p:oleObj name="think-cell Slide" r:id="rId10" imgW="7772400" imgH="10058400" progId="TCLayout.ActiveDocument.1">
                  <p:embed/>
                  <p:pic>
                    <p:nvPicPr>
                      <p:cNvPr id="0" name=""/>
                      <p:cNvPicPr/>
                      <p:nvPr/>
                    </p:nvPicPr>
                    <p:blipFill>
                      <a:blip r:embed="rId6"/>
                      <a:stretch>
                        <a:fillRect/>
                      </a:stretch>
                    </p:blipFill>
                    <p:spPr>
                      <a:xfrm>
                        <a:off x="1588" y="1588"/>
                        <a:ext cx="1227" cy="1588"/>
                      </a:xfrm>
                      <a:prstGeom prst="rect">
                        <a:avLst/>
                      </a:prstGeom>
                    </p:spPr>
                  </p:pic>
                </p:oleObj>
              </mc:Fallback>
            </mc:AlternateContent>
          </a:graphicData>
        </a:graphic>
      </p:graphicFrame>
      <p:sp>
        <p:nvSpPr>
          <p:cNvPr id="10" name="Page# static">
            <a:extLst>
              <a:ext uri="{FF2B5EF4-FFF2-40B4-BE49-F238E27FC236}">
                <a16:creationId xmlns:a16="http://schemas.microsoft.com/office/drawing/2014/main" xmlns="" id="{A98E8C05-9004-BA75-1DF7-359D93DA85A9}"/>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14" name="TextBox 13">
            <a:extLst>
              <a:ext uri="{FF2B5EF4-FFF2-40B4-BE49-F238E27FC236}">
                <a16:creationId xmlns:a16="http://schemas.microsoft.com/office/drawing/2014/main" xmlns="" id="{FC8B8D77-6DA4-6ED0-5E89-D7CC77BD7E80}"/>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cxnSp>
        <p:nvCxnSpPr>
          <p:cNvPr id="17" name="Straight Connector 16">
            <a:extLst>
              <a:ext uri="{FF2B5EF4-FFF2-40B4-BE49-F238E27FC236}">
                <a16:creationId xmlns:a16="http://schemas.microsoft.com/office/drawing/2014/main" xmlns="" id="{7DED35B3-FE32-22B2-FE4B-F71536D0475E}"/>
              </a:ext>
            </a:extLst>
          </p:cNvPr>
          <p:cNvCxnSpPr>
            <a:cxnSpLocks/>
          </p:cNvCxnSpPr>
          <p:nvPr userDrawn="1"/>
        </p:nvCxnSpPr>
        <p:spPr>
          <a:xfrm>
            <a:off x="4985641" y="558800"/>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18" name="Picture 17">
            <a:extLst>
              <a:ext uri="{FF2B5EF4-FFF2-40B4-BE49-F238E27FC236}">
                <a16:creationId xmlns:a16="http://schemas.microsoft.com/office/drawing/2014/main" xmlns="" id="{BF19F648-E713-19E4-8E80-E336B132E799}"/>
              </a:ext>
            </a:extLst>
          </p:cNvPr>
          <p:cNvPicPr>
            <a:picLocks noChangeAspect="1"/>
          </p:cNvPicPr>
          <p:nvPr userDrawn="1"/>
        </p:nvPicPr>
        <p:blipFill>
          <a:blip r:embed="rId7">
            <a:duotone>
              <a:schemeClr val="accent1">
                <a:shade val="45000"/>
                <a:satMod val="135000"/>
              </a:schemeClr>
              <a:prstClr val="white"/>
            </a:duotone>
          </a:blip>
          <a:stretch>
            <a:fillRect/>
          </a:stretch>
        </p:blipFill>
        <p:spPr>
          <a:xfrm>
            <a:off x="4507657" y="623103"/>
            <a:ext cx="304706" cy="304706"/>
          </a:xfrm>
          <a:prstGeom prst="rect">
            <a:avLst/>
          </a:prstGeom>
        </p:spPr>
      </p:pic>
      <p:cxnSp>
        <p:nvCxnSpPr>
          <p:cNvPr id="19" name="Straight Connector 18">
            <a:extLst>
              <a:ext uri="{FF2B5EF4-FFF2-40B4-BE49-F238E27FC236}">
                <a16:creationId xmlns:a16="http://schemas.microsoft.com/office/drawing/2014/main" xmlns="" id="{AE27C355-0CBF-1E79-F265-A00BA34BBCBF}"/>
              </a:ext>
            </a:extLst>
          </p:cNvPr>
          <p:cNvCxnSpPr>
            <a:cxnSpLocks/>
          </p:cNvCxnSpPr>
          <p:nvPr userDrawn="1"/>
        </p:nvCxnSpPr>
        <p:spPr>
          <a:xfrm>
            <a:off x="4985641" y="2393142"/>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xmlns="" id="{56B8D5F7-A361-8AD4-52B8-082036B1721F}"/>
              </a:ext>
            </a:extLst>
          </p:cNvPr>
          <p:cNvCxnSpPr>
            <a:cxnSpLocks/>
          </p:cNvCxnSpPr>
          <p:nvPr userDrawn="1"/>
        </p:nvCxnSpPr>
        <p:spPr>
          <a:xfrm>
            <a:off x="4985641" y="4610063"/>
            <a:ext cx="0" cy="433313"/>
          </a:xfrm>
          <a:prstGeom prst="line">
            <a:avLst/>
          </a:prstGeom>
          <a:ln w="6350">
            <a:solidFill>
              <a:srgbClr val="DAD2CB"/>
            </a:solidFill>
          </a:ln>
        </p:spPr>
        <p:style>
          <a:lnRef idx="2">
            <a:schemeClr val="accent1"/>
          </a:lnRef>
          <a:fillRef idx="0">
            <a:schemeClr val="accent1"/>
          </a:fillRef>
          <a:effectRef idx="1">
            <a:schemeClr val="accent1"/>
          </a:effectRef>
          <a:fontRef idx="minor">
            <a:schemeClr val="tx1"/>
          </a:fontRef>
        </p:style>
      </p:cxnSp>
      <p:pic>
        <p:nvPicPr>
          <p:cNvPr id="21" name="Picture 20">
            <a:extLst>
              <a:ext uri="{FF2B5EF4-FFF2-40B4-BE49-F238E27FC236}">
                <a16:creationId xmlns:a16="http://schemas.microsoft.com/office/drawing/2014/main" xmlns="" id="{D9214AAD-F1D4-D149-48E4-A4CA0897E294}"/>
              </a:ext>
            </a:extLst>
          </p:cNvPr>
          <p:cNvPicPr>
            <a:picLocks noChangeAspect="1"/>
          </p:cNvPicPr>
          <p:nvPr userDrawn="1"/>
        </p:nvPicPr>
        <p:blipFill>
          <a:blip r:embed="rId8">
            <a:duotone>
              <a:schemeClr val="accent1">
                <a:shade val="45000"/>
                <a:satMod val="135000"/>
              </a:schemeClr>
              <a:prstClr val="white"/>
            </a:duotone>
          </a:blip>
          <a:stretch>
            <a:fillRect/>
          </a:stretch>
        </p:blipFill>
        <p:spPr>
          <a:xfrm>
            <a:off x="4507657" y="4674366"/>
            <a:ext cx="304706" cy="304706"/>
          </a:xfrm>
          <a:prstGeom prst="rect">
            <a:avLst/>
          </a:prstGeom>
        </p:spPr>
      </p:pic>
      <p:pic>
        <p:nvPicPr>
          <p:cNvPr id="24" name="Picture 23">
            <a:extLst>
              <a:ext uri="{FF2B5EF4-FFF2-40B4-BE49-F238E27FC236}">
                <a16:creationId xmlns:a16="http://schemas.microsoft.com/office/drawing/2014/main" xmlns="" id="{97757A16-D1D2-AF1B-D2D6-6B02D3A65248}"/>
              </a:ext>
            </a:extLst>
          </p:cNvPr>
          <p:cNvPicPr>
            <a:picLocks noChangeAspect="1"/>
          </p:cNvPicPr>
          <p:nvPr userDrawn="1"/>
        </p:nvPicPr>
        <p:blipFill>
          <a:blip r:embed="rId9">
            <a:duotone>
              <a:schemeClr val="accent1">
                <a:shade val="45000"/>
                <a:satMod val="135000"/>
              </a:schemeClr>
              <a:prstClr val="white"/>
            </a:duotone>
          </a:blip>
          <a:stretch>
            <a:fillRect/>
          </a:stretch>
        </p:blipFill>
        <p:spPr>
          <a:xfrm>
            <a:off x="4507657" y="2457445"/>
            <a:ext cx="304706" cy="304706"/>
          </a:xfrm>
          <a:prstGeom prst="rect">
            <a:avLst/>
          </a:prstGeom>
        </p:spPr>
      </p:pic>
    </p:spTree>
    <p:extLst>
      <p:ext uri="{BB962C8B-B14F-4D97-AF65-F5344CB8AC3E}">
        <p14:creationId xmlns:p14="http://schemas.microsoft.com/office/powerpoint/2010/main" val="4223079547"/>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2_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p:custDataLst>
              <p:tags r:id="rId2"/>
            </p:custDataLst>
            <p:extLst>
              <p:ext uri="{D42A27DB-BD31-4B8C-83A1-F6EECF244321}">
                <p14:modId xmlns:p14="http://schemas.microsoft.com/office/powerpoint/2010/main" val="2545785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30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474616600"/>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Case">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07402527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40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0" name="Picture Placeholder 9">
            <a:extLst>
              <a:ext uri="{FF2B5EF4-FFF2-40B4-BE49-F238E27FC236}">
                <a16:creationId xmlns:a16="http://schemas.microsoft.com/office/drawing/2014/main" xmlns="" id="{4D7F28B9-3CD7-58BB-E8E5-1B72C75CB7B0}"/>
              </a:ext>
            </a:extLst>
          </p:cNvPr>
          <p:cNvSpPr>
            <a:spLocks noGrp="1"/>
          </p:cNvSpPr>
          <p:nvPr>
            <p:ph type="pic" sz="quarter" idx="12"/>
          </p:nvPr>
        </p:nvSpPr>
        <p:spPr>
          <a:xfrm>
            <a:off x="4267200" y="-1"/>
            <a:ext cx="7927848" cy="6857999"/>
          </a:xfrm>
          <a:solidFill>
            <a:srgbClr val="DAD2C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5E5751"/>
                </a:solidFill>
              </a:defRPr>
            </a:lvl2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591070875"/>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Cas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79968096"/>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50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3" name="Picture Placeholder 9">
            <a:extLst>
              <a:ext uri="{FF2B5EF4-FFF2-40B4-BE49-F238E27FC236}">
                <a16:creationId xmlns:a16="http://schemas.microsoft.com/office/drawing/2014/main" xmlns="" id="{5C6055F8-9989-D9E2-3C90-326C85A7A212}"/>
              </a:ext>
            </a:extLst>
          </p:cNvPr>
          <p:cNvSpPr>
            <a:spLocks noGrp="1"/>
          </p:cNvSpPr>
          <p:nvPr>
            <p:ph type="pic" sz="quarter" idx="12"/>
          </p:nvPr>
        </p:nvSpPr>
        <p:spPr>
          <a:xfrm>
            <a:off x="4267200" y="-1"/>
            <a:ext cx="7927848" cy="6857999"/>
          </a:xfrm>
          <a:solidFill>
            <a:srgbClr val="2F2C29"/>
          </a:solidFill>
        </p:spPr>
        <p:txBody>
          <a:bodyPr/>
          <a:lstStyle/>
          <a:p>
            <a:r>
              <a:rPr lang="en-US"/>
              <a:t>Click icon to add picture</a:t>
            </a:r>
          </a:p>
        </p:txBody>
      </p:sp>
    </p:spTree>
    <p:extLst>
      <p:ext uri="{BB962C8B-B14F-4D97-AF65-F5344CB8AC3E}">
        <p14:creationId xmlns:p14="http://schemas.microsoft.com/office/powerpoint/2010/main" val="808329495"/>
      </p:ext>
    </p:extLst>
  </p:cSld>
  <p:clrMapOvr>
    <a:overrideClrMapping bg1="dk1" tx1="lt1" bg2="dk2" tx2="lt2" accent1="accent1" accent2="accent2" accent3="accent3" accent4="accent4" accent5="accent5" accent6="accent6" hlink="hlink" folHlink="folHlink"/>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Case, mobile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21132737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607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784746153"/>
      </p:ext>
    </p:extLst>
  </p:cSld>
  <p:clrMapOvr>
    <a:overrideClrMapping bg1="lt1" tx1="dk1" bg2="lt2" tx2="dk2" accent1="accent1" accent2="accent2" accent3="accent3" accent4="accent4" accent5="accent5" accent6="accent6" hlink="hlink" folHlink="folHlink"/>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Case, mobile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30903947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710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4" name="Picture 33">
            <a:extLst>
              <a:ext uri="{FF2B5EF4-FFF2-40B4-BE49-F238E27FC236}">
                <a16:creationId xmlns:a16="http://schemas.microsoft.com/office/drawing/2014/main" xmlns="" id="{669AC99F-9E1F-AA4F-D805-0DA4D123B8E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4486657" y="967796"/>
            <a:ext cx="2316555" cy="4935841"/>
          </a:xfrm>
          <a:prstGeom prst="rect">
            <a:avLst/>
          </a:prstGeom>
        </p:spPr>
      </p:pic>
      <p:pic>
        <p:nvPicPr>
          <p:cNvPr id="35" name="Picture 34">
            <a:extLst>
              <a:ext uri="{FF2B5EF4-FFF2-40B4-BE49-F238E27FC236}">
                <a16:creationId xmlns:a16="http://schemas.microsoft.com/office/drawing/2014/main" xmlns="" id="{69C7691F-1149-9C9C-9465-09104B41577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7061335" y="967796"/>
            <a:ext cx="2316555" cy="4935841"/>
          </a:xfrm>
          <a:prstGeom prst="rect">
            <a:avLst/>
          </a:prstGeom>
        </p:spPr>
      </p:pic>
      <p:pic>
        <p:nvPicPr>
          <p:cNvPr id="36" name="Picture 35">
            <a:extLst>
              <a:ext uri="{FF2B5EF4-FFF2-40B4-BE49-F238E27FC236}">
                <a16:creationId xmlns:a16="http://schemas.microsoft.com/office/drawing/2014/main" xmlns="" id="{1970DA38-8844-7E04-11C7-1715CD52AED9}"/>
              </a:ext>
            </a:extLst>
          </p:cNvPr>
          <p:cNvPicPr>
            <a:picLocks noChangeAspect="1"/>
          </p:cNvPicPr>
          <p:nvPr userDrawn="1"/>
        </p:nvPicPr>
        <p:blipFill>
          <a:blip r:embed="rId6" cstate="print">
            <a:extLst>
              <a:ext uri="{28A0092B-C50C-407E-A947-70E740481C1C}">
                <a14:useLocalDpi xmlns:a14="http://schemas.microsoft.com/office/drawing/2010/main"/>
              </a:ext>
            </a:extLst>
          </a:blip>
          <a:stretch>
            <a:fillRect/>
          </a:stretch>
        </p:blipFill>
        <p:spPr>
          <a:xfrm>
            <a:off x="9631865" y="967796"/>
            <a:ext cx="2316555" cy="4935841"/>
          </a:xfrm>
          <a:prstGeom prst="rect">
            <a:avLst/>
          </a:pr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4584700"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8" name="Picture Placeholder 8">
            <a:extLst>
              <a:ext uri="{FF2B5EF4-FFF2-40B4-BE49-F238E27FC236}">
                <a16:creationId xmlns:a16="http://schemas.microsoft.com/office/drawing/2014/main" xmlns="" id="{BBC75C68-F35A-EB20-E1B4-6BB6CC31F183}"/>
              </a:ext>
            </a:extLst>
          </p:cNvPr>
          <p:cNvSpPr>
            <a:spLocks noGrp="1"/>
          </p:cNvSpPr>
          <p:nvPr>
            <p:ph type="pic" sz="quarter" idx="15"/>
          </p:nvPr>
        </p:nvSpPr>
        <p:spPr>
          <a:xfrm>
            <a:off x="716771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
        <p:nvSpPr>
          <p:cNvPr id="39" name="Picture Placeholder 8">
            <a:extLst>
              <a:ext uri="{FF2B5EF4-FFF2-40B4-BE49-F238E27FC236}">
                <a16:creationId xmlns:a16="http://schemas.microsoft.com/office/drawing/2014/main" xmlns="" id="{D0DE5F3A-508C-BF15-E5FE-9DC32F0E4F86}"/>
              </a:ext>
            </a:extLst>
          </p:cNvPr>
          <p:cNvSpPr>
            <a:spLocks noGrp="1"/>
          </p:cNvSpPr>
          <p:nvPr>
            <p:ph type="pic" sz="quarter" idx="16"/>
          </p:nvPr>
        </p:nvSpPr>
        <p:spPr>
          <a:xfrm>
            <a:off x="9730704" y="1082676"/>
            <a:ext cx="2108200" cy="4686300"/>
          </a:xfrm>
          <a:prstGeom prst="roundRect">
            <a:avLst>
              <a:gd name="adj" fmla="val 15346"/>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493304497"/>
      </p:ext>
    </p:extLst>
  </p:cSld>
  <p:clrMapOvr>
    <a:overrideClrMapping bg1="dk1" tx1="lt1" bg2="dk2" tx2="lt2" accent1="accent1" accent2="accent2" accent3="accent3" accent4="accent4" accent5="accent5" accent6="accent6" hlink="hlink" folHlink="folHlink"/>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ase, laptop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62292197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812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2842190896"/>
      </p:ext>
    </p:extLst>
  </p:cSld>
  <p:clrMapOvr>
    <a:overrideClrMapping bg1="lt1" tx1="dk1" bg2="lt2" tx2="dk2" accent1="accent1" accent2="accent2" accent3="accent3" accent4="accent4" accent5="accent5" accent6="accent6" hlink="hlink" folHlink="folHlink"/>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Case, laptop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74057845"/>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1915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11" name="Picture 10">
            <a:extLst>
              <a:ext uri="{FF2B5EF4-FFF2-40B4-BE49-F238E27FC236}">
                <a16:creationId xmlns:a16="http://schemas.microsoft.com/office/drawing/2014/main" xmlns="" id="{718121F4-F386-EB6F-41E4-6D1400E6145B}"/>
              </a:ext>
            </a:extLst>
          </p:cNvPr>
          <p:cNvPicPr>
            <a:picLocks noChangeAspect="1"/>
          </p:cNvPicPr>
          <p:nvPr userDrawn="1"/>
        </p:nvPicPr>
        <p:blipFill>
          <a:blip r:embed="rId6" cstate="print">
            <a:extLst>
              <a:ext uri="{28A0092B-C50C-407E-A947-70E740481C1C}">
                <a14:useLocalDpi xmlns:a14="http://schemas.microsoft.com/office/drawing/2010/main"/>
              </a:ext>
            </a:extLst>
          </a:blip>
          <a:srcRect/>
          <a:stretch>
            <a:fillRect/>
          </a:stretch>
        </p:blipFill>
        <p:spPr>
          <a:xfrm>
            <a:off x="4419600" y="963611"/>
            <a:ext cx="7772400" cy="4333788"/>
          </a:xfrm>
          <a:custGeom>
            <a:avLst/>
            <a:gdLst>
              <a:gd name="csX0" fmla="*/ 967795 w 7772400"/>
              <a:gd name="csY0" fmla="*/ 137674 h 4333788"/>
              <a:gd name="csX1" fmla="*/ 866565 w 7772400"/>
              <a:gd name="csY1" fmla="*/ 238904 h 4333788"/>
              <a:gd name="csX2" fmla="*/ 866565 w 7772400"/>
              <a:gd name="csY2" fmla="*/ 4068926 h 4333788"/>
              <a:gd name="csX3" fmla="*/ 6906944 w 7772400"/>
              <a:gd name="csY3" fmla="*/ 4068926 h 4333788"/>
              <a:gd name="csX4" fmla="*/ 6906944 w 7772400"/>
              <a:gd name="csY4" fmla="*/ 238904 h 4333788"/>
              <a:gd name="csX5" fmla="*/ 6805714 w 7772400"/>
              <a:gd name="csY5" fmla="*/ 137674 h 4333788"/>
              <a:gd name="csX6" fmla="*/ 0 w 7772400"/>
              <a:gd name="csY6" fmla="*/ 0 h 4333788"/>
              <a:gd name="csX7" fmla="*/ 7772400 w 7772400"/>
              <a:gd name="csY7" fmla="*/ 0 h 4333788"/>
              <a:gd name="csX8" fmla="*/ 7772400 w 7772400"/>
              <a:gd name="csY8" fmla="*/ 4333788 h 4333788"/>
              <a:gd name="csX9" fmla="*/ 0 w 7772400"/>
              <a:gd name="csY9" fmla="*/ 4333788 h 43337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7772400" h="4333788">
                <a:moveTo>
                  <a:pt x="967795" y="137674"/>
                </a:moveTo>
                <a:cubicBezTo>
                  <a:pt x="911887" y="137674"/>
                  <a:pt x="866565" y="182996"/>
                  <a:pt x="866565" y="238904"/>
                </a:cubicBezTo>
                <a:lnTo>
                  <a:pt x="866565" y="4068926"/>
                </a:lnTo>
                <a:lnTo>
                  <a:pt x="6906944" y="4068926"/>
                </a:lnTo>
                <a:lnTo>
                  <a:pt x="6906944" y="238904"/>
                </a:lnTo>
                <a:cubicBezTo>
                  <a:pt x="6906944" y="182996"/>
                  <a:pt x="6861622" y="137674"/>
                  <a:pt x="6805714" y="137674"/>
                </a:cubicBezTo>
                <a:close/>
                <a:moveTo>
                  <a:pt x="0" y="0"/>
                </a:moveTo>
                <a:lnTo>
                  <a:pt x="7772400" y="0"/>
                </a:lnTo>
                <a:lnTo>
                  <a:pt x="7772400" y="4333788"/>
                </a:lnTo>
                <a:lnTo>
                  <a:pt x="0" y="4333788"/>
                </a:lnTo>
                <a:close/>
              </a:path>
            </a:pathLst>
          </a:custGeom>
        </p:spPr>
      </p:pic>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565150" y="1768475"/>
            <a:ext cx="3155271" cy="4527550"/>
          </a:xfrm>
        </p:spPr>
        <p:txBody>
          <a:bodyPr/>
          <a:lstStyle>
            <a:lvl1pPr>
              <a:spcBef>
                <a:spcPts val="1200"/>
              </a:spcBef>
              <a:defRPr sz="1600" b="1"/>
            </a:lvl1pPr>
            <a:lvl2pPr marL="0" indent="0">
              <a:spcBef>
                <a:spcPts val="1200"/>
              </a:spcBef>
              <a:buNone/>
              <a:defRPr>
                <a:solidFill>
                  <a:srgbClr val="BEB4AA"/>
                </a:solidFill>
              </a:defRPr>
            </a:lvl2pPr>
          </a:lstStyle>
          <a:p>
            <a:pPr lvl="0"/>
            <a:r>
              <a:rPr lang="en-US"/>
              <a:t>Click to edit Master text styles</a:t>
            </a:r>
          </a:p>
          <a:p>
            <a:pPr lvl="1"/>
            <a:r>
              <a:rPr lang="en-US"/>
              <a:t>Second level</a:t>
            </a:r>
          </a:p>
        </p:txBody>
      </p:sp>
      <p:sp>
        <p:nvSpPr>
          <p:cNvPr id="9" name="Picture Placeholder 8">
            <a:extLst>
              <a:ext uri="{FF2B5EF4-FFF2-40B4-BE49-F238E27FC236}">
                <a16:creationId xmlns:a16="http://schemas.microsoft.com/office/drawing/2014/main" xmlns="" id="{1B2A1423-4B70-2BC1-DC51-7E074E13C985}"/>
              </a:ext>
            </a:extLst>
          </p:cNvPr>
          <p:cNvSpPr>
            <a:spLocks noGrp="1"/>
          </p:cNvSpPr>
          <p:nvPr>
            <p:ph type="pic" sz="quarter" idx="14"/>
          </p:nvPr>
        </p:nvSpPr>
        <p:spPr>
          <a:xfrm>
            <a:off x="5286166" y="1101285"/>
            <a:ext cx="6040380" cy="3931252"/>
          </a:xfrm>
          <a:prstGeom prst="round2SameRect">
            <a:avLst>
              <a:gd name="adj1" fmla="val 3015"/>
              <a:gd name="adj2" fmla="val 0"/>
            </a:avLst>
          </a:prstGeo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328778206"/>
      </p:ext>
    </p:extLst>
  </p:cSld>
  <p:clrMapOvr>
    <a:overrideClrMapping bg1="dk1" tx1="lt1" bg2="dk2" tx2="lt2" accent1="accent1" accent2="accent2" accent3="accent3" accent4="accent4" accent5="accent5" accent6="accent6" hlink="hlink" folHlink="folHlink"/>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userDrawn="1">
  <p:cSld name="Case, Social Media  (Tan)">
    <p:bg>
      <p:bgRef idx="1001">
        <a:schemeClr val="bg2"/>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43345244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017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989882" y="1768475"/>
            <a:ext cx="2956893" cy="3721606"/>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6249613" y="1768475"/>
            <a:ext cx="2956893" cy="3721606"/>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269850" y="1768475"/>
            <a:ext cx="2956893" cy="3721606"/>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9509344" y="1768475"/>
            <a:ext cx="2956893" cy="3721606"/>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1029430402"/>
      </p:ext>
    </p:extLst>
  </p:cSld>
  <p:clrMapOvr>
    <a:overrideClrMapping bg1="lt1" tx1="dk1" bg2="lt2" tx2="dk2" accent1="accent1" accent2="accent2" accent3="accent3" accent4="accent4" accent5="accent5" accent6="accent6" hlink="hlink" folHlink="folHlink"/>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userDrawn="1">
  <p:cSld name="Case, Social Media (Carbon)">
    <p:bg>
      <p:bgPr>
        <a:solidFill>
          <a:schemeClr val="bg1"/>
        </a:solidFill>
        <a:effectLst/>
      </p:bgPr>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xmlns="" id="{A91C372E-D762-AB9F-6BD8-760F46CF0F51}"/>
              </a:ext>
            </a:extLst>
          </p:cNvPr>
          <p:cNvGraphicFramePr>
            <a:graphicFrameLocks noChangeAspect="1"/>
          </p:cNvGraphicFramePr>
          <p:nvPr userDrawn="1">
            <p:custDataLst>
              <p:tags r:id="rId2"/>
            </p:custDataLst>
            <p:extLst>
              <p:ext uri="{D42A27DB-BD31-4B8C-83A1-F6EECF244321}">
                <p14:modId xmlns:p14="http://schemas.microsoft.com/office/powerpoint/2010/main" val="50831304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119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12921C1-F0E9-0377-E863-93E92C254D31}"/>
              </a:ext>
            </a:extLst>
          </p:cNvPr>
          <p:cNvSpPr>
            <a:spLocks noGrp="1"/>
          </p:cNvSpPr>
          <p:nvPr>
            <p:ph type="title" hasCustomPrompt="1"/>
          </p:nvPr>
        </p:nvSpPr>
        <p:spPr>
          <a:xfrm>
            <a:off x="565150" y="460374"/>
            <a:ext cx="3155271" cy="1006475"/>
          </a:xfrm>
        </p:spPr>
        <p:txBody>
          <a:bodyPr vert="horz"/>
          <a:lstStyle/>
          <a:p>
            <a:r>
              <a:rPr lang="en-US"/>
              <a:t>Click to add short title</a:t>
            </a:r>
          </a:p>
        </p:txBody>
      </p:sp>
      <p:sp>
        <p:nvSpPr>
          <p:cNvPr id="12" name="Text Placeholder 11">
            <a:extLst>
              <a:ext uri="{FF2B5EF4-FFF2-40B4-BE49-F238E27FC236}">
                <a16:creationId xmlns:a16="http://schemas.microsoft.com/office/drawing/2014/main" xmlns="" id="{CAAE340A-70A3-4483-6842-118E0545B576}"/>
              </a:ext>
            </a:extLst>
          </p:cNvPr>
          <p:cNvSpPr>
            <a:spLocks noGrp="1"/>
          </p:cNvSpPr>
          <p:nvPr>
            <p:ph type="body" sz="quarter" idx="13"/>
          </p:nvPr>
        </p:nvSpPr>
        <p:spPr>
          <a:xfrm>
            <a:off x="6250327" y="460374"/>
            <a:ext cx="3473111" cy="1006475"/>
          </a:xfrm>
        </p:spPr>
        <p:txBody>
          <a:bodyPr/>
          <a:lstStyle>
            <a:lvl1pPr>
              <a:defRPr b="1"/>
            </a:lvl1pPr>
            <a:lvl2pPr marL="0" indent="0">
              <a:spcBef>
                <a:spcPts val="0"/>
              </a:spcBef>
              <a:buNone/>
              <a:defRPr>
                <a:solidFill>
                  <a:srgbClr val="8E867E"/>
                </a:solidFill>
              </a:defRPr>
            </a:lvl2pPr>
          </a:lstStyle>
          <a:p>
            <a:pPr lvl="0"/>
            <a:r>
              <a:rPr lang="en-US"/>
              <a:t>Click to edit Master text styles</a:t>
            </a:r>
          </a:p>
          <a:p>
            <a:pPr lvl="1"/>
            <a:r>
              <a:rPr lang="en-US"/>
              <a:t>Second level</a:t>
            </a:r>
          </a:p>
        </p:txBody>
      </p:sp>
      <p:pic>
        <p:nvPicPr>
          <p:cNvPr id="6" name="Graphic 5">
            <a:extLst>
              <a:ext uri="{FF2B5EF4-FFF2-40B4-BE49-F238E27FC236}">
                <a16:creationId xmlns:a16="http://schemas.microsoft.com/office/drawing/2014/main" xmlns="" id="{25E49CCA-F737-5786-8174-B0564AEC164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989882" y="1768474"/>
            <a:ext cx="2956893" cy="3721608"/>
          </a:xfrm>
          <a:prstGeom prst="rect">
            <a:avLst/>
          </a:prstGeom>
        </p:spPr>
      </p:pic>
      <p:pic>
        <p:nvPicPr>
          <p:cNvPr id="8" name="Graphic 7">
            <a:extLst>
              <a:ext uri="{FF2B5EF4-FFF2-40B4-BE49-F238E27FC236}">
                <a16:creationId xmlns:a16="http://schemas.microsoft.com/office/drawing/2014/main" xmlns="" id="{226AC344-E1CE-70B2-B97E-30637E49AB0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6249613" y="1768474"/>
            <a:ext cx="2956893" cy="3721608"/>
          </a:xfrm>
          <a:prstGeom prst="rect">
            <a:avLst/>
          </a:prstGeom>
        </p:spPr>
      </p:pic>
      <p:pic>
        <p:nvPicPr>
          <p:cNvPr id="9" name="Graphic 8">
            <a:extLst>
              <a:ext uri="{FF2B5EF4-FFF2-40B4-BE49-F238E27FC236}">
                <a16:creationId xmlns:a16="http://schemas.microsoft.com/office/drawing/2014/main" xmlns="" id="{FCEB8D3E-A5C6-310F-74E2-78E550DF1E71}"/>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269850" y="1768474"/>
            <a:ext cx="2956893" cy="3721608"/>
          </a:xfrm>
          <a:prstGeom prst="rect">
            <a:avLst/>
          </a:prstGeom>
        </p:spPr>
      </p:pic>
      <p:pic>
        <p:nvPicPr>
          <p:cNvPr id="10" name="Graphic 9">
            <a:extLst>
              <a:ext uri="{FF2B5EF4-FFF2-40B4-BE49-F238E27FC236}">
                <a16:creationId xmlns:a16="http://schemas.microsoft.com/office/drawing/2014/main" xmlns="" id="{47F66854-B8B3-FA25-DFD9-036CBFA383D7}"/>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9509344" y="1768474"/>
            <a:ext cx="2956893" cy="3721608"/>
          </a:xfrm>
          <a:prstGeom prst="rect">
            <a:avLst/>
          </a:prstGeom>
        </p:spPr>
      </p:pic>
      <p:sp>
        <p:nvSpPr>
          <p:cNvPr id="13" name="Picture Placeholder 12">
            <a:extLst>
              <a:ext uri="{FF2B5EF4-FFF2-40B4-BE49-F238E27FC236}">
                <a16:creationId xmlns:a16="http://schemas.microsoft.com/office/drawing/2014/main" xmlns="" id="{52B67BAC-F68E-DD3A-DCA7-6CDA13093294}"/>
              </a:ext>
            </a:extLst>
          </p:cNvPr>
          <p:cNvSpPr>
            <a:spLocks noGrp="1"/>
          </p:cNvSpPr>
          <p:nvPr>
            <p:ph type="pic" sz="quarter" idx="14"/>
          </p:nvPr>
        </p:nvSpPr>
        <p:spPr>
          <a:xfrm>
            <a:off x="-266469" y="2149886"/>
            <a:ext cx="2953512" cy="2959585"/>
          </a:xfrm>
          <a:solidFill>
            <a:schemeClr val="bg1">
              <a:lumMod val="50000"/>
              <a:lumOff val="50000"/>
            </a:schemeClr>
          </a:solidFill>
        </p:spPr>
        <p:txBody>
          <a:bodyPr/>
          <a:lstStyle/>
          <a:p>
            <a:r>
              <a:rPr lang="en-US"/>
              <a:t>Click icon to add picture</a:t>
            </a:r>
          </a:p>
        </p:txBody>
      </p:sp>
      <p:sp>
        <p:nvSpPr>
          <p:cNvPr id="14" name="Picture Placeholder 12">
            <a:extLst>
              <a:ext uri="{FF2B5EF4-FFF2-40B4-BE49-F238E27FC236}">
                <a16:creationId xmlns:a16="http://schemas.microsoft.com/office/drawing/2014/main" xmlns="" id="{92A6E3AA-4010-F3C8-DB6D-5D6BAC94EDD3}"/>
              </a:ext>
            </a:extLst>
          </p:cNvPr>
          <p:cNvSpPr>
            <a:spLocks noGrp="1"/>
          </p:cNvSpPr>
          <p:nvPr>
            <p:ph type="pic" sz="quarter" idx="15"/>
          </p:nvPr>
        </p:nvSpPr>
        <p:spPr>
          <a:xfrm>
            <a:off x="2993263" y="2149886"/>
            <a:ext cx="2953512" cy="2959585"/>
          </a:xfrm>
          <a:solidFill>
            <a:schemeClr val="bg1">
              <a:lumMod val="50000"/>
              <a:lumOff val="50000"/>
            </a:schemeClr>
          </a:solidFill>
        </p:spPr>
        <p:txBody>
          <a:bodyPr/>
          <a:lstStyle/>
          <a:p>
            <a:r>
              <a:rPr lang="en-US"/>
              <a:t>Click icon to add picture</a:t>
            </a:r>
          </a:p>
        </p:txBody>
      </p:sp>
      <p:sp>
        <p:nvSpPr>
          <p:cNvPr id="15" name="Picture Placeholder 12">
            <a:extLst>
              <a:ext uri="{FF2B5EF4-FFF2-40B4-BE49-F238E27FC236}">
                <a16:creationId xmlns:a16="http://schemas.microsoft.com/office/drawing/2014/main" xmlns="" id="{A5F86528-100B-394F-245D-BB6C50C4BA2C}"/>
              </a:ext>
            </a:extLst>
          </p:cNvPr>
          <p:cNvSpPr>
            <a:spLocks noGrp="1"/>
          </p:cNvSpPr>
          <p:nvPr>
            <p:ph type="pic" sz="quarter" idx="16"/>
          </p:nvPr>
        </p:nvSpPr>
        <p:spPr>
          <a:xfrm>
            <a:off x="6252994" y="2149886"/>
            <a:ext cx="2953512" cy="2959585"/>
          </a:xfrm>
          <a:solidFill>
            <a:schemeClr val="bg1">
              <a:lumMod val="50000"/>
              <a:lumOff val="50000"/>
            </a:schemeClr>
          </a:solidFill>
        </p:spPr>
        <p:txBody>
          <a:bodyPr/>
          <a:lstStyle/>
          <a:p>
            <a:r>
              <a:rPr lang="en-US"/>
              <a:t>Click icon to add picture</a:t>
            </a:r>
          </a:p>
        </p:txBody>
      </p:sp>
      <p:sp>
        <p:nvSpPr>
          <p:cNvPr id="16" name="Picture Placeholder 12">
            <a:extLst>
              <a:ext uri="{FF2B5EF4-FFF2-40B4-BE49-F238E27FC236}">
                <a16:creationId xmlns:a16="http://schemas.microsoft.com/office/drawing/2014/main" xmlns="" id="{F4212F00-26F9-885F-580A-F8C386D648DD}"/>
              </a:ext>
            </a:extLst>
          </p:cNvPr>
          <p:cNvSpPr>
            <a:spLocks noGrp="1"/>
          </p:cNvSpPr>
          <p:nvPr>
            <p:ph type="pic" sz="quarter" idx="17"/>
          </p:nvPr>
        </p:nvSpPr>
        <p:spPr>
          <a:xfrm>
            <a:off x="9512725" y="2149886"/>
            <a:ext cx="2953512" cy="2959585"/>
          </a:xfrm>
          <a:solidFill>
            <a:schemeClr val="bg1">
              <a:lumMod val="50000"/>
              <a:lumOff val="50000"/>
            </a:schemeClr>
          </a:solidFill>
        </p:spPr>
        <p:txBody>
          <a:bodyPr/>
          <a:lstStyle/>
          <a:p>
            <a:r>
              <a:rPr lang="en-US"/>
              <a:t>Click icon to add picture</a:t>
            </a:r>
          </a:p>
        </p:txBody>
      </p:sp>
    </p:spTree>
    <p:extLst>
      <p:ext uri="{BB962C8B-B14F-4D97-AF65-F5344CB8AC3E}">
        <p14:creationId xmlns:p14="http://schemas.microsoft.com/office/powerpoint/2010/main" val="445686510"/>
      </p:ext>
    </p:extLst>
  </p:cSld>
  <p:clrMapOvr>
    <a:overrideClrMapping bg1="dk1" tx1="lt1" bg2="dk2" tx2="lt2" accent1="accent1" accent2="accent2" accent3="accent3" accent4="accent4" accent5="accent5" accent6="accent6" hlink="hlink" folHlink="folHlink"/>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255089615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222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Agenda</a:t>
            </a:r>
          </a:p>
          <a:p>
            <a:pPr algn="ctr"/>
            <a:r>
              <a:rPr lang="en-US" sz="13800">
                <a:solidFill>
                  <a:srgbClr val="000000"/>
                </a:solidFill>
              </a:rPr>
              <a:t>layouts</a:t>
            </a:r>
          </a:p>
        </p:txBody>
      </p:sp>
    </p:spTree>
    <p:extLst>
      <p:ext uri="{BB962C8B-B14F-4D97-AF65-F5344CB8AC3E}">
        <p14:creationId xmlns:p14="http://schemas.microsoft.com/office/powerpoint/2010/main" val="591938669"/>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218903251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324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F5F0E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5E5751"/>
                </a:solidFill>
                <a:latin typeface="+mn-lt"/>
              </a:defRPr>
            </a:lvl3pPr>
            <a:lvl4pPr marL="2514600" indent="-628650">
              <a:spcBef>
                <a:spcPts val="0"/>
              </a:spcBef>
              <a:spcAft>
                <a:spcPts val="600"/>
              </a:spcAft>
              <a:buNone/>
              <a:tabLst/>
              <a:defRPr sz="1600">
                <a:solidFill>
                  <a:srgbClr val="5E5751"/>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4266721279"/>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preserve="1" userDrawn="1">
  <p:cSld name="Agenda (Carbon)">
    <p:bg>
      <p:bgPr>
        <a:solidFill>
          <a:schemeClr val="bg1"/>
        </a:solidFill>
        <a:effectLst/>
      </p:bgPr>
    </p:bg>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43017E1-5C50-A1AB-8360-416C697FA071}"/>
              </a:ext>
            </a:extLst>
          </p:cNvPr>
          <p:cNvGraphicFramePr>
            <a:graphicFrameLocks noChangeAspect="1"/>
          </p:cNvGraphicFramePr>
          <p:nvPr userDrawn="1">
            <p:custDataLst>
              <p:tags r:id="rId2"/>
            </p:custDataLst>
            <p:extLst>
              <p:ext uri="{D42A27DB-BD31-4B8C-83A1-F6EECF244321}">
                <p14:modId xmlns:p14="http://schemas.microsoft.com/office/powerpoint/2010/main" val="30273486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427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16" name="Rectangle 15">
            <a:extLst>
              <a:ext uri="{FF2B5EF4-FFF2-40B4-BE49-F238E27FC236}">
                <a16:creationId xmlns:a16="http://schemas.microsoft.com/office/drawing/2014/main" xmlns="" id="{33889F7A-DE98-F358-02C5-D65EB1DD488E}"/>
              </a:ext>
            </a:extLst>
          </p:cNvPr>
          <p:cNvSpPr>
            <a:spLocks noGrp="1" noRot="1" noMove="1" noResize="1" noEditPoints="1" noAdjustHandles="1" noChangeArrowheads="1" noChangeShapeType="1"/>
          </p:cNvSpPr>
          <p:nvPr userDrawn="1"/>
        </p:nvSpPr>
        <p:spPr>
          <a:xfrm>
            <a:off x="5946775" y="409575"/>
            <a:ext cx="5838381" cy="5991733"/>
          </a:xfrm>
          <a:prstGeom prst="rect">
            <a:avLst/>
          </a:prstGeom>
          <a:solidFill>
            <a:srgbClr val="2F2C2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FFFFFF"/>
              </a:solidFill>
            </a:endParaRPr>
          </a:p>
        </p:txBody>
      </p:sp>
      <p:sp>
        <p:nvSpPr>
          <p:cNvPr id="2" name="Title 1">
            <a:extLst>
              <a:ext uri="{FF2B5EF4-FFF2-40B4-BE49-F238E27FC236}">
                <a16:creationId xmlns:a16="http://schemas.microsoft.com/office/drawing/2014/main" xmlns="" id="{EC5F68A8-0C58-24DF-315E-5F7C105CEFD9}"/>
              </a:ext>
            </a:extLst>
          </p:cNvPr>
          <p:cNvSpPr>
            <a:spLocks noGrp="1"/>
          </p:cNvSpPr>
          <p:nvPr>
            <p:ph type="title" hasCustomPrompt="1"/>
          </p:nvPr>
        </p:nvSpPr>
        <p:spPr>
          <a:xfrm>
            <a:off x="565149" y="460375"/>
            <a:ext cx="3479801" cy="2514600"/>
          </a:xfrm>
        </p:spPr>
        <p:txBody>
          <a:bodyPr vert="horz"/>
          <a:lstStyle>
            <a:lvl1pPr>
              <a:defRPr sz="4800"/>
            </a:lvl1pPr>
          </a:lstStyle>
          <a:p>
            <a:r>
              <a:rPr lang="en-US"/>
              <a:t>Agenda title</a:t>
            </a:r>
          </a:p>
        </p:txBody>
      </p:sp>
      <p:sp>
        <p:nvSpPr>
          <p:cNvPr id="17" name="Text Placeholder 11">
            <a:extLst>
              <a:ext uri="{FF2B5EF4-FFF2-40B4-BE49-F238E27FC236}">
                <a16:creationId xmlns:a16="http://schemas.microsoft.com/office/drawing/2014/main" xmlns="" id="{E734E431-CF7E-DBDA-44CF-DF97B6F2F634}"/>
              </a:ext>
            </a:extLst>
          </p:cNvPr>
          <p:cNvSpPr>
            <a:spLocks noGrp="1"/>
          </p:cNvSpPr>
          <p:nvPr>
            <p:ph type="body" sz="quarter" idx="12" hasCustomPrompt="1"/>
          </p:nvPr>
        </p:nvSpPr>
        <p:spPr>
          <a:xfrm>
            <a:off x="6248400" y="558800"/>
            <a:ext cx="5383213" cy="5142992"/>
          </a:xfrm>
        </p:spPr>
        <p:txBody>
          <a:bodyPr/>
          <a:lstStyle>
            <a:lvl1pPr marL="0" indent="0">
              <a:spcBef>
                <a:spcPts val="0"/>
              </a:spcBef>
              <a:spcAft>
                <a:spcPts val="600"/>
              </a:spcAft>
              <a:tabLst>
                <a:tab pos="1879600" algn="l"/>
                <a:tab pos="2508250" algn="l"/>
              </a:tabLst>
              <a:defRPr sz="1600">
                <a:solidFill>
                  <a:schemeClr val="tx1"/>
                </a:solidFill>
                <a:latin typeface="+mn-lt"/>
              </a:defRPr>
            </a:lvl1pPr>
            <a:lvl2pPr marL="2514600" indent="-628650">
              <a:spcBef>
                <a:spcPts val="0"/>
              </a:spcBef>
              <a:spcAft>
                <a:spcPts val="600"/>
              </a:spcAft>
              <a:buNone/>
              <a:tabLst/>
              <a:defRPr sz="1600">
                <a:solidFill>
                  <a:schemeClr val="tx1"/>
                </a:solidFill>
                <a:latin typeface="+mn-lt"/>
              </a:defRPr>
            </a:lvl2pPr>
            <a:lvl3pPr marL="4763" indent="0">
              <a:spcBef>
                <a:spcPts val="0"/>
              </a:spcBef>
              <a:spcAft>
                <a:spcPts val="600"/>
              </a:spcAft>
              <a:buNone/>
              <a:tabLst>
                <a:tab pos="1879600" algn="l"/>
                <a:tab pos="2508250" algn="l"/>
              </a:tabLst>
              <a:defRPr sz="1600">
                <a:solidFill>
                  <a:srgbClr val="BEB4AA"/>
                </a:solidFill>
                <a:latin typeface="+mn-lt"/>
              </a:defRPr>
            </a:lvl3pPr>
            <a:lvl4pPr marL="2514600" indent="-628650">
              <a:spcBef>
                <a:spcPts val="0"/>
              </a:spcBef>
              <a:spcAft>
                <a:spcPts val="600"/>
              </a:spcAft>
              <a:buNone/>
              <a:tabLst/>
              <a:defRPr sz="1600">
                <a:solidFill>
                  <a:srgbClr val="BEB4AA"/>
                </a:solidFill>
                <a:latin typeface="+mn-lt"/>
              </a:defRPr>
            </a:lvl4pPr>
            <a:lvl5pPr>
              <a:defRPr sz="1600"/>
            </a:lvl5pPr>
          </a:lstStyle>
          <a:p>
            <a:pPr lvl="0"/>
            <a:r>
              <a:rPr lang="en-US" dirty="0"/>
              <a:t>Phase ##	01	Use tabs to format </a:t>
            </a:r>
          </a:p>
          <a:p>
            <a:pPr lvl="1"/>
            <a:r>
              <a:rPr lang="en-US" dirty="0"/>
              <a:t>Second level</a:t>
            </a:r>
          </a:p>
          <a:p>
            <a:pPr lvl="2"/>
            <a:r>
              <a:rPr lang="en-US" dirty="0"/>
              <a:t>Phase ##	02	Use tabs to format</a:t>
            </a:r>
          </a:p>
          <a:p>
            <a:pPr lvl="3"/>
            <a:r>
              <a:rPr lang="en-US" dirty="0"/>
              <a:t>Fourth level</a:t>
            </a:r>
          </a:p>
        </p:txBody>
      </p:sp>
    </p:spTree>
    <p:extLst>
      <p:ext uri="{BB962C8B-B14F-4D97-AF65-F5344CB8AC3E}">
        <p14:creationId xmlns:p14="http://schemas.microsoft.com/office/powerpoint/2010/main" val="590701100"/>
      </p:ext>
    </p:extLst>
  </p:cSld>
  <p:clrMapOvr>
    <a:overrideClrMapping bg1="dk1" tx1="lt1" bg2="dk2" tx2="lt2" accent1="accent1" accent2="accent2" accent3="accent3" accent4="accent4" accent5="accent5" accent6="accent6" hlink="hlink" folHlink="folHlink"/>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preserve="1" userDrawn="1">
  <p:cSld name="Agenda, table">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81937865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529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1343137585"/>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preserve="1" userDrawn="1">
  <p:cSld name="Agenda, table (Carbon)">
    <p:bg>
      <p:bgPr>
        <a:solidFill>
          <a:schemeClr val="bg1"/>
        </a:solidFill>
        <a:effectLst/>
      </p:bgPr>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6FD185B2-CA96-F547-FFF0-7838243B1A2A}"/>
              </a:ext>
            </a:extLst>
          </p:cNvPr>
          <p:cNvGraphicFramePr>
            <a:graphicFrameLocks noChangeAspect="1"/>
          </p:cNvGraphicFramePr>
          <p:nvPr userDrawn="1">
            <p:custDataLst>
              <p:tags r:id="rId2"/>
            </p:custDataLst>
            <p:extLst>
              <p:ext uri="{D42A27DB-BD31-4B8C-83A1-F6EECF244321}">
                <p14:modId xmlns:p14="http://schemas.microsoft.com/office/powerpoint/2010/main" val="38214433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631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D11BFDB8-62FD-B783-90CD-5011EC3F9DB0}"/>
              </a:ext>
            </a:extLst>
          </p:cNvPr>
          <p:cNvSpPr>
            <a:spLocks noGrp="1"/>
          </p:cNvSpPr>
          <p:nvPr>
            <p:ph type="title" hasCustomPrompt="1"/>
          </p:nvPr>
        </p:nvSpPr>
        <p:spPr/>
        <p:txBody>
          <a:bodyPr vert="horz"/>
          <a:lstStyle>
            <a:lvl1pPr>
              <a:defRPr sz="4800"/>
            </a:lvl1pPr>
          </a:lstStyle>
          <a:p>
            <a:r>
              <a:rPr lang="en-US"/>
              <a:t>Agenda title</a:t>
            </a:r>
          </a:p>
        </p:txBody>
      </p:sp>
      <p:sp>
        <p:nvSpPr>
          <p:cNvPr id="12" name="Table Placeholder 11">
            <a:extLst>
              <a:ext uri="{FF2B5EF4-FFF2-40B4-BE49-F238E27FC236}">
                <a16:creationId xmlns:a16="http://schemas.microsoft.com/office/drawing/2014/main" xmlns="" id="{8C62C179-ADF8-3E0D-22F0-94F67DB4CB1E}"/>
              </a:ext>
            </a:extLst>
          </p:cNvPr>
          <p:cNvSpPr>
            <a:spLocks noGrp="1"/>
          </p:cNvSpPr>
          <p:nvPr>
            <p:ph type="tbl" sz="quarter" idx="12"/>
          </p:nvPr>
        </p:nvSpPr>
        <p:spPr>
          <a:xfrm>
            <a:off x="565150" y="1466850"/>
            <a:ext cx="11066463" cy="4981575"/>
          </a:xfrm>
        </p:spPr>
        <p:txBody>
          <a:bodyPr/>
          <a:lstStyle/>
          <a:p>
            <a:r>
              <a:rPr lang="en-US"/>
              <a:t>Click icon to add table</a:t>
            </a:r>
          </a:p>
        </p:txBody>
      </p:sp>
    </p:spTree>
    <p:extLst>
      <p:ext uri="{BB962C8B-B14F-4D97-AF65-F5344CB8AC3E}">
        <p14:creationId xmlns:p14="http://schemas.microsoft.com/office/powerpoint/2010/main" val="715954589"/>
      </p:ext>
    </p:extLst>
  </p:cSld>
  <p:clrMapOvr>
    <a:overrideClrMapping bg1="dk1" tx1="lt1" bg2="dk2" tx2="lt2" accent1="accent1" accent2="accent2" accent3="accent3" accent4="accent4" accent5="accent5" accent6="accent6" hlink="hlink" folHlink="folHlink"/>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30296208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734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2569560" y="1305349"/>
            <a:ext cx="7052893" cy="4247317"/>
          </a:xfrm>
          <a:prstGeom prst="rect">
            <a:avLst/>
          </a:prstGeom>
          <a:noFill/>
        </p:spPr>
        <p:txBody>
          <a:bodyPr wrap="none" lIns="0" tIns="0" rIns="0" bIns="0" rtlCol="0" anchor="ctr">
            <a:spAutoFit/>
          </a:bodyPr>
          <a:lstStyle/>
          <a:p>
            <a:pPr algn="ctr"/>
            <a:r>
              <a:rPr lang="en-US" sz="13800">
                <a:solidFill>
                  <a:srgbClr val="000000"/>
                </a:solidFill>
              </a:rPr>
              <a:t>Speakers</a:t>
            </a:r>
          </a:p>
          <a:p>
            <a:pPr algn="ctr"/>
            <a:r>
              <a:rPr lang="en-US" sz="13800">
                <a:solidFill>
                  <a:srgbClr val="000000"/>
                </a:solidFill>
              </a:rPr>
              <a:t>layouts</a:t>
            </a:r>
          </a:p>
        </p:txBody>
      </p:sp>
    </p:spTree>
    <p:extLst>
      <p:ext uri="{BB962C8B-B14F-4D97-AF65-F5344CB8AC3E}">
        <p14:creationId xmlns:p14="http://schemas.microsoft.com/office/powerpoint/2010/main" val="27654430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preserve="1" userDrawn="1">
  <p:cSld name="Speaker, 1">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037288894"/>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836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254" y="1637435"/>
            <a:ext cx="2527309" cy="255356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3405188" y="1637434"/>
            <a:ext cx="2554626" cy="2553566"/>
          </a:xfrm>
        </p:spPr>
        <p:txBody>
          <a:bodyPr/>
          <a:lstStyle>
            <a:lvl1pPr>
              <a:spcBef>
                <a:spcPts val="0"/>
              </a:spcBef>
              <a:defRPr sz="2400" b="0"/>
            </a:lvl1pPr>
            <a:lvl2pPr marL="0" indent="0">
              <a:spcBef>
                <a:spcPts val="1200"/>
              </a:spcBef>
              <a:buNone/>
              <a:defRPr sz="2400">
                <a:solidFill>
                  <a:srgbClr val="5E5751"/>
                </a:solidFill>
              </a:defRPr>
            </a:lvl2pPr>
          </a:lstStyle>
          <a:p>
            <a:pPr lvl="0"/>
            <a:r>
              <a:rPr lang="en-US" err="1"/>
              <a:t>Firstname</a:t>
            </a:r>
            <a:r>
              <a:rPr lang="en-US"/>
              <a:t> Lastname</a:t>
            </a:r>
          </a:p>
          <a:p>
            <a:pPr lvl="1"/>
            <a:r>
              <a:rPr lang="en-US"/>
              <a:t>Job title</a:t>
            </a:r>
          </a:p>
        </p:txBody>
      </p:sp>
      <p:sp>
        <p:nvSpPr>
          <p:cNvPr id="13" name="Text Placeholder 9">
            <a:extLst>
              <a:ext uri="{FF2B5EF4-FFF2-40B4-BE49-F238E27FC236}">
                <a16:creationId xmlns:a16="http://schemas.microsoft.com/office/drawing/2014/main" xmlns="" id="{00076557-BFE9-5F8B-B4A1-ED0C0029638E}"/>
              </a:ext>
            </a:extLst>
          </p:cNvPr>
          <p:cNvSpPr>
            <a:spLocks noGrp="1"/>
          </p:cNvSpPr>
          <p:nvPr>
            <p:ph type="body" sz="quarter" idx="12" hasCustomPrompt="1"/>
          </p:nvPr>
        </p:nvSpPr>
        <p:spPr>
          <a:xfrm>
            <a:off x="6248400" y="1637435"/>
            <a:ext cx="3776663" cy="2553565"/>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459879857"/>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preserve="1" userDrawn="1">
  <p:cSld name="Speaker, 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436765792"/>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2939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4817" y="1637435"/>
            <a:ext cx="1564021" cy="1564021"/>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2428504" y="1637434"/>
            <a:ext cx="3517940"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6263986" y="1637435"/>
            <a:ext cx="1563976" cy="1563976"/>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8129589" y="1637434"/>
            <a:ext cx="3516024" cy="1035916"/>
          </a:xfrm>
        </p:spPr>
        <p:txBody>
          <a:bodyPr/>
          <a:lstStyle>
            <a:lvl1pPr>
              <a:spcBef>
                <a:spcPts val="0"/>
              </a:spcBef>
              <a:defRPr sz="2400" b="0"/>
            </a:lvl1pPr>
            <a:lvl2pPr marL="0" indent="0">
              <a:spcBef>
                <a:spcPts val="0"/>
              </a:spcBef>
              <a:buNone/>
              <a:defRPr sz="2400">
                <a:solidFill>
                  <a:srgbClr val="5E5751"/>
                </a:solidFill>
              </a:defRPr>
            </a:lvl2pPr>
          </a:lstStyle>
          <a:p>
            <a:pPr lvl="0"/>
            <a:r>
              <a:rPr lang="en-US" err="1"/>
              <a:t>Firstname</a:t>
            </a:r>
            <a:r>
              <a:rPr lang="en-US"/>
              <a:t> Lastname</a:t>
            </a:r>
          </a:p>
          <a:p>
            <a:pPr lvl="1"/>
            <a:r>
              <a:rPr lang="en-US"/>
              <a:t>Job title</a:t>
            </a:r>
          </a:p>
        </p:txBody>
      </p:sp>
      <p:sp>
        <p:nvSpPr>
          <p:cNvPr id="9" name="Text Placeholder 9">
            <a:extLst>
              <a:ext uri="{FF2B5EF4-FFF2-40B4-BE49-F238E27FC236}">
                <a16:creationId xmlns:a16="http://schemas.microsoft.com/office/drawing/2014/main" xmlns="" id="{43A263B2-272B-44F1-9D39-AEA893A1C856}"/>
              </a:ext>
            </a:extLst>
          </p:cNvPr>
          <p:cNvSpPr>
            <a:spLocks noGrp="1"/>
          </p:cNvSpPr>
          <p:nvPr>
            <p:ph type="body" sz="quarter" idx="12" hasCustomPrompt="1"/>
          </p:nvPr>
        </p:nvSpPr>
        <p:spPr>
          <a:xfrm>
            <a:off x="2428504" y="2974975"/>
            <a:ext cx="3517940"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
        <p:nvSpPr>
          <p:cNvPr id="12" name="Text Placeholder 9">
            <a:extLst>
              <a:ext uri="{FF2B5EF4-FFF2-40B4-BE49-F238E27FC236}">
                <a16:creationId xmlns:a16="http://schemas.microsoft.com/office/drawing/2014/main" xmlns="" id="{061D7D79-B6DD-C3D3-D30D-2056D760FFAA}"/>
              </a:ext>
            </a:extLst>
          </p:cNvPr>
          <p:cNvSpPr>
            <a:spLocks noGrp="1"/>
          </p:cNvSpPr>
          <p:nvPr>
            <p:ph type="body" sz="quarter" idx="16" hasCustomPrompt="1"/>
          </p:nvPr>
        </p:nvSpPr>
        <p:spPr>
          <a:xfrm>
            <a:off x="8122427" y="2974975"/>
            <a:ext cx="3517939" cy="2670047"/>
          </a:xfrm>
        </p:spPr>
        <p:txBody>
          <a:bodyPr/>
          <a:lstStyle>
            <a:lvl1pPr>
              <a:defRPr sz="1600">
                <a:solidFill>
                  <a:schemeClr val="tx1"/>
                </a:solidFill>
              </a:defRPr>
            </a:lvl1pPr>
            <a:lvl2pPr>
              <a:buNone/>
              <a:defRPr sz="1600"/>
            </a:lvl2pPr>
            <a:lvl3pPr>
              <a:defRPr sz="1600"/>
            </a:lvl3pPr>
            <a:lvl4pPr>
              <a:defRPr sz="1600"/>
            </a:lvl4pPr>
            <a:lvl5pPr>
              <a:defRPr sz="1600"/>
            </a:lvl5pPr>
          </a:lstStyle>
          <a:p>
            <a:pPr lvl="0"/>
            <a:r>
              <a:rPr lang="en-US"/>
              <a:t>Click to add short biography</a:t>
            </a:r>
          </a:p>
        </p:txBody>
      </p:sp>
    </p:spTree>
    <p:extLst>
      <p:ext uri="{BB962C8B-B14F-4D97-AF65-F5344CB8AC3E}">
        <p14:creationId xmlns:p14="http://schemas.microsoft.com/office/powerpoint/2010/main" val="2524254148"/>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Speaker, 3">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3552956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041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49799" y="1637435"/>
            <a:ext cx="2511552" cy="2511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434979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8143458" y="1637434"/>
            <a:ext cx="2511551" cy="2511551"/>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8143459" y="4327525"/>
            <a:ext cx="2511552" cy="762000"/>
          </a:xfrm>
        </p:spPr>
        <p:txBody>
          <a:bodyPr/>
          <a:lstStyle>
            <a:lvl1pPr>
              <a:spcBef>
                <a:spcPts val="0"/>
              </a:spcBef>
              <a:defRPr sz="1800" b="0"/>
            </a:lvl1pPr>
            <a:lvl2pPr marL="0" indent="0">
              <a:spcBef>
                <a:spcPts val="0"/>
              </a:spcBef>
              <a:buNone/>
              <a:defRPr sz="18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145786142"/>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Speaker, 4">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630332651"/>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1439"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49" y="1637435"/>
            <a:ext cx="2514600" cy="2514600"/>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65149"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3412998" y="1637435"/>
            <a:ext cx="2514600" cy="2514600"/>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3412998"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7EBD53F4-AA15-026E-C06F-BFCDCD680F32}"/>
              </a:ext>
            </a:extLst>
          </p:cNvPr>
          <p:cNvSpPr>
            <a:spLocks noGrp="1" noChangeAspect="1"/>
          </p:cNvSpPr>
          <p:nvPr>
            <p:ph type="pic" sz="quarter" idx="16"/>
          </p:nvPr>
        </p:nvSpPr>
        <p:spPr>
          <a:xfrm>
            <a:off x="6256365" y="1637435"/>
            <a:ext cx="2514600" cy="2514600"/>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B6945004-3FBB-EB03-5646-97F9F63ABEAD}"/>
              </a:ext>
            </a:extLst>
          </p:cNvPr>
          <p:cNvSpPr>
            <a:spLocks noGrp="1"/>
          </p:cNvSpPr>
          <p:nvPr>
            <p:ph type="body" sz="quarter" idx="17" hasCustomPrompt="1"/>
          </p:nvPr>
        </p:nvSpPr>
        <p:spPr>
          <a:xfrm>
            <a:off x="6256364"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
        <p:nvSpPr>
          <p:cNvPr id="7" name="Picture Placeholder 7">
            <a:extLst>
              <a:ext uri="{FF2B5EF4-FFF2-40B4-BE49-F238E27FC236}">
                <a16:creationId xmlns:a16="http://schemas.microsoft.com/office/drawing/2014/main" xmlns="" id="{D16ABBBF-2339-2E06-7C84-AF01ECF613A3}"/>
              </a:ext>
            </a:extLst>
          </p:cNvPr>
          <p:cNvSpPr>
            <a:spLocks noGrp="1" noChangeAspect="1"/>
          </p:cNvSpPr>
          <p:nvPr>
            <p:ph type="pic" sz="quarter" idx="18"/>
          </p:nvPr>
        </p:nvSpPr>
        <p:spPr>
          <a:xfrm>
            <a:off x="9087852" y="1637435"/>
            <a:ext cx="2514600" cy="2514600"/>
          </a:xfrm>
          <a:solidFill>
            <a:srgbClr val="F5F0EB"/>
          </a:solidFill>
        </p:spPr>
        <p:txBody>
          <a:bodyPr/>
          <a:lstStyle/>
          <a:p>
            <a:r>
              <a:rPr lang="en-US"/>
              <a:t>Click icon to add picture</a:t>
            </a:r>
          </a:p>
        </p:txBody>
      </p:sp>
      <p:sp>
        <p:nvSpPr>
          <p:cNvPr id="9" name="Text Placeholder 11">
            <a:extLst>
              <a:ext uri="{FF2B5EF4-FFF2-40B4-BE49-F238E27FC236}">
                <a16:creationId xmlns:a16="http://schemas.microsoft.com/office/drawing/2014/main" xmlns="" id="{0799ED43-EE89-E750-7B23-AFCCA755762E}"/>
              </a:ext>
            </a:extLst>
          </p:cNvPr>
          <p:cNvSpPr>
            <a:spLocks noGrp="1"/>
          </p:cNvSpPr>
          <p:nvPr>
            <p:ph type="body" sz="quarter" idx="19" hasCustomPrompt="1"/>
          </p:nvPr>
        </p:nvSpPr>
        <p:spPr>
          <a:xfrm>
            <a:off x="9087851" y="4327525"/>
            <a:ext cx="2514600" cy="762000"/>
          </a:xfrm>
        </p:spPr>
        <p:txBody>
          <a:bodyPr/>
          <a:lstStyle>
            <a:lvl1pPr>
              <a:spcBef>
                <a:spcPts val="0"/>
              </a:spcBef>
              <a:defRPr sz="1600" b="0"/>
            </a:lvl1pPr>
            <a:lvl2pPr marL="0" indent="0">
              <a:spcBef>
                <a:spcPts val="0"/>
              </a:spcBef>
              <a:buNone/>
              <a:defRPr sz="16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786960867"/>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preserve="1" userDrawn="1">
  <p:cSld name="Speaker, 6">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1003190049"/>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2463"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76463" y="1775000"/>
            <a:ext cx="1552375" cy="1552375"/>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576463"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Text Placeholder 11">
            <a:extLst>
              <a:ext uri="{FF2B5EF4-FFF2-40B4-BE49-F238E27FC236}">
                <a16:creationId xmlns:a16="http://schemas.microsoft.com/office/drawing/2014/main" xmlns="" id="{F71FED85-DAF8-E75C-B88D-72336814AFD6}"/>
              </a:ext>
            </a:extLst>
          </p:cNvPr>
          <p:cNvSpPr>
            <a:spLocks noGrp="1"/>
          </p:cNvSpPr>
          <p:nvPr>
            <p:ph type="body" sz="quarter" idx="19" hasCustomPrompt="1"/>
          </p:nvPr>
        </p:nvSpPr>
        <p:spPr>
          <a:xfrm>
            <a:off x="576463" y="1254086"/>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(optional)</a:t>
            </a:r>
          </a:p>
        </p:txBody>
      </p:sp>
      <p:sp>
        <p:nvSpPr>
          <p:cNvPr id="26" name="Text Placeholder 11">
            <a:extLst>
              <a:ext uri="{FF2B5EF4-FFF2-40B4-BE49-F238E27FC236}">
                <a16:creationId xmlns:a16="http://schemas.microsoft.com/office/drawing/2014/main" xmlns="" id="{80D331FB-07CC-CBB0-1C97-15E6031B1502}"/>
              </a:ext>
            </a:extLst>
          </p:cNvPr>
          <p:cNvSpPr>
            <a:spLocks noGrp="1"/>
          </p:cNvSpPr>
          <p:nvPr>
            <p:ph type="body" sz="quarter" idx="20" hasCustomPrompt="1"/>
          </p:nvPr>
        </p:nvSpPr>
        <p:spPr>
          <a:xfrm>
            <a:off x="576463" y="4501783"/>
            <a:ext cx="5521125" cy="279827"/>
          </a:xfrm>
        </p:spPr>
        <p:txBody>
          <a:bodyPr/>
          <a:lstStyle>
            <a:lvl1pPr>
              <a:spcBef>
                <a:spcPts val="0"/>
              </a:spcBef>
              <a:defRPr sz="1600" b="1">
                <a:solidFill>
                  <a:schemeClr val="tx1"/>
                </a:solidFill>
              </a:defRPr>
            </a:lvl1pPr>
            <a:lvl2pPr marL="0" indent="0">
              <a:spcBef>
                <a:spcPts val="0"/>
              </a:spcBef>
              <a:buNone/>
              <a:defRPr sz="1200">
                <a:solidFill>
                  <a:srgbClr val="5E5751"/>
                </a:solidFill>
              </a:defRPr>
            </a:lvl2pPr>
          </a:lstStyle>
          <a:p>
            <a:pPr lvl="0"/>
            <a:r>
              <a:rPr lang="en-US" dirty="0"/>
              <a:t>Header over logos (optional)</a:t>
            </a:r>
          </a:p>
        </p:txBody>
      </p:sp>
      <p:sp>
        <p:nvSpPr>
          <p:cNvPr id="31" name="Picture Placeholder 7">
            <a:extLst>
              <a:ext uri="{FF2B5EF4-FFF2-40B4-BE49-F238E27FC236}">
                <a16:creationId xmlns:a16="http://schemas.microsoft.com/office/drawing/2014/main" xmlns="" id="{3B6500AD-6C0E-2707-679D-0A899C4EA95D}"/>
              </a:ext>
            </a:extLst>
          </p:cNvPr>
          <p:cNvSpPr>
            <a:spLocks noGrp="1" noChangeAspect="1"/>
          </p:cNvSpPr>
          <p:nvPr>
            <p:ph type="pic" sz="quarter" idx="21"/>
          </p:nvPr>
        </p:nvSpPr>
        <p:spPr>
          <a:xfrm>
            <a:off x="2467064" y="1775000"/>
            <a:ext cx="1552375" cy="1552375"/>
          </a:xfrm>
          <a:solidFill>
            <a:srgbClr val="F5F0EB"/>
          </a:solidFill>
        </p:spPr>
        <p:txBody>
          <a:bodyPr/>
          <a:lstStyle/>
          <a:p>
            <a:r>
              <a:rPr lang="en-US"/>
              <a:t>Click icon to add picture</a:t>
            </a:r>
          </a:p>
        </p:txBody>
      </p:sp>
      <p:sp>
        <p:nvSpPr>
          <p:cNvPr id="32" name="Text Placeholder 11">
            <a:extLst>
              <a:ext uri="{FF2B5EF4-FFF2-40B4-BE49-F238E27FC236}">
                <a16:creationId xmlns:a16="http://schemas.microsoft.com/office/drawing/2014/main" xmlns="" id="{F4A0A85C-8282-CFF2-07DC-5B20BB9E9834}"/>
              </a:ext>
            </a:extLst>
          </p:cNvPr>
          <p:cNvSpPr>
            <a:spLocks noGrp="1"/>
          </p:cNvSpPr>
          <p:nvPr>
            <p:ph type="body" sz="quarter" idx="22" hasCustomPrompt="1"/>
          </p:nvPr>
        </p:nvSpPr>
        <p:spPr>
          <a:xfrm>
            <a:off x="2467064"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3" name="Picture Placeholder 7">
            <a:extLst>
              <a:ext uri="{FF2B5EF4-FFF2-40B4-BE49-F238E27FC236}">
                <a16:creationId xmlns:a16="http://schemas.microsoft.com/office/drawing/2014/main" xmlns="" id="{D078D3FA-853F-C115-1493-DF9FB1C6F215}"/>
              </a:ext>
            </a:extLst>
          </p:cNvPr>
          <p:cNvSpPr>
            <a:spLocks noGrp="1" noChangeAspect="1"/>
          </p:cNvSpPr>
          <p:nvPr>
            <p:ph type="pic" sz="quarter" idx="23"/>
          </p:nvPr>
        </p:nvSpPr>
        <p:spPr>
          <a:xfrm>
            <a:off x="4357665" y="1775000"/>
            <a:ext cx="1552375" cy="1552375"/>
          </a:xfrm>
          <a:solidFill>
            <a:srgbClr val="F5F0EB"/>
          </a:solidFill>
        </p:spPr>
        <p:txBody>
          <a:bodyPr/>
          <a:lstStyle/>
          <a:p>
            <a:r>
              <a:rPr lang="en-US"/>
              <a:t>Click icon to add picture</a:t>
            </a:r>
          </a:p>
        </p:txBody>
      </p:sp>
      <p:sp>
        <p:nvSpPr>
          <p:cNvPr id="34" name="Text Placeholder 11">
            <a:extLst>
              <a:ext uri="{FF2B5EF4-FFF2-40B4-BE49-F238E27FC236}">
                <a16:creationId xmlns:a16="http://schemas.microsoft.com/office/drawing/2014/main" xmlns="" id="{05A7CFBA-E0A6-8DD1-C303-4DD735628AC8}"/>
              </a:ext>
            </a:extLst>
          </p:cNvPr>
          <p:cNvSpPr>
            <a:spLocks noGrp="1"/>
          </p:cNvSpPr>
          <p:nvPr>
            <p:ph type="body" sz="quarter" idx="24" hasCustomPrompt="1"/>
          </p:nvPr>
        </p:nvSpPr>
        <p:spPr>
          <a:xfrm>
            <a:off x="4357665"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5" name="Picture Placeholder 7">
            <a:extLst>
              <a:ext uri="{FF2B5EF4-FFF2-40B4-BE49-F238E27FC236}">
                <a16:creationId xmlns:a16="http://schemas.microsoft.com/office/drawing/2014/main" xmlns="" id="{B6102AE7-F278-B5A9-F2C5-1FBF4197ECDB}"/>
              </a:ext>
            </a:extLst>
          </p:cNvPr>
          <p:cNvSpPr>
            <a:spLocks noGrp="1" noChangeAspect="1"/>
          </p:cNvSpPr>
          <p:nvPr>
            <p:ph type="pic" sz="quarter" idx="25"/>
          </p:nvPr>
        </p:nvSpPr>
        <p:spPr>
          <a:xfrm>
            <a:off x="6248266" y="1775000"/>
            <a:ext cx="1552375" cy="1552375"/>
          </a:xfrm>
          <a:solidFill>
            <a:srgbClr val="F5F0EB"/>
          </a:solidFill>
        </p:spPr>
        <p:txBody>
          <a:bodyPr/>
          <a:lstStyle/>
          <a:p>
            <a:r>
              <a:rPr lang="en-US"/>
              <a:t>Click icon to add picture</a:t>
            </a:r>
          </a:p>
        </p:txBody>
      </p:sp>
      <p:sp>
        <p:nvSpPr>
          <p:cNvPr id="36" name="Text Placeholder 11">
            <a:extLst>
              <a:ext uri="{FF2B5EF4-FFF2-40B4-BE49-F238E27FC236}">
                <a16:creationId xmlns:a16="http://schemas.microsoft.com/office/drawing/2014/main" xmlns="" id="{C2A82CB5-B9E0-2A6D-25BE-D13CD2814ADE}"/>
              </a:ext>
            </a:extLst>
          </p:cNvPr>
          <p:cNvSpPr>
            <a:spLocks noGrp="1"/>
          </p:cNvSpPr>
          <p:nvPr>
            <p:ph type="body" sz="quarter" idx="26" hasCustomPrompt="1"/>
          </p:nvPr>
        </p:nvSpPr>
        <p:spPr>
          <a:xfrm>
            <a:off x="62482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7" name="Picture Placeholder 7">
            <a:extLst>
              <a:ext uri="{FF2B5EF4-FFF2-40B4-BE49-F238E27FC236}">
                <a16:creationId xmlns:a16="http://schemas.microsoft.com/office/drawing/2014/main" xmlns="" id="{70B59503-4A68-E260-B103-EA49A509D2C1}"/>
              </a:ext>
            </a:extLst>
          </p:cNvPr>
          <p:cNvSpPr>
            <a:spLocks noGrp="1" noChangeAspect="1"/>
          </p:cNvSpPr>
          <p:nvPr>
            <p:ph type="pic" sz="quarter" idx="27"/>
          </p:nvPr>
        </p:nvSpPr>
        <p:spPr>
          <a:xfrm>
            <a:off x="8138867" y="1775000"/>
            <a:ext cx="1552375" cy="1552375"/>
          </a:xfrm>
          <a:solidFill>
            <a:srgbClr val="F5F0EB"/>
          </a:solidFill>
        </p:spPr>
        <p:txBody>
          <a:bodyPr/>
          <a:lstStyle/>
          <a:p>
            <a:r>
              <a:rPr lang="en-US"/>
              <a:t>Click icon to add picture</a:t>
            </a:r>
          </a:p>
        </p:txBody>
      </p:sp>
      <p:sp>
        <p:nvSpPr>
          <p:cNvPr id="38" name="Text Placeholder 11">
            <a:extLst>
              <a:ext uri="{FF2B5EF4-FFF2-40B4-BE49-F238E27FC236}">
                <a16:creationId xmlns:a16="http://schemas.microsoft.com/office/drawing/2014/main" xmlns="" id="{A0995BA9-2C1D-3A52-7C7F-BC37A2466C4A}"/>
              </a:ext>
            </a:extLst>
          </p:cNvPr>
          <p:cNvSpPr>
            <a:spLocks noGrp="1"/>
          </p:cNvSpPr>
          <p:nvPr>
            <p:ph type="body" sz="quarter" idx="28" hasCustomPrompt="1"/>
          </p:nvPr>
        </p:nvSpPr>
        <p:spPr>
          <a:xfrm>
            <a:off x="8138867"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39" name="Picture Placeholder 7">
            <a:extLst>
              <a:ext uri="{FF2B5EF4-FFF2-40B4-BE49-F238E27FC236}">
                <a16:creationId xmlns:a16="http://schemas.microsoft.com/office/drawing/2014/main" xmlns="" id="{FE049F1E-C38A-F65C-3614-91F97F14616A}"/>
              </a:ext>
            </a:extLst>
          </p:cNvPr>
          <p:cNvSpPr>
            <a:spLocks noGrp="1" noChangeAspect="1"/>
          </p:cNvSpPr>
          <p:nvPr>
            <p:ph type="pic" sz="quarter" idx="29"/>
          </p:nvPr>
        </p:nvSpPr>
        <p:spPr>
          <a:xfrm>
            <a:off x="10029466" y="1775000"/>
            <a:ext cx="1552375" cy="1552375"/>
          </a:xfrm>
          <a:solidFill>
            <a:srgbClr val="F5F0EB"/>
          </a:solidFill>
        </p:spPr>
        <p:txBody>
          <a:bodyPr/>
          <a:lstStyle/>
          <a:p>
            <a:r>
              <a:rPr lang="en-US"/>
              <a:t>Click icon to add picture</a:t>
            </a:r>
          </a:p>
        </p:txBody>
      </p:sp>
      <p:sp>
        <p:nvSpPr>
          <p:cNvPr id="40" name="Text Placeholder 11">
            <a:extLst>
              <a:ext uri="{FF2B5EF4-FFF2-40B4-BE49-F238E27FC236}">
                <a16:creationId xmlns:a16="http://schemas.microsoft.com/office/drawing/2014/main" xmlns="" id="{06C2ADEC-2DA0-0CA9-F153-77DFAA70DA1B}"/>
              </a:ext>
            </a:extLst>
          </p:cNvPr>
          <p:cNvSpPr>
            <a:spLocks noGrp="1"/>
          </p:cNvSpPr>
          <p:nvPr>
            <p:ph type="body" sz="quarter" idx="30" hasCustomPrompt="1"/>
          </p:nvPr>
        </p:nvSpPr>
        <p:spPr>
          <a:xfrm>
            <a:off x="10029466" y="3530626"/>
            <a:ext cx="1552375" cy="660374"/>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2078235520"/>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preserve="1" userDrawn="1">
  <p:cSld name="Speaker, 12">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xmlns="" id="{21E5D8FD-E588-E3E8-EB4C-56B07365DC66}"/>
              </a:ext>
            </a:extLst>
          </p:cNvPr>
          <p:cNvGraphicFramePr>
            <a:graphicFrameLocks noChangeAspect="1"/>
          </p:cNvGraphicFramePr>
          <p:nvPr userDrawn="1">
            <p:custDataLst>
              <p:tags r:id="rId2"/>
            </p:custDataLst>
            <p:extLst>
              <p:ext uri="{D42A27DB-BD31-4B8C-83A1-F6EECF244321}">
                <p14:modId xmlns:p14="http://schemas.microsoft.com/office/powerpoint/2010/main" val="390200978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348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xmlns="" id="{65C245F4-31EF-1D86-9AFD-EB7ACAE2BE5E}"/>
              </a:ext>
            </a:extLst>
          </p:cNvPr>
          <p:cNvSpPr>
            <a:spLocks noGrp="1"/>
          </p:cNvSpPr>
          <p:nvPr>
            <p:ph type="title"/>
          </p:nvPr>
        </p:nvSpPr>
        <p:spPr>
          <a:xfrm>
            <a:off x="565149" y="460375"/>
            <a:ext cx="11066463" cy="731520"/>
          </a:xfrm>
        </p:spPr>
        <p:txBody>
          <a:bodyPr vert="horz"/>
          <a:lstStyle/>
          <a:p>
            <a:r>
              <a:rPr lang="en-US"/>
              <a:t>Click to edit Master title style</a:t>
            </a:r>
          </a:p>
        </p:txBody>
      </p:sp>
      <p:sp>
        <p:nvSpPr>
          <p:cNvPr id="8" name="Picture Placeholder 7">
            <a:extLst>
              <a:ext uri="{FF2B5EF4-FFF2-40B4-BE49-F238E27FC236}">
                <a16:creationId xmlns:a16="http://schemas.microsoft.com/office/drawing/2014/main" xmlns="" id="{78DA0B82-0A52-1781-14DF-468963F89BEE}"/>
              </a:ext>
            </a:extLst>
          </p:cNvPr>
          <p:cNvSpPr>
            <a:spLocks noGrp="1" noChangeAspect="1"/>
          </p:cNvSpPr>
          <p:nvPr>
            <p:ph type="pic" sz="quarter" idx="11"/>
          </p:nvPr>
        </p:nvSpPr>
        <p:spPr>
          <a:xfrm>
            <a:off x="565150" y="1637435"/>
            <a:ext cx="987552" cy="987552"/>
          </a:xfrm>
          <a:solidFill>
            <a:srgbClr val="F5F0EB"/>
          </a:solidFill>
        </p:spPr>
        <p:txBody>
          <a:bodyPr/>
          <a:lstStyle/>
          <a:p>
            <a:r>
              <a:rPr lang="en-US"/>
              <a:t>Click icon to add picture</a:t>
            </a:r>
          </a:p>
        </p:txBody>
      </p:sp>
      <p:sp>
        <p:nvSpPr>
          <p:cNvPr id="11" name="Text Placeholder 11">
            <a:extLst>
              <a:ext uri="{FF2B5EF4-FFF2-40B4-BE49-F238E27FC236}">
                <a16:creationId xmlns:a16="http://schemas.microsoft.com/office/drawing/2014/main" xmlns="" id="{5776214A-FA55-3F63-DFBB-0DC850AEAD86}"/>
              </a:ext>
            </a:extLst>
          </p:cNvPr>
          <p:cNvSpPr>
            <a:spLocks noGrp="1"/>
          </p:cNvSpPr>
          <p:nvPr>
            <p:ph type="body" sz="quarter" idx="13" hasCustomPrompt="1"/>
          </p:nvPr>
        </p:nvSpPr>
        <p:spPr>
          <a:xfrm>
            <a:off x="1703515"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4" name="Picture Placeholder 7">
            <a:extLst>
              <a:ext uri="{FF2B5EF4-FFF2-40B4-BE49-F238E27FC236}">
                <a16:creationId xmlns:a16="http://schemas.microsoft.com/office/drawing/2014/main" xmlns="" id="{5C63439D-4D82-6FC2-C60B-B16FE6C01A3A}"/>
              </a:ext>
            </a:extLst>
          </p:cNvPr>
          <p:cNvSpPr>
            <a:spLocks noGrp="1" noChangeAspect="1"/>
          </p:cNvSpPr>
          <p:nvPr>
            <p:ph type="pic" sz="quarter" idx="14"/>
          </p:nvPr>
        </p:nvSpPr>
        <p:spPr>
          <a:xfrm>
            <a:off x="4358849" y="1637435"/>
            <a:ext cx="987552" cy="987552"/>
          </a:xfrm>
          <a:solidFill>
            <a:srgbClr val="F5F0EB"/>
          </a:solidFill>
        </p:spPr>
        <p:txBody>
          <a:bodyPr/>
          <a:lstStyle/>
          <a:p>
            <a:r>
              <a:rPr lang="en-US"/>
              <a:t>Click icon to add picture</a:t>
            </a:r>
          </a:p>
        </p:txBody>
      </p:sp>
      <p:sp>
        <p:nvSpPr>
          <p:cNvPr id="5" name="Text Placeholder 11">
            <a:extLst>
              <a:ext uri="{FF2B5EF4-FFF2-40B4-BE49-F238E27FC236}">
                <a16:creationId xmlns:a16="http://schemas.microsoft.com/office/drawing/2014/main" xmlns="" id="{6AD321CB-1F7A-D001-14D9-8179640E93B5}"/>
              </a:ext>
            </a:extLst>
          </p:cNvPr>
          <p:cNvSpPr>
            <a:spLocks noGrp="1"/>
          </p:cNvSpPr>
          <p:nvPr>
            <p:ph type="body" sz="quarter" idx="15" hasCustomPrompt="1"/>
          </p:nvPr>
        </p:nvSpPr>
        <p:spPr>
          <a:xfrm>
            <a:off x="5495540"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9" name="Picture Placeholder 7">
            <a:extLst>
              <a:ext uri="{FF2B5EF4-FFF2-40B4-BE49-F238E27FC236}">
                <a16:creationId xmlns:a16="http://schemas.microsoft.com/office/drawing/2014/main" xmlns="" id="{E07B74AC-EE9A-25D5-4583-5F253A748507}"/>
              </a:ext>
            </a:extLst>
          </p:cNvPr>
          <p:cNvSpPr>
            <a:spLocks noGrp="1" noChangeAspect="1"/>
          </p:cNvSpPr>
          <p:nvPr>
            <p:ph type="pic" sz="quarter" idx="16"/>
          </p:nvPr>
        </p:nvSpPr>
        <p:spPr>
          <a:xfrm>
            <a:off x="565150" y="2888166"/>
            <a:ext cx="987552" cy="987552"/>
          </a:xfrm>
          <a:solidFill>
            <a:srgbClr val="F5F0EB"/>
          </a:solidFill>
        </p:spPr>
        <p:txBody>
          <a:bodyPr/>
          <a:lstStyle/>
          <a:p>
            <a:r>
              <a:rPr lang="en-US"/>
              <a:t>Click icon to add picture</a:t>
            </a:r>
          </a:p>
        </p:txBody>
      </p:sp>
      <p:sp>
        <p:nvSpPr>
          <p:cNvPr id="12" name="Text Placeholder 11">
            <a:extLst>
              <a:ext uri="{FF2B5EF4-FFF2-40B4-BE49-F238E27FC236}">
                <a16:creationId xmlns:a16="http://schemas.microsoft.com/office/drawing/2014/main" xmlns="" id="{35B64ED0-1747-14E8-8C38-312801E015E8}"/>
              </a:ext>
            </a:extLst>
          </p:cNvPr>
          <p:cNvSpPr>
            <a:spLocks noGrp="1"/>
          </p:cNvSpPr>
          <p:nvPr>
            <p:ph type="body" sz="quarter" idx="17" hasCustomPrompt="1"/>
          </p:nvPr>
        </p:nvSpPr>
        <p:spPr>
          <a:xfrm>
            <a:off x="1703515"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3" name="Picture Placeholder 7">
            <a:extLst>
              <a:ext uri="{FF2B5EF4-FFF2-40B4-BE49-F238E27FC236}">
                <a16:creationId xmlns:a16="http://schemas.microsoft.com/office/drawing/2014/main" xmlns="" id="{17D60C2A-77D9-52CA-F221-CE501A39CABC}"/>
              </a:ext>
            </a:extLst>
          </p:cNvPr>
          <p:cNvSpPr>
            <a:spLocks noGrp="1" noChangeAspect="1"/>
          </p:cNvSpPr>
          <p:nvPr>
            <p:ph type="pic" sz="quarter" idx="18"/>
          </p:nvPr>
        </p:nvSpPr>
        <p:spPr>
          <a:xfrm>
            <a:off x="4358849" y="2888166"/>
            <a:ext cx="987552" cy="987552"/>
          </a:xfrm>
          <a:solidFill>
            <a:srgbClr val="F5F0EB"/>
          </a:solidFill>
        </p:spPr>
        <p:txBody>
          <a:bodyPr/>
          <a:lstStyle/>
          <a:p>
            <a:r>
              <a:rPr lang="en-US"/>
              <a:t>Click icon to add picture</a:t>
            </a:r>
          </a:p>
        </p:txBody>
      </p:sp>
      <p:sp>
        <p:nvSpPr>
          <p:cNvPr id="14" name="Text Placeholder 11">
            <a:extLst>
              <a:ext uri="{FF2B5EF4-FFF2-40B4-BE49-F238E27FC236}">
                <a16:creationId xmlns:a16="http://schemas.microsoft.com/office/drawing/2014/main" xmlns="" id="{CB165B28-35C1-D225-4A64-E2A61301A4DD}"/>
              </a:ext>
            </a:extLst>
          </p:cNvPr>
          <p:cNvSpPr>
            <a:spLocks noGrp="1"/>
          </p:cNvSpPr>
          <p:nvPr>
            <p:ph type="body" sz="quarter" idx="19" hasCustomPrompt="1"/>
          </p:nvPr>
        </p:nvSpPr>
        <p:spPr>
          <a:xfrm>
            <a:off x="5495540"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5" name="Picture Placeholder 7">
            <a:extLst>
              <a:ext uri="{FF2B5EF4-FFF2-40B4-BE49-F238E27FC236}">
                <a16:creationId xmlns:a16="http://schemas.microsoft.com/office/drawing/2014/main" xmlns="" id="{E73A1BFE-276C-0927-9FF7-66318C2DBD7D}"/>
              </a:ext>
            </a:extLst>
          </p:cNvPr>
          <p:cNvSpPr>
            <a:spLocks noGrp="1" noChangeAspect="1"/>
          </p:cNvSpPr>
          <p:nvPr>
            <p:ph type="pic" sz="quarter" idx="20"/>
          </p:nvPr>
        </p:nvSpPr>
        <p:spPr>
          <a:xfrm>
            <a:off x="565150" y="4138897"/>
            <a:ext cx="987552" cy="987552"/>
          </a:xfrm>
          <a:solidFill>
            <a:srgbClr val="F5F0EB"/>
          </a:solidFill>
        </p:spPr>
        <p:txBody>
          <a:bodyPr/>
          <a:lstStyle/>
          <a:p>
            <a:r>
              <a:rPr lang="en-US"/>
              <a:t>Click icon to add picture</a:t>
            </a:r>
          </a:p>
        </p:txBody>
      </p:sp>
      <p:sp>
        <p:nvSpPr>
          <p:cNvPr id="16" name="Text Placeholder 11">
            <a:extLst>
              <a:ext uri="{FF2B5EF4-FFF2-40B4-BE49-F238E27FC236}">
                <a16:creationId xmlns:a16="http://schemas.microsoft.com/office/drawing/2014/main" xmlns="" id="{2529DBB2-3720-4AB8-3C81-7BBD12B176C4}"/>
              </a:ext>
            </a:extLst>
          </p:cNvPr>
          <p:cNvSpPr>
            <a:spLocks noGrp="1"/>
          </p:cNvSpPr>
          <p:nvPr>
            <p:ph type="body" sz="quarter" idx="21" hasCustomPrompt="1"/>
          </p:nvPr>
        </p:nvSpPr>
        <p:spPr>
          <a:xfrm>
            <a:off x="1703515"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7" name="Picture Placeholder 7">
            <a:extLst>
              <a:ext uri="{FF2B5EF4-FFF2-40B4-BE49-F238E27FC236}">
                <a16:creationId xmlns:a16="http://schemas.microsoft.com/office/drawing/2014/main" xmlns="" id="{D518239F-8303-6062-88F3-9C2B67E4E1A4}"/>
              </a:ext>
            </a:extLst>
          </p:cNvPr>
          <p:cNvSpPr>
            <a:spLocks noGrp="1" noChangeAspect="1"/>
          </p:cNvSpPr>
          <p:nvPr>
            <p:ph type="pic" sz="quarter" idx="22"/>
          </p:nvPr>
        </p:nvSpPr>
        <p:spPr>
          <a:xfrm>
            <a:off x="4358849" y="4138897"/>
            <a:ext cx="987552" cy="987552"/>
          </a:xfrm>
          <a:solidFill>
            <a:srgbClr val="F5F0EB"/>
          </a:solidFill>
        </p:spPr>
        <p:txBody>
          <a:bodyPr/>
          <a:lstStyle/>
          <a:p>
            <a:r>
              <a:rPr lang="en-US"/>
              <a:t>Click icon to add picture</a:t>
            </a:r>
          </a:p>
        </p:txBody>
      </p:sp>
      <p:sp>
        <p:nvSpPr>
          <p:cNvPr id="18" name="Text Placeholder 11">
            <a:extLst>
              <a:ext uri="{FF2B5EF4-FFF2-40B4-BE49-F238E27FC236}">
                <a16:creationId xmlns:a16="http://schemas.microsoft.com/office/drawing/2014/main" xmlns="" id="{4FA7EC9E-AD87-A0B5-8F3E-FED229E183FF}"/>
              </a:ext>
            </a:extLst>
          </p:cNvPr>
          <p:cNvSpPr>
            <a:spLocks noGrp="1"/>
          </p:cNvSpPr>
          <p:nvPr>
            <p:ph type="body" sz="quarter" idx="23" hasCustomPrompt="1"/>
          </p:nvPr>
        </p:nvSpPr>
        <p:spPr>
          <a:xfrm>
            <a:off x="5495540"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6" name="Picture Placeholder 7">
            <a:extLst>
              <a:ext uri="{FF2B5EF4-FFF2-40B4-BE49-F238E27FC236}">
                <a16:creationId xmlns:a16="http://schemas.microsoft.com/office/drawing/2014/main" xmlns="" id="{4E9CDB91-D9C5-B930-B1D8-D183D7EC2AEF}"/>
              </a:ext>
            </a:extLst>
          </p:cNvPr>
          <p:cNvSpPr>
            <a:spLocks noGrp="1" noChangeAspect="1"/>
          </p:cNvSpPr>
          <p:nvPr>
            <p:ph type="pic" sz="quarter" idx="24"/>
          </p:nvPr>
        </p:nvSpPr>
        <p:spPr>
          <a:xfrm>
            <a:off x="8142573" y="1637435"/>
            <a:ext cx="987552" cy="987552"/>
          </a:xfrm>
          <a:solidFill>
            <a:srgbClr val="F5F0EB"/>
          </a:solidFill>
        </p:spPr>
        <p:txBody>
          <a:bodyPr/>
          <a:lstStyle/>
          <a:p>
            <a:r>
              <a:rPr lang="en-US"/>
              <a:t>Click icon to add picture</a:t>
            </a:r>
          </a:p>
        </p:txBody>
      </p:sp>
      <p:sp>
        <p:nvSpPr>
          <p:cNvPr id="7" name="Text Placeholder 11">
            <a:extLst>
              <a:ext uri="{FF2B5EF4-FFF2-40B4-BE49-F238E27FC236}">
                <a16:creationId xmlns:a16="http://schemas.microsoft.com/office/drawing/2014/main" xmlns="" id="{311B5EAD-8B7F-6A93-83A3-23F72B428F6D}"/>
              </a:ext>
            </a:extLst>
          </p:cNvPr>
          <p:cNvSpPr>
            <a:spLocks noGrp="1"/>
          </p:cNvSpPr>
          <p:nvPr>
            <p:ph type="body" sz="quarter" idx="25" hasCustomPrompt="1"/>
          </p:nvPr>
        </p:nvSpPr>
        <p:spPr>
          <a:xfrm>
            <a:off x="9279264" y="1637434"/>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19" name="Picture Placeholder 7">
            <a:extLst>
              <a:ext uri="{FF2B5EF4-FFF2-40B4-BE49-F238E27FC236}">
                <a16:creationId xmlns:a16="http://schemas.microsoft.com/office/drawing/2014/main" xmlns="" id="{3C128D69-5F12-E113-1C1D-87FD3076CE28}"/>
              </a:ext>
            </a:extLst>
          </p:cNvPr>
          <p:cNvSpPr>
            <a:spLocks noGrp="1" noChangeAspect="1"/>
          </p:cNvSpPr>
          <p:nvPr>
            <p:ph type="pic" sz="quarter" idx="26"/>
          </p:nvPr>
        </p:nvSpPr>
        <p:spPr>
          <a:xfrm>
            <a:off x="8142573" y="2888166"/>
            <a:ext cx="987552" cy="987552"/>
          </a:xfrm>
          <a:solidFill>
            <a:srgbClr val="F5F0EB"/>
          </a:solidFill>
        </p:spPr>
        <p:txBody>
          <a:bodyPr/>
          <a:lstStyle/>
          <a:p>
            <a:r>
              <a:rPr lang="en-US"/>
              <a:t>Click icon to add picture</a:t>
            </a:r>
          </a:p>
        </p:txBody>
      </p:sp>
      <p:sp>
        <p:nvSpPr>
          <p:cNvPr id="20" name="Text Placeholder 11">
            <a:extLst>
              <a:ext uri="{FF2B5EF4-FFF2-40B4-BE49-F238E27FC236}">
                <a16:creationId xmlns:a16="http://schemas.microsoft.com/office/drawing/2014/main" xmlns="" id="{7F066EF6-1311-24CB-7809-237CF39D9372}"/>
              </a:ext>
            </a:extLst>
          </p:cNvPr>
          <p:cNvSpPr>
            <a:spLocks noGrp="1"/>
          </p:cNvSpPr>
          <p:nvPr>
            <p:ph type="body" sz="quarter" idx="27" hasCustomPrompt="1"/>
          </p:nvPr>
        </p:nvSpPr>
        <p:spPr>
          <a:xfrm>
            <a:off x="9279264" y="2888165"/>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1" name="Picture Placeholder 7">
            <a:extLst>
              <a:ext uri="{FF2B5EF4-FFF2-40B4-BE49-F238E27FC236}">
                <a16:creationId xmlns:a16="http://schemas.microsoft.com/office/drawing/2014/main" xmlns="" id="{125D1315-97FF-9A57-853E-248B543B2AF8}"/>
              </a:ext>
            </a:extLst>
          </p:cNvPr>
          <p:cNvSpPr>
            <a:spLocks noGrp="1" noChangeAspect="1"/>
          </p:cNvSpPr>
          <p:nvPr>
            <p:ph type="pic" sz="quarter" idx="28"/>
          </p:nvPr>
        </p:nvSpPr>
        <p:spPr>
          <a:xfrm>
            <a:off x="8142573" y="4138897"/>
            <a:ext cx="987552" cy="987552"/>
          </a:xfrm>
          <a:solidFill>
            <a:srgbClr val="F5F0EB"/>
          </a:solidFill>
        </p:spPr>
        <p:txBody>
          <a:bodyPr/>
          <a:lstStyle/>
          <a:p>
            <a:r>
              <a:rPr lang="en-US"/>
              <a:t>Click icon to add picture</a:t>
            </a:r>
          </a:p>
        </p:txBody>
      </p:sp>
      <p:sp>
        <p:nvSpPr>
          <p:cNvPr id="22" name="Text Placeholder 11">
            <a:extLst>
              <a:ext uri="{FF2B5EF4-FFF2-40B4-BE49-F238E27FC236}">
                <a16:creationId xmlns:a16="http://schemas.microsoft.com/office/drawing/2014/main" xmlns="" id="{68CC0581-D126-BDB7-1E9C-98F2C66DDE7E}"/>
              </a:ext>
            </a:extLst>
          </p:cNvPr>
          <p:cNvSpPr>
            <a:spLocks noGrp="1"/>
          </p:cNvSpPr>
          <p:nvPr>
            <p:ph type="body" sz="quarter" idx="29" hasCustomPrompt="1"/>
          </p:nvPr>
        </p:nvSpPr>
        <p:spPr>
          <a:xfrm>
            <a:off x="9279264" y="4138896"/>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3" name="Picture Placeholder 7">
            <a:extLst>
              <a:ext uri="{FF2B5EF4-FFF2-40B4-BE49-F238E27FC236}">
                <a16:creationId xmlns:a16="http://schemas.microsoft.com/office/drawing/2014/main" xmlns="" id="{7C60BF74-5B69-8111-2CFB-81EABD313A45}"/>
              </a:ext>
            </a:extLst>
          </p:cNvPr>
          <p:cNvSpPr>
            <a:spLocks noGrp="1" noChangeAspect="1"/>
          </p:cNvSpPr>
          <p:nvPr>
            <p:ph type="pic" sz="quarter" idx="30"/>
          </p:nvPr>
        </p:nvSpPr>
        <p:spPr>
          <a:xfrm>
            <a:off x="565150" y="5389629"/>
            <a:ext cx="987552" cy="987552"/>
          </a:xfrm>
          <a:solidFill>
            <a:srgbClr val="F5F0EB"/>
          </a:solidFill>
        </p:spPr>
        <p:txBody>
          <a:bodyPr/>
          <a:lstStyle/>
          <a:p>
            <a:r>
              <a:rPr lang="en-US"/>
              <a:t>Click icon to add picture</a:t>
            </a:r>
          </a:p>
        </p:txBody>
      </p:sp>
      <p:sp>
        <p:nvSpPr>
          <p:cNvPr id="24" name="Text Placeholder 11">
            <a:extLst>
              <a:ext uri="{FF2B5EF4-FFF2-40B4-BE49-F238E27FC236}">
                <a16:creationId xmlns:a16="http://schemas.microsoft.com/office/drawing/2014/main" xmlns="" id="{FB93A903-C399-3411-D3A5-7D8EA27E4781}"/>
              </a:ext>
            </a:extLst>
          </p:cNvPr>
          <p:cNvSpPr>
            <a:spLocks noGrp="1"/>
          </p:cNvSpPr>
          <p:nvPr>
            <p:ph type="body" sz="quarter" idx="31" hasCustomPrompt="1"/>
          </p:nvPr>
        </p:nvSpPr>
        <p:spPr>
          <a:xfrm>
            <a:off x="1703515"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5" name="Picture Placeholder 7">
            <a:extLst>
              <a:ext uri="{FF2B5EF4-FFF2-40B4-BE49-F238E27FC236}">
                <a16:creationId xmlns:a16="http://schemas.microsoft.com/office/drawing/2014/main" xmlns="" id="{2736E186-6C9A-1B23-F922-E7C60426EB6D}"/>
              </a:ext>
            </a:extLst>
          </p:cNvPr>
          <p:cNvSpPr>
            <a:spLocks noGrp="1" noChangeAspect="1"/>
          </p:cNvSpPr>
          <p:nvPr>
            <p:ph type="pic" sz="quarter" idx="32"/>
          </p:nvPr>
        </p:nvSpPr>
        <p:spPr>
          <a:xfrm>
            <a:off x="4358849" y="5389629"/>
            <a:ext cx="987552" cy="987552"/>
          </a:xfrm>
          <a:solidFill>
            <a:srgbClr val="F5F0EB"/>
          </a:solidFill>
        </p:spPr>
        <p:txBody>
          <a:bodyPr/>
          <a:lstStyle/>
          <a:p>
            <a:r>
              <a:rPr lang="en-US"/>
              <a:t>Click icon to add picture</a:t>
            </a:r>
          </a:p>
        </p:txBody>
      </p:sp>
      <p:sp>
        <p:nvSpPr>
          <p:cNvPr id="26" name="Text Placeholder 11">
            <a:extLst>
              <a:ext uri="{FF2B5EF4-FFF2-40B4-BE49-F238E27FC236}">
                <a16:creationId xmlns:a16="http://schemas.microsoft.com/office/drawing/2014/main" xmlns="" id="{D67FFBB4-8EBA-A591-9025-E103B80DA52D}"/>
              </a:ext>
            </a:extLst>
          </p:cNvPr>
          <p:cNvSpPr>
            <a:spLocks noGrp="1"/>
          </p:cNvSpPr>
          <p:nvPr>
            <p:ph type="body" sz="quarter" idx="33" hasCustomPrompt="1"/>
          </p:nvPr>
        </p:nvSpPr>
        <p:spPr>
          <a:xfrm>
            <a:off x="5495540"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
        <p:nvSpPr>
          <p:cNvPr id="27" name="Picture Placeholder 7">
            <a:extLst>
              <a:ext uri="{FF2B5EF4-FFF2-40B4-BE49-F238E27FC236}">
                <a16:creationId xmlns:a16="http://schemas.microsoft.com/office/drawing/2014/main" xmlns="" id="{315113AF-65B1-6860-94D3-6847ED73E65E}"/>
              </a:ext>
            </a:extLst>
          </p:cNvPr>
          <p:cNvSpPr>
            <a:spLocks noGrp="1" noChangeAspect="1"/>
          </p:cNvSpPr>
          <p:nvPr>
            <p:ph type="pic" sz="quarter" idx="34"/>
          </p:nvPr>
        </p:nvSpPr>
        <p:spPr>
          <a:xfrm>
            <a:off x="8142573" y="5389629"/>
            <a:ext cx="987552" cy="987552"/>
          </a:xfrm>
          <a:solidFill>
            <a:srgbClr val="F5F0EB"/>
          </a:solidFill>
        </p:spPr>
        <p:txBody>
          <a:bodyPr/>
          <a:lstStyle/>
          <a:p>
            <a:r>
              <a:rPr lang="en-US"/>
              <a:t>Click icon to add picture</a:t>
            </a:r>
          </a:p>
        </p:txBody>
      </p:sp>
      <p:sp>
        <p:nvSpPr>
          <p:cNvPr id="28" name="Text Placeholder 11">
            <a:extLst>
              <a:ext uri="{FF2B5EF4-FFF2-40B4-BE49-F238E27FC236}">
                <a16:creationId xmlns:a16="http://schemas.microsoft.com/office/drawing/2014/main" xmlns="" id="{D8D2915E-D44F-7A27-1EFE-AA964A273E35}"/>
              </a:ext>
            </a:extLst>
          </p:cNvPr>
          <p:cNvSpPr>
            <a:spLocks noGrp="1"/>
          </p:cNvSpPr>
          <p:nvPr>
            <p:ph type="body" sz="quarter" idx="35" hasCustomPrompt="1"/>
          </p:nvPr>
        </p:nvSpPr>
        <p:spPr>
          <a:xfrm>
            <a:off x="9279264" y="5389628"/>
            <a:ext cx="2374899" cy="987552"/>
          </a:xfrm>
        </p:spPr>
        <p:txBody>
          <a:bodyPr/>
          <a:lstStyle>
            <a:lvl1pPr>
              <a:spcBef>
                <a:spcPts val="0"/>
              </a:spcBef>
              <a:defRPr sz="1200" b="1"/>
            </a:lvl1pPr>
            <a:lvl2pPr marL="0" indent="0">
              <a:spcBef>
                <a:spcPts val="0"/>
              </a:spcBef>
              <a:buNone/>
              <a:defRPr sz="1200">
                <a:solidFill>
                  <a:srgbClr val="5E5751"/>
                </a:solidFill>
              </a:defRPr>
            </a:lvl2pPr>
          </a:lstStyle>
          <a:p>
            <a:pPr lvl="0"/>
            <a:r>
              <a:rPr lang="en-US" err="1"/>
              <a:t>Firstname</a:t>
            </a:r>
            <a:r>
              <a:rPr lang="en-US"/>
              <a:t> Lastname</a:t>
            </a:r>
          </a:p>
          <a:p>
            <a:pPr lvl="1"/>
            <a:r>
              <a:rPr lang="en-US"/>
              <a:t>Job title</a:t>
            </a:r>
          </a:p>
        </p:txBody>
      </p:sp>
    </p:spTree>
    <p:extLst>
      <p:ext uri="{BB962C8B-B14F-4D97-AF65-F5344CB8AC3E}">
        <p14:creationId xmlns:p14="http://schemas.microsoft.com/office/powerpoint/2010/main" val="4181779623"/>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14253529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451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3213838" y="1305349"/>
            <a:ext cx="5764335" cy="4247317"/>
          </a:xfrm>
          <a:prstGeom prst="rect">
            <a:avLst/>
          </a:prstGeom>
          <a:noFill/>
        </p:spPr>
        <p:txBody>
          <a:bodyPr wrap="none" lIns="0" tIns="0" rIns="0" bIns="0" rtlCol="0" anchor="ctr">
            <a:spAutoFit/>
          </a:bodyPr>
          <a:lstStyle/>
          <a:p>
            <a:pPr algn="ctr"/>
            <a:r>
              <a:rPr lang="en-US" sz="13800">
                <a:solidFill>
                  <a:srgbClr val="000000"/>
                </a:solidFill>
              </a:rPr>
              <a:t>Closing</a:t>
            </a:r>
          </a:p>
          <a:p>
            <a:pPr algn="ctr"/>
            <a:r>
              <a:rPr lang="en-US" sz="13800">
                <a:solidFill>
                  <a:srgbClr val="000000"/>
                </a:solidFill>
              </a:rPr>
              <a:t>layouts</a:t>
            </a:r>
          </a:p>
        </p:txBody>
      </p:sp>
    </p:spTree>
    <p:extLst>
      <p:ext uri="{BB962C8B-B14F-4D97-AF65-F5344CB8AC3E}">
        <p14:creationId xmlns:p14="http://schemas.microsoft.com/office/powerpoint/2010/main" val="1933230681"/>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6_End Slide (Carbon)">
    <p:bg>
      <p:bgPr>
        <a:solidFill>
          <a:schemeClr val="bg1"/>
        </a:solidFill>
        <a:effectLst/>
      </p:bgPr>
    </p:bg>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xmlns="" id="{F0E82741-EECD-7D5E-DA50-894B61C9F926}"/>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342190216"/>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5535"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000000">
                    <a:lumMod val="65000"/>
                    <a:lumOff val="35000"/>
                  </a:srgbClr>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2" name="TextBox 1">
            <a:extLst>
              <a:ext uri="{FF2B5EF4-FFF2-40B4-BE49-F238E27FC236}">
                <a16:creationId xmlns:a16="http://schemas.microsoft.com/office/drawing/2014/main" xmlns="" id="{10E9B97E-B871-FBDE-4718-2615A1C20F6E}"/>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FFFFFF"/>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FFFFFF"/>
                </a:solidFill>
              </a:rPr>
              <a:t>Tenarai</a:t>
            </a:r>
            <a:endParaRPr lang="en-US" sz="1000" b="1">
              <a:solidFill>
                <a:srgbClr val="FFFFFF"/>
              </a:solidFill>
            </a:endParaRPr>
          </a:p>
        </p:txBody>
      </p:sp>
      <p:sp>
        <p:nvSpPr>
          <p:cNvPr id="7" name="Text Placeholder 5">
            <a:extLst>
              <a:ext uri="{FF2B5EF4-FFF2-40B4-BE49-F238E27FC236}">
                <a16:creationId xmlns:a16="http://schemas.microsoft.com/office/drawing/2014/main" xmlns="" id="{999A7ADE-D49A-50BF-E2D0-38B4984B8E96}"/>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8E867E"/>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132776825"/>
      </p:ext>
    </p:extLst>
  </p:cSld>
  <p:clrMapOvr>
    <a:overrideClrMapping bg1="dk1" tx1="lt1" bg2="dk2" tx2="lt2" accent1="accent1" accent2="accent2" accent3="accent3" accent4="accent4" accent5="accent5" accent6="accent6" hlink="hlink" folHlink="folHlink"/>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7_End Slide (Carbon)">
    <p:bg>
      <p:bgPr>
        <a:solidFill>
          <a:schemeClr val="tx2"/>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855751468"/>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6559"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rgbClr val="47413D"/>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810136954"/>
      </p:ext>
    </p:extLst>
  </p:cSld>
  <p:clrMapOvr>
    <a:overrideClrMapping bg1="dk1" tx1="lt1" bg2="dk2" tx2="lt2" accent1="accent1" accent2="accent2" accent3="accent3" accent4="accent4" accent5="accent5" accent6="accent6" hlink="hlink" folHlink="folHlink"/>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8_End Slide (Carbon)">
    <p:bg>
      <p:bgPr>
        <a:solidFill>
          <a:schemeClr val="tx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xmlns="" id="{792E8758-AC20-EA9F-2FD3-F5B9E92540F5}"/>
              </a:ext>
            </a:extLst>
          </p:cNvPr>
          <p:cNvPicPr>
            <a:picLocks noChangeAspect="1"/>
          </p:cNvPicPr>
          <p:nvPr userDrawn="1"/>
        </p:nvPicPr>
        <p:blipFill>
          <a:blip>
            <a:extLst>
              <a:ext uri="{96DAC541-7B7A-43D3-8B79-37D633B846F1}">
                <asvg:svgBlip xmlns:asvg="http://schemas.microsoft.com/office/drawing/2016/SVG/main" xmlns="" r:embed="rId4"/>
              </a:ext>
            </a:extLst>
          </a:blip>
          <a:stretch>
            <a:fillRect/>
          </a:stretch>
        </p:blipFill>
        <p:spPr>
          <a:xfrm>
            <a:off x="0" y="0"/>
            <a:ext cx="12192000" cy="6858000"/>
          </a:xfrm>
          <a:prstGeom prst="rect">
            <a:avLst/>
          </a:prstGeom>
        </p:spPr>
      </p:pic>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366624365"/>
              </p:ext>
            </p:extLst>
          </p:nvPr>
        </p:nvGraphicFramePr>
        <p:xfrm>
          <a:off x="1589" y="1588"/>
          <a:ext cx="1227" cy="1588"/>
        </p:xfrm>
        <a:graphic>
          <a:graphicData uri="http://schemas.openxmlformats.org/presentationml/2006/ole">
            <mc:AlternateContent xmlns:mc="http://schemas.openxmlformats.org/markup-compatibility/2006">
              <mc:Choice xmlns:v="urn:schemas-microsoft-com:vml" Requires="v">
                <p:oleObj spid="_x0000_s237583" name="think-cell Slide" r:id="rId5" imgW="7772400" imgH="10058400" progId="TCLayout.ActiveDocument.1">
                  <p:embed/>
                </p:oleObj>
              </mc:Choice>
              <mc:Fallback>
                <p:oleObj name="think-cell Slide" r:id="rId5" imgW="7772400" imgH="10058400" progId="TCLayout.ActiveDocument.1">
                  <p:embed/>
                  <p:pic>
                    <p:nvPicPr>
                      <p:cNvPr id="0" name=""/>
                      <p:cNvPicPr/>
                      <p:nvPr/>
                    </p:nvPicPr>
                    <p:blipFill>
                      <a:blip r:embed="rId6"/>
                      <a:stretch>
                        <a:fillRect/>
                      </a:stretch>
                    </p:blipFill>
                    <p:spPr>
                      <a:xfrm>
                        <a:off x="1589" y="1588"/>
                        <a:ext cx="1227" cy="1588"/>
                      </a:xfrm>
                      <a:prstGeom prst="rect">
                        <a:avLst/>
                      </a:prstGeom>
                    </p:spPr>
                  </p:pic>
                </p:oleObj>
              </mc:Fallback>
            </mc:AlternateContent>
          </a:graphicData>
        </a:graphic>
      </p:graphicFrame>
      <p:pic>
        <p:nvPicPr>
          <p:cNvPr id="8" name="Graphic 7">
            <a:extLst>
              <a:ext uri="{FF2B5EF4-FFF2-40B4-BE49-F238E27FC236}">
                <a16:creationId xmlns:a16="http://schemas.microsoft.com/office/drawing/2014/main" xmlns="" id="{B6B4F07B-D6B3-E5C8-D832-E51E0E864BB7}"/>
              </a:ext>
            </a:extLst>
          </p:cNvPr>
          <p:cNvPicPr>
            <a:picLocks noChangeAspect="1"/>
          </p:cNvPicPr>
          <p:nvPr userDrawn="1"/>
        </p:nvPicPr>
        <p:blipFill>
          <a:blip>
            <a:extLst>
              <a:ext uri="{96DAC541-7B7A-43D3-8B79-37D633B846F1}">
                <asvg:svgBlip xmlns:asvg="http://schemas.microsoft.com/office/drawing/2016/SVG/main" xmlns="" r:embed="rId7"/>
              </a:ext>
            </a:extLst>
          </a:blip>
          <a:stretch>
            <a:fillRect/>
          </a:stretch>
        </p:blipFill>
        <p:spPr>
          <a:xfrm>
            <a:off x="7047547" y="4273141"/>
            <a:ext cx="328612" cy="328612"/>
          </a:xfrm>
          <a:prstGeom prst="rect">
            <a:avLst/>
          </a:prstGeom>
        </p:spPr>
      </p:pic>
      <p:sp>
        <p:nvSpPr>
          <p:cNvPr id="11" name="TextBox 10">
            <a:extLst>
              <a:ext uri="{FF2B5EF4-FFF2-40B4-BE49-F238E27FC236}">
                <a16:creationId xmlns:a16="http://schemas.microsoft.com/office/drawing/2014/main" xmlns="" id="{21C57E3D-3E41-40A0-00E2-436BA2594A3E}"/>
              </a:ext>
            </a:extLst>
          </p:cNvPr>
          <p:cNvSpPr txBox="1"/>
          <p:nvPr userDrawn="1"/>
        </p:nvSpPr>
        <p:spPr>
          <a:xfrm>
            <a:off x="565150" y="5810426"/>
            <a:ext cx="6482398" cy="369332"/>
          </a:xfrm>
          <a:prstGeom prst="rect">
            <a:avLst/>
          </a:prstGeom>
          <a:noFill/>
        </p:spPr>
        <p:txBody>
          <a:bodyPr wrap="square" lIns="0">
            <a:spAutoFit/>
          </a:bodyPr>
          <a:lstStyle/>
          <a:p>
            <a:pPr defTabSz="914172">
              <a:defRPr/>
            </a:pPr>
            <a:r>
              <a:rPr lang="en-US" sz="600">
                <a:solidFill>
                  <a:srgbClr val="BEB4AA"/>
                </a:solidFill>
                <a:latin typeface="Arial" panose="020B0604020202020204" pitchFamily="34" charset="0"/>
                <a:cs typeface="Arial" panose="020B0604020202020204" pitchFamily="34" charset="0"/>
              </a:rPr>
              <a:t>This Proposal is not intended to be binding on either party. It is strictly for planning and discussion purposes only, any binding agreement between the parties will be negotiated and agreed upon in a definitive agreement, signed by both parties. Nothing in this Proposal represents a binding legal obligation on either party, including without limitation any obligation to reach and execute the final version of a definitive agreement between the parties.</a:t>
            </a:r>
          </a:p>
        </p:txBody>
      </p:sp>
      <p:sp>
        <p:nvSpPr>
          <p:cNvPr id="12" name="TextBox 11">
            <a:extLst>
              <a:ext uri="{FF2B5EF4-FFF2-40B4-BE49-F238E27FC236}">
                <a16:creationId xmlns:a16="http://schemas.microsoft.com/office/drawing/2014/main" xmlns="" id="{7389220E-E0D3-6CDB-3CE6-E4902BACF088}"/>
              </a:ext>
            </a:extLst>
          </p:cNvPr>
          <p:cNvSpPr txBox="1"/>
          <p:nvPr userDrawn="1"/>
        </p:nvSpPr>
        <p:spPr>
          <a:xfrm>
            <a:off x="4674537" y="6539517"/>
            <a:ext cx="2842929" cy="215444"/>
          </a:xfrm>
          <a:prstGeom prst="rect">
            <a:avLst/>
          </a:prstGeom>
          <a:noFill/>
        </p:spPr>
        <p:txBody>
          <a:bodyPr wrap="square">
            <a:spAutoFit/>
          </a:bodyPr>
          <a:lstStyle/>
          <a:p>
            <a:pPr algn="ctr"/>
            <a:r>
              <a:rPr lang="en-US" sz="800">
                <a:solidFill>
                  <a:srgbClr val="000000">
                    <a:lumMod val="65000"/>
                    <a:lumOff val="35000"/>
                  </a:srgbClr>
                </a:solidFill>
              </a:rPr>
              <a:t>Copyright 2026, Strictly Confidential, All rights reserved</a:t>
            </a:r>
          </a:p>
        </p:txBody>
      </p:sp>
      <p:sp>
        <p:nvSpPr>
          <p:cNvPr id="3" name="TextBox 2">
            <a:extLst>
              <a:ext uri="{FF2B5EF4-FFF2-40B4-BE49-F238E27FC236}">
                <a16:creationId xmlns:a16="http://schemas.microsoft.com/office/drawing/2014/main" xmlns="" id="{63DB1981-9788-1261-0C70-7C2C0E9B6E6D}"/>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err="1">
                <a:solidFill>
                  <a:srgbClr val="000000"/>
                </a:solidFill>
              </a:rPr>
              <a:t>Tenarai</a:t>
            </a:r>
            <a:endParaRPr lang="en-US" sz="1000" b="1">
              <a:solidFill>
                <a:srgbClr val="000000"/>
              </a:solidFill>
            </a:endParaRPr>
          </a:p>
        </p:txBody>
      </p:sp>
      <p:sp>
        <p:nvSpPr>
          <p:cNvPr id="6" name="Text Placeholder 5">
            <a:extLst>
              <a:ext uri="{FF2B5EF4-FFF2-40B4-BE49-F238E27FC236}">
                <a16:creationId xmlns:a16="http://schemas.microsoft.com/office/drawing/2014/main" xmlns="" id="{2FA9B9D4-E9FA-5F10-B93E-7C4E0E33E6CB}"/>
              </a:ext>
            </a:extLst>
          </p:cNvPr>
          <p:cNvSpPr>
            <a:spLocks noGrp="1"/>
          </p:cNvSpPr>
          <p:nvPr>
            <p:ph type="body" sz="quarter" idx="11" hasCustomPrompt="1"/>
          </p:nvPr>
        </p:nvSpPr>
        <p:spPr>
          <a:xfrm>
            <a:off x="565149" y="3926601"/>
            <a:ext cx="6811433" cy="2268008"/>
          </a:xfrm>
        </p:spPr>
        <p:txBody>
          <a:bodyPr anchor="ctr"/>
          <a:lstStyle>
            <a:lvl1pPr>
              <a:defRPr sz="9600" b="0" i="0" cap="all" baseline="0">
                <a:solidFill>
                  <a:schemeClr val="bg1"/>
                </a:solidFill>
                <a:latin typeface="Aptos Bold" panose="020B0004020202020204" pitchFamily="34" charset="0"/>
              </a:defRPr>
            </a:lvl1pPr>
          </a:lstStyle>
          <a:p>
            <a:pPr lvl="0"/>
            <a:r>
              <a:rPr lang="en-US" dirty="0"/>
              <a:t>THANK YOU</a:t>
            </a:r>
            <a:endParaRPr lang="en-IN" dirty="0"/>
          </a:p>
        </p:txBody>
      </p:sp>
    </p:spTree>
    <p:extLst>
      <p:ext uri="{BB962C8B-B14F-4D97-AF65-F5344CB8AC3E}">
        <p14:creationId xmlns:p14="http://schemas.microsoft.com/office/powerpoint/2010/main" val="2126235597"/>
      </p:ext>
    </p:extLst>
  </p:cSld>
  <p:clrMapOvr>
    <a:overrideClrMapping bg1="dk1" tx1="lt1" bg2="dk2" tx2="lt2" accent1="accent1" accent2="accent2" accent3="accent3" accent4="accent4" accent5="accent5" accent6="accent6" hlink="hlink" folHlink="folHlink"/>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End Slide (Tan)">
    <p:bg>
      <p:bgRef idx="1001">
        <a:schemeClr val="bg2"/>
      </p:bgRef>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149214175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8607"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tretch>
            <a:fillRect/>
          </a:stretch>
        </p:blipFill>
        <p:spPr>
          <a:xfrm>
            <a:off x="7769515" y="5910834"/>
            <a:ext cx="4012910" cy="585216"/>
          </a:xfrm>
          <a:prstGeom prst="rect">
            <a:avLst/>
          </a:prstGeom>
        </p:spPr>
      </p:pic>
      <p:sp>
        <p:nvSpPr>
          <p:cNvPr id="2" name="Text Placeholder 11">
            <a:extLst>
              <a:ext uri="{FF2B5EF4-FFF2-40B4-BE49-F238E27FC236}">
                <a16:creationId xmlns:a16="http://schemas.microsoft.com/office/drawing/2014/main" xmlns="" id="{1449CD1B-818D-994A-063B-D4E7C53D002E}"/>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1943036629"/>
      </p:ext>
    </p:extLst>
  </p:cSld>
  <p:clrMapOvr>
    <a:overrideClrMapping bg1="lt1" tx1="dk1" bg2="lt2" tx2="dk2" accent1="accent1" accent2="accent2" accent3="accent3" accent4="accent4" accent5="accent5" accent6="accent6" hlink="hlink" folHlink="folHlink"/>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End Slide (Carbon)">
    <p:bg>
      <p:bgPr>
        <a:solidFill>
          <a:schemeClr val="bg1"/>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4FF04D78-C0F6-15F1-60C3-69F4D9EA6D3E}"/>
              </a:ext>
            </a:extLst>
          </p:cNvPr>
          <p:cNvGraphicFramePr>
            <a:graphicFrameLocks noChangeAspect="1"/>
          </p:cNvGraphicFramePr>
          <p:nvPr userDrawn="1">
            <p:custDataLst>
              <p:tags r:id="rId2"/>
            </p:custDataLst>
            <p:extLst>
              <p:ext uri="{D42A27DB-BD31-4B8C-83A1-F6EECF244321}">
                <p14:modId xmlns:p14="http://schemas.microsoft.com/office/powerpoint/2010/main" val="229306569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39631"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7" name="Graphic 6">
            <a:extLst>
              <a:ext uri="{FF2B5EF4-FFF2-40B4-BE49-F238E27FC236}">
                <a16:creationId xmlns:a16="http://schemas.microsoft.com/office/drawing/2014/main" xmlns="" id="{CEBDEADF-0953-6CAE-7213-DECA8F5A09E3}"/>
              </a:ext>
            </a:extLst>
          </p:cNvPr>
          <p:cNvPicPr>
            <a:picLocks noChangeAspect="1"/>
          </p:cNvPicPr>
          <p:nvPr userDrawn="1"/>
        </p:nvPicPr>
        <p:blipFill>
          <a:blip>
            <a:extLst>
              <a:ext uri="{96DAC541-7B7A-43D3-8B79-37D633B846F1}">
                <asvg:svgBlip xmlns:asvg="http://schemas.microsoft.com/office/drawing/2016/SVG/main" xmlns="" r:embed="rId6"/>
              </a:ext>
            </a:extLst>
          </a:blip>
          <a:srcRect/>
          <a:stretch/>
        </p:blipFill>
        <p:spPr>
          <a:xfrm>
            <a:off x="7769515" y="5910834"/>
            <a:ext cx="4012909" cy="585216"/>
          </a:xfrm>
          <a:prstGeom prst="rect">
            <a:avLst/>
          </a:prstGeom>
        </p:spPr>
      </p:pic>
      <p:sp>
        <p:nvSpPr>
          <p:cNvPr id="2" name="Text Placeholder 11">
            <a:extLst>
              <a:ext uri="{FF2B5EF4-FFF2-40B4-BE49-F238E27FC236}">
                <a16:creationId xmlns:a16="http://schemas.microsoft.com/office/drawing/2014/main" xmlns="" id="{24200F27-F0C5-8CBC-B4DA-2772790B2C82}"/>
              </a:ext>
            </a:extLst>
          </p:cNvPr>
          <p:cNvSpPr>
            <a:spLocks noGrp="1"/>
          </p:cNvSpPr>
          <p:nvPr>
            <p:ph type="body" sz="quarter" idx="13" hasCustomPrompt="1"/>
          </p:nvPr>
        </p:nvSpPr>
        <p:spPr>
          <a:xfrm>
            <a:off x="565150" y="558800"/>
            <a:ext cx="3479800" cy="4530725"/>
          </a:xfrm>
        </p:spPr>
        <p:txBody>
          <a:bodyPr/>
          <a:lstStyle>
            <a:lvl1pPr>
              <a:spcBef>
                <a:spcPts val="0"/>
              </a:spcBef>
              <a:defRPr sz="1600" b="1">
                <a:solidFill>
                  <a:schemeClr val="tx1"/>
                </a:solidFill>
              </a:defRPr>
            </a:lvl1pPr>
            <a:lvl2pPr marL="0" indent="0">
              <a:spcBef>
                <a:spcPts val="0"/>
              </a:spcBef>
              <a:buNone/>
              <a:defRPr sz="1400">
                <a:solidFill>
                  <a:schemeClr val="tx1"/>
                </a:solidFill>
              </a:defRPr>
            </a:lvl2pPr>
          </a:lstStyle>
          <a:p>
            <a:pPr lvl="0"/>
            <a:r>
              <a:rPr lang="en-US" dirty="0"/>
              <a:t>Contact (optional)</a:t>
            </a:r>
          </a:p>
          <a:p>
            <a:pPr lvl="1"/>
            <a:r>
              <a:rPr lang="en-US" dirty="0"/>
              <a:t>Job title</a:t>
            </a:r>
            <a:br>
              <a:rPr lang="en-US" dirty="0"/>
            </a:br>
            <a:r>
              <a:rPr lang="en-US" dirty="0"/>
              <a:t>Email</a:t>
            </a:r>
          </a:p>
        </p:txBody>
      </p:sp>
    </p:spTree>
    <p:extLst>
      <p:ext uri="{BB962C8B-B14F-4D97-AF65-F5344CB8AC3E}">
        <p14:creationId xmlns:p14="http://schemas.microsoft.com/office/powerpoint/2010/main" val="627362940"/>
      </p:ext>
    </p:extLst>
  </p:cSld>
  <p:clrMapOvr>
    <a:overrideClrMapping bg1="dk1" tx1="lt1" bg2="dk2" tx2="lt2" accent1="accent1" accent2="accent2" accent3="accent3" accent4="accent4" accent5="accent5" accent6="accent6" hlink="hlink" folHlink="folHlink"/>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         ">
    <p:bg>
      <p:bgPr>
        <a:solidFill>
          <a:srgbClr val="FFC000"/>
        </a:solidFill>
        <a:effectLst/>
      </p:bgPr>
    </p:bg>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xmlns="" id="{0A21D431-D71E-4146-15FF-2E31F4280A81}"/>
              </a:ext>
            </a:extLst>
          </p:cNvPr>
          <p:cNvGraphicFramePr>
            <a:graphicFrameLocks noChangeAspect="1"/>
          </p:cNvGraphicFramePr>
          <p:nvPr userDrawn="1">
            <p:custDataLst>
              <p:tags r:id="rId2"/>
            </p:custDataLst>
            <p:extLst>
              <p:ext uri="{D42A27DB-BD31-4B8C-83A1-F6EECF244321}">
                <p14:modId xmlns:p14="http://schemas.microsoft.com/office/powerpoint/2010/main" val="4241431918"/>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240655" name="think-cell Slide" r:id="rId4" imgW="7772400" imgH="10058400" progId="TCLayout.ActiveDocument.1">
                  <p:embed/>
                </p:oleObj>
              </mc:Choice>
              <mc:Fallback>
                <p:oleObj name="think-cell Slide" r:id="rId4" imgW="7772400" imgH="10058400" progId="TCLayout.ActiveDocument.1">
                  <p:embed/>
                  <p:pic>
                    <p:nvPicPr>
                      <p:cNvPr id="0" name=""/>
                      <p:cNvPicPr/>
                      <p:nvPr/>
                    </p:nvPicPr>
                    <p:blipFill>
                      <a:blip r:embed="rId5"/>
                      <a:stretch>
                        <a:fillRect/>
                      </a:stretch>
                    </p:blipFill>
                    <p:spPr>
                      <a:xfrm>
                        <a:off x="1588" y="1588"/>
                        <a:ext cx="1227" cy="1588"/>
                      </a:xfrm>
                      <a:prstGeom prst="rect">
                        <a:avLst/>
                      </a:prstGeom>
                    </p:spPr>
                  </p:pic>
                </p:oleObj>
              </mc:Fallback>
            </mc:AlternateContent>
          </a:graphicData>
        </a:graphic>
      </p:graphicFrame>
      <p:sp>
        <p:nvSpPr>
          <p:cNvPr id="6" name="TextBox 5">
            <a:extLst>
              <a:ext uri="{FF2B5EF4-FFF2-40B4-BE49-F238E27FC236}">
                <a16:creationId xmlns:a16="http://schemas.microsoft.com/office/drawing/2014/main" xmlns="" id="{D6BCA833-CBCB-6C45-6BD3-189CA926FFA0}"/>
              </a:ext>
            </a:extLst>
          </p:cNvPr>
          <p:cNvSpPr txBox="1"/>
          <p:nvPr userDrawn="1"/>
        </p:nvSpPr>
        <p:spPr>
          <a:xfrm>
            <a:off x="565150" y="851377"/>
            <a:ext cx="11066462" cy="5155257"/>
          </a:xfrm>
          <a:prstGeom prst="rect">
            <a:avLst/>
          </a:prstGeom>
          <a:noFill/>
        </p:spPr>
        <p:txBody>
          <a:bodyPr wrap="square" lIns="0" tIns="0" rIns="0" bIns="0" rtlCol="0" anchor="ctr">
            <a:noAutofit/>
          </a:bodyPr>
          <a:lstStyle/>
          <a:p>
            <a:pPr algn="ctr"/>
            <a:r>
              <a:rPr lang="en-US" sz="3600">
                <a:solidFill>
                  <a:srgbClr val="000000"/>
                </a:solidFill>
              </a:rPr>
              <a:t>If you see any </a:t>
            </a:r>
            <a:r>
              <a:rPr lang="en-US" sz="3600" b="1" i="1">
                <a:solidFill>
                  <a:srgbClr val="000000"/>
                </a:solidFill>
              </a:rPr>
              <a:t>layouts after this one</a:t>
            </a:r>
            <a:r>
              <a:rPr lang="en-US" sz="3600" i="1">
                <a:solidFill>
                  <a:srgbClr val="000000"/>
                </a:solidFill>
              </a:rPr>
              <a:t>,</a:t>
            </a:r>
            <a:r>
              <a:rPr lang="en-US" sz="3600">
                <a:solidFill>
                  <a:srgbClr val="000000"/>
                </a:solidFill>
              </a:rPr>
              <a:t> do not use them. These layouts </a:t>
            </a:r>
            <a:r>
              <a:rPr lang="en-US" sz="3600" b="1" i="1">
                <a:solidFill>
                  <a:srgbClr val="000000"/>
                </a:solidFill>
              </a:rPr>
              <a:t>are not </a:t>
            </a:r>
            <a:r>
              <a:rPr lang="en-US" sz="3600">
                <a:solidFill>
                  <a:srgbClr val="000000"/>
                </a:solidFill>
              </a:rPr>
              <a:t>part of our template.</a:t>
            </a:r>
          </a:p>
          <a:p>
            <a:pPr algn="ctr"/>
            <a:r>
              <a:rPr lang="en-US" sz="13800" b="1">
                <a:solidFill>
                  <a:srgbClr val="000000"/>
                </a:solidFill>
              </a:rPr>
              <a:t>Do not use</a:t>
            </a:r>
            <a:endParaRPr lang="en-US" sz="2000">
              <a:solidFill>
                <a:srgbClr val="000000"/>
              </a:solidFill>
            </a:endParaRPr>
          </a:p>
          <a:p>
            <a:pPr algn="ctr"/>
            <a:r>
              <a:rPr lang="en-US" sz="2000">
                <a:solidFill>
                  <a:srgbClr val="000000"/>
                </a:solidFill>
              </a:rPr>
              <a:t>Due to PowerPoint’s standard Copy/Paste functionality extra undesirable layouts can appear.</a:t>
            </a:r>
          </a:p>
          <a:p>
            <a:pPr algn="ctr">
              <a:spcBef>
                <a:spcPts val="600"/>
              </a:spcBef>
              <a:buClr>
                <a:srgbClr val="003755"/>
              </a:buClr>
            </a:pPr>
            <a:r>
              <a:rPr lang="en-US" sz="2000">
                <a:solidFill>
                  <a:srgbClr val="000000"/>
                </a:solidFill>
              </a:rPr>
              <a:t>Also notice: Layouts after this might contain potential confidential information.</a:t>
            </a:r>
          </a:p>
        </p:txBody>
      </p:sp>
      <p:sp>
        <p:nvSpPr>
          <p:cNvPr id="2" name="Chevron 1">
            <a:extLst>
              <a:ext uri="{FF2B5EF4-FFF2-40B4-BE49-F238E27FC236}">
                <a16:creationId xmlns:a16="http://schemas.microsoft.com/office/drawing/2014/main" xmlns="" id="{10DC4FBB-A3AA-0EB1-1C90-CC7161DB18D5}"/>
              </a:ext>
            </a:extLst>
          </p:cNvPr>
          <p:cNvSpPr/>
          <p:nvPr userDrawn="1"/>
        </p:nvSpPr>
        <p:spPr>
          <a:xfrm rot="5400000">
            <a:off x="5785638" y="5593195"/>
            <a:ext cx="620724" cy="1014517"/>
          </a:xfrm>
          <a:prstGeom prst="chevron">
            <a:avLst>
              <a:gd name="adj" fmla="val 77451"/>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solidFill>
                <a:srgbClr val="000000"/>
              </a:solidFill>
            </a:endParaRPr>
          </a:p>
        </p:txBody>
      </p:sp>
    </p:spTree>
    <p:extLst>
      <p:ext uri="{BB962C8B-B14F-4D97-AF65-F5344CB8AC3E}">
        <p14:creationId xmlns:p14="http://schemas.microsoft.com/office/powerpoint/2010/main" val="328098989"/>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userDrawn="1">
  <p:cSld name="Title and content v2">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xmlns="" id="{32179EBC-563D-49C0-83A8-2DF2A1FB154A}"/>
              </a:ext>
            </a:extLst>
          </p:cNvPr>
          <p:cNvPicPr>
            <a:picLocks noChangeAspect="1"/>
          </p:cNvPicPr>
          <p:nvPr userDrawn="1"/>
        </p:nvPicPr>
        <p:blipFill>
          <a:blip r:embed="rId2"/>
          <a:stretch>
            <a:fillRect/>
          </a:stretch>
        </p:blipFill>
        <p:spPr>
          <a:xfrm>
            <a:off x="6590634" y="940740"/>
            <a:ext cx="5194713" cy="5193360"/>
          </a:xfrm>
          <a:prstGeom prst="rect">
            <a:avLst/>
          </a:prstGeom>
        </p:spPr>
      </p:pic>
      <p:sp>
        <p:nvSpPr>
          <p:cNvPr id="17" name="Text Placeholder 16"/>
          <p:cNvSpPr>
            <a:spLocks noGrp="1"/>
          </p:cNvSpPr>
          <p:nvPr>
            <p:ph type="body" sz="quarter" idx="11" hasCustomPrompt="1"/>
          </p:nvPr>
        </p:nvSpPr>
        <p:spPr>
          <a:xfrm>
            <a:off x="334937" y="245863"/>
            <a:ext cx="10152484" cy="548640"/>
          </a:xfrm>
        </p:spPr>
        <p:txBody>
          <a:bodyPr>
            <a:noAutofit/>
          </a:bodyPr>
          <a:lstStyle>
            <a:lvl1pPr marL="0" indent="0">
              <a:spcBef>
                <a:spcPts val="0"/>
              </a:spcBef>
              <a:buNone/>
              <a:defRPr sz="2400">
                <a:solidFill>
                  <a:schemeClr val="accent5"/>
                </a:solidFill>
              </a:defRPr>
            </a:lvl1pPr>
            <a:lvl2pPr marL="457200" indent="0">
              <a:buNone/>
              <a:defRPr sz="3200"/>
            </a:lvl2pPr>
            <a:lvl3pPr marL="914400" indent="0">
              <a:buNone/>
              <a:defRPr sz="3200"/>
            </a:lvl3pPr>
            <a:lvl4pPr marL="1371600" indent="0">
              <a:buNone/>
              <a:defRPr sz="3200"/>
            </a:lvl4pPr>
            <a:lvl5pPr marL="1828800" indent="0">
              <a:buNone/>
              <a:defRPr sz="3200"/>
            </a:lvl5pPr>
          </a:lstStyle>
          <a:p>
            <a:pPr lvl="0"/>
            <a:r>
              <a:rPr lang="en-US" dirty="0"/>
              <a:t>Click to add title</a:t>
            </a:r>
          </a:p>
        </p:txBody>
      </p:sp>
      <p:sp>
        <p:nvSpPr>
          <p:cNvPr id="4" name="Text Placeholder 3"/>
          <p:cNvSpPr>
            <a:spLocks noGrp="1"/>
          </p:cNvSpPr>
          <p:nvPr>
            <p:ph type="body" sz="quarter" idx="13"/>
          </p:nvPr>
        </p:nvSpPr>
        <p:spPr>
          <a:xfrm>
            <a:off x="334938" y="1173677"/>
            <a:ext cx="11450409" cy="1482457"/>
          </a:xfrm>
        </p:spPr>
        <p:txBody>
          <a:bodyPr>
            <a:spAutoFit/>
          </a:bodyPr>
          <a:lstStyle>
            <a:lvl1pPr marL="342900" indent="-342900">
              <a:spcBef>
                <a:spcPts val="1600"/>
              </a:spcBef>
              <a:buClr>
                <a:schemeClr val="bg2"/>
              </a:buClr>
              <a:buSzPct val="105000"/>
              <a:buFontTx/>
              <a:buChar char="◌"/>
              <a:defRPr sz="1800"/>
            </a:lvl1pPr>
            <a:lvl2pPr marL="742950" indent="-285750">
              <a:spcBef>
                <a:spcPts val="800"/>
              </a:spcBef>
              <a:buClr>
                <a:schemeClr val="bg2"/>
              </a:buClr>
              <a:buSzPct val="110000"/>
              <a:buFontTx/>
              <a:buChar char="◌"/>
              <a:defRPr sz="1600"/>
            </a:lvl2pPr>
            <a:lvl3pPr marL="1143000" indent="-228600">
              <a:spcBef>
                <a:spcPts val="600"/>
              </a:spcBef>
              <a:buClr>
                <a:schemeClr val="bg2"/>
              </a:buClr>
              <a:buSzPct val="110000"/>
              <a:buFontTx/>
              <a:buChar char="◌"/>
              <a:defRPr sz="1400"/>
            </a:lvl3pPr>
            <a:lvl4pPr marL="1600200" indent="-228600">
              <a:spcBef>
                <a:spcPts val="400"/>
              </a:spcBef>
              <a:buClr>
                <a:schemeClr val="bg2"/>
              </a:buClr>
              <a:buSzPct val="110000"/>
              <a:buFontTx/>
              <a:buChar char="◌"/>
              <a:defRPr sz="1200"/>
            </a:lvl4pPr>
            <a:lvl5pPr marL="2057400" indent="-228600">
              <a:spcBef>
                <a:spcPts val="400"/>
              </a:spcBef>
              <a:buClr>
                <a:schemeClr val="bg2"/>
              </a:buClr>
              <a:buSzPct val="110000"/>
              <a:buFontTx/>
              <a:buChar char="◌"/>
              <a:defRPr sz="12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03535852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type="blank">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 xmlns:a16="http://schemas.microsoft.com/office/drawing/2014/main" id="{C4DC091D-E20B-43AF-85A6-D06B098A5765}"/>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24.07.2026</a:t>
            </a:fld>
            <a:endParaRPr lang="ru-RU">
              <a:solidFill>
                <a:srgbClr val="000000"/>
              </a:solidFill>
            </a:endParaRPr>
          </a:p>
        </p:txBody>
      </p:sp>
      <p:sp>
        <p:nvSpPr>
          <p:cNvPr id="3" name="Нижний колонтитул 2">
            <a:extLst>
              <a:ext uri="{FF2B5EF4-FFF2-40B4-BE49-F238E27FC236}">
                <a16:creationId xmlns="" xmlns:a16="http://schemas.microsoft.com/office/drawing/2014/main" id="{7256F216-F3C5-4473-B251-72A6A8FB0A56}"/>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4" name="Номер слайда 3">
            <a:extLst>
              <a:ext uri="{FF2B5EF4-FFF2-40B4-BE49-F238E27FC236}">
                <a16:creationId xmlns="" xmlns:a16="http://schemas.microsoft.com/office/drawing/2014/main" id="{0510FE17-D12B-4940-A9BA-F5142885EE84}"/>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1458587628"/>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type="obj">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 xmlns:a16="http://schemas.microsoft.com/office/drawing/2014/main" id="{BD785E31-5EE4-4031-8DAA-64044DE0836F}"/>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 xmlns:a16="http://schemas.microsoft.com/office/drawing/2014/main" id="{EAAB51F7-AD05-4812-9AEE-F0A7A18CE345}"/>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 xmlns:a16="http://schemas.microsoft.com/office/drawing/2014/main" id="{CE39D8A6-338D-4A25-B834-B4A942E94EFE}"/>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24.07.2026</a:t>
            </a:fld>
            <a:endParaRPr lang="ru-RU">
              <a:solidFill>
                <a:srgbClr val="000000"/>
              </a:solidFill>
            </a:endParaRPr>
          </a:p>
        </p:txBody>
      </p:sp>
      <p:sp>
        <p:nvSpPr>
          <p:cNvPr id="5" name="Нижний колонтитул 4">
            <a:extLst>
              <a:ext uri="{FF2B5EF4-FFF2-40B4-BE49-F238E27FC236}">
                <a16:creationId xmlns="" xmlns:a16="http://schemas.microsoft.com/office/drawing/2014/main" id="{CC93547E-E0C5-4326-ADC3-C43A6781B1A5}"/>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 xmlns:a16="http://schemas.microsoft.com/office/drawing/2014/main" id="{C267DB44-D3F4-429C-AB2C-E561CB263BD7}"/>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3346919047"/>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type="title">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 xmlns:a16="http://schemas.microsoft.com/office/drawing/2014/main" id="{570CF9D4-6142-441F-9CC7-B111E5F3C8F7}"/>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 xmlns:a16="http://schemas.microsoft.com/office/drawing/2014/main" id="{A8BD84C9-C47B-4688-9E12-08B97B78CB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 xmlns:a16="http://schemas.microsoft.com/office/drawing/2014/main" id="{83306C19-EDB8-45AC-A06D-1C6E7A4688A4}"/>
              </a:ext>
            </a:extLst>
          </p:cNvPr>
          <p:cNvSpPr>
            <a:spLocks noGrp="1"/>
          </p:cNvSpPr>
          <p:nvPr>
            <p:ph type="dt" sz="half" idx="10"/>
          </p:nvPr>
        </p:nvSpPr>
        <p:spPr>
          <a:xfrm>
            <a:off x="838200" y="6356350"/>
            <a:ext cx="2743200" cy="365125"/>
          </a:xfrm>
          <a:prstGeom prst="rect">
            <a:avLst/>
          </a:prstGeom>
        </p:spPr>
        <p:txBody>
          <a:bodyPr/>
          <a:lstStyle/>
          <a:p>
            <a:fld id="{8E7E9FA1-3201-4CFE-B59E-2CC3904A385B}" type="datetimeFigureOut">
              <a:rPr lang="ru-RU" smtClean="0">
                <a:solidFill>
                  <a:srgbClr val="000000"/>
                </a:solidFill>
              </a:rPr>
              <a:pPr/>
              <a:t>24.07.2026</a:t>
            </a:fld>
            <a:endParaRPr lang="ru-RU">
              <a:solidFill>
                <a:srgbClr val="000000"/>
              </a:solidFill>
            </a:endParaRPr>
          </a:p>
        </p:txBody>
      </p:sp>
      <p:sp>
        <p:nvSpPr>
          <p:cNvPr id="5" name="Нижний колонтитул 4">
            <a:extLst>
              <a:ext uri="{FF2B5EF4-FFF2-40B4-BE49-F238E27FC236}">
                <a16:creationId xmlns="" xmlns:a16="http://schemas.microsoft.com/office/drawing/2014/main" id="{19420566-273E-44F3-9CE4-498C94861A3E}"/>
              </a:ext>
            </a:extLst>
          </p:cNvPr>
          <p:cNvSpPr>
            <a:spLocks noGrp="1"/>
          </p:cNvSpPr>
          <p:nvPr>
            <p:ph type="ftr" sz="quarter" idx="11"/>
          </p:nvPr>
        </p:nvSpPr>
        <p:spPr>
          <a:xfrm>
            <a:off x="4038600" y="6356350"/>
            <a:ext cx="4114800" cy="365125"/>
          </a:xfrm>
          <a:prstGeom prst="rect">
            <a:avLst/>
          </a:prstGeom>
        </p:spPr>
        <p:txBody>
          <a:bodyPr/>
          <a:lstStyle/>
          <a:p>
            <a:endParaRPr lang="ru-RU">
              <a:solidFill>
                <a:srgbClr val="000000"/>
              </a:solidFill>
            </a:endParaRPr>
          </a:p>
        </p:txBody>
      </p:sp>
      <p:sp>
        <p:nvSpPr>
          <p:cNvPr id="6" name="Номер слайда 5">
            <a:extLst>
              <a:ext uri="{FF2B5EF4-FFF2-40B4-BE49-F238E27FC236}">
                <a16:creationId xmlns="" xmlns:a16="http://schemas.microsoft.com/office/drawing/2014/main" id="{B96D2815-D915-46BB-8E74-27731C3228F5}"/>
              </a:ext>
            </a:extLst>
          </p:cNvPr>
          <p:cNvSpPr>
            <a:spLocks noGrp="1"/>
          </p:cNvSpPr>
          <p:nvPr>
            <p:ph type="sldNum" sz="quarter" idx="12"/>
          </p:nvPr>
        </p:nvSpPr>
        <p:spPr/>
        <p:txBody>
          <a:bodyPr/>
          <a:lstStyle/>
          <a:p>
            <a:fld id="{218DFB81-B4D1-4C46-8DB6-75181515BA6D}" type="slidenum">
              <a:rPr lang="ru-RU" smtClean="0"/>
              <a:pPr/>
              <a:t>‹#›</a:t>
            </a:fld>
            <a:endParaRPr lang="ru-RU"/>
          </a:p>
        </p:txBody>
      </p:sp>
    </p:spTree>
    <p:extLst>
      <p:ext uri="{BB962C8B-B14F-4D97-AF65-F5344CB8AC3E}">
        <p14:creationId xmlns:p14="http://schemas.microsoft.com/office/powerpoint/2010/main" val="83350191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image" Target="../media/image1.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58.xml"/><Relationship Id="rId117" Type="http://schemas.openxmlformats.org/officeDocument/2006/relationships/slideLayout" Target="../slideLayouts/slideLayout149.xml"/><Relationship Id="rId21" Type="http://schemas.openxmlformats.org/officeDocument/2006/relationships/slideLayout" Target="../slideLayouts/slideLayout53.xml"/><Relationship Id="rId42" Type="http://schemas.openxmlformats.org/officeDocument/2006/relationships/slideLayout" Target="../slideLayouts/slideLayout74.xml"/><Relationship Id="rId47" Type="http://schemas.openxmlformats.org/officeDocument/2006/relationships/slideLayout" Target="../slideLayouts/slideLayout79.xml"/><Relationship Id="rId63" Type="http://schemas.openxmlformats.org/officeDocument/2006/relationships/slideLayout" Target="../slideLayouts/slideLayout95.xml"/><Relationship Id="rId68" Type="http://schemas.openxmlformats.org/officeDocument/2006/relationships/slideLayout" Target="../slideLayouts/slideLayout100.xml"/><Relationship Id="rId84" Type="http://schemas.openxmlformats.org/officeDocument/2006/relationships/slideLayout" Target="../slideLayouts/slideLayout116.xml"/><Relationship Id="rId89" Type="http://schemas.openxmlformats.org/officeDocument/2006/relationships/slideLayout" Target="../slideLayouts/slideLayout121.xml"/><Relationship Id="rId112" Type="http://schemas.openxmlformats.org/officeDocument/2006/relationships/slideLayout" Target="../slideLayouts/slideLayout144.xml"/><Relationship Id="rId16" Type="http://schemas.openxmlformats.org/officeDocument/2006/relationships/slideLayout" Target="../slideLayouts/slideLayout48.xml"/><Relationship Id="rId107" Type="http://schemas.openxmlformats.org/officeDocument/2006/relationships/slideLayout" Target="../slideLayouts/slideLayout139.xml"/><Relationship Id="rId11" Type="http://schemas.openxmlformats.org/officeDocument/2006/relationships/slideLayout" Target="../slideLayouts/slideLayout43.xml"/><Relationship Id="rId32" Type="http://schemas.openxmlformats.org/officeDocument/2006/relationships/slideLayout" Target="../slideLayouts/slideLayout64.xml"/><Relationship Id="rId37" Type="http://schemas.openxmlformats.org/officeDocument/2006/relationships/slideLayout" Target="../slideLayouts/slideLayout69.xml"/><Relationship Id="rId53" Type="http://schemas.openxmlformats.org/officeDocument/2006/relationships/slideLayout" Target="../slideLayouts/slideLayout85.xml"/><Relationship Id="rId58" Type="http://schemas.openxmlformats.org/officeDocument/2006/relationships/slideLayout" Target="../slideLayouts/slideLayout90.xml"/><Relationship Id="rId74" Type="http://schemas.openxmlformats.org/officeDocument/2006/relationships/slideLayout" Target="../slideLayouts/slideLayout106.xml"/><Relationship Id="rId79" Type="http://schemas.openxmlformats.org/officeDocument/2006/relationships/slideLayout" Target="../slideLayouts/slideLayout111.xml"/><Relationship Id="rId102" Type="http://schemas.openxmlformats.org/officeDocument/2006/relationships/slideLayout" Target="../slideLayouts/slideLayout134.xml"/><Relationship Id="rId5" Type="http://schemas.openxmlformats.org/officeDocument/2006/relationships/slideLayout" Target="../slideLayouts/slideLayout37.xml"/><Relationship Id="rId61" Type="http://schemas.openxmlformats.org/officeDocument/2006/relationships/slideLayout" Target="../slideLayouts/slideLayout93.xml"/><Relationship Id="rId82" Type="http://schemas.openxmlformats.org/officeDocument/2006/relationships/slideLayout" Target="../slideLayouts/slideLayout114.xml"/><Relationship Id="rId90" Type="http://schemas.openxmlformats.org/officeDocument/2006/relationships/slideLayout" Target="../slideLayouts/slideLayout122.xml"/><Relationship Id="rId95" Type="http://schemas.openxmlformats.org/officeDocument/2006/relationships/slideLayout" Target="../slideLayouts/slideLayout127.xml"/><Relationship Id="rId19" Type="http://schemas.openxmlformats.org/officeDocument/2006/relationships/slideLayout" Target="../slideLayouts/slideLayout51.xml"/><Relationship Id="rId14" Type="http://schemas.openxmlformats.org/officeDocument/2006/relationships/slideLayout" Target="../slideLayouts/slideLayout46.xml"/><Relationship Id="rId22" Type="http://schemas.openxmlformats.org/officeDocument/2006/relationships/slideLayout" Target="../slideLayouts/slideLayout54.xml"/><Relationship Id="rId27" Type="http://schemas.openxmlformats.org/officeDocument/2006/relationships/slideLayout" Target="../slideLayouts/slideLayout59.xml"/><Relationship Id="rId30" Type="http://schemas.openxmlformats.org/officeDocument/2006/relationships/slideLayout" Target="../slideLayouts/slideLayout62.xml"/><Relationship Id="rId35" Type="http://schemas.openxmlformats.org/officeDocument/2006/relationships/slideLayout" Target="../slideLayouts/slideLayout67.xml"/><Relationship Id="rId43" Type="http://schemas.openxmlformats.org/officeDocument/2006/relationships/slideLayout" Target="../slideLayouts/slideLayout75.xml"/><Relationship Id="rId48" Type="http://schemas.openxmlformats.org/officeDocument/2006/relationships/slideLayout" Target="../slideLayouts/slideLayout80.xml"/><Relationship Id="rId56" Type="http://schemas.openxmlformats.org/officeDocument/2006/relationships/slideLayout" Target="../slideLayouts/slideLayout88.xml"/><Relationship Id="rId64" Type="http://schemas.openxmlformats.org/officeDocument/2006/relationships/slideLayout" Target="../slideLayouts/slideLayout96.xml"/><Relationship Id="rId69" Type="http://schemas.openxmlformats.org/officeDocument/2006/relationships/slideLayout" Target="../slideLayouts/slideLayout101.xml"/><Relationship Id="rId77" Type="http://schemas.openxmlformats.org/officeDocument/2006/relationships/slideLayout" Target="../slideLayouts/slideLayout109.xml"/><Relationship Id="rId100" Type="http://schemas.openxmlformats.org/officeDocument/2006/relationships/slideLayout" Target="../slideLayouts/slideLayout132.xml"/><Relationship Id="rId105" Type="http://schemas.openxmlformats.org/officeDocument/2006/relationships/slideLayout" Target="../slideLayouts/slideLayout137.xml"/><Relationship Id="rId113" Type="http://schemas.openxmlformats.org/officeDocument/2006/relationships/slideLayout" Target="../slideLayouts/slideLayout145.xml"/><Relationship Id="rId118" Type="http://schemas.openxmlformats.org/officeDocument/2006/relationships/theme" Target="../theme/theme2.xml"/><Relationship Id="rId8" Type="http://schemas.openxmlformats.org/officeDocument/2006/relationships/slideLayout" Target="../slideLayouts/slideLayout40.xml"/><Relationship Id="rId51" Type="http://schemas.openxmlformats.org/officeDocument/2006/relationships/slideLayout" Target="../slideLayouts/slideLayout83.xml"/><Relationship Id="rId72" Type="http://schemas.openxmlformats.org/officeDocument/2006/relationships/slideLayout" Target="../slideLayouts/slideLayout104.xml"/><Relationship Id="rId80" Type="http://schemas.openxmlformats.org/officeDocument/2006/relationships/slideLayout" Target="../slideLayouts/slideLayout112.xml"/><Relationship Id="rId85" Type="http://schemas.openxmlformats.org/officeDocument/2006/relationships/slideLayout" Target="../slideLayouts/slideLayout117.xml"/><Relationship Id="rId93" Type="http://schemas.openxmlformats.org/officeDocument/2006/relationships/slideLayout" Target="../slideLayouts/slideLayout125.xml"/><Relationship Id="rId98" Type="http://schemas.openxmlformats.org/officeDocument/2006/relationships/slideLayout" Target="../slideLayouts/slideLayout130.xml"/><Relationship Id="rId121" Type="http://schemas.openxmlformats.org/officeDocument/2006/relationships/oleObject" Target="../embeddings/oleObject1.bin"/><Relationship Id="rId3" Type="http://schemas.openxmlformats.org/officeDocument/2006/relationships/slideLayout" Target="../slideLayouts/slideLayout35.xml"/><Relationship Id="rId12" Type="http://schemas.openxmlformats.org/officeDocument/2006/relationships/slideLayout" Target="../slideLayouts/slideLayout44.xml"/><Relationship Id="rId17" Type="http://schemas.openxmlformats.org/officeDocument/2006/relationships/slideLayout" Target="../slideLayouts/slideLayout49.xml"/><Relationship Id="rId25" Type="http://schemas.openxmlformats.org/officeDocument/2006/relationships/slideLayout" Target="../slideLayouts/slideLayout57.xml"/><Relationship Id="rId33" Type="http://schemas.openxmlformats.org/officeDocument/2006/relationships/slideLayout" Target="../slideLayouts/slideLayout65.xml"/><Relationship Id="rId38" Type="http://schemas.openxmlformats.org/officeDocument/2006/relationships/slideLayout" Target="../slideLayouts/slideLayout70.xml"/><Relationship Id="rId46" Type="http://schemas.openxmlformats.org/officeDocument/2006/relationships/slideLayout" Target="../slideLayouts/slideLayout78.xml"/><Relationship Id="rId59" Type="http://schemas.openxmlformats.org/officeDocument/2006/relationships/slideLayout" Target="../slideLayouts/slideLayout91.xml"/><Relationship Id="rId67" Type="http://schemas.openxmlformats.org/officeDocument/2006/relationships/slideLayout" Target="../slideLayouts/slideLayout99.xml"/><Relationship Id="rId103" Type="http://schemas.openxmlformats.org/officeDocument/2006/relationships/slideLayout" Target="../slideLayouts/slideLayout135.xml"/><Relationship Id="rId108" Type="http://schemas.openxmlformats.org/officeDocument/2006/relationships/slideLayout" Target="../slideLayouts/slideLayout140.xml"/><Relationship Id="rId116" Type="http://schemas.openxmlformats.org/officeDocument/2006/relationships/slideLayout" Target="../slideLayouts/slideLayout148.xml"/><Relationship Id="rId20" Type="http://schemas.openxmlformats.org/officeDocument/2006/relationships/slideLayout" Target="../slideLayouts/slideLayout52.xml"/><Relationship Id="rId41" Type="http://schemas.openxmlformats.org/officeDocument/2006/relationships/slideLayout" Target="../slideLayouts/slideLayout73.xml"/><Relationship Id="rId54" Type="http://schemas.openxmlformats.org/officeDocument/2006/relationships/slideLayout" Target="../slideLayouts/slideLayout86.xml"/><Relationship Id="rId62" Type="http://schemas.openxmlformats.org/officeDocument/2006/relationships/slideLayout" Target="../slideLayouts/slideLayout94.xml"/><Relationship Id="rId70" Type="http://schemas.openxmlformats.org/officeDocument/2006/relationships/slideLayout" Target="../slideLayouts/slideLayout102.xml"/><Relationship Id="rId75" Type="http://schemas.openxmlformats.org/officeDocument/2006/relationships/slideLayout" Target="../slideLayouts/slideLayout107.xml"/><Relationship Id="rId83" Type="http://schemas.openxmlformats.org/officeDocument/2006/relationships/slideLayout" Target="../slideLayouts/slideLayout115.xml"/><Relationship Id="rId88" Type="http://schemas.openxmlformats.org/officeDocument/2006/relationships/slideLayout" Target="../slideLayouts/slideLayout120.xml"/><Relationship Id="rId91" Type="http://schemas.openxmlformats.org/officeDocument/2006/relationships/slideLayout" Target="../slideLayouts/slideLayout123.xml"/><Relationship Id="rId96" Type="http://schemas.openxmlformats.org/officeDocument/2006/relationships/slideLayout" Target="../slideLayouts/slideLayout128.xml"/><Relationship Id="rId111" Type="http://schemas.openxmlformats.org/officeDocument/2006/relationships/slideLayout" Target="../slideLayouts/slideLayout143.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5" Type="http://schemas.openxmlformats.org/officeDocument/2006/relationships/slideLayout" Target="../slideLayouts/slideLayout47.xml"/><Relationship Id="rId23" Type="http://schemas.openxmlformats.org/officeDocument/2006/relationships/slideLayout" Target="../slideLayouts/slideLayout55.xml"/><Relationship Id="rId28" Type="http://schemas.openxmlformats.org/officeDocument/2006/relationships/slideLayout" Target="../slideLayouts/slideLayout60.xml"/><Relationship Id="rId36" Type="http://schemas.openxmlformats.org/officeDocument/2006/relationships/slideLayout" Target="../slideLayouts/slideLayout68.xml"/><Relationship Id="rId49" Type="http://schemas.openxmlformats.org/officeDocument/2006/relationships/slideLayout" Target="../slideLayouts/slideLayout81.xml"/><Relationship Id="rId57" Type="http://schemas.openxmlformats.org/officeDocument/2006/relationships/slideLayout" Target="../slideLayouts/slideLayout89.xml"/><Relationship Id="rId106" Type="http://schemas.openxmlformats.org/officeDocument/2006/relationships/slideLayout" Target="../slideLayouts/slideLayout138.xml"/><Relationship Id="rId114" Type="http://schemas.openxmlformats.org/officeDocument/2006/relationships/slideLayout" Target="../slideLayouts/slideLayout146.xml"/><Relationship Id="rId119" Type="http://schemas.openxmlformats.org/officeDocument/2006/relationships/vmlDrawing" Target="../drawings/vmlDrawing1.vml"/><Relationship Id="rId10" Type="http://schemas.openxmlformats.org/officeDocument/2006/relationships/slideLayout" Target="../slideLayouts/slideLayout42.xml"/><Relationship Id="rId31" Type="http://schemas.openxmlformats.org/officeDocument/2006/relationships/slideLayout" Target="../slideLayouts/slideLayout63.xml"/><Relationship Id="rId44" Type="http://schemas.openxmlformats.org/officeDocument/2006/relationships/slideLayout" Target="../slideLayouts/slideLayout76.xml"/><Relationship Id="rId52" Type="http://schemas.openxmlformats.org/officeDocument/2006/relationships/slideLayout" Target="../slideLayouts/slideLayout84.xml"/><Relationship Id="rId60" Type="http://schemas.openxmlformats.org/officeDocument/2006/relationships/slideLayout" Target="../slideLayouts/slideLayout92.xml"/><Relationship Id="rId65" Type="http://schemas.openxmlformats.org/officeDocument/2006/relationships/slideLayout" Target="../slideLayouts/slideLayout97.xml"/><Relationship Id="rId73" Type="http://schemas.openxmlformats.org/officeDocument/2006/relationships/slideLayout" Target="../slideLayouts/slideLayout105.xml"/><Relationship Id="rId78" Type="http://schemas.openxmlformats.org/officeDocument/2006/relationships/slideLayout" Target="../slideLayouts/slideLayout110.xml"/><Relationship Id="rId81" Type="http://schemas.openxmlformats.org/officeDocument/2006/relationships/slideLayout" Target="../slideLayouts/slideLayout113.xml"/><Relationship Id="rId86" Type="http://schemas.openxmlformats.org/officeDocument/2006/relationships/slideLayout" Target="../slideLayouts/slideLayout118.xml"/><Relationship Id="rId94" Type="http://schemas.openxmlformats.org/officeDocument/2006/relationships/slideLayout" Target="../slideLayouts/slideLayout126.xml"/><Relationship Id="rId99" Type="http://schemas.openxmlformats.org/officeDocument/2006/relationships/slideLayout" Target="../slideLayouts/slideLayout131.xml"/><Relationship Id="rId101" Type="http://schemas.openxmlformats.org/officeDocument/2006/relationships/slideLayout" Target="../slideLayouts/slideLayout133.xml"/><Relationship Id="rId122" Type="http://schemas.openxmlformats.org/officeDocument/2006/relationships/image" Target="../media/image14.emf"/><Relationship Id="rId4" Type="http://schemas.openxmlformats.org/officeDocument/2006/relationships/slideLayout" Target="../slideLayouts/slideLayout36.xml"/><Relationship Id="rId9" Type="http://schemas.openxmlformats.org/officeDocument/2006/relationships/slideLayout" Target="../slideLayouts/slideLayout41.xml"/><Relationship Id="rId13" Type="http://schemas.openxmlformats.org/officeDocument/2006/relationships/slideLayout" Target="../slideLayouts/slideLayout45.xml"/><Relationship Id="rId18" Type="http://schemas.openxmlformats.org/officeDocument/2006/relationships/slideLayout" Target="../slideLayouts/slideLayout50.xml"/><Relationship Id="rId39" Type="http://schemas.openxmlformats.org/officeDocument/2006/relationships/slideLayout" Target="../slideLayouts/slideLayout71.xml"/><Relationship Id="rId109" Type="http://schemas.openxmlformats.org/officeDocument/2006/relationships/slideLayout" Target="../slideLayouts/slideLayout141.xml"/><Relationship Id="rId34" Type="http://schemas.openxmlformats.org/officeDocument/2006/relationships/slideLayout" Target="../slideLayouts/slideLayout66.xml"/><Relationship Id="rId50" Type="http://schemas.openxmlformats.org/officeDocument/2006/relationships/slideLayout" Target="../slideLayouts/slideLayout82.xml"/><Relationship Id="rId55" Type="http://schemas.openxmlformats.org/officeDocument/2006/relationships/slideLayout" Target="../slideLayouts/slideLayout87.xml"/><Relationship Id="rId76" Type="http://schemas.openxmlformats.org/officeDocument/2006/relationships/slideLayout" Target="../slideLayouts/slideLayout108.xml"/><Relationship Id="rId97" Type="http://schemas.openxmlformats.org/officeDocument/2006/relationships/slideLayout" Target="../slideLayouts/slideLayout129.xml"/><Relationship Id="rId104" Type="http://schemas.openxmlformats.org/officeDocument/2006/relationships/slideLayout" Target="../slideLayouts/slideLayout136.xml"/><Relationship Id="rId120" Type="http://schemas.openxmlformats.org/officeDocument/2006/relationships/tags" Target="../tags/tag2.xml"/><Relationship Id="rId7" Type="http://schemas.openxmlformats.org/officeDocument/2006/relationships/slideLayout" Target="../slideLayouts/slideLayout39.xml"/><Relationship Id="rId71" Type="http://schemas.openxmlformats.org/officeDocument/2006/relationships/slideLayout" Target="../slideLayouts/slideLayout103.xml"/><Relationship Id="rId92" Type="http://schemas.openxmlformats.org/officeDocument/2006/relationships/slideLayout" Target="../slideLayouts/slideLayout124.xml"/><Relationship Id="rId2" Type="http://schemas.openxmlformats.org/officeDocument/2006/relationships/slideLayout" Target="../slideLayouts/slideLayout34.xml"/><Relationship Id="rId29" Type="http://schemas.openxmlformats.org/officeDocument/2006/relationships/slideLayout" Target="../slideLayouts/slideLayout61.xml"/><Relationship Id="rId24" Type="http://schemas.openxmlformats.org/officeDocument/2006/relationships/slideLayout" Target="../slideLayouts/slideLayout56.xml"/><Relationship Id="rId40" Type="http://schemas.openxmlformats.org/officeDocument/2006/relationships/slideLayout" Target="../slideLayouts/slideLayout72.xml"/><Relationship Id="rId45" Type="http://schemas.openxmlformats.org/officeDocument/2006/relationships/slideLayout" Target="../slideLayouts/slideLayout77.xml"/><Relationship Id="rId66" Type="http://schemas.openxmlformats.org/officeDocument/2006/relationships/slideLayout" Target="../slideLayouts/slideLayout98.xml"/><Relationship Id="rId87" Type="http://schemas.openxmlformats.org/officeDocument/2006/relationships/slideLayout" Target="../slideLayouts/slideLayout119.xml"/><Relationship Id="rId110" Type="http://schemas.openxmlformats.org/officeDocument/2006/relationships/slideLayout" Target="../slideLayouts/slideLayout142.xml"/><Relationship Id="rId115" Type="http://schemas.openxmlformats.org/officeDocument/2006/relationships/slideLayout" Target="../slideLayouts/slideLayout147.xml"/></Relationships>
</file>

<file path=ppt/slideMasters/_rels/slideMaster3.xml.rels><?xml version="1.0" encoding="UTF-8" standalone="yes"?>
<Relationships xmlns="http://schemas.openxmlformats.org/package/2006/relationships"><Relationship Id="rId26" Type="http://schemas.openxmlformats.org/officeDocument/2006/relationships/slideLayout" Target="../slideLayouts/slideLayout175.xml"/><Relationship Id="rId117" Type="http://schemas.openxmlformats.org/officeDocument/2006/relationships/slideLayout" Target="../slideLayouts/slideLayout266.xml"/><Relationship Id="rId21" Type="http://schemas.openxmlformats.org/officeDocument/2006/relationships/slideLayout" Target="../slideLayouts/slideLayout170.xml"/><Relationship Id="rId42" Type="http://schemas.openxmlformats.org/officeDocument/2006/relationships/slideLayout" Target="../slideLayouts/slideLayout191.xml"/><Relationship Id="rId47" Type="http://schemas.openxmlformats.org/officeDocument/2006/relationships/slideLayout" Target="../slideLayouts/slideLayout196.xml"/><Relationship Id="rId63" Type="http://schemas.openxmlformats.org/officeDocument/2006/relationships/slideLayout" Target="../slideLayouts/slideLayout212.xml"/><Relationship Id="rId68" Type="http://schemas.openxmlformats.org/officeDocument/2006/relationships/slideLayout" Target="../slideLayouts/slideLayout217.xml"/><Relationship Id="rId84" Type="http://schemas.openxmlformats.org/officeDocument/2006/relationships/slideLayout" Target="../slideLayouts/slideLayout233.xml"/><Relationship Id="rId89" Type="http://schemas.openxmlformats.org/officeDocument/2006/relationships/slideLayout" Target="../slideLayouts/slideLayout238.xml"/><Relationship Id="rId112" Type="http://schemas.openxmlformats.org/officeDocument/2006/relationships/slideLayout" Target="../slideLayouts/slideLayout261.xml"/><Relationship Id="rId16" Type="http://schemas.openxmlformats.org/officeDocument/2006/relationships/slideLayout" Target="../slideLayouts/slideLayout165.xml"/><Relationship Id="rId107" Type="http://schemas.openxmlformats.org/officeDocument/2006/relationships/slideLayout" Target="../slideLayouts/slideLayout256.xml"/><Relationship Id="rId11" Type="http://schemas.openxmlformats.org/officeDocument/2006/relationships/slideLayout" Target="../slideLayouts/slideLayout160.xml"/><Relationship Id="rId32" Type="http://schemas.openxmlformats.org/officeDocument/2006/relationships/slideLayout" Target="../slideLayouts/slideLayout181.xml"/><Relationship Id="rId37" Type="http://schemas.openxmlformats.org/officeDocument/2006/relationships/slideLayout" Target="../slideLayouts/slideLayout186.xml"/><Relationship Id="rId53" Type="http://schemas.openxmlformats.org/officeDocument/2006/relationships/slideLayout" Target="../slideLayouts/slideLayout202.xml"/><Relationship Id="rId58" Type="http://schemas.openxmlformats.org/officeDocument/2006/relationships/slideLayout" Target="../slideLayouts/slideLayout207.xml"/><Relationship Id="rId74" Type="http://schemas.openxmlformats.org/officeDocument/2006/relationships/slideLayout" Target="../slideLayouts/slideLayout223.xml"/><Relationship Id="rId79" Type="http://schemas.openxmlformats.org/officeDocument/2006/relationships/slideLayout" Target="../slideLayouts/slideLayout228.xml"/><Relationship Id="rId102" Type="http://schemas.openxmlformats.org/officeDocument/2006/relationships/slideLayout" Target="../slideLayouts/slideLayout251.xml"/><Relationship Id="rId123" Type="http://schemas.openxmlformats.org/officeDocument/2006/relationships/tags" Target="../tags/tag117.xml"/><Relationship Id="rId5" Type="http://schemas.openxmlformats.org/officeDocument/2006/relationships/slideLayout" Target="../slideLayouts/slideLayout154.xml"/><Relationship Id="rId61" Type="http://schemas.openxmlformats.org/officeDocument/2006/relationships/slideLayout" Target="../slideLayouts/slideLayout210.xml"/><Relationship Id="rId82" Type="http://schemas.openxmlformats.org/officeDocument/2006/relationships/slideLayout" Target="../slideLayouts/slideLayout231.xml"/><Relationship Id="rId90" Type="http://schemas.openxmlformats.org/officeDocument/2006/relationships/slideLayout" Target="../slideLayouts/slideLayout239.xml"/><Relationship Id="rId95" Type="http://schemas.openxmlformats.org/officeDocument/2006/relationships/slideLayout" Target="../slideLayouts/slideLayout244.xml"/><Relationship Id="rId19" Type="http://schemas.openxmlformats.org/officeDocument/2006/relationships/slideLayout" Target="../slideLayouts/slideLayout168.xml"/><Relationship Id="rId14" Type="http://schemas.openxmlformats.org/officeDocument/2006/relationships/slideLayout" Target="../slideLayouts/slideLayout163.xml"/><Relationship Id="rId22" Type="http://schemas.openxmlformats.org/officeDocument/2006/relationships/slideLayout" Target="../slideLayouts/slideLayout171.xml"/><Relationship Id="rId27" Type="http://schemas.openxmlformats.org/officeDocument/2006/relationships/slideLayout" Target="../slideLayouts/slideLayout176.xml"/><Relationship Id="rId30" Type="http://schemas.openxmlformats.org/officeDocument/2006/relationships/slideLayout" Target="../slideLayouts/slideLayout179.xml"/><Relationship Id="rId35" Type="http://schemas.openxmlformats.org/officeDocument/2006/relationships/slideLayout" Target="../slideLayouts/slideLayout184.xml"/><Relationship Id="rId43" Type="http://schemas.openxmlformats.org/officeDocument/2006/relationships/slideLayout" Target="../slideLayouts/slideLayout192.xml"/><Relationship Id="rId48" Type="http://schemas.openxmlformats.org/officeDocument/2006/relationships/slideLayout" Target="../slideLayouts/slideLayout197.xml"/><Relationship Id="rId56" Type="http://schemas.openxmlformats.org/officeDocument/2006/relationships/slideLayout" Target="../slideLayouts/slideLayout205.xml"/><Relationship Id="rId64" Type="http://schemas.openxmlformats.org/officeDocument/2006/relationships/slideLayout" Target="../slideLayouts/slideLayout213.xml"/><Relationship Id="rId69" Type="http://schemas.openxmlformats.org/officeDocument/2006/relationships/slideLayout" Target="../slideLayouts/slideLayout218.xml"/><Relationship Id="rId77" Type="http://schemas.openxmlformats.org/officeDocument/2006/relationships/slideLayout" Target="../slideLayouts/slideLayout226.xml"/><Relationship Id="rId100" Type="http://schemas.openxmlformats.org/officeDocument/2006/relationships/slideLayout" Target="../slideLayouts/slideLayout249.xml"/><Relationship Id="rId105" Type="http://schemas.openxmlformats.org/officeDocument/2006/relationships/slideLayout" Target="../slideLayouts/slideLayout254.xml"/><Relationship Id="rId113" Type="http://schemas.openxmlformats.org/officeDocument/2006/relationships/slideLayout" Target="../slideLayouts/slideLayout262.xml"/><Relationship Id="rId118" Type="http://schemas.openxmlformats.org/officeDocument/2006/relationships/slideLayout" Target="../slideLayouts/slideLayout267.xml"/><Relationship Id="rId8" Type="http://schemas.openxmlformats.org/officeDocument/2006/relationships/slideLayout" Target="../slideLayouts/slideLayout157.xml"/><Relationship Id="rId51" Type="http://schemas.openxmlformats.org/officeDocument/2006/relationships/slideLayout" Target="../slideLayouts/slideLayout200.xml"/><Relationship Id="rId72" Type="http://schemas.openxmlformats.org/officeDocument/2006/relationships/slideLayout" Target="../slideLayouts/slideLayout221.xml"/><Relationship Id="rId80" Type="http://schemas.openxmlformats.org/officeDocument/2006/relationships/slideLayout" Target="../slideLayouts/slideLayout229.xml"/><Relationship Id="rId85" Type="http://schemas.openxmlformats.org/officeDocument/2006/relationships/slideLayout" Target="../slideLayouts/slideLayout234.xml"/><Relationship Id="rId93" Type="http://schemas.openxmlformats.org/officeDocument/2006/relationships/slideLayout" Target="../slideLayouts/slideLayout242.xml"/><Relationship Id="rId98" Type="http://schemas.openxmlformats.org/officeDocument/2006/relationships/slideLayout" Target="../slideLayouts/slideLayout247.xml"/><Relationship Id="rId121" Type="http://schemas.openxmlformats.org/officeDocument/2006/relationships/theme" Target="../theme/theme3.xml"/><Relationship Id="rId3" Type="http://schemas.openxmlformats.org/officeDocument/2006/relationships/slideLayout" Target="../slideLayouts/slideLayout152.xml"/><Relationship Id="rId12" Type="http://schemas.openxmlformats.org/officeDocument/2006/relationships/slideLayout" Target="../slideLayouts/slideLayout161.xml"/><Relationship Id="rId17" Type="http://schemas.openxmlformats.org/officeDocument/2006/relationships/slideLayout" Target="../slideLayouts/slideLayout166.xml"/><Relationship Id="rId25" Type="http://schemas.openxmlformats.org/officeDocument/2006/relationships/slideLayout" Target="../slideLayouts/slideLayout174.xml"/><Relationship Id="rId33" Type="http://schemas.openxmlformats.org/officeDocument/2006/relationships/slideLayout" Target="../slideLayouts/slideLayout182.xml"/><Relationship Id="rId38" Type="http://schemas.openxmlformats.org/officeDocument/2006/relationships/slideLayout" Target="../slideLayouts/slideLayout187.xml"/><Relationship Id="rId46" Type="http://schemas.openxmlformats.org/officeDocument/2006/relationships/slideLayout" Target="../slideLayouts/slideLayout195.xml"/><Relationship Id="rId59" Type="http://schemas.openxmlformats.org/officeDocument/2006/relationships/slideLayout" Target="../slideLayouts/slideLayout208.xml"/><Relationship Id="rId67" Type="http://schemas.openxmlformats.org/officeDocument/2006/relationships/slideLayout" Target="../slideLayouts/slideLayout216.xml"/><Relationship Id="rId103" Type="http://schemas.openxmlformats.org/officeDocument/2006/relationships/slideLayout" Target="../slideLayouts/slideLayout252.xml"/><Relationship Id="rId108" Type="http://schemas.openxmlformats.org/officeDocument/2006/relationships/slideLayout" Target="../slideLayouts/slideLayout257.xml"/><Relationship Id="rId116" Type="http://schemas.openxmlformats.org/officeDocument/2006/relationships/slideLayout" Target="../slideLayouts/slideLayout265.xml"/><Relationship Id="rId124" Type="http://schemas.openxmlformats.org/officeDocument/2006/relationships/oleObject" Target="../embeddings/oleObject116.bin"/><Relationship Id="rId20" Type="http://schemas.openxmlformats.org/officeDocument/2006/relationships/slideLayout" Target="../slideLayouts/slideLayout169.xml"/><Relationship Id="rId41" Type="http://schemas.openxmlformats.org/officeDocument/2006/relationships/slideLayout" Target="../slideLayouts/slideLayout190.xml"/><Relationship Id="rId54" Type="http://schemas.openxmlformats.org/officeDocument/2006/relationships/slideLayout" Target="../slideLayouts/slideLayout203.xml"/><Relationship Id="rId62" Type="http://schemas.openxmlformats.org/officeDocument/2006/relationships/slideLayout" Target="../slideLayouts/slideLayout211.xml"/><Relationship Id="rId70" Type="http://schemas.openxmlformats.org/officeDocument/2006/relationships/slideLayout" Target="../slideLayouts/slideLayout219.xml"/><Relationship Id="rId75" Type="http://schemas.openxmlformats.org/officeDocument/2006/relationships/slideLayout" Target="../slideLayouts/slideLayout224.xml"/><Relationship Id="rId83" Type="http://schemas.openxmlformats.org/officeDocument/2006/relationships/slideLayout" Target="../slideLayouts/slideLayout232.xml"/><Relationship Id="rId88" Type="http://schemas.openxmlformats.org/officeDocument/2006/relationships/slideLayout" Target="../slideLayouts/slideLayout237.xml"/><Relationship Id="rId91" Type="http://schemas.openxmlformats.org/officeDocument/2006/relationships/slideLayout" Target="../slideLayouts/slideLayout240.xml"/><Relationship Id="rId96" Type="http://schemas.openxmlformats.org/officeDocument/2006/relationships/slideLayout" Target="../slideLayouts/slideLayout245.xml"/><Relationship Id="rId111" Type="http://schemas.openxmlformats.org/officeDocument/2006/relationships/slideLayout" Target="../slideLayouts/slideLayout260.xml"/><Relationship Id="rId1" Type="http://schemas.openxmlformats.org/officeDocument/2006/relationships/slideLayout" Target="../slideLayouts/slideLayout150.xml"/><Relationship Id="rId6" Type="http://schemas.openxmlformats.org/officeDocument/2006/relationships/slideLayout" Target="../slideLayouts/slideLayout155.xml"/><Relationship Id="rId15" Type="http://schemas.openxmlformats.org/officeDocument/2006/relationships/slideLayout" Target="../slideLayouts/slideLayout164.xml"/><Relationship Id="rId23" Type="http://schemas.openxmlformats.org/officeDocument/2006/relationships/slideLayout" Target="../slideLayouts/slideLayout172.xml"/><Relationship Id="rId28" Type="http://schemas.openxmlformats.org/officeDocument/2006/relationships/slideLayout" Target="../slideLayouts/slideLayout177.xml"/><Relationship Id="rId36" Type="http://schemas.openxmlformats.org/officeDocument/2006/relationships/slideLayout" Target="../slideLayouts/slideLayout185.xml"/><Relationship Id="rId49" Type="http://schemas.openxmlformats.org/officeDocument/2006/relationships/slideLayout" Target="../slideLayouts/slideLayout198.xml"/><Relationship Id="rId57" Type="http://schemas.openxmlformats.org/officeDocument/2006/relationships/slideLayout" Target="../slideLayouts/slideLayout206.xml"/><Relationship Id="rId106" Type="http://schemas.openxmlformats.org/officeDocument/2006/relationships/slideLayout" Target="../slideLayouts/slideLayout255.xml"/><Relationship Id="rId114" Type="http://schemas.openxmlformats.org/officeDocument/2006/relationships/slideLayout" Target="../slideLayouts/slideLayout263.xml"/><Relationship Id="rId119" Type="http://schemas.openxmlformats.org/officeDocument/2006/relationships/slideLayout" Target="../slideLayouts/slideLayout268.xml"/><Relationship Id="rId10" Type="http://schemas.openxmlformats.org/officeDocument/2006/relationships/slideLayout" Target="../slideLayouts/slideLayout159.xml"/><Relationship Id="rId31" Type="http://schemas.openxmlformats.org/officeDocument/2006/relationships/slideLayout" Target="../slideLayouts/slideLayout180.xml"/><Relationship Id="rId44" Type="http://schemas.openxmlformats.org/officeDocument/2006/relationships/slideLayout" Target="../slideLayouts/slideLayout193.xml"/><Relationship Id="rId52" Type="http://schemas.openxmlformats.org/officeDocument/2006/relationships/slideLayout" Target="../slideLayouts/slideLayout201.xml"/><Relationship Id="rId60" Type="http://schemas.openxmlformats.org/officeDocument/2006/relationships/slideLayout" Target="../slideLayouts/slideLayout209.xml"/><Relationship Id="rId65" Type="http://schemas.openxmlformats.org/officeDocument/2006/relationships/slideLayout" Target="../slideLayouts/slideLayout214.xml"/><Relationship Id="rId73" Type="http://schemas.openxmlformats.org/officeDocument/2006/relationships/slideLayout" Target="../slideLayouts/slideLayout222.xml"/><Relationship Id="rId78" Type="http://schemas.openxmlformats.org/officeDocument/2006/relationships/slideLayout" Target="../slideLayouts/slideLayout227.xml"/><Relationship Id="rId81" Type="http://schemas.openxmlformats.org/officeDocument/2006/relationships/slideLayout" Target="../slideLayouts/slideLayout230.xml"/><Relationship Id="rId86" Type="http://schemas.openxmlformats.org/officeDocument/2006/relationships/slideLayout" Target="../slideLayouts/slideLayout235.xml"/><Relationship Id="rId94" Type="http://schemas.openxmlformats.org/officeDocument/2006/relationships/slideLayout" Target="../slideLayouts/slideLayout243.xml"/><Relationship Id="rId99" Type="http://schemas.openxmlformats.org/officeDocument/2006/relationships/slideLayout" Target="../slideLayouts/slideLayout248.xml"/><Relationship Id="rId101" Type="http://schemas.openxmlformats.org/officeDocument/2006/relationships/slideLayout" Target="../slideLayouts/slideLayout250.xml"/><Relationship Id="rId122" Type="http://schemas.openxmlformats.org/officeDocument/2006/relationships/vmlDrawing" Target="../drawings/vmlDrawing112.vml"/><Relationship Id="rId4" Type="http://schemas.openxmlformats.org/officeDocument/2006/relationships/slideLayout" Target="../slideLayouts/slideLayout153.xml"/><Relationship Id="rId9" Type="http://schemas.openxmlformats.org/officeDocument/2006/relationships/slideLayout" Target="../slideLayouts/slideLayout158.xml"/><Relationship Id="rId13" Type="http://schemas.openxmlformats.org/officeDocument/2006/relationships/slideLayout" Target="../slideLayouts/slideLayout162.xml"/><Relationship Id="rId18" Type="http://schemas.openxmlformats.org/officeDocument/2006/relationships/slideLayout" Target="../slideLayouts/slideLayout167.xml"/><Relationship Id="rId39" Type="http://schemas.openxmlformats.org/officeDocument/2006/relationships/slideLayout" Target="../slideLayouts/slideLayout188.xml"/><Relationship Id="rId109" Type="http://schemas.openxmlformats.org/officeDocument/2006/relationships/slideLayout" Target="../slideLayouts/slideLayout258.xml"/><Relationship Id="rId34" Type="http://schemas.openxmlformats.org/officeDocument/2006/relationships/slideLayout" Target="../slideLayouts/slideLayout183.xml"/><Relationship Id="rId50" Type="http://schemas.openxmlformats.org/officeDocument/2006/relationships/slideLayout" Target="../slideLayouts/slideLayout199.xml"/><Relationship Id="rId55" Type="http://schemas.openxmlformats.org/officeDocument/2006/relationships/slideLayout" Target="../slideLayouts/slideLayout204.xml"/><Relationship Id="rId76" Type="http://schemas.openxmlformats.org/officeDocument/2006/relationships/slideLayout" Target="../slideLayouts/slideLayout225.xml"/><Relationship Id="rId97" Type="http://schemas.openxmlformats.org/officeDocument/2006/relationships/slideLayout" Target="../slideLayouts/slideLayout246.xml"/><Relationship Id="rId104" Type="http://schemas.openxmlformats.org/officeDocument/2006/relationships/slideLayout" Target="../slideLayouts/slideLayout253.xml"/><Relationship Id="rId120" Type="http://schemas.openxmlformats.org/officeDocument/2006/relationships/slideLayout" Target="../slideLayouts/slideLayout269.xml"/><Relationship Id="rId125" Type="http://schemas.openxmlformats.org/officeDocument/2006/relationships/image" Target="../media/image14.emf"/><Relationship Id="rId7" Type="http://schemas.openxmlformats.org/officeDocument/2006/relationships/slideLayout" Target="../slideLayouts/slideLayout156.xml"/><Relationship Id="rId71" Type="http://schemas.openxmlformats.org/officeDocument/2006/relationships/slideLayout" Target="../slideLayouts/slideLayout220.xml"/><Relationship Id="rId92" Type="http://schemas.openxmlformats.org/officeDocument/2006/relationships/slideLayout" Target="../slideLayouts/slideLayout241.xml"/><Relationship Id="rId2" Type="http://schemas.openxmlformats.org/officeDocument/2006/relationships/slideLayout" Target="../slideLayouts/slideLayout151.xml"/><Relationship Id="rId29" Type="http://schemas.openxmlformats.org/officeDocument/2006/relationships/slideLayout" Target="../slideLayouts/slideLayout178.xml"/><Relationship Id="rId24" Type="http://schemas.openxmlformats.org/officeDocument/2006/relationships/slideLayout" Target="../slideLayouts/slideLayout173.xml"/><Relationship Id="rId40" Type="http://schemas.openxmlformats.org/officeDocument/2006/relationships/slideLayout" Target="../slideLayouts/slideLayout189.xml"/><Relationship Id="rId45" Type="http://schemas.openxmlformats.org/officeDocument/2006/relationships/slideLayout" Target="../slideLayouts/slideLayout194.xml"/><Relationship Id="rId66" Type="http://schemas.openxmlformats.org/officeDocument/2006/relationships/slideLayout" Target="../slideLayouts/slideLayout215.xml"/><Relationship Id="rId87" Type="http://schemas.openxmlformats.org/officeDocument/2006/relationships/slideLayout" Target="../slideLayouts/slideLayout236.xml"/><Relationship Id="rId110" Type="http://schemas.openxmlformats.org/officeDocument/2006/relationships/slideLayout" Target="../slideLayouts/slideLayout259.xml"/><Relationship Id="rId115" Type="http://schemas.openxmlformats.org/officeDocument/2006/relationships/slideLayout" Target="../slideLayouts/slideLayout26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38962" y="245863"/>
            <a:ext cx="9050409" cy="315704"/>
          </a:xfrm>
          <a:prstGeom prst="rect">
            <a:avLst/>
          </a:prstGeom>
        </p:spPr>
        <p:txBody>
          <a:bodyPr vert="horz" wrap="square" lIns="0" tIns="0" rIns="0" bIns="0" rtlCol="0" anchor="b">
            <a:noAutofit/>
          </a:bodyPr>
          <a:lstStyle/>
          <a:p>
            <a:r>
              <a:rPr lang="en-US" dirty="0"/>
              <a:t>SECTION HEADING</a:t>
            </a:r>
          </a:p>
        </p:txBody>
      </p:sp>
      <p:sp>
        <p:nvSpPr>
          <p:cNvPr id="3" name="Text Placeholder 2"/>
          <p:cNvSpPr>
            <a:spLocks noGrp="1"/>
          </p:cNvSpPr>
          <p:nvPr>
            <p:ph type="body" idx="1"/>
          </p:nvPr>
        </p:nvSpPr>
        <p:spPr>
          <a:xfrm>
            <a:off x="456927" y="1066801"/>
            <a:ext cx="11296110" cy="5059365"/>
          </a:xfrm>
          <a:prstGeom prst="rect">
            <a:avLst/>
          </a:prstGeom>
        </p:spPr>
        <p:txBody>
          <a:bodyPr vert="horz" lIns="91440" tIns="45720" rIns="91440" bIns="45720" rtlCol="0">
            <a:normAutofit/>
          </a:bodyPr>
          <a:lstStyle/>
          <a:p>
            <a:pPr lvl="0"/>
            <a:r>
              <a:rPr lang="x-none" dirty="0"/>
              <a:t>Click to edit Master text styles</a:t>
            </a:r>
          </a:p>
          <a:p>
            <a:pPr lvl="1"/>
            <a:r>
              <a:rPr lang="x-none" dirty="0"/>
              <a:t>Second level</a:t>
            </a:r>
          </a:p>
          <a:p>
            <a:pPr lvl="2"/>
            <a:r>
              <a:rPr lang="x-none" dirty="0"/>
              <a:t>Third level</a:t>
            </a:r>
          </a:p>
          <a:p>
            <a:pPr lvl="3"/>
            <a:r>
              <a:rPr lang="x-none" dirty="0"/>
              <a:t>Fourth level</a:t>
            </a:r>
          </a:p>
          <a:p>
            <a:pPr lvl="4"/>
            <a:r>
              <a:rPr lang="x-none" dirty="0"/>
              <a:t>Fifth level</a:t>
            </a:r>
            <a:endParaRPr lang="en-US" dirty="0"/>
          </a:p>
        </p:txBody>
      </p:sp>
      <p:sp>
        <p:nvSpPr>
          <p:cNvPr id="9" name="TextBox 8">
            <a:extLst>
              <a:ext uri="{FF2B5EF4-FFF2-40B4-BE49-F238E27FC236}">
                <a16:creationId xmlns:a16="http://schemas.microsoft.com/office/drawing/2014/main" xmlns="" id="{3230B90F-242E-4EDF-94F3-70B9791F7EF3}"/>
              </a:ext>
            </a:extLst>
          </p:cNvPr>
          <p:cNvSpPr txBox="1"/>
          <p:nvPr userDrawn="1"/>
        </p:nvSpPr>
        <p:spPr>
          <a:xfrm>
            <a:off x="11470597" y="6601381"/>
            <a:ext cx="282440" cy="166614"/>
          </a:xfrm>
          <a:prstGeom prst="rect">
            <a:avLst/>
          </a:prstGeom>
          <a:noFill/>
        </p:spPr>
        <p:txBody>
          <a:bodyPr wrap="square" lIns="0" tIns="0" rIns="0" bIns="0" rtlCol="0" anchor="ctr">
            <a:noAutofit/>
          </a:bodyPr>
          <a:lstStyle/>
          <a:p>
            <a:pPr algn="r"/>
            <a:fld id="{D32B1299-5D1F-4CF7-9AC0-55CF30817FA5}" type="slidenum">
              <a:rPr lang="en-US" sz="1000" smtClean="0">
                <a:solidFill>
                  <a:schemeClr val="bg1">
                    <a:lumMod val="50000"/>
                  </a:schemeClr>
                </a:solidFill>
                <a:latin typeface="+mj-lt"/>
                <a:cs typeface="Avenir Roman"/>
              </a:rPr>
              <a:pPr algn="r"/>
              <a:t>‹#›</a:t>
            </a:fld>
            <a:endParaRPr kumimoji="0" lang="en-US" sz="1000" u="none" strike="noStrike" kern="1200" cap="none" spc="0" normalizeH="0" baseline="0" noProof="0" dirty="0">
              <a:ln>
                <a:noFill/>
              </a:ln>
              <a:solidFill>
                <a:schemeClr val="bg1">
                  <a:lumMod val="50000"/>
                </a:schemeClr>
              </a:solidFill>
              <a:effectLst/>
              <a:uLnTx/>
              <a:uFillTx/>
              <a:latin typeface="+mj-lt"/>
              <a:cs typeface="Avenir Roman"/>
            </a:endParaRPr>
          </a:p>
        </p:txBody>
      </p:sp>
      <p:sp>
        <p:nvSpPr>
          <p:cNvPr id="13" name="Rectangle 12">
            <a:extLst>
              <a:ext uri="{FF2B5EF4-FFF2-40B4-BE49-F238E27FC236}">
                <a16:creationId xmlns:a16="http://schemas.microsoft.com/office/drawing/2014/main" xmlns="" id="{8F56F0B2-4CBF-477D-95D0-F4A877A249B7}"/>
              </a:ext>
            </a:extLst>
          </p:cNvPr>
          <p:cNvSpPr/>
          <p:nvPr userDrawn="1"/>
        </p:nvSpPr>
        <p:spPr>
          <a:xfrm>
            <a:off x="351223" y="6569272"/>
            <a:ext cx="2999539" cy="230832"/>
          </a:xfrm>
          <a:prstGeom prst="rect">
            <a:avLst/>
          </a:prstGeom>
        </p:spPr>
        <p:txBody>
          <a:bodyPr wrap="none">
            <a:spAutoFit/>
          </a:bodyPr>
          <a:lstStyle/>
          <a:p>
            <a:r>
              <a:rPr lang="en-US" sz="900" b="0" dirty="0">
                <a:solidFill>
                  <a:schemeClr val="bg1">
                    <a:lumMod val="50000"/>
                  </a:schemeClr>
                </a:solidFill>
                <a:latin typeface="+mj-lt"/>
                <a:cs typeface="Avenir Roman"/>
              </a:rPr>
              <a:t>Copyright © 2026 Infogain Corporation. All Rights Reserved.</a:t>
            </a:r>
          </a:p>
        </p:txBody>
      </p:sp>
      <p:pic>
        <p:nvPicPr>
          <p:cNvPr id="8" name="Picture 7"/>
          <p:cNvPicPr>
            <a:picLocks noChangeAspect="1"/>
          </p:cNvPicPr>
          <p:nvPr userDrawn="1"/>
        </p:nvPicPr>
        <p:blipFill>
          <a:blip r:embed="rId34" cstate="print">
            <a:extLst>
              <a:ext uri="{28A0092B-C50C-407E-A947-70E740481C1C}">
                <a14:useLocalDpi xmlns:a14="http://schemas.microsoft.com/office/drawing/2010/main" val="0"/>
              </a:ext>
            </a:extLst>
          </a:blip>
          <a:stretch>
            <a:fillRect/>
          </a:stretch>
        </p:blipFill>
        <p:spPr>
          <a:xfrm>
            <a:off x="10685311" y="139308"/>
            <a:ext cx="1301156" cy="528814"/>
          </a:xfrm>
          <a:prstGeom prst="rect">
            <a:avLst/>
          </a:prstGeom>
        </p:spPr>
      </p:pic>
    </p:spTree>
    <p:extLst>
      <p:ext uri="{BB962C8B-B14F-4D97-AF65-F5344CB8AC3E}">
        <p14:creationId xmlns:p14="http://schemas.microsoft.com/office/powerpoint/2010/main" val="3937550629"/>
      </p:ext>
    </p:extLst>
  </p:cSld>
  <p:clrMap bg1="lt1" tx1="dk1" bg2="lt2" tx2="dk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 id="2147483688" r:id="rId20"/>
    <p:sldLayoutId id="2147483689" r:id="rId21"/>
    <p:sldLayoutId id="2147483690" r:id="rId22"/>
    <p:sldLayoutId id="2147483691" r:id="rId23"/>
    <p:sldLayoutId id="2147483692" r:id="rId24"/>
    <p:sldLayoutId id="2147483693" r:id="rId25"/>
    <p:sldLayoutId id="2147483694" r:id="rId26"/>
    <p:sldLayoutId id="2147483695" r:id="rId27"/>
    <p:sldLayoutId id="2147483696" r:id="rId28"/>
    <p:sldLayoutId id="2147483697" r:id="rId29"/>
    <p:sldLayoutId id="2147483698" r:id="rId30"/>
    <p:sldLayoutId id="2147483699" r:id="rId31"/>
    <p:sldLayoutId id="2147483703" r:id="rId32"/>
  </p:sldLayoutIdLst>
  <p:txStyles>
    <p:titleStyle>
      <a:lvl1pPr algn="l" defTabSz="457200" rtl="0" eaLnBrk="1" latinLnBrk="0" hangingPunct="1">
        <a:spcBef>
          <a:spcPct val="0"/>
        </a:spcBef>
        <a:buNone/>
        <a:defRPr sz="1600" kern="1200" cap="all" spc="0" baseline="0">
          <a:solidFill>
            <a:schemeClr val="bg2"/>
          </a:solidFill>
          <a:latin typeface="+mj-lt"/>
          <a:ea typeface="+mj-ea"/>
          <a:cs typeface="+mj-cs"/>
        </a:defRPr>
      </a:lvl1pPr>
    </p:titleStyle>
    <p:bodyStyle>
      <a:lvl1pPr marL="342900" indent="-342900" algn="l" defTabSz="457200" rtl="0" eaLnBrk="1" latinLnBrk="0" hangingPunct="1">
        <a:spcBef>
          <a:spcPts val="1600"/>
        </a:spcBef>
        <a:buClr>
          <a:schemeClr val="bg2"/>
        </a:buClr>
        <a:buFontTx/>
        <a:buChar char="◌"/>
        <a:defRPr sz="1800" kern="1200">
          <a:solidFill>
            <a:schemeClr val="tx1"/>
          </a:solidFill>
          <a:latin typeface="+mn-lt"/>
          <a:ea typeface="+mn-ea"/>
          <a:cs typeface="+mn-cs"/>
        </a:defRPr>
      </a:lvl1pPr>
      <a:lvl2pPr marL="742950" indent="-285750" algn="l" defTabSz="457200" rtl="0" eaLnBrk="1" latinLnBrk="0" hangingPunct="1">
        <a:spcBef>
          <a:spcPts val="800"/>
        </a:spcBef>
        <a:buClr>
          <a:schemeClr val="bg2"/>
        </a:buClr>
        <a:buFontTx/>
        <a:buChar char="◌"/>
        <a:defRPr sz="1600" kern="1200">
          <a:solidFill>
            <a:schemeClr val="tx1"/>
          </a:solidFill>
          <a:latin typeface="+mn-lt"/>
          <a:ea typeface="+mn-ea"/>
          <a:cs typeface="+mn-cs"/>
        </a:defRPr>
      </a:lvl2pPr>
      <a:lvl3pPr marL="1143000" indent="-228600" algn="l" defTabSz="457200" rtl="0" eaLnBrk="1" latinLnBrk="0" hangingPunct="1">
        <a:spcBef>
          <a:spcPts val="600"/>
        </a:spcBef>
        <a:buClr>
          <a:schemeClr val="bg2"/>
        </a:buClr>
        <a:buFontTx/>
        <a:buChar char="◌"/>
        <a:defRPr sz="1400" kern="1200">
          <a:solidFill>
            <a:schemeClr val="tx1"/>
          </a:solidFill>
          <a:latin typeface="+mn-lt"/>
          <a:ea typeface="+mn-ea"/>
          <a:cs typeface="+mn-cs"/>
        </a:defRPr>
      </a:lvl3pPr>
      <a:lvl4pPr marL="16002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4pPr>
      <a:lvl5pPr marL="2057400" indent="-228600" algn="l" defTabSz="457200" rtl="0" eaLnBrk="1" latinLnBrk="0" hangingPunct="1">
        <a:spcBef>
          <a:spcPts val="400"/>
        </a:spcBef>
        <a:buClr>
          <a:schemeClr val="bg2"/>
        </a:buClr>
        <a:buFontTx/>
        <a:buChar char="◌"/>
        <a:defRPr sz="12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orient="horz" pos="672">
          <p15:clr>
            <a:srgbClr val="F26B43"/>
          </p15:clr>
        </p15:guide>
        <p15:guide id="2" pos="275">
          <p15:clr>
            <a:srgbClr val="F26B43"/>
          </p15:clr>
        </p15:guide>
        <p15:guide id="3" pos="7403">
          <p15:clr>
            <a:srgbClr val="F26B43"/>
          </p15:clr>
        </p15:guide>
        <p15:guide id="4" orient="horz" pos="3864">
          <p15:clr>
            <a:srgbClr val="F26B43"/>
          </p15:clr>
        </p15:guide>
        <p15:guide id="5" orient="horz" pos="888">
          <p15:clr>
            <a:srgbClr val="F26B43"/>
          </p15:clr>
        </p15:guide>
        <p15:guide id="6" pos="254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DC79CD5-1EA1-EEAF-4FD1-E9B0B275A370}"/>
              </a:ext>
            </a:extLst>
          </p:cNvPr>
          <p:cNvGraphicFramePr>
            <a:graphicFrameLocks noChangeAspect="1"/>
          </p:cNvGraphicFramePr>
          <p:nvPr userDrawn="1">
            <p:custDataLst>
              <p:tags r:id="rId120"/>
            </p:custDataLst>
            <p:extLst>
              <p:ext uri="{D42A27DB-BD31-4B8C-83A1-F6EECF244321}">
                <p14:modId xmlns:p14="http://schemas.microsoft.com/office/powerpoint/2010/main" val="3605708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6163" name="think-cell Slide" r:id="rId121" imgW="7772400" imgH="10058400" progId="TCLayout.ActiveDocument.1">
                  <p:embed/>
                </p:oleObj>
              </mc:Choice>
              <mc:Fallback>
                <p:oleObj name="think-cell Slide" r:id="rId121" imgW="7772400" imgH="10058400" progId="TCLayout.ActiveDocument.1">
                  <p:embed/>
                  <p:pic>
                    <p:nvPicPr>
                      <p:cNvPr id="8" name="think-cell data - do not delete" hidden="1">
                        <a:extLst>
                          <a:ext uri="{FF2B5EF4-FFF2-40B4-BE49-F238E27FC236}">
                            <a16:creationId xmlns:a16="http://schemas.microsoft.com/office/drawing/2014/main" xmlns="" id="{8DC79CD5-1EA1-EEAF-4FD1-E9B0B275A370}"/>
                          </a:ext>
                        </a:extLst>
                      </p:cNvPr>
                      <p:cNvPicPr/>
                      <p:nvPr/>
                    </p:nvPicPr>
                    <p:blipFill>
                      <a:blip r:embed="rId122"/>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pPr algn="r"/>
              <a:t>‹#›</a:t>
            </a:fld>
            <a:endParaRPr lang="en-US" sz="1000"/>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a16="http://schemas.microsoft.com/office/drawing/2014/main" xmlns=""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pPr algn="l"/>
            <a:r>
              <a:rPr lang="en-US" sz="1000" b="1"/>
              <a:t>Tenarai</a:t>
            </a:r>
          </a:p>
        </p:txBody>
      </p:sp>
      <p:sp>
        <p:nvSpPr>
          <p:cNvPr id="11" name="TextBox 10">
            <a:extLst>
              <a:ext uri="{FF2B5EF4-FFF2-40B4-BE49-F238E27FC236}">
                <a16:creationId xmlns:a16="http://schemas.microsoft.com/office/drawing/2014/main" xmlns=""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t>Copyright 2026, Strictly Confidential, All rights reserved</a:t>
            </a:r>
          </a:p>
        </p:txBody>
      </p:sp>
    </p:spTree>
    <p:extLst>
      <p:ext uri="{BB962C8B-B14F-4D97-AF65-F5344CB8AC3E}">
        <p14:creationId xmlns:p14="http://schemas.microsoft.com/office/powerpoint/2010/main" val="2566521523"/>
      </p:ext>
    </p:extLst>
  </p:cSld>
  <p:clrMap bg1="lt1" tx1="dk1" bg2="lt2" tx2="dk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 id="2147483718" r:id="rId13"/>
    <p:sldLayoutId id="2147483719" r:id="rId14"/>
    <p:sldLayoutId id="2147483720" r:id="rId15"/>
    <p:sldLayoutId id="2147483721" r:id="rId16"/>
    <p:sldLayoutId id="2147483722" r:id="rId17"/>
    <p:sldLayoutId id="2147483723" r:id="rId18"/>
    <p:sldLayoutId id="2147483724" r:id="rId19"/>
    <p:sldLayoutId id="2147483725" r:id="rId20"/>
    <p:sldLayoutId id="2147483726" r:id="rId21"/>
    <p:sldLayoutId id="2147483727" r:id="rId22"/>
    <p:sldLayoutId id="2147483728" r:id="rId23"/>
    <p:sldLayoutId id="2147483729" r:id="rId24"/>
    <p:sldLayoutId id="2147483730" r:id="rId25"/>
    <p:sldLayoutId id="2147483731" r:id="rId26"/>
    <p:sldLayoutId id="2147483732" r:id="rId27"/>
    <p:sldLayoutId id="2147483733" r:id="rId28"/>
    <p:sldLayoutId id="2147483734" r:id="rId29"/>
    <p:sldLayoutId id="2147483735" r:id="rId30"/>
    <p:sldLayoutId id="2147483736" r:id="rId31"/>
    <p:sldLayoutId id="2147483737" r:id="rId32"/>
    <p:sldLayoutId id="2147483738" r:id="rId33"/>
    <p:sldLayoutId id="2147483739" r:id="rId34"/>
    <p:sldLayoutId id="2147483740" r:id="rId35"/>
    <p:sldLayoutId id="2147483741" r:id="rId36"/>
    <p:sldLayoutId id="2147483742" r:id="rId37"/>
    <p:sldLayoutId id="2147483743" r:id="rId38"/>
    <p:sldLayoutId id="2147483744" r:id="rId39"/>
    <p:sldLayoutId id="2147483745" r:id="rId40"/>
    <p:sldLayoutId id="2147483746" r:id="rId41"/>
    <p:sldLayoutId id="2147483747" r:id="rId42"/>
    <p:sldLayoutId id="2147483748" r:id="rId43"/>
    <p:sldLayoutId id="2147483749" r:id="rId44"/>
    <p:sldLayoutId id="2147483750" r:id="rId45"/>
    <p:sldLayoutId id="2147483751" r:id="rId46"/>
    <p:sldLayoutId id="2147483752" r:id="rId47"/>
    <p:sldLayoutId id="2147483753" r:id="rId48"/>
    <p:sldLayoutId id="2147483754" r:id="rId49"/>
    <p:sldLayoutId id="2147483755" r:id="rId50"/>
    <p:sldLayoutId id="2147483756" r:id="rId51"/>
    <p:sldLayoutId id="2147483757" r:id="rId52"/>
    <p:sldLayoutId id="2147483758" r:id="rId53"/>
    <p:sldLayoutId id="2147483759" r:id="rId54"/>
    <p:sldLayoutId id="2147483760" r:id="rId55"/>
    <p:sldLayoutId id="2147483761" r:id="rId56"/>
    <p:sldLayoutId id="2147483762" r:id="rId57"/>
    <p:sldLayoutId id="2147483763" r:id="rId58"/>
    <p:sldLayoutId id="2147483764" r:id="rId59"/>
    <p:sldLayoutId id="2147483765" r:id="rId60"/>
    <p:sldLayoutId id="2147483766" r:id="rId61"/>
    <p:sldLayoutId id="2147483767" r:id="rId62"/>
    <p:sldLayoutId id="2147483768" r:id="rId63"/>
    <p:sldLayoutId id="2147483769" r:id="rId64"/>
    <p:sldLayoutId id="2147483770" r:id="rId65"/>
    <p:sldLayoutId id="2147483771" r:id="rId66"/>
    <p:sldLayoutId id="2147483772" r:id="rId67"/>
    <p:sldLayoutId id="2147483773" r:id="rId68"/>
    <p:sldLayoutId id="2147483774" r:id="rId69"/>
    <p:sldLayoutId id="2147483775" r:id="rId70"/>
    <p:sldLayoutId id="2147483776" r:id="rId71"/>
    <p:sldLayoutId id="2147483777" r:id="rId72"/>
    <p:sldLayoutId id="2147483778" r:id="rId73"/>
    <p:sldLayoutId id="2147483779" r:id="rId74"/>
    <p:sldLayoutId id="2147483780" r:id="rId75"/>
    <p:sldLayoutId id="2147483781" r:id="rId76"/>
    <p:sldLayoutId id="2147483782" r:id="rId77"/>
    <p:sldLayoutId id="2147483783" r:id="rId78"/>
    <p:sldLayoutId id="2147483784" r:id="rId79"/>
    <p:sldLayoutId id="2147483785" r:id="rId80"/>
    <p:sldLayoutId id="2147483786" r:id="rId81"/>
    <p:sldLayoutId id="2147483787" r:id="rId82"/>
    <p:sldLayoutId id="2147483788" r:id="rId83"/>
    <p:sldLayoutId id="2147483789" r:id="rId84"/>
    <p:sldLayoutId id="2147483790" r:id="rId85"/>
    <p:sldLayoutId id="2147483791" r:id="rId86"/>
    <p:sldLayoutId id="2147483792" r:id="rId87"/>
    <p:sldLayoutId id="2147483793" r:id="rId88"/>
    <p:sldLayoutId id="2147483794" r:id="rId89"/>
    <p:sldLayoutId id="2147483795" r:id="rId90"/>
    <p:sldLayoutId id="2147483796" r:id="rId91"/>
    <p:sldLayoutId id="2147483797" r:id="rId92"/>
    <p:sldLayoutId id="2147483798" r:id="rId93"/>
    <p:sldLayoutId id="2147483799" r:id="rId94"/>
    <p:sldLayoutId id="2147483800" r:id="rId95"/>
    <p:sldLayoutId id="2147483801" r:id="rId96"/>
    <p:sldLayoutId id="2147483802" r:id="rId97"/>
    <p:sldLayoutId id="2147483803" r:id="rId98"/>
    <p:sldLayoutId id="2147483804" r:id="rId99"/>
    <p:sldLayoutId id="2147483805" r:id="rId100"/>
    <p:sldLayoutId id="2147483806" r:id="rId101"/>
    <p:sldLayoutId id="2147483807" r:id="rId102"/>
    <p:sldLayoutId id="2147483808" r:id="rId103"/>
    <p:sldLayoutId id="2147483809" r:id="rId104"/>
    <p:sldLayoutId id="2147483810" r:id="rId105"/>
    <p:sldLayoutId id="2147483811" r:id="rId106"/>
    <p:sldLayoutId id="2147483812" r:id="rId107"/>
    <p:sldLayoutId id="2147483813" r:id="rId108"/>
    <p:sldLayoutId id="2147483814" r:id="rId109"/>
    <p:sldLayoutId id="2147483815" r:id="rId110"/>
    <p:sldLayoutId id="2147483816" r:id="rId111"/>
    <p:sldLayoutId id="2147483817" r:id="rId112"/>
    <p:sldLayoutId id="2147483818" r:id="rId113"/>
    <p:sldLayoutId id="2147483819" r:id="rId114"/>
    <p:sldLayoutId id="2147483820" r:id="rId115"/>
    <p:sldLayoutId id="2147483821" r:id="rId116"/>
    <p:sldLayoutId id="2147483822" r:id="rId117"/>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xmlns="" id="{8DC79CD5-1EA1-EEAF-4FD1-E9B0B275A370}"/>
              </a:ext>
            </a:extLst>
          </p:cNvPr>
          <p:cNvGraphicFramePr>
            <a:graphicFrameLocks noChangeAspect="1"/>
          </p:cNvGraphicFramePr>
          <p:nvPr userDrawn="1">
            <p:custDataLst>
              <p:tags r:id="rId123"/>
            </p:custDataLst>
            <p:extLst>
              <p:ext uri="{D42A27DB-BD31-4B8C-83A1-F6EECF244321}">
                <p14:modId xmlns:p14="http://schemas.microsoft.com/office/powerpoint/2010/main" val="623413113"/>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28015" name="think-cell Slide" r:id="rId124" imgW="7772400" imgH="10058400" progId="TCLayout.ActiveDocument.1">
                  <p:embed/>
                </p:oleObj>
              </mc:Choice>
              <mc:Fallback>
                <p:oleObj name="think-cell Slide" r:id="rId124" imgW="7772400" imgH="10058400" progId="TCLayout.ActiveDocument.1">
                  <p:embed/>
                  <p:pic>
                    <p:nvPicPr>
                      <p:cNvPr id="0" name=""/>
                      <p:cNvPicPr/>
                      <p:nvPr/>
                    </p:nvPicPr>
                    <p:blipFill>
                      <a:blip r:embed="rId125"/>
                      <a:stretch>
                        <a:fillRect/>
                      </a:stretch>
                    </p:blipFill>
                    <p:spPr>
                      <a:xfrm>
                        <a:off x="1588" y="1588"/>
                        <a:ext cx="1227" cy="1588"/>
                      </a:xfrm>
                      <a:prstGeom prst="rect">
                        <a:avLst/>
                      </a:prstGeom>
                    </p:spPr>
                  </p:pic>
                </p:oleObj>
              </mc:Fallback>
            </mc:AlternateContent>
          </a:graphicData>
        </a:graphic>
      </p:graphicFrame>
      <p:sp>
        <p:nvSpPr>
          <p:cNvPr id="6" name="Slide Number Placeholder 5"/>
          <p:cNvSpPr>
            <a:spLocks noGrp="1"/>
          </p:cNvSpPr>
          <p:nvPr>
            <p:ph type="sldNum" sz="quarter" idx="4"/>
          </p:nvPr>
        </p:nvSpPr>
        <p:spPr>
          <a:xfrm>
            <a:off x="10972800" y="6569369"/>
            <a:ext cx="658812" cy="161369"/>
          </a:xfrm>
          <a:prstGeom prst="rect">
            <a:avLst/>
          </a:prstGeom>
        </p:spPr>
        <p:txBody>
          <a:bodyPr vert="horz" lIns="0" tIns="0" rIns="0" bIns="0" rtlCol="0" anchor="t"/>
          <a:lstStyle>
            <a:lvl1pPr algn="r">
              <a:defRPr sz="1000">
                <a:noFill/>
              </a:defRPr>
            </a:lvl1pPr>
          </a:lstStyle>
          <a:p>
            <a:fld id="{48F63A3B-78C7-47BE-AE5E-E10140E04643}" type="slidenum">
              <a:rPr lang="en-US" smtClean="0"/>
              <a:pPr/>
              <a:t>‹#›</a:t>
            </a:fld>
            <a:endParaRPr lang="en-US"/>
          </a:p>
        </p:txBody>
      </p:sp>
      <p:sp>
        <p:nvSpPr>
          <p:cNvPr id="4" name="Page# static">
            <a:extLst>
              <a:ext uri="{FF2B5EF4-FFF2-40B4-BE49-F238E27FC236}">
                <a16:creationId xmlns:a16="http://schemas.microsoft.com/office/drawing/2014/main" xmlns="" id="{FD550928-01C5-D4F3-E973-6F240B67225A}"/>
              </a:ext>
            </a:extLst>
          </p:cNvPr>
          <p:cNvSpPr txBox="1"/>
          <p:nvPr userDrawn="1"/>
        </p:nvSpPr>
        <p:spPr>
          <a:xfrm>
            <a:off x="10973244" y="6569369"/>
            <a:ext cx="658368" cy="164592"/>
          </a:xfrm>
          <a:prstGeom prst="rect">
            <a:avLst/>
          </a:prstGeom>
          <a:noFill/>
        </p:spPr>
        <p:txBody>
          <a:bodyPr wrap="square" lIns="0" tIns="0" rIns="0" bIns="0" rtlCol="0">
            <a:spAutoFit/>
          </a:bodyPr>
          <a:lstStyle/>
          <a:p>
            <a:pPr algn="r"/>
            <a:fld id="{62A6DD37-EB78-B147-89E4-8AE27B51EE89}" type="slidenum">
              <a:rPr lang="en-US" sz="1000" smtClean="0">
                <a:solidFill>
                  <a:srgbClr val="000000"/>
                </a:solidFill>
              </a:rPr>
              <a:pPr algn="r"/>
              <a:t>‹#›</a:t>
            </a:fld>
            <a:endParaRPr lang="en-US" sz="1000">
              <a:solidFill>
                <a:srgbClr val="000000"/>
              </a:solidFill>
            </a:endParaRPr>
          </a:p>
        </p:txBody>
      </p:sp>
      <p:sp>
        <p:nvSpPr>
          <p:cNvPr id="2" name="Title Placeholder 1"/>
          <p:cNvSpPr>
            <a:spLocks noGrp="1"/>
          </p:cNvSpPr>
          <p:nvPr>
            <p:ph type="title"/>
          </p:nvPr>
        </p:nvSpPr>
        <p:spPr>
          <a:xfrm>
            <a:off x="565149" y="460375"/>
            <a:ext cx="11066463" cy="73152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565149" y="1617663"/>
            <a:ext cx="11066464" cy="37734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Box 6">
            <a:extLst>
              <a:ext uri="{FF2B5EF4-FFF2-40B4-BE49-F238E27FC236}">
                <a16:creationId xmlns:a16="http://schemas.microsoft.com/office/drawing/2014/main" xmlns="" id="{C3F896F8-33A6-2AF9-F20C-2B04802E31F1}"/>
              </a:ext>
            </a:extLst>
          </p:cNvPr>
          <p:cNvSpPr txBox="1"/>
          <p:nvPr userDrawn="1"/>
        </p:nvSpPr>
        <p:spPr>
          <a:xfrm>
            <a:off x="565149" y="6569369"/>
            <a:ext cx="431208" cy="153888"/>
          </a:xfrm>
          <a:prstGeom prst="rect">
            <a:avLst/>
          </a:prstGeom>
          <a:noFill/>
        </p:spPr>
        <p:txBody>
          <a:bodyPr wrap="none" lIns="0" tIns="0" rIns="0" bIns="0" rtlCol="0">
            <a:spAutoFit/>
          </a:bodyPr>
          <a:lstStyle/>
          <a:p>
            <a:r>
              <a:rPr lang="en-US" sz="1000" b="1">
                <a:solidFill>
                  <a:srgbClr val="000000"/>
                </a:solidFill>
              </a:rPr>
              <a:t>Tenarai</a:t>
            </a:r>
          </a:p>
        </p:txBody>
      </p:sp>
      <p:sp>
        <p:nvSpPr>
          <p:cNvPr id="11" name="TextBox 10">
            <a:extLst>
              <a:ext uri="{FF2B5EF4-FFF2-40B4-BE49-F238E27FC236}">
                <a16:creationId xmlns:a16="http://schemas.microsoft.com/office/drawing/2014/main" xmlns="" id="{BB6F12C9-9305-1B46-3B2C-1383963166EC}"/>
              </a:ext>
            </a:extLst>
          </p:cNvPr>
          <p:cNvSpPr txBox="1"/>
          <p:nvPr userDrawn="1"/>
        </p:nvSpPr>
        <p:spPr>
          <a:xfrm>
            <a:off x="4674536" y="6539516"/>
            <a:ext cx="2842929" cy="215444"/>
          </a:xfrm>
          <a:prstGeom prst="rect">
            <a:avLst/>
          </a:prstGeom>
          <a:noFill/>
        </p:spPr>
        <p:txBody>
          <a:bodyPr wrap="square">
            <a:spAutoFit/>
          </a:bodyPr>
          <a:lstStyle/>
          <a:p>
            <a:pPr algn="ctr"/>
            <a:r>
              <a:rPr lang="en-US" sz="800" dirty="0">
                <a:solidFill>
                  <a:srgbClr val="000000"/>
                </a:solidFill>
              </a:rPr>
              <a:t>Copyright 2026, Strictly Confidential, All rights reserved</a:t>
            </a:r>
          </a:p>
        </p:txBody>
      </p:sp>
    </p:spTree>
    <p:extLst>
      <p:ext uri="{BB962C8B-B14F-4D97-AF65-F5344CB8AC3E}">
        <p14:creationId xmlns:p14="http://schemas.microsoft.com/office/powerpoint/2010/main" val="3381888689"/>
      </p:ext>
    </p:extLst>
  </p:cSld>
  <p:clrMap bg1="lt1" tx1="dk1" bg2="lt2" tx2="dk2" accent1="accent1" accent2="accent2" accent3="accent3" accent4="accent4" accent5="accent5" accent6="accent6" hlink="hlink" folHlink="folHlink"/>
  <p:sldLayoutIdLst>
    <p:sldLayoutId id="2147483827" r:id="rId1"/>
    <p:sldLayoutId id="2147483828" r:id="rId2"/>
    <p:sldLayoutId id="2147483829" r:id="rId3"/>
    <p:sldLayoutId id="2147483830" r:id="rId4"/>
    <p:sldLayoutId id="2147483831" r:id="rId5"/>
    <p:sldLayoutId id="2147483832" r:id="rId6"/>
    <p:sldLayoutId id="2147483833" r:id="rId7"/>
    <p:sldLayoutId id="2147483834" r:id="rId8"/>
    <p:sldLayoutId id="2147483835" r:id="rId9"/>
    <p:sldLayoutId id="2147483836" r:id="rId10"/>
    <p:sldLayoutId id="2147483837" r:id="rId11"/>
    <p:sldLayoutId id="2147483838" r:id="rId12"/>
    <p:sldLayoutId id="2147483839" r:id="rId13"/>
    <p:sldLayoutId id="2147483840" r:id="rId14"/>
    <p:sldLayoutId id="2147483841" r:id="rId15"/>
    <p:sldLayoutId id="2147483842" r:id="rId16"/>
    <p:sldLayoutId id="2147483843" r:id="rId17"/>
    <p:sldLayoutId id="2147483844" r:id="rId18"/>
    <p:sldLayoutId id="2147483845" r:id="rId19"/>
    <p:sldLayoutId id="2147483846" r:id="rId20"/>
    <p:sldLayoutId id="2147483847" r:id="rId21"/>
    <p:sldLayoutId id="2147483848" r:id="rId22"/>
    <p:sldLayoutId id="2147483849" r:id="rId23"/>
    <p:sldLayoutId id="2147483850" r:id="rId24"/>
    <p:sldLayoutId id="2147483851" r:id="rId25"/>
    <p:sldLayoutId id="2147483852" r:id="rId26"/>
    <p:sldLayoutId id="2147483853" r:id="rId27"/>
    <p:sldLayoutId id="2147483854" r:id="rId28"/>
    <p:sldLayoutId id="2147483855" r:id="rId29"/>
    <p:sldLayoutId id="2147483856" r:id="rId30"/>
    <p:sldLayoutId id="2147483857" r:id="rId31"/>
    <p:sldLayoutId id="2147483858" r:id="rId32"/>
    <p:sldLayoutId id="2147483859" r:id="rId33"/>
    <p:sldLayoutId id="2147483860" r:id="rId34"/>
    <p:sldLayoutId id="2147483861" r:id="rId35"/>
    <p:sldLayoutId id="2147483862" r:id="rId36"/>
    <p:sldLayoutId id="2147483863" r:id="rId37"/>
    <p:sldLayoutId id="2147483864" r:id="rId38"/>
    <p:sldLayoutId id="2147483865" r:id="rId39"/>
    <p:sldLayoutId id="2147483866" r:id="rId40"/>
    <p:sldLayoutId id="2147483867" r:id="rId41"/>
    <p:sldLayoutId id="2147483868" r:id="rId42"/>
    <p:sldLayoutId id="2147483869" r:id="rId43"/>
    <p:sldLayoutId id="2147483870" r:id="rId44"/>
    <p:sldLayoutId id="2147483871" r:id="rId45"/>
    <p:sldLayoutId id="2147483872" r:id="rId46"/>
    <p:sldLayoutId id="2147483873" r:id="rId47"/>
    <p:sldLayoutId id="2147483874" r:id="rId48"/>
    <p:sldLayoutId id="2147483875" r:id="rId49"/>
    <p:sldLayoutId id="2147483876" r:id="rId50"/>
    <p:sldLayoutId id="2147483877" r:id="rId51"/>
    <p:sldLayoutId id="2147483878" r:id="rId52"/>
    <p:sldLayoutId id="2147483879" r:id="rId53"/>
    <p:sldLayoutId id="2147483880" r:id="rId54"/>
    <p:sldLayoutId id="2147483881" r:id="rId55"/>
    <p:sldLayoutId id="2147483882" r:id="rId56"/>
    <p:sldLayoutId id="2147483883" r:id="rId57"/>
    <p:sldLayoutId id="2147483884" r:id="rId58"/>
    <p:sldLayoutId id="2147483885" r:id="rId59"/>
    <p:sldLayoutId id="2147483886" r:id="rId60"/>
    <p:sldLayoutId id="2147483887" r:id="rId61"/>
    <p:sldLayoutId id="2147483888" r:id="rId62"/>
    <p:sldLayoutId id="2147483889" r:id="rId63"/>
    <p:sldLayoutId id="2147483890" r:id="rId64"/>
    <p:sldLayoutId id="2147483891" r:id="rId65"/>
    <p:sldLayoutId id="2147483892" r:id="rId66"/>
    <p:sldLayoutId id="2147483893" r:id="rId67"/>
    <p:sldLayoutId id="2147483894" r:id="rId68"/>
    <p:sldLayoutId id="2147483895" r:id="rId69"/>
    <p:sldLayoutId id="2147483896" r:id="rId70"/>
    <p:sldLayoutId id="2147483897" r:id="rId71"/>
    <p:sldLayoutId id="2147483898" r:id="rId72"/>
    <p:sldLayoutId id="2147483899" r:id="rId73"/>
    <p:sldLayoutId id="2147483900" r:id="rId74"/>
    <p:sldLayoutId id="2147483901" r:id="rId75"/>
    <p:sldLayoutId id="2147483902" r:id="rId76"/>
    <p:sldLayoutId id="2147483903" r:id="rId77"/>
    <p:sldLayoutId id="2147483904" r:id="rId78"/>
    <p:sldLayoutId id="2147483905" r:id="rId79"/>
    <p:sldLayoutId id="2147483906" r:id="rId80"/>
    <p:sldLayoutId id="2147483907" r:id="rId81"/>
    <p:sldLayoutId id="2147483908" r:id="rId82"/>
    <p:sldLayoutId id="2147483909" r:id="rId83"/>
    <p:sldLayoutId id="2147483910" r:id="rId84"/>
    <p:sldLayoutId id="2147483911" r:id="rId85"/>
    <p:sldLayoutId id="2147483912" r:id="rId86"/>
    <p:sldLayoutId id="2147483913" r:id="rId87"/>
    <p:sldLayoutId id="2147483914" r:id="rId88"/>
    <p:sldLayoutId id="2147483915" r:id="rId89"/>
    <p:sldLayoutId id="2147483916" r:id="rId90"/>
    <p:sldLayoutId id="2147483917" r:id="rId91"/>
    <p:sldLayoutId id="2147483918" r:id="rId92"/>
    <p:sldLayoutId id="2147483919" r:id="rId93"/>
    <p:sldLayoutId id="2147483920" r:id="rId94"/>
    <p:sldLayoutId id="2147483921" r:id="rId95"/>
    <p:sldLayoutId id="2147483922" r:id="rId96"/>
    <p:sldLayoutId id="2147483923" r:id="rId97"/>
    <p:sldLayoutId id="2147483924" r:id="rId98"/>
    <p:sldLayoutId id="2147483925" r:id="rId99"/>
    <p:sldLayoutId id="2147483926" r:id="rId100"/>
    <p:sldLayoutId id="2147483927" r:id="rId101"/>
    <p:sldLayoutId id="2147483928" r:id="rId102"/>
    <p:sldLayoutId id="2147483929" r:id="rId103"/>
    <p:sldLayoutId id="2147483930" r:id="rId104"/>
    <p:sldLayoutId id="2147483931" r:id="rId105"/>
    <p:sldLayoutId id="2147483932" r:id="rId106"/>
    <p:sldLayoutId id="2147483933" r:id="rId107"/>
    <p:sldLayoutId id="2147483934" r:id="rId108"/>
    <p:sldLayoutId id="2147483935" r:id="rId109"/>
    <p:sldLayoutId id="2147483936" r:id="rId110"/>
    <p:sldLayoutId id="2147483937" r:id="rId111"/>
    <p:sldLayoutId id="2147483938" r:id="rId112"/>
    <p:sldLayoutId id="2147483939" r:id="rId113"/>
    <p:sldLayoutId id="2147483940" r:id="rId114"/>
    <p:sldLayoutId id="2147483941" r:id="rId115"/>
    <p:sldLayoutId id="2147483942" r:id="rId116"/>
    <p:sldLayoutId id="2147483943" r:id="rId117"/>
    <p:sldLayoutId id="2147483944" r:id="rId118"/>
    <p:sldLayoutId id="2147483945" r:id="rId119"/>
    <p:sldLayoutId id="2147483946" r:id="rId120"/>
  </p:sldLayoutIdLst>
  <p:hf hdr="0" dt="0"/>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200"/>
        </a:spcBef>
        <a:buFontTx/>
        <a:buNone/>
        <a:defRPr sz="1400" kern="1200">
          <a:solidFill>
            <a:schemeClr val="tx1"/>
          </a:solidFill>
          <a:latin typeface="+mn-lt"/>
          <a:ea typeface="+mn-ea"/>
          <a:cs typeface="+mn-cs"/>
        </a:defRPr>
      </a:lvl1pPr>
      <a:lvl2pPr marL="228600" indent="-228600" algn="l" defTabSz="914400" rtl="0" eaLnBrk="1" latinLnBrk="0" hangingPunct="1">
        <a:lnSpc>
          <a:spcPct val="110000"/>
        </a:lnSpc>
        <a:spcBef>
          <a:spcPts val="600"/>
        </a:spcBef>
        <a:buFont typeface="Arial" panose="020B0604020202020204" pitchFamily="34" charset="0"/>
        <a:buChar char="•"/>
        <a:tabLst/>
        <a:defRPr sz="1400" kern="1200">
          <a:solidFill>
            <a:schemeClr val="tx1"/>
          </a:solidFill>
          <a:latin typeface="+mn-lt"/>
          <a:ea typeface="+mn-ea"/>
          <a:cs typeface="+mn-cs"/>
        </a:defRPr>
      </a:lvl2pPr>
      <a:lvl3pPr marL="4572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3pPr>
      <a:lvl4pPr marL="6858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4pPr>
      <a:lvl5pPr marL="914400" indent="-228600" algn="l" defTabSz="914400" rtl="0" eaLnBrk="1" latinLnBrk="0" hangingPunct="1">
        <a:lnSpc>
          <a:spcPct val="110000"/>
        </a:lnSpc>
        <a:spcBef>
          <a:spcPts val="6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xmlns="">
        <p15:guide id="1" pos="3841">
          <p15:clr>
            <a:srgbClr val="5ACBF0"/>
          </p15:clr>
        </p15:guide>
        <p15:guide id="2" pos="3936">
          <p15:clr>
            <a:srgbClr val="F26B43"/>
          </p15:clr>
        </p15:guide>
        <p15:guide id="3" pos="3746">
          <p15:clr>
            <a:srgbClr val="F26B43"/>
          </p15:clr>
        </p15:guide>
        <p15:guide id="4" pos="3810">
          <p15:clr>
            <a:srgbClr val="FBAE40"/>
          </p15:clr>
        </p15:guide>
        <p15:guide id="5" pos="3873">
          <p15:clr>
            <a:srgbClr val="FBAE40"/>
          </p15:clr>
        </p15:guide>
        <p15:guide id="6" pos="3236">
          <p15:clr>
            <a:srgbClr val="5ACBF0"/>
          </p15:clr>
        </p15:guide>
        <p15:guide id="7" pos="3331">
          <p15:clr>
            <a:srgbClr val="F26B43"/>
          </p15:clr>
        </p15:guide>
        <p15:guide id="8" pos="3141">
          <p15:clr>
            <a:srgbClr val="F26B43"/>
          </p15:clr>
        </p15:guide>
        <p15:guide id="9" pos="3204">
          <p15:clr>
            <a:srgbClr val="FBAE40"/>
          </p15:clr>
        </p15:guide>
        <p15:guide id="10" pos="3267">
          <p15:clr>
            <a:srgbClr val="FBAE40"/>
          </p15:clr>
        </p15:guide>
        <p15:guide id="11" pos="2643">
          <p15:clr>
            <a:srgbClr val="5ACBF0"/>
          </p15:clr>
        </p15:guide>
        <p15:guide id="12" pos="2738">
          <p15:clr>
            <a:srgbClr val="F26B43"/>
          </p15:clr>
        </p15:guide>
        <p15:guide id="13" pos="2548">
          <p15:clr>
            <a:srgbClr val="F26B43"/>
          </p15:clr>
        </p15:guide>
        <p15:guide id="14" pos="2611">
          <p15:clr>
            <a:srgbClr val="FBAE40"/>
          </p15:clr>
        </p15:guide>
        <p15:guide id="15" pos="2674">
          <p15:clr>
            <a:srgbClr val="FBAE40"/>
          </p15:clr>
        </p15:guide>
        <p15:guide id="16" pos="2050">
          <p15:clr>
            <a:srgbClr val="5ACBF0"/>
          </p15:clr>
        </p15:guide>
        <p15:guide id="17" pos="2145">
          <p15:clr>
            <a:srgbClr val="F26B43"/>
          </p15:clr>
        </p15:guide>
        <p15:guide id="18" pos="1955">
          <p15:clr>
            <a:srgbClr val="F26B43"/>
          </p15:clr>
        </p15:guide>
        <p15:guide id="19" pos="2018">
          <p15:clr>
            <a:srgbClr val="FBAE40"/>
          </p15:clr>
        </p15:guide>
        <p15:guide id="20" pos="2081">
          <p15:clr>
            <a:srgbClr val="FBAE40"/>
          </p15:clr>
        </p15:guide>
        <p15:guide id="21" pos="1436">
          <p15:clr>
            <a:srgbClr val="5ACBF0"/>
          </p15:clr>
        </p15:guide>
        <p15:guide id="22" pos="1531">
          <p15:clr>
            <a:srgbClr val="F26B43"/>
          </p15:clr>
        </p15:guide>
        <p15:guide id="23" pos="1341">
          <p15:clr>
            <a:srgbClr val="F26B43"/>
          </p15:clr>
        </p15:guide>
        <p15:guide id="24" pos="1404">
          <p15:clr>
            <a:srgbClr val="FBAE40"/>
          </p15:clr>
        </p15:guide>
        <p15:guide id="25" pos="1467">
          <p15:clr>
            <a:srgbClr val="FBAE40"/>
          </p15:clr>
        </p15:guide>
        <p15:guide id="26" pos="860">
          <p15:clr>
            <a:srgbClr val="5ACBF0"/>
          </p15:clr>
        </p15:guide>
        <p15:guide id="27" pos="955">
          <p15:clr>
            <a:srgbClr val="F26B43"/>
          </p15:clr>
        </p15:guide>
        <p15:guide id="28" pos="765">
          <p15:clr>
            <a:srgbClr val="F26B43"/>
          </p15:clr>
        </p15:guide>
        <p15:guide id="29" pos="828">
          <p15:clr>
            <a:srgbClr val="FBAE40"/>
          </p15:clr>
        </p15:guide>
        <p15:guide id="30" pos="891">
          <p15:clr>
            <a:srgbClr val="FBAE40"/>
          </p15:clr>
        </p15:guide>
        <p15:guide id="31" pos="4433">
          <p15:clr>
            <a:srgbClr val="5ACBF0"/>
          </p15:clr>
        </p15:guide>
        <p15:guide id="32" pos="4528">
          <p15:clr>
            <a:srgbClr val="F26B43"/>
          </p15:clr>
        </p15:guide>
        <p15:guide id="33" pos="4338">
          <p15:clr>
            <a:srgbClr val="F26B43"/>
          </p15:clr>
        </p15:guide>
        <p15:guide id="34" pos="4401">
          <p15:clr>
            <a:srgbClr val="FBAE40"/>
          </p15:clr>
        </p15:guide>
        <p15:guide id="35" pos="4465">
          <p15:clr>
            <a:srgbClr val="FBAE40"/>
          </p15:clr>
        </p15:guide>
        <p15:guide id="36" pos="5026">
          <p15:clr>
            <a:srgbClr val="5ACBF0"/>
          </p15:clr>
        </p15:guide>
        <p15:guide id="37" pos="5121">
          <p15:clr>
            <a:srgbClr val="F26B43"/>
          </p15:clr>
        </p15:guide>
        <p15:guide id="38" pos="4931">
          <p15:clr>
            <a:srgbClr val="F26B43"/>
          </p15:clr>
        </p15:guide>
        <p15:guide id="39" pos="4994">
          <p15:clr>
            <a:srgbClr val="FBAE40"/>
          </p15:clr>
        </p15:guide>
        <p15:guide id="40" pos="5057">
          <p15:clr>
            <a:srgbClr val="FBAE40"/>
          </p15:clr>
        </p15:guide>
        <p15:guide id="41" pos="5631">
          <p15:clr>
            <a:srgbClr val="5ACBF0"/>
          </p15:clr>
        </p15:guide>
        <p15:guide id="42" pos="5726">
          <p15:clr>
            <a:srgbClr val="F26B43"/>
          </p15:clr>
        </p15:guide>
        <p15:guide id="43" pos="5536">
          <p15:clr>
            <a:srgbClr val="F26B43"/>
          </p15:clr>
        </p15:guide>
        <p15:guide id="44" pos="5600">
          <p15:clr>
            <a:srgbClr val="FBAE40"/>
          </p15:clr>
        </p15:guide>
        <p15:guide id="45" pos="5663">
          <p15:clr>
            <a:srgbClr val="FBAE40"/>
          </p15:clr>
        </p15:guide>
        <p15:guide id="46" pos="6220">
          <p15:clr>
            <a:srgbClr val="5ACBF0"/>
          </p15:clr>
        </p15:guide>
        <p15:guide id="47" pos="6315">
          <p15:clr>
            <a:srgbClr val="F26B43"/>
          </p15:clr>
        </p15:guide>
        <p15:guide id="48" pos="6125">
          <p15:clr>
            <a:srgbClr val="F26B43"/>
          </p15:clr>
        </p15:guide>
        <p15:guide id="49" pos="6188">
          <p15:clr>
            <a:srgbClr val="FBAE40"/>
          </p15:clr>
        </p15:guide>
        <p15:guide id="50" pos="6252">
          <p15:clr>
            <a:srgbClr val="FBAE40"/>
          </p15:clr>
        </p15:guide>
        <p15:guide id="51" pos="6817">
          <p15:clr>
            <a:srgbClr val="5ACBF0"/>
          </p15:clr>
        </p15:guide>
        <p15:guide id="52" pos="6912">
          <p15:clr>
            <a:srgbClr val="F26B43"/>
          </p15:clr>
        </p15:guide>
        <p15:guide id="53" pos="6722">
          <p15:clr>
            <a:srgbClr val="F26B43"/>
          </p15:clr>
        </p15:guide>
        <p15:guide id="54" pos="6786">
          <p15:clr>
            <a:srgbClr val="FBAE40"/>
          </p15:clr>
        </p15:guide>
        <p15:guide id="55" pos="6849">
          <p15:clr>
            <a:srgbClr val="FBAE40"/>
          </p15:clr>
        </p15:guide>
        <p15:guide id="56" orient="horz" pos="1019">
          <p15:clr>
            <a:srgbClr val="5ACBF0"/>
          </p15:clr>
        </p15:guide>
        <p15:guide id="57" orient="horz" pos="924">
          <p15:clr>
            <a:srgbClr val="F26B43"/>
          </p15:clr>
        </p15:guide>
        <p15:guide id="58" orient="horz" pos="1114">
          <p15:clr>
            <a:srgbClr val="F26B43"/>
          </p15:clr>
        </p15:guide>
        <p15:guide id="59" orient="horz" pos="1051">
          <p15:clr>
            <a:srgbClr val="FBAE40"/>
          </p15:clr>
        </p15:guide>
        <p15:guide id="60" orient="horz" pos="987">
          <p15:clr>
            <a:srgbClr val="FBAE40"/>
          </p15:clr>
        </p15:guide>
        <p15:guide id="61" orient="horz" pos="1779">
          <p15:clr>
            <a:srgbClr val="5ACBF0"/>
          </p15:clr>
        </p15:guide>
        <p15:guide id="62" orient="horz" pos="1684">
          <p15:clr>
            <a:srgbClr val="F26B43"/>
          </p15:clr>
        </p15:guide>
        <p15:guide id="63" orient="horz" pos="1874">
          <p15:clr>
            <a:srgbClr val="F26B43"/>
          </p15:clr>
        </p15:guide>
        <p15:guide id="64" orient="horz" pos="1811">
          <p15:clr>
            <a:srgbClr val="FBAE40"/>
          </p15:clr>
        </p15:guide>
        <p15:guide id="65" orient="horz" pos="1748">
          <p15:clr>
            <a:srgbClr val="FBAE40"/>
          </p15:clr>
        </p15:guide>
        <p15:guide id="66" orient="horz" pos="2540">
          <p15:clr>
            <a:srgbClr val="5ACBF0"/>
          </p15:clr>
        </p15:guide>
        <p15:guide id="67" orient="horz" pos="2445">
          <p15:clr>
            <a:srgbClr val="F26B43"/>
          </p15:clr>
        </p15:guide>
        <p15:guide id="68" orient="horz" pos="2640">
          <p15:clr>
            <a:srgbClr val="F26B43"/>
          </p15:clr>
        </p15:guide>
        <p15:guide id="69" orient="horz" pos="2572">
          <p15:clr>
            <a:srgbClr val="FBAE40"/>
          </p15:clr>
        </p15:guide>
        <p15:guide id="70" orient="horz" pos="2508">
          <p15:clr>
            <a:srgbClr val="FBAE40"/>
          </p15:clr>
        </p15:guide>
        <p15:guide id="71" orient="horz" pos="3301">
          <p15:clr>
            <a:srgbClr val="5ACBF0"/>
          </p15:clr>
        </p15:guide>
        <p15:guide id="72" orient="horz" pos="3206">
          <p15:clr>
            <a:srgbClr val="F26B43"/>
          </p15:clr>
        </p15:guide>
        <p15:guide id="73" orient="horz" pos="3396">
          <p15:clr>
            <a:srgbClr val="F26B43"/>
          </p15:clr>
        </p15:guide>
        <p15:guide id="74" orient="horz" pos="3332">
          <p15:clr>
            <a:srgbClr val="FBAE40"/>
          </p15:clr>
        </p15:guide>
        <p15:guide id="75" orient="horz" pos="3269">
          <p15:clr>
            <a:srgbClr val="FBAE40"/>
          </p15:clr>
        </p15:guide>
        <p15:guide id="76" orient="horz" pos="3966">
          <p15:clr>
            <a:srgbClr val="F26B43"/>
          </p15:clr>
        </p15:guide>
        <p15:guide id="77" orient="horz" pos="4156">
          <p15:clr>
            <a:srgbClr val="F26B43"/>
          </p15:clr>
        </p15:guide>
        <p15:guide id="78" orient="horz" pos="290">
          <p15:clr>
            <a:srgbClr val="F26B43"/>
          </p15:clr>
        </p15:guide>
        <p15:guide id="79" pos="261">
          <p15:clr>
            <a:srgbClr val="5ACBF0"/>
          </p15:clr>
        </p15:guide>
        <p15:guide id="80" pos="356">
          <p15:clr>
            <a:srgbClr val="F26B43"/>
          </p15:clr>
        </p15:guide>
        <p15:guide id="81" pos="292">
          <p15:clr>
            <a:srgbClr val="FBAE40"/>
          </p15:clr>
        </p15:guide>
        <p15:guide id="82" pos="7422">
          <p15:clr>
            <a:srgbClr val="5ACBF0"/>
          </p15:clr>
        </p15:guide>
        <p15:guide id="83" pos="7327">
          <p15:clr>
            <a:srgbClr val="F26B43"/>
          </p15:clr>
        </p15:guide>
        <p15:guide id="84" pos="7390">
          <p15:clr>
            <a:srgbClr val="FBAE40"/>
          </p15:clr>
        </p15:guide>
        <p15:guide id="85" orient="horz" pos="258">
          <p15:clr>
            <a:srgbClr val="5ACBF0"/>
          </p15:clr>
        </p15:guide>
        <p15:guide id="86" orient="horz" pos="228">
          <p15:clr>
            <a:srgbClr val="F26B43"/>
          </p15:clr>
        </p15:guide>
        <p15:guide id="87" orient="horz" pos="4028">
          <p15:clr>
            <a:srgbClr val="F26B43"/>
          </p15:clr>
        </p15:guide>
        <p15:guide id="88" orient="horz" pos="4092">
          <p15:clr>
            <a:srgbClr val="F26B43"/>
          </p15:clr>
        </p15:guide>
        <p15:guide id="89" orient="horz" pos="4062">
          <p15:clr>
            <a:srgbClr val="5ACBF0"/>
          </p15:clr>
        </p15:guide>
        <p15:guide id="90" orient="horz" pos="352">
          <p15:clr>
            <a:srgbClr val="F26B43"/>
          </p15:clr>
        </p15:guide>
        <p15:guide id="91" orient="horz" pos="1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33.xml"/><Relationship Id="rId2" Type="http://schemas.openxmlformats.org/officeDocument/2006/relationships/tags" Target="../tags/tag232.xml"/><Relationship Id="rId1" Type="http://schemas.openxmlformats.org/officeDocument/2006/relationships/vmlDrawing" Target="../drawings/vmlDrawing223.vml"/><Relationship Id="rId6" Type="http://schemas.openxmlformats.org/officeDocument/2006/relationships/image" Target="../media/image35.png"/><Relationship Id="rId5" Type="http://schemas.openxmlformats.org/officeDocument/2006/relationships/image" Target="../media/image34.emf"/><Relationship Id="rId4" Type="http://schemas.openxmlformats.org/officeDocument/2006/relationships/oleObject" Target="../embeddings/oleObject231.bin"/></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4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6.xml"/></Relationships>
</file>

<file path=ppt/slides/_rels/slide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6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49.xml"/></Relationships>
</file>

<file path=ppt/slides/_rels/slide1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49.xml"/></Relationships>
</file>

<file path=ppt/slides/_rels/slide1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49.xml"/></Relationships>
</file>

<file path=ppt/slides/_rels/slide1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49.xml"/></Relationships>
</file>

<file path=ppt/slides/_rels/slide13.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149.xml"/></Relationships>
</file>

<file path=ppt/slides/_rels/slide1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4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1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49.xml"/></Relationships>
</file>

<file path=ppt/slides/_rels/slide2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49.xml"/></Relationships>
</file>

<file path=ppt/slides/_rels/slide2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4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2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49.xml"/></Relationships>
</file>

<file path=ppt/slides/_rels/slide2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9.xml"/></Relationships>
</file>

<file path=ppt/slides/_rels/slide2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4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2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49.xml"/></Relationships>
</file>

<file path=ppt/slides/_rels/slide2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4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149.xml"/></Relationships>
</file>

<file path=ppt/slides/_rels/slide3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14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4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49.xml"/></Relationships>
</file>

<file path=ppt/slides/_rels/slide49.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49.xml"/></Relationships>
</file>

<file path=ppt/slides/_rels/slide5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9.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2C62F63-F613-65E8-461B-E30F9BECE5C8}"/>
            </a:ext>
          </a:extLst>
        </p:cNvPr>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xmlns="" id="{B35D352A-A569-4B0A-685A-75E03F950259}"/>
              </a:ext>
            </a:extLst>
          </p:cNvPr>
          <p:cNvGraphicFramePr>
            <a:graphicFrameLocks noChangeAspect="1"/>
          </p:cNvGraphicFramePr>
          <p:nvPr>
            <p:custDataLst>
              <p:tags r:id="rId2"/>
            </p:custData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spid="_x0000_s119827" name="think-cell Slide" r:id="rId4" imgW="7772400" imgH="10058400" progId="TCLayout.ActiveDocument.1">
                  <p:embed/>
                </p:oleObj>
              </mc:Choice>
              <mc:Fallback>
                <p:oleObj name="think-cell Slide" r:id="rId4" imgW="7772400" imgH="10058400" progId="TCLayout.ActiveDocument.1">
                  <p:embed/>
                  <p:pic>
                    <p:nvPicPr>
                      <p:cNvPr id="4" name="think-cell data - do not delete" hidden="1">
                        <a:extLst>
                          <a:ext uri="{FF2B5EF4-FFF2-40B4-BE49-F238E27FC236}">
                            <a16:creationId xmlns:a16="http://schemas.microsoft.com/office/drawing/2014/main" xmlns="" id="{B35D352A-A569-4B0A-685A-75E03F950259}"/>
                          </a:ext>
                        </a:extLst>
                      </p:cNvPr>
                      <p:cNvPicPr/>
                      <p:nvPr/>
                    </p:nvPicPr>
                    <p:blipFill>
                      <a:blip r:embed="rId5"/>
                      <a:stretch>
                        <a:fillRect/>
                      </a:stretch>
                    </p:blipFill>
                    <p:spPr>
                      <a:xfrm>
                        <a:off x="1588" y="1588"/>
                        <a:ext cx="1227" cy="1588"/>
                      </a:xfrm>
                      <a:prstGeom prst="rect">
                        <a:avLst/>
                      </a:prstGeom>
                    </p:spPr>
                  </p:pic>
                </p:oleObj>
              </mc:Fallback>
            </mc:AlternateContent>
          </a:graphicData>
        </a:graphic>
      </p:graphicFrame>
      <p:pic>
        <p:nvPicPr>
          <p:cNvPr id="3" name="Picture Placeholder 2">
            <a:extLst>
              <a:ext uri="{FF2B5EF4-FFF2-40B4-BE49-F238E27FC236}">
                <a16:creationId xmlns:a16="http://schemas.microsoft.com/office/drawing/2014/main" xmlns="" id="{7B23BA59-04E1-BCC3-F4FA-8A0B8E47883E}"/>
              </a:ext>
            </a:extLst>
          </p:cNvPr>
          <p:cNvPicPr>
            <a:picLocks noGrp="1" noChangeAspect="1"/>
          </p:cNvPicPr>
          <p:nvPr>
            <p:ph type="pic" sz="quarter" idx="10"/>
          </p:nvPr>
        </p:nvPicPr>
        <p:blipFill>
          <a:blip r:embed="rId6" cstate="print">
            <a:extLst>
              <a:ext uri="{28A0092B-C50C-407E-A947-70E740481C1C}">
                <a14:useLocalDpi xmlns:a14="http://schemas.microsoft.com/office/drawing/2010/main"/>
              </a:ext>
            </a:extLst>
          </a:blip>
          <a:srcRect/>
          <a:stretch/>
        </p:blipFill>
        <p:spPr>
          <a:custGeom>
            <a:avLst/>
            <a:gdLst>
              <a:gd name="csX0" fmla="*/ 0 w 6856134"/>
              <a:gd name="csY0" fmla="*/ 0 h 6856134"/>
              <a:gd name="csX1" fmla="*/ 6856134 w 6856134"/>
              <a:gd name="csY1" fmla="*/ 0 h 6856134"/>
              <a:gd name="csX2" fmla="*/ 6856134 w 6856134"/>
              <a:gd name="csY2" fmla="*/ 6856134 h 6856134"/>
              <a:gd name="csX3" fmla="*/ 3428073 w 6856134"/>
              <a:gd name="csY3" fmla="*/ 6856134 h 6856134"/>
              <a:gd name="csX4" fmla="*/ 3428073 w 6856134"/>
              <a:gd name="csY4" fmla="*/ 3428060 h 6856134"/>
              <a:gd name="csX5" fmla="*/ 0 w 6856134"/>
              <a:gd name="csY5" fmla="*/ 3428060 h 6856134"/>
            </a:gdLst>
            <a:ahLst/>
            <a:cxnLst>
              <a:cxn ang="0">
                <a:pos x="csX0" y="csY0"/>
              </a:cxn>
              <a:cxn ang="0">
                <a:pos x="csX1" y="csY1"/>
              </a:cxn>
              <a:cxn ang="0">
                <a:pos x="csX2" y="csY2"/>
              </a:cxn>
              <a:cxn ang="0">
                <a:pos x="csX3" y="csY3"/>
              </a:cxn>
              <a:cxn ang="0">
                <a:pos x="csX4" y="csY4"/>
              </a:cxn>
              <a:cxn ang="0">
                <a:pos x="csX5" y="csY5"/>
              </a:cxn>
            </a:cxnLst>
            <a:rect l="l" t="t" r="r" b="b"/>
            <a:pathLst>
              <a:path w="6856134" h="6856134">
                <a:moveTo>
                  <a:pt x="0" y="0"/>
                </a:moveTo>
                <a:lnTo>
                  <a:pt x="6856134" y="0"/>
                </a:lnTo>
                <a:lnTo>
                  <a:pt x="6856134" y="6856134"/>
                </a:lnTo>
                <a:lnTo>
                  <a:pt x="3428073" y="6856134"/>
                </a:lnTo>
                <a:lnTo>
                  <a:pt x="3428073" y="3428060"/>
                </a:lnTo>
                <a:lnTo>
                  <a:pt x="0" y="3428060"/>
                </a:lnTo>
                <a:close/>
              </a:path>
            </a:pathLst>
          </a:custGeom>
          <a:solidFill>
            <a:srgbClr val="FFFFFF">
              <a:lumMod val="95000"/>
            </a:srgbClr>
          </a:solidFill>
        </p:spPr>
      </p:pic>
      <p:sp>
        <p:nvSpPr>
          <p:cNvPr id="7" name="Title 6">
            <a:extLst>
              <a:ext uri="{FF2B5EF4-FFF2-40B4-BE49-F238E27FC236}">
                <a16:creationId xmlns:a16="http://schemas.microsoft.com/office/drawing/2014/main" xmlns="" id="{8BCCF240-086B-DEFA-BC9A-4868CDC7DEA8}"/>
              </a:ext>
            </a:extLst>
          </p:cNvPr>
          <p:cNvSpPr>
            <a:spLocks noGrp="1"/>
          </p:cNvSpPr>
          <p:nvPr>
            <p:ph type="ctrTitle"/>
          </p:nvPr>
        </p:nvSpPr>
        <p:spPr/>
        <p:txBody>
          <a:bodyPr vert="horz"/>
          <a:lstStyle/>
          <a:p>
            <a:r>
              <a:rPr lang="en-US" dirty="0" smtClean="0"/>
              <a:t>AI/ML</a:t>
            </a:r>
            <a:br>
              <a:rPr lang="en-US" dirty="0" smtClean="0"/>
            </a:br>
            <a:r>
              <a:rPr lang="en-US" dirty="0" smtClean="0"/>
              <a:t>Part-03</a:t>
            </a:r>
            <a:endParaRPr lang="en-US" dirty="0"/>
          </a:p>
        </p:txBody>
      </p:sp>
      <p:sp>
        <p:nvSpPr>
          <p:cNvPr id="11" name="Subtitle 10">
            <a:extLst>
              <a:ext uri="{FF2B5EF4-FFF2-40B4-BE49-F238E27FC236}">
                <a16:creationId xmlns:a16="http://schemas.microsoft.com/office/drawing/2014/main" xmlns="" id="{04DAD340-52B1-7144-3B72-D95266398734}"/>
              </a:ext>
            </a:extLst>
          </p:cNvPr>
          <p:cNvSpPr>
            <a:spLocks noGrp="1"/>
          </p:cNvSpPr>
          <p:nvPr>
            <p:ph type="subTitle" idx="1"/>
          </p:nvPr>
        </p:nvSpPr>
        <p:spPr/>
        <p:txBody>
          <a:bodyPr/>
          <a:lstStyle/>
          <a:p>
            <a:r>
              <a:rPr lang="en-US"/>
              <a:t>Date</a:t>
            </a:r>
          </a:p>
          <a:p>
            <a:endParaRPr lang="en-US"/>
          </a:p>
          <a:p>
            <a:r>
              <a:rPr lang="en-US"/>
              <a:t>Name</a:t>
            </a:r>
          </a:p>
          <a:p>
            <a:r>
              <a:rPr lang="en-US"/>
              <a:t>Title</a:t>
            </a:r>
          </a:p>
        </p:txBody>
      </p:sp>
    </p:spTree>
    <p:extLst>
      <p:ext uri="{BB962C8B-B14F-4D97-AF65-F5344CB8AC3E}">
        <p14:creationId xmlns:p14="http://schemas.microsoft.com/office/powerpoint/2010/main" val="350177993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US" dirty="0"/>
              <a:t>Objectives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3363998"/>
          </a:xfrm>
        </p:spPr>
        <p:txBody>
          <a:bodyPr/>
          <a:lstStyle/>
          <a:p>
            <a:pPr>
              <a:buClr>
                <a:srgbClr val="00B0F0"/>
              </a:buClr>
              <a:buFont typeface="Courier New" panose="02070309020205020404" pitchFamily="49" charset="0"/>
              <a:buChar char="o"/>
            </a:pPr>
            <a:r>
              <a:rPr lang="en-IN" dirty="0" smtClean="0"/>
              <a:t>Understand </a:t>
            </a:r>
            <a:r>
              <a:rPr lang="en-IN" dirty="0"/>
              <a:t>the concepts of Multiple Linear Regression</a:t>
            </a:r>
            <a:r>
              <a:rPr lang="en-IN" dirty="0" smtClean="0"/>
              <a:t>.</a:t>
            </a:r>
          </a:p>
          <a:p>
            <a:pPr>
              <a:buClr>
                <a:srgbClr val="00B0F0"/>
              </a:buClr>
              <a:buFont typeface="Courier New" panose="02070309020205020404" pitchFamily="49" charset="0"/>
              <a:buChar char="o"/>
            </a:pPr>
            <a:r>
              <a:rPr lang="en-IN" dirty="0" smtClean="0"/>
              <a:t>Prepare </a:t>
            </a:r>
            <a:r>
              <a:rPr lang="en-IN" dirty="0"/>
              <a:t>and </a:t>
            </a:r>
            <a:r>
              <a:rPr lang="en-IN" dirty="0" err="1"/>
              <a:t>preprocess</a:t>
            </a:r>
            <a:r>
              <a:rPr lang="en-IN" dirty="0"/>
              <a:t> data for regression analysis</a:t>
            </a:r>
            <a:r>
              <a:rPr lang="en-IN" dirty="0" smtClean="0"/>
              <a:t>.</a:t>
            </a:r>
          </a:p>
          <a:p>
            <a:pPr>
              <a:buClr>
                <a:srgbClr val="00B0F0"/>
              </a:buClr>
              <a:buFont typeface="Courier New" panose="02070309020205020404" pitchFamily="49" charset="0"/>
              <a:buChar char="o"/>
            </a:pPr>
            <a:r>
              <a:rPr lang="en-IN" dirty="0" smtClean="0"/>
              <a:t>Encode </a:t>
            </a:r>
            <a:r>
              <a:rPr lang="en-IN" dirty="0"/>
              <a:t>categorical variables using dummy variables</a:t>
            </a:r>
            <a:r>
              <a:rPr lang="en-IN" dirty="0" smtClean="0"/>
              <a:t>.</a:t>
            </a:r>
          </a:p>
          <a:p>
            <a:pPr>
              <a:buClr>
                <a:srgbClr val="00B0F0"/>
              </a:buClr>
              <a:buFont typeface="Courier New" panose="02070309020205020404" pitchFamily="49" charset="0"/>
              <a:buChar char="o"/>
            </a:pPr>
            <a:r>
              <a:rPr lang="en-IN" dirty="0" smtClean="0"/>
              <a:t>Avoid </a:t>
            </a:r>
            <a:r>
              <a:rPr lang="en-IN" dirty="0"/>
              <a:t>the Dummy Variable Trap and understand </a:t>
            </a:r>
            <a:r>
              <a:rPr lang="en-IN" dirty="0" err="1"/>
              <a:t>multicollinearity</a:t>
            </a:r>
            <a:r>
              <a:rPr lang="en-IN" dirty="0" smtClean="0"/>
              <a:t>.</a:t>
            </a:r>
          </a:p>
          <a:p>
            <a:pPr>
              <a:buClr>
                <a:srgbClr val="00B0F0"/>
              </a:buClr>
              <a:buFont typeface="Courier New" panose="02070309020205020404" pitchFamily="49" charset="0"/>
              <a:buChar char="o"/>
            </a:pPr>
            <a:r>
              <a:rPr lang="en-IN" dirty="0" smtClean="0"/>
              <a:t>Build </a:t>
            </a:r>
            <a:r>
              <a:rPr lang="en-IN" dirty="0"/>
              <a:t>and train Multiple Linear Regression models using Python and </a:t>
            </a:r>
            <a:r>
              <a:rPr lang="en-IN" dirty="0" err="1"/>
              <a:t>Scikit</a:t>
            </a:r>
            <a:r>
              <a:rPr lang="en-IN" dirty="0"/>
              <a:t>-learn</a:t>
            </a:r>
            <a:r>
              <a:rPr lang="en-IN" dirty="0" smtClean="0"/>
              <a:t>.</a:t>
            </a:r>
          </a:p>
          <a:p>
            <a:pPr>
              <a:buClr>
                <a:srgbClr val="00B0F0"/>
              </a:buClr>
              <a:buFont typeface="Courier New" panose="02070309020205020404" pitchFamily="49" charset="0"/>
              <a:buChar char="o"/>
            </a:pPr>
            <a:r>
              <a:rPr lang="en-IN" dirty="0" smtClean="0"/>
              <a:t>Make </a:t>
            </a:r>
            <a:r>
              <a:rPr lang="en-IN" dirty="0"/>
              <a:t>predictions and interpret regression coefficients.</a:t>
            </a:r>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18028496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US" dirty="0"/>
              <a:t>Introduction to Multiple Linear Regression</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1629164"/>
          </a:xfrm>
        </p:spPr>
        <p:txBody>
          <a:bodyPr/>
          <a:lstStyle/>
          <a:p>
            <a:pPr>
              <a:buClr>
                <a:srgbClr val="00B0F0"/>
              </a:buClr>
              <a:buFont typeface="Courier New" panose="02070309020205020404" pitchFamily="49" charset="0"/>
              <a:buChar char="o"/>
            </a:pPr>
            <a:r>
              <a:rPr lang="en-IN" dirty="0" smtClean="0"/>
              <a:t>While </a:t>
            </a:r>
            <a:r>
              <a:rPr lang="en-IN" dirty="0"/>
              <a:t>Simple Linear Regression predicts an outcome using </a:t>
            </a:r>
            <a:r>
              <a:rPr lang="en-IN" b="1" dirty="0"/>
              <a:t>one independent variable</a:t>
            </a:r>
            <a:r>
              <a:rPr lang="en-IN" dirty="0"/>
              <a:t>, Multiple Linear Regression allows us to use </a:t>
            </a:r>
            <a:r>
              <a:rPr lang="en-IN" b="1" dirty="0"/>
              <a:t>multiple independent variables</a:t>
            </a:r>
            <a:r>
              <a:rPr lang="en-IN" dirty="0"/>
              <a:t> to make </a:t>
            </a:r>
            <a:r>
              <a:rPr lang="en-IN" dirty="0" smtClean="0"/>
              <a:t>predictions</a:t>
            </a:r>
          </a:p>
          <a:p>
            <a:pPr>
              <a:buClr>
                <a:srgbClr val="00B0F0"/>
              </a:buClr>
              <a:buFont typeface="Courier New" panose="02070309020205020404" pitchFamily="49" charset="0"/>
              <a:buChar char="o"/>
            </a:pPr>
            <a:r>
              <a:rPr lang="en-IN" b="1" dirty="0"/>
              <a:t>The Multiple Linear Regression Equation</a:t>
            </a:r>
          </a:p>
          <a:p>
            <a:pPr>
              <a:buClr>
                <a:srgbClr val="00B0F0"/>
              </a:buClr>
              <a:buFont typeface="Courier New" panose="02070309020205020404" pitchFamily="49" charset="0"/>
              <a:buChar char="o"/>
            </a:pPr>
            <a:endParaRPr lang="en-US" dirty="0"/>
          </a:p>
        </p:txBody>
      </p:sp>
      <p:pic>
        <p:nvPicPr>
          <p:cNvPr id="5" name="Picture 4"/>
          <p:cNvPicPr/>
          <p:nvPr/>
        </p:nvPicPr>
        <p:blipFill>
          <a:blip r:embed="rId2"/>
          <a:stretch>
            <a:fillRect/>
          </a:stretch>
        </p:blipFill>
        <p:spPr>
          <a:xfrm>
            <a:off x="2829697" y="2574289"/>
            <a:ext cx="6132058" cy="2306629"/>
          </a:xfrm>
          <a:prstGeom prst="rect">
            <a:avLst/>
          </a:prstGeom>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CA" dirty="0"/>
              <a:t>Understanding the Coefficients</a:t>
            </a: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885918"/>
          </a:xfrm>
        </p:spPr>
        <p:txBody>
          <a:bodyPr/>
          <a:lstStyle/>
          <a:p>
            <a:pPr>
              <a:buClr>
                <a:srgbClr val="00B0F0"/>
              </a:buClr>
              <a:buFont typeface="Courier New" panose="02070309020205020404" pitchFamily="49" charset="0"/>
              <a:buChar char="o"/>
            </a:pPr>
            <a:r>
              <a:rPr lang="en-US" dirty="0" smtClean="0"/>
              <a:t>In </a:t>
            </a:r>
            <a:r>
              <a:rPr lang="en-US" dirty="0"/>
              <a:t>Multiple Linear Regression, each independent variable has its own coefficient.</a:t>
            </a:r>
          </a:p>
          <a:p>
            <a:pPr>
              <a:buClr>
                <a:srgbClr val="00B0F0"/>
              </a:buClr>
              <a:buFont typeface="Courier New" panose="02070309020205020404" pitchFamily="49" charset="0"/>
              <a:buChar char="o"/>
            </a:pPr>
            <a:r>
              <a:rPr lang="en-US" dirty="0"/>
              <a:t>The coefficient represents how much the dependent variable changes when that particular feature increases by one unit, while keeping all other variables constant.</a:t>
            </a:r>
          </a:p>
          <a:p>
            <a:pPr>
              <a:buClr>
                <a:srgbClr val="00B0F0"/>
              </a:buClr>
              <a:buFont typeface="Courier New" panose="02070309020205020404" pitchFamily="49" charset="0"/>
              <a:buChar char="o"/>
            </a:pPr>
            <a:r>
              <a:rPr lang="en-US" dirty="0"/>
              <a:t>For </a:t>
            </a:r>
            <a:r>
              <a:rPr lang="en-US" dirty="0" smtClean="0"/>
              <a:t>example:</a:t>
            </a:r>
          </a:p>
          <a:p>
            <a:pPr lvl="1">
              <a:buClr>
                <a:srgbClr val="00B0F0"/>
              </a:buClr>
              <a:buFont typeface="Courier New" panose="02070309020205020404" pitchFamily="49" charset="0"/>
              <a:buChar char="o"/>
            </a:pPr>
            <a:r>
              <a:rPr lang="en-US" dirty="0" smtClean="0"/>
              <a:t>A </a:t>
            </a:r>
            <a:r>
              <a:rPr lang="en-US" dirty="0"/>
              <a:t>positive coefficient means the feature increases the predicted outcome. </a:t>
            </a:r>
          </a:p>
          <a:p>
            <a:pPr lvl="1">
              <a:buClr>
                <a:srgbClr val="00B0F0"/>
              </a:buClr>
              <a:buFont typeface="Courier New" panose="02070309020205020404" pitchFamily="49" charset="0"/>
              <a:buChar char="o"/>
            </a:pPr>
            <a:r>
              <a:rPr lang="en-US" dirty="0" smtClean="0"/>
              <a:t>A </a:t>
            </a:r>
            <a:r>
              <a:rPr lang="en-US" dirty="0"/>
              <a:t>negative coefficient means the feature decreases the predicted outcome.</a:t>
            </a:r>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US" dirty="0"/>
              <a:t>Example: Predicting Potato Yield</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444772"/>
          </a:xfrm>
        </p:spPr>
        <p:txBody>
          <a:bodyPr/>
          <a:lstStyle/>
          <a:p>
            <a:pPr>
              <a:buClr>
                <a:srgbClr val="00B0F0"/>
              </a:buClr>
              <a:buFont typeface="Courier New" panose="02070309020205020404" pitchFamily="49" charset="0"/>
              <a:buChar char="o"/>
            </a:pPr>
            <a:r>
              <a:rPr lang="en-US" dirty="0" smtClean="0"/>
              <a:t>Let's </a:t>
            </a:r>
            <a:r>
              <a:rPr lang="en-US" dirty="0"/>
              <a:t>return to our farming example.</a:t>
            </a:r>
          </a:p>
          <a:p>
            <a:pPr>
              <a:buClr>
                <a:srgbClr val="00B0F0"/>
              </a:buClr>
              <a:buFont typeface="Courier New" panose="02070309020205020404" pitchFamily="49" charset="0"/>
              <a:buChar char="o"/>
            </a:pPr>
            <a:r>
              <a:rPr lang="en-US" dirty="0"/>
              <a:t>Suppose we want to predict potato production based on three different factors:</a:t>
            </a:r>
          </a:p>
          <a:p>
            <a:pPr lvl="1">
              <a:buClr>
                <a:srgbClr val="00B0F0"/>
              </a:buClr>
              <a:buFont typeface="Courier New" panose="02070309020205020404" pitchFamily="49" charset="0"/>
              <a:buChar char="o"/>
            </a:pPr>
            <a:r>
              <a:rPr lang="en-US" dirty="0" smtClean="0"/>
              <a:t>Amount </a:t>
            </a:r>
            <a:r>
              <a:rPr lang="en-US" dirty="0"/>
              <a:t>of nitrogen fertilizer used </a:t>
            </a:r>
          </a:p>
          <a:p>
            <a:pPr lvl="1">
              <a:buClr>
                <a:srgbClr val="00B0F0"/>
              </a:buClr>
              <a:buFont typeface="Courier New" panose="02070309020205020404" pitchFamily="49" charset="0"/>
              <a:buChar char="o"/>
            </a:pPr>
            <a:r>
              <a:rPr lang="en-US" dirty="0" smtClean="0"/>
              <a:t>Average </a:t>
            </a:r>
            <a:r>
              <a:rPr lang="en-US" dirty="0"/>
              <a:t>temperature during the season </a:t>
            </a:r>
          </a:p>
          <a:p>
            <a:pPr lvl="1">
              <a:buClr>
                <a:srgbClr val="00B0F0"/>
              </a:buClr>
              <a:buFont typeface="Courier New" panose="02070309020205020404" pitchFamily="49" charset="0"/>
              <a:buChar char="o"/>
            </a:pPr>
            <a:r>
              <a:rPr lang="en-US" dirty="0" smtClean="0"/>
              <a:t>Amount </a:t>
            </a:r>
            <a:r>
              <a:rPr lang="en-US" dirty="0"/>
              <a:t>of rainfall received </a:t>
            </a:r>
          </a:p>
          <a:p>
            <a:pPr>
              <a:buClr>
                <a:srgbClr val="00B0F0"/>
              </a:buClr>
              <a:buFont typeface="Courier New" panose="02070309020205020404" pitchFamily="49" charset="0"/>
              <a:buChar char="o"/>
            </a:pPr>
            <a:r>
              <a:rPr lang="en-US" dirty="0"/>
              <a:t>The regression equation could look like:</a:t>
            </a:r>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08912" y="3834843"/>
            <a:ext cx="6610350" cy="18573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3377259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CA" dirty="0"/>
              <a:t>Interpreting the Equation</a:t>
            </a: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4990084"/>
          </a:xfrm>
        </p:spPr>
        <p:txBody>
          <a:bodyPr/>
          <a:lstStyle/>
          <a:p>
            <a:pPr>
              <a:buClr>
                <a:srgbClr val="00B0F0"/>
              </a:buClr>
              <a:buFont typeface="Courier New" panose="02070309020205020404" pitchFamily="49" charset="0"/>
              <a:buChar char="o"/>
            </a:pPr>
            <a:r>
              <a:rPr lang="en-US" b="1" dirty="0" smtClean="0"/>
              <a:t>Intercept</a:t>
            </a:r>
            <a:r>
              <a:rPr lang="en-US" b="1" dirty="0"/>
              <a:t>: 8 Tons</a:t>
            </a:r>
          </a:p>
          <a:p>
            <a:pPr lvl="1">
              <a:buClr>
                <a:srgbClr val="00B0F0"/>
              </a:buClr>
              <a:buFont typeface="Courier New" panose="02070309020205020404" pitchFamily="49" charset="0"/>
              <a:buChar char="o"/>
            </a:pPr>
            <a:r>
              <a:rPr lang="en-US" dirty="0"/>
              <a:t>The value 8 tons represents the predicted potato yield when all input variables are zero.</a:t>
            </a:r>
          </a:p>
          <a:p>
            <a:pPr lvl="1">
              <a:buClr>
                <a:srgbClr val="00B0F0"/>
              </a:buClr>
              <a:buFont typeface="Courier New" panose="02070309020205020404" pitchFamily="49" charset="0"/>
              <a:buChar char="o"/>
            </a:pPr>
            <a:r>
              <a:rPr lang="en-US" dirty="0"/>
              <a:t>This is the baseline value of the model</a:t>
            </a:r>
            <a:r>
              <a:rPr lang="en-US" dirty="0" smtClean="0"/>
              <a:t>.</a:t>
            </a:r>
          </a:p>
          <a:p>
            <a:pPr>
              <a:buClr>
                <a:srgbClr val="00B0F0"/>
              </a:buClr>
              <a:buFont typeface="Courier New" panose="02070309020205020404" pitchFamily="49" charset="0"/>
              <a:buChar char="o"/>
            </a:pPr>
            <a:r>
              <a:rPr lang="en-US" b="1" dirty="0"/>
              <a:t>Fertilizer Coefficient: 3 Tons per Kilogram</a:t>
            </a:r>
          </a:p>
          <a:p>
            <a:pPr lvl="1">
              <a:buClr>
                <a:srgbClr val="00B0F0"/>
              </a:buClr>
              <a:buFont typeface="Courier New" panose="02070309020205020404" pitchFamily="49" charset="0"/>
              <a:buChar char="o"/>
            </a:pPr>
            <a:r>
              <a:rPr lang="en-US" dirty="0" smtClean="0"/>
              <a:t>For </a:t>
            </a:r>
            <a:r>
              <a:rPr lang="en-US" dirty="0"/>
              <a:t>every additional kilogram of nitrogen fertilizer used, potato production increases by approximately 3 tons, assuming temperature and rainfall remain unchanged.</a:t>
            </a:r>
          </a:p>
          <a:p>
            <a:pPr lvl="1">
              <a:buClr>
                <a:srgbClr val="00B0F0"/>
              </a:buClr>
              <a:buFont typeface="Courier New" panose="02070309020205020404" pitchFamily="49" charset="0"/>
              <a:buChar char="o"/>
            </a:pPr>
            <a:r>
              <a:rPr lang="en-US" dirty="0"/>
              <a:t>This is a positive relationship</a:t>
            </a:r>
            <a:r>
              <a:rPr lang="en-US" dirty="0" smtClean="0"/>
              <a:t>.</a:t>
            </a:r>
          </a:p>
          <a:p>
            <a:pPr>
              <a:buClr>
                <a:srgbClr val="00B0F0"/>
              </a:buClr>
              <a:buFont typeface="Courier New" panose="02070309020205020404" pitchFamily="49" charset="0"/>
              <a:buChar char="o"/>
            </a:pPr>
            <a:r>
              <a:rPr lang="en-IN" b="1" dirty="0"/>
              <a:t>Temperature Coefficient: -0.54 Tons per Degree </a:t>
            </a:r>
            <a:r>
              <a:rPr lang="en-IN" b="1" dirty="0" smtClean="0"/>
              <a:t>Celsius</a:t>
            </a:r>
          </a:p>
          <a:p>
            <a:pPr lvl="1">
              <a:buClr>
                <a:srgbClr val="00B0F0"/>
              </a:buClr>
              <a:buFont typeface="Courier New" panose="02070309020205020404" pitchFamily="49" charset="0"/>
              <a:buChar char="o"/>
            </a:pPr>
            <a:r>
              <a:rPr lang="en-US" dirty="0"/>
              <a:t>For every 1°C increase in temperature, potato production decreases by 0.54 tons, assuming fertilizer and rainfall remain constant.</a:t>
            </a:r>
          </a:p>
          <a:p>
            <a:pPr lvl="1">
              <a:buClr>
                <a:srgbClr val="00B0F0"/>
              </a:buClr>
              <a:buFont typeface="Courier New" panose="02070309020205020404" pitchFamily="49" charset="0"/>
              <a:buChar char="o"/>
            </a:pPr>
            <a:r>
              <a:rPr lang="en-US" dirty="0"/>
              <a:t>The negative value indicates an inverse relationship.</a:t>
            </a:r>
          </a:p>
          <a:p>
            <a:pPr lvl="1">
              <a:buClr>
                <a:srgbClr val="00B0F0"/>
              </a:buClr>
              <a:buFont typeface="Courier New" panose="02070309020205020404" pitchFamily="49" charset="0"/>
              <a:buChar char="o"/>
            </a:pPr>
            <a:r>
              <a:rPr lang="en-US" dirty="0"/>
              <a:t>Higher temperatures may reduce potato yield.</a:t>
            </a:r>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361458669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a:xfrm>
            <a:off x="334937" y="245863"/>
            <a:ext cx="11478122" cy="557326"/>
          </a:xfrm>
        </p:spPr>
        <p:txBody>
          <a:bodyPr/>
          <a:lstStyle/>
          <a:p>
            <a:r>
              <a:rPr lang="en-CA" dirty="0"/>
              <a:t>Interpreting the Equation</a:t>
            </a: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34937" y="1029334"/>
            <a:ext cx="11450409" cy="2308324"/>
          </a:xfrm>
        </p:spPr>
        <p:txBody>
          <a:bodyPr/>
          <a:lstStyle/>
          <a:p>
            <a:pPr marL="342900" lvl="1" indent="-342900">
              <a:spcBef>
                <a:spcPts val="1600"/>
              </a:spcBef>
              <a:buClr>
                <a:srgbClr val="00B0F0"/>
              </a:buClr>
              <a:buSzPct val="105000"/>
              <a:buFont typeface="Courier New" panose="02070309020205020404" pitchFamily="49" charset="0"/>
              <a:buChar char="o"/>
            </a:pPr>
            <a:r>
              <a:rPr lang="en-US" b="1" dirty="0" smtClean="0"/>
              <a:t>Rainfall </a:t>
            </a:r>
            <a:r>
              <a:rPr lang="en-US" b="1" dirty="0"/>
              <a:t>Coefficient: 0.04 Tons per </a:t>
            </a:r>
            <a:r>
              <a:rPr lang="en-US" b="1" dirty="0" smtClean="0"/>
              <a:t>Millimeter</a:t>
            </a:r>
          </a:p>
          <a:p>
            <a:pPr lvl="1">
              <a:buClr>
                <a:srgbClr val="00B0F0"/>
              </a:buClr>
              <a:buFont typeface="Courier New" panose="02070309020205020404" pitchFamily="49" charset="0"/>
              <a:buChar char="o"/>
            </a:pPr>
            <a:r>
              <a:rPr lang="en-US" dirty="0" smtClean="0"/>
              <a:t>Every </a:t>
            </a:r>
            <a:r>
              <a:rPr lang="en-US" dirty="0"/>
              <a:t>additional millimeter of rainfall increases the predicted potato yield by 0.04 tons, assuming other factors remain unchanged.</a:t>
            </a:r>
          </a:p>
          <a:p>
            <a:pPr lvl="1">
              <a:buClr>
                <a:srgbClr val="00B0F0"/>
              </a:buClr>
              <a:buFont typeface="Courier New" panose="02070309020205020404" pitchFamily="49" charset="0"/>
              <a:buChar char="o"/>
            </a:pPr>
            <a:r>
              <a:rPr lang="en-US" dirty="0"/>
              <a:t>This represents a positive relationship between rainfall and production.</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b="1" dirty="0"/>
          </a:p>
        </p:txBody>
      </p:sp>
    </p:spTree>
    <p:extLst>
      <p:ext uri="{BB962C8B-B14F-4D97-AF65-F5344CB8AC3E}">
        <p14:creationId xmlns:p14="http://schemas.microsoft.com/office/powerpoint/2010/main" val="73174989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Why Use Multiple Linear Regression?</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93797" y="1248032"/>
            <a:ext cx="11450409" cy="3869777"/>
          </a:xfrm>
        </p:spPr>
        <p:txBody>
          <a:bodyPr/>
          <a:lstStyle/>
          <a:p>
            <a:pPr>
              <a:buClr>
                <a:srgbClr val="00B0F0"/>
              </a:buClr>
              <a:buFont typeface="Courier New" panose="02070309020205020404" pitchFamily="49" charset="0"/>
              <a:buChar char="o"/>
            </a:pPr>
            <a:r>
              <a:rPr lang="en-US" dirty="0" smtClean="0"/>
              <a:t>Real-world </a:t>
            </a:r>
            <a:r>
              <a:rPr lang="en-US" dirty="0"/>
              <a:t>problems are rarely influenced by only one factor.</a:t>
            </a:r>
          </a:p>
          <a:p>
            <a:pPr>
              <a:buClr>
                <a:srgbClr val="00B0F0"/>
              </a:buClr>
              <a:buFont typeface="Courier New" panose="02070309020205020404" pitchFamily="49" charset="0"/>
              <a:buChar char="o"/>
            </a:pPr>
            <a:r>
              <a:rPr lang="en-US" dirty="0"/>
              <a:t>For example, potato production depends on many environmental conditions:</a:t>
            </a:r>
          </a:p>
          <a:p>
            <a:pPr lvl="1">
              <a:buClr>
                <a:srgbClr val="00B0F0"/>
              </a:buClr>
              <a:buFont typeface="Courier New" panose="02070309020205020404" pitchFamily="49" charset="0"/>
              <a:buChar char="o"/>
            </a:pPr>
            <a:r>
              <a:rPr lang="en-US" dirty="0" smtClean="0"/>
              <a:t>Fertilizer </a:t>
            </a:r>
            <a:r>
              <a:rPr lang="en-US" dirty="0"/>
              <a:t>usage </a:t>
            </a:r>
          </a:p>
          <a:p>
            <a:pPr lvl="1">
              <a:buClr>
                <a:srgbClr val="00B0F0"/>
              </a:buClr>
              <a:buFont typeface="Courier New" panose="02070309020205020404" pitchFamily="49" charset="0"/>
              <a:buChar char="o"/>
            </a:pPr>
            <a:r>
              <a:rPr lang="en-US" dirty="0" smtClean="0"/>
              <a:t>Temperature </a:t>
            </a:r>
            <a:endParaRPr lang="en-US" dirty="0"/>
          </a:p>
          <a:p>
            <a:pPr lvl="1">
              <a:buClr>
                <a:srgbClr val="00B0F0"/>
              </a:buClr>
              <a:buFont typeface="Courier New" panose="02070309020205020404" pitchFamily="49" charset="0"/>
              <a:buChar char="o"/>
            </a:pPr>
            <a:r>
              <a:rPr lang="en-US" dirty="0" smtClean="0"/>
              <a:t>Rainfall </a:t>
            </a:r>
            <a:endParaRPr lang="en-US" dirty="0"/>
          </a:p>
          <a:p>
            <a:pPr lvl="1">
              <a:buClr>
                <a:srgbClr val="00B0F0"/>
              </a:buClr>
              <a:buFont typeface="Courier New" panose="02070309020205020404" pitchFamily="49" charset="0"/>
              <a:buChar char="o"/>
            </a:pPr>
            <a:r>
              <a:rPr lang="en-US" dirty="0" smtClean="0"/>
              <a:t>Soil </a:t>
            </a:r>
            <a:r>
              <a:rPr lang="en-US" dirty="0"/>
              <a:t>quality </a:t>
            </a:r>
          </a:p>
          <a:p>
            <a:pPr lvl="1">
              <a:buClr>
                <a:srgbClr val="00B0F0"/>
              </a:buClr>
              <a:buFont typeface="Courier New" panose="02070309020205020404" pitchFamily="49" charset="0"/>
              <a:buChar char="o"/>
            </a:pPr>
            <a:r>
              <a:rPr lang="en-US" dirty="0" smtClean="0"/>
              <a:t>Sunlight </a:t>
            </a:r>
            <a:endParaRPr lang="en-US" dirty="0"/>
          </a:p>
          <a:p>
            <a:pPr lvl="1">
              <a:buClr>
                <a:srgbClr val="00B0F0"/>
              </a:buClr>
              <a:buFont typeface="Courier New" panose="02070309020205020404" pitchFamily="49" charset="0"/>
              <a:buChar char="o"/>
            </a:pPr>
            <a:r>
              <a:rPr lang="en-US" dirty="0" smtClean="0"/>
              <a:t>Irrigation </a:t>
            </a:r>
            <a:endParaRPr lang="en-US" dirty="0"/>
          </a:p>
          <a:p>
            <a:pPr>
              <a:buClr>
                <a:srgbClr val="00B0F0"/>
              </a:buClr>
              <a:buFont typeface="Courier New" panose="02070309020205020404" pitchFamily="49" charset="0"/>
              <a:buChar char="o"/>
            </a:pPr>
            <a:r>
              <a:rPr lang="en-US" dirty="0"/>
              <a:t>Using multiple variables allows the model to capture more complex relationships and often improves prediction accuracy.</a:t>
            </a:r>
          </a:p>
        </p:txBody>
      </p:sp>
    </p:spTree>
    <p:extLst>
      <p:ext uri="{BB962C8B-B14F-4D97-AF65-F5344CB8AC3E}">
        <p14:creationId xmlns:p14="http://schemas.microsoft.com/office/powerpoint/2010/main" val="185994494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Dummy Variables in Linear Regression Explained</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210312" y="1096023"/>
            <a:ext cx="11450409" cy="5708229"/>
          </a:xfrm>
        </p:spPr>
        <p:txBody>
          <a:bodyPr/>
          <a:lstStyle/>
          <a:p>
            <a:pPr>
              <a:buClr>
                <a:srgbClr val="00B0F0"/>
              </a:buClr>
              <a:buFont typeface="Courier New" panose="02070309020205020404" pitchFamily="49" charset="0"/>
              <a:buChar char="o"/>
            </a:pPr>
            <a:r>
              <a:rPr lang="en-US" dirty="0" smtClean="0"/>
              <a:t>When </a:t>
            </a:r>
            <a:r>
              <a:rPr lang="en-US" dirty="0"/>
              <a:t>building a linear regression model, not all variables in a dataset are numerical</a:t>
            </a:r>
            <a:r>
              <a:rPr lang="en-US" dirty="0" smtClean="0"/>
              <a:t>.</a:t>
            </a:r>
          </a:p>
          <a:p>
            <a:pPr>
              <a:buClr>
                <a:srgbClr val="00B0F0"/>
              </a:buClr>
              <a:buFont typeface="Courier New" panose="02070309020205020404" pitchFamily="49" charset="0"/>
              <a:buChar char="o"/>
            </a:pPr>
            <a:r>
              <a:rPr lang="en-US" dirty="0" smtClean="0"/>
              <a:t> </a:t>
            </a:r>
            <a:r>
              <a:rPr lang="en-US" dirty="0"/>
              <a:t>Some variables, such as a company's state of operation, are categorical. </a:t>
            </a:r>
            <a:endParaRPr lang="en-US" dirty="0" smtClean="0"/>
          </a:p>
          <a:p>
            <a:pPr>
              <a:buClr>
                <a:srgbClr val="00B0F0"/>
              </a:buClr>
              <a:buFont typeface="Courier New" panose="02070309020205020404" pitchFamily="49" charset="0"/>
              <a:buChar char="o"/>
            </a:pPr>
            <a:r>
              <a:rPr lang="en-US" dirty="0" smtClean="0"/>
              <a:t>Since </a:t>
            </a:r>
            <a:r>
              <a:rPr lang="en-US" dirty="0"/>
              <a:t>regression models work with numbers, categorical data must be converted into a numerical format. This is where dummy variables come into play.</a:t>
            </a:r>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marL="0" indent="0">
              <a:buClr>
                <a:srgbClr val="00B0F0"/>
              </a:buClr>
              <a:buNone/>
            </a:pPr>
            <a:endParaRPr lang="en-US" dirty="0" smtClean="0"/>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39053" y="4129088"/>
            <a:ext cx="4619625" cy="1400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8943806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Problem Statement</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210312" y="1096023"/>
            <a:ext cx="11450409" cy="2986459"/>
          </a:xfrm>
        </p:spPr>
        <p:txBody>
          <a:bodyPr/>
          <a:lstStyle/>
          <a:p>
            <a:pPr>
              <a:buClr>
                <a:srgbClr val="00B0F0"/>
              </a:buClr>
              <a:buFont typeface="Courier New" panose="02070309020205020404" pitchFamily="49" charset="0"/>
              <a:buChar char="o"/>
            </a:pPr>
            <a:r>
              <a:rPr lang="en-US" dirty="0" smtClean="0"/>
              <a:t>Suppose </a:t>
            </a:r>
            <a:r>
              <a:rPr lang="en-US" dirty="0"/>
              <a:t>we have a dataset containing information about startups, including:</a:t>
            </a:r>
          </a:p>
          <a:p>
            <a:pPr lvl="1">
              <a:buClr>
                <a:srgbClr val="00B0F0"/>
              </a:buClr>
              <a:buFont typeface="Courier New" panose="02070309020205020404" pitchFamily="49" charset="0"/>
              <a:buChar char="o"/>
            </a:pPr>
            <a:r>
              <a:rPr lang="en-US" dirty="0" smtClean="0"/>
              <a:t>Profit </a:t>
            </a:r>
            <a:r>
              <a:rPr lang="en-US" dirty="0"/>
              <a:t>(Target/Dependent Variable) </a:t>
            </a:r>
          </a:p>
          <a:p>
            <a:pPr lvl="1">
              <a:buClr>
                <a:srgbClr val="00B0F0"/>
              </a:buClr>
              <a:buFont typeface="Courier New" panose="02070309020205020404" pitchFamily="49" charset="0"/>
              <a:buChar char="o"/>
            </a:pPr>
            <a:r>
              <a:rPr lang="en-US" dirty="0" smtClean="0"/>
              <a:t>R&amp;D </a:t>
            </a:r>
            <a:r>
              <a:rPr lang="en-US" dirty="0"/>
              <a:t>Spend </a:t>
            </a:r>
          </a:p>
          <a:p>
            <a:pPr lvl="1">
              <a:buClr>
                <a:srgbClr val="00B0F0"/>
              </a:buClr>
              <a:buFont typeface="Courier New" panose="02070309020205020404" pitchFamily="49" charset="0"/>
              <a:buChar char="o"/>
            </a:pPr>
            <a:r>
              <a:rPr lang="en-US" dirty="0" smtClean="0"/>
              <a:t>Administration </a:t>
            </a:r>
            <a:r>
              <a:rPr lang="en-US" dirty="0"/>
              <a:t>Spend </a:t>
            </a:r>
          </a:p>
          <a:p>
            <a:pPr lvl="1">
              <a:buClr>
                <a:srgbClr val="00B0F0"/>
              </a:buClr>
              <a:buFont typeface="Courier New" panose="02070309020205020404" pitchFamily="49" charset="0"/>
              <a:buChar char="o"/>
            </a:pPr>
            <a:r>
              <a:rPr lang="en-US" dirty="0" smtClean="0"/>
              <a:t>Marketing </a:t>
            </a:r>
            <a:r>
              <a:rPr lang="en-US" dirty="0"/>
              <a:t>Spend </a:t>
            </a:r>
          </a:p>
          <a:p>
            <a:pPr lvl="1">
              <a:buClr>
                <a:srgbClr val="00B0F0"/>
              </a:buClr>
              <a:buFont typeface="Courier New" panose="02070309020205020404" pitchFamily="49" charset="0"/>
              <a:buChar char="o"/>
            </a:pPr>
            <a:r>
              <a:rPr lang="en-US" dirty="0" smtClean="0"/>
              <a:t>State </a:t>
            </a:r>
            <a:r>
              <a:rPr lang="en-US" dirty="0"/>
              <a:t>(New York or California) </a:t>
            </a:r>
          </a:p>
          <a:p>
            <a:pPr marL="0" indent="0">
              <a:buClr>
                <a:srgbClr val="00B0F0"/>
              </a:buClr>
              <a:buNone/>
            </a:pPr>
            <a:r>
              <a:rPr lang="en-US" dirty="0" smtClean="0"/>
              <a:t/>
            </a:r>
            <a:br>
              <a:rPr lang="en-US" dirty="0" smtClean="0"/>
            </a:br>
            <a:endParaRPr lang="en-US" dirty="0"/>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4880" y="3887486"/>
            <a:ext cx="5904342" cy="1931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569530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Problem Statement</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210312" y="1096023"/>
            <a:ext cx="11450409" cy="3875933"/>
          </a:xfrm>
        </p:spPr>
        <p:txBody>
          <a:bodyPr/>
          <a:lstStyle/>
          <a:p>
            <a:pPr>
              <a:buClr>
                <a:srgbClr val="00B0F0"/>
              </a:buClr>
              <a:buFont typeface="Courier New" panose="02070309020205020404" pitchFamily="49" charset="0"/>
              <a:buChar char="o"/>
            </a:pPr>
            <a:r>
              <a:rPr lang="en-US" dirty="0" smtClean="0"/>
              <a:t>The </a:t>
            </a:r>
            <a:r>
              <a:rPr lang="en-US" dirty="0"/>
              <a:t>objective is to determine whether these factors influence a company's profit and to build a model that can predict profit based on these variables.</a:t>
            </a:r>
          </a:p>
          <a:p>
            <a:pPr lvl="1">
              <a:buClr>
                <a:srgbClr val="00B0F0"/>
              </a:buClr>
              <a:buFont typeface="Courier New" panose="02070309020205020404" pitchFamily="49" charset="0"/>
              <a:buChar char="o"/>
            </a:pPr>
            <a:r>
              <a:rPr lang="en-US" dirty="0"/>
              <a:t>Here:</a:t>
            </a:r>
          </a:p>
          <a:p>
            <a:pPr lvl="2">
              <a:buClr>
                <a:srgbClr val="00B0F0"/>
              </a:buClr>
              <a:buFont typeface="Courier New" panose="02070309020205020404" pitchFamily="49" charset="0"/>
              <a:buChar char="o"/>
            </a:pPr>
            <a:r>
              <a:rPr lang="en-US" dirty="0" smtClean="0"/>
              <a:t>Dependent </a:t>
            </a:r>
            <a:r>
              <a:rPr lang="en-US" dirty="0"/>
              <a:t>Variable (Y): Profit </a:t>
            </a:r>
          </a:p>
          <a:p>
            <a:pPr lvl="2">
              <a:buClr>
                <a:srgbClr val="00B0F0"/>
              </a:buClr>
              <a:buFont typeface="Courier New" panose="02070309020205020404" pitchFamily="49" charset="0"/>
              <a:buChar char="o"/>
            </a:pPr>
            <a:r>
              <a:rPr lang="en-US" dirty="0" smtClean="0"/>
              <a:t>Independent </a:t>
            </a:r>
            <a:r>
              <a:rPr lang="en-US" dirty="0"/>
              <a:t>Variables (X): </a:t>
            </a:r>
          </a:p>
          <a:p>
            <a:pPr lvl="3">
              <a:buClr>
                <a:srgbClr val="00B0F0"/>
              </a:buClr>
              <a:buFont typeface="Courier New" panose="02070309020205020404" pitchFamily="49" charset="0"/>
              <a:buChar char="o"/>
            </a:pPr>
            <a:r>
              <a:rPr lang="en-US" dirty="0" smtClean="0"/>
              <a:t>R&amp;D </a:t>
            </a:r>
            <a:r>
              <a:rPr lang="en-US" dirty="0"/>
              <a:t>Spend </a:t>
            </a:r>
          </a:p>
          <a:p>
            <a:pPr lvl="3">
              <a:buClr>
                <a:srgbClr val="00B0F0"/>
              </a:buClr>
              <a:buFont typeface="Courier New" panose="02070309020205020404" pitchFamily="49" charset="0"/>
              <a:buChar char="o"/>
            </a:pPr>
            <a:r>
              <a:rPr lang="en-US" dirty="0" smtClean="0"/>
              <a:t>Administration </a:t>
            </a:r>
            <a:r>
              <a:rPr lang="en-US" dirty="0"/>
              <a:t>Spend </a:t>
            </a:r>
          </a:p>
          <a:p>
            <a:pPr lvl="3">
              <a:buClr>
                <a:srgbClr val="00B0F0"/>
              </a:buClr>
              <a:buFont typeface="Courier New" panose="02070309020205020404" pitchFamily="49" charset="0"/>
              <a:buChar char="o"/>
            </a:pPr>
            <a:r>
              <a:rPr lang="en-US" dirty="0" smtClean="0"/>
              <a:t>Marketing </a:t>
            </a:r>
            <a:r>
              <a:rPr lang="en-US" dirty="0"/>
              <a:t>Spend </a:t>
            </a:r>
          </a:p>
          <a:p>
            <a:pPr lvl="3">
              <a:buClr>
                <a:srgbClr val="00B0F0"/>
              </a:buClr>
              <a:buFont typeface="Courier New" panose="02070309020205020404" pitchFamily="49" charset="0"/>
              <a:buChar char="o"/>
            </a:pPr>
            <a:r>
              <a:rPr lang="en-US" dirty="0" smtClean="0"/>
              <a:t>State </a:t>
            </a:r>
            <a:endParaRPr lang="en-US" dirty="0"/>
          </a:p>
          <a:p>
            <a:pPr lvl="1">
              <a:buClr>
                <a:srgbClr val="00B0F0"/>
              </a:buClr>
              <a:buFont typeface="Courier New" panose="02070309020205020404" pitchFamily="49" charset="0"/>
              <a:buChar char="o"/>
            </a:pPr>
            <a:r>
              <a:rPr lang="en-US" dirty="0"/>
              <a:t>The regression equation initially looks like this:</a:t>
            </a:r>
          </a:p>
          <a:p>
            <a:pPr marL="0" indent="0">
              <a:buClr>
                <a:srgbClr val="00B0F0"/>
              </a:buClr>
              <a:buNone/>
            </a:pPr>
            <a:r>
              <a:rPr lang="en-US" dirty="0" smtClean="0"/>
              <a:t/>
            </a:r>
            <a:br>
              <a:rPr lang="en-US" dirty="0" smtClean="0"/>
            </a:br>
            <a:endParaRPr lang="en-US" dirty="0"/>
          </a:p>
        </p:txBody>
      </p:sp>
      <p:pic>
        <p:nvPicPr>
          <p:cNvPr id="2447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86544" y="4511890"/>
            <a:ext cx="4864829" cy="816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6895652"/>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What is a Dummy Variable?</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790986"/>
          </a:xfrm>
        </p:spPr>
        <p:txBody>
          <a:bodyPr/>
          <a:lstStyle/>
          <a:p>
            <a:pPr>
              <a:buClr>
                <a:srgbClr val="00B0F0"/>
              </a:buClr>
              <a:buFont typeface="Courier New" panose="02070309020205020404" pitchFamily="49" charset="0"/>
              <a:buChar char="o"/>
            </a:pPr>
            <a:r>
              <a:rPr lang="en-US" dirty="0" smtClean="0"/>
              <a:t>A </a:t>
            </a:r>
            <a:r>
              <a:rPr lang="en-US" dirty="0"/>
              <a:t>dummy variable is a numerical representation of a categorical variable. </a:t>
            </a:r>
            <a:endParaRPr lang="en-US" dirty="0" smtClean="0"/>
          </a:p>
          <a:p>
            <a:pPr>
              <a:buClr>
                <a:srgbClr val="00B0F0"/>
              </a:buClr>
              <a:buFont typeface="Courier New" panose="02070309020205020404" pitchFamily="49" charset="0"/>
              <a:buChar char="o"/>
            </a:pPr>
            <a:r>
              <a:rPr lang="en-US" dirty="0" smtClean="0"/>
              <a:t>Dummy </a:t>
            </a:r>
            <a:r>
              <a:rPr lang="en-US" dirty="0"/>
              <a:t>variables allow regression models to work with categorical data.</a:t>
            </a:r>
          </a:p>
        </p:txBody>
      </p:sp>
      <p:pic>
        <p:nvPicPr>
          <p:cNvPr id="2457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5294" y="2496065"/>
            <a:ext cx="7557764" cy="23997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3044427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Creating Dummy Variables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2581219"/>
          </a:xfrm>
        </p:spPr>
        <p:txBody>
          <a:bodyPr/>
          <a:lstStyle/>
          <a:p>
            <a:pPr>
              <a:buClr>
                <a:srgbClr val="00B0F0"/>
              </a:buClr>
              <a:buFont typeface="Courier New" panose="02070309020205020404" pitchFamily="49" charset="0"/>
              <a:buChar char="o"/>
            </a:pPr>
            <a:r>
              <a:rPr lang="en-US" dirty="0" smtClean="0"/>
              <a:t>Assume </a:t>
            </a:r>
            <a:r>
              <a:rPr lang="en-US" dirty="0"/>
              <a:t>the State column has two categories:</a:t>
            </a:r>
          </a:p>
          <a:p>
            <a:pPr lvl="1">
              <a:buClr>
                <a:srgbClr val="00B0F0"/>
              </a:buClr>
              <a:buFont typeface="Courier New" panose="02070309020205020404" pitchFamily="49" charset="0"/>
              <a:buChar char="o"/>
            </a:pPr>
            <a:r>
              <a:rPr lang="en-US" dirty="0" smtClean="0"/>
              <a:t>New </a:t>
            </a:r>
            <a:r>
              <a:rPr lang="en-US" dirty="0"/>
              <a:t>York </a:t>
            </a:r>
          </a:p>
          <a:p>
            <a:pPr lvl="1">
              <a:buClr>
                <a:srgbClr val="00B0F0"/>
              </a:buClr>
              <a:buFont typeface="Courier New" panose="02070309020205020404" pitchFamily="49" charset="0"/>
              <a:buChar char="o"/>
            </a:pPr>
            <a:r>
              <a:rPr lang="en-US" dirty="0" smtClean="0"/>
              <a:t>California </a:t>
            </a:r>
            <a:endParaRPr lang="en-US" dirty="0"/>
          </a:p>
          <a:p>
            <a:pPr>
              <a:buClr>
                <a:srgbClr val="00B0F0"/>
              </a:buClr>
              <a:buFont typeface="Courier New" panose="02070309020205020404" pitchFamily="49" charset="0"/>
              <a:buChar char="o"/>
            </a:pPr>
            <a:r>
              <a:rPr lang="en-US" dirty="0"/>
              <a:t>We create separate columns for each category.</a:t>
            </a:r>
          </a:p>
          <a:p>
            <a:pPr>
              <a:buClr>
                <a:srgbClr val="00B0F0"/>
              </a:buClr>
              <a:buFont typeface="Courier New" panose="02070309020205020404" pitchFamily="49" charset="0"/>
              <a:buChar char="o"/>
            </a:pPr>
            <a:endParaRPr lang="en-IN" dirty="0" smtClean="0"/>
          </a:p>
          <a:p>
            <a:pPr>
              <a:buClr>
                <a:srgbClr val="00B0F0"/>
              </a:buClr>
              <a:buFont typeface="Courier New" panose="02070309020205020404" pitchFamily="49" charset="0"/>
              <a:buChar char="o"/>
            </a:pPr>
            <a:endParaRPr lang="en-US" dirty="0"/>
          </a:p>
        </p:txBody>
      </p:sp>
      <p:pic>
        <p:nvPicPr>
          <p:cNvPr id="24678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33340" y="2858641"/>
            <a:ext cx="7406974" cy="17817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678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46005" y="4739203"/>
            <a:ext cx="7502053" cy="17604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71839536"/>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Why Don't We Use Both Dummy Variables?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08919" y="1173377"/>
            <a:ext cx="11450409" cy="2071336"/>
          </a:xfrm>
        </p:spPr>
        <p:txBody>
          <a:bodyPr/>
          <a:lstStyle/>
          <a:p>
            <a:pPr>
              <a:buClr>
                <a:srgbClr val="00B0F0"/>
              </a:buClr>
              <a:buFont typeface="Courier New" panose="02070309020205020404" pitchFamily="49" charset="0"/>
              <a:buChar char="o"/>
            </a:pPr>
            <a:r>
              <a:rPr lang="en-US" dirty="0" smtClean="0"/>
              <a:t>Although </a:t>
            </a:r>
            <a:r>
              <a:rPr lang="en-US" dirty="0"/>
              <a:t>we create two dummy columns, we do not include both in the regression model.</a:t>
            </a:r>
          </a:p>
          <a:p>
            <a:pPr>
              <a:buClr>
                <a:srgbClr val="00B0F0"/>
              </a:buClr>
              <a:buFont typeface="Courier New" panose="02070309020205020404" pitchFamily="49" charset="0"/>
              <a:buChar char="o"/>
            </a:pPr>
            <a:r>
              <a:rPr lang="en-US" dirty="0"/>
              <a:t>Instead, we use only one dummy variable.</a:t>
            </a:r>
          </a:p>
          <a:p>
            <a:pPr>
              <a:buClr>
                <a:srgbClr val="00B0F0"/>
              </a:buClr>
              <a:buFont typeface="Courier New" panose="02070309020205020404" pitchFamily="49" charset="0"/>
              <a:buChar char="o"/>
            </a:pPr>
            <a:r>
              <a:rPr lang="en-US" dirty="0"/>
              <a:t>For example:</a:t>
            </a:r>
          </a:p>
          <a:p>
            <a:pPr lvl="1">
              <a:buClr>
                <a:srgbClr val="00B0F0"/>
              </a:buClr>
              <a:buFont typeface="Courier New" panose="02070309020205020404" pitchFamily="49" charset="0"/>
              <a:buChar char="o"/>
            </a:pPr>
            <a:r>
              <a:rPr lang="en-US" dirty="0" smtClean="0"/>
              <a:t>Keep </a:t>
            </a:r>
            <a:r>
              <a:rPr lang="en-US" dirty="0"/>
              <a:t>New York </a:t>
            </a:r>
          </a:p>
          <a:p>
            <a:pPr lvl="1">
              <a:buClr>
                <a:srgbClr val="00B0F0"/>
              </a:buClr>
              <a:buFont typeface="Courier New" panose="02070309020205020404" pitchFamily="49" charset="0"/>
              <a:buChar char="o"/>
            </a:pPr>
            <a:r>
              <a:rPr lang="en-US" dirty="0" smtClean="0"/>
              <a:t>Drop </a:t>
            </a:r>
            <a:r>
              <a:rPr lang="en-US" dirty="0"/>
              <a:t>California </a:t>
            </a:r>
          </a:p>
        </p:txBody>
      </p:sp>
      <p:pic>
        <p:nvPicPr>
          <p:cNvPr id="24781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05486" y="3458863"/>
            <a:ext cx="6410325" cy="2362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258987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US" dirty="0"/>
              <a:t>Dummy Variables as Switches</a:t>
            </a:r>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395416" y="1200667"/>
            <a:ext cx="10466173" cy="3905685"/>
          </a:xfrm>
        </p:spPr>
        <p:txBody>
          <a:bodyPr/>
          <a:lstStyle/>
          <a:p>
            <a:pPr>
              <a:buClr>
                <a:srgbClr val="00B0F0"/>
              </a:buClr>
              <a:buFont typeface="Courier New" panose="02070309020205020404" pitchFamily="49" charset="0"/>
              <a:buChar char="o"/>
            </a:pPr>
            <a:r>
              <a:rPr lang="en-US" dirty="0" smtClean="0"/>
              <a:t>A </a:t>
            </a:r>
            <a:r>
              <a:rPr lang="en-US" dirty="0"/>
              <a:t>simple way to understand dummy variables is to think of them as ON/OFF switches.</a:t>
            </a:r>
          </a:p>
          <a:p>
            <a:pPr>
              <a:buClr>
                <a:srgbClr val="00B0F0"/>
              </a:buClr>
              <a:buFont typeface="Courier New" panose="02070309020205020404" pitchFamily="49" charset="0"/>
              <a:buChar char="o"/>
            </a:pPr>
            <a:r>
              <a:rPr lang="en-US" dirty="0"/>
              <a:t>For the New York dummy:</a:t>
            </a:r>
          </a:p>
          <a:p>
            <a:pPr lvl="1">
              <a:buClr>
                <a:srgbClr val="00B0F0"/>
              </a:buClr>
              <a:buFont typeface="Courier New" panose="02070309020205020404" pitchFamily="49" charset="0"/>
              <a:buChar char="o"/>
            </a:pPr>
            <a:r>
              <a:rPr lang="en-US" dirty="0" smtClean="0"/>
              <a:t>1 </a:t>
            </a:r>
            <a:r>
              <a:rPr lang="en-US" dirty="0"/>
              <a:t>(ON): Company operates in New York. </a:t>
            </a:r>
          </a:p>
          <a:p>
            <a:pPr lvl="1">
              <a:buClr>
                <a:srgbClr val="00B0F0"/>
              </a:buClr>
              <a:buFont typeface="Courier New" panose="02070309020205020404" pitchFamily="49" charset="0"/>
              <a:buChar char="o"/>
            </a:pPr>
            <a:r>
              <a:rPr lang="en-US" dirty="0" smtClean="0"/>
              <a:t>0 </a:t>
            </a:r>
            <a:r>
              <a:rPr lang="en-US" dirty="0"/>
              <a:t>(OFF): Company operates in California. </a:t>
            </a:r>
          </a:p>
          <a:p>
            <a:pPr>
              <a:buClr>
                <a:srgbClr val="00B0F0"/>
              </a:buClr>
              <a:buFont typeface="Courier New" panose="02070309020205020404" pitchFamily="49" charset="0"/>
              <a:buChar char="o"/>
            </a:pPr>
            <a:r>
              <a:rPr lang="en-US" dirty="0"/>
              <a:t>Since only two states exist, there is no need for any value other than 0 or 1.</a:t>
            </a:r>
          </a:p>
          <a:p>
            <a:pPr>
              <a:buClr>
                <a:srgbClr val="00B0F0"/>
              </a:buClr>
              <a:buFont typeface="Courier New" panose="02070309020205020404" pitchFamily="49" charset="0"/>
              <a:buChar char="o"/>
            </a:pPr>
            <a:endParaRPr lang="en-IN" dirty="0" smtClean="0"/>
          </a:p>
          <a:p>
            <a:pPr>
              <a:buClr>
                <a:srgbClr val="00B0F0"/>
              </a:buClr>
              <a:buFont typeface="Courier New" panose="02070309020205020404" pitchFamily="49" charset="0"/>
              <a:buChar char="o"/>
            </a:pPr>
            <a:endParaRPr lang="en-US" dirty="0"/>
          </a:p>
          <a:p>
            <a:r>
              <a:rPr lang="en-US" dirty="0"/>
              <a:t/>
            </a:r>
            <a:br>
              <a:rPr lang="en-US" dirty="0"/>
            </a:br>
            <a:endParaRPr lang="en-US" dirty="0"/>
          </a:p>
        </p:txBody>
      </p:sp>
    </p:spTree>
    <p:extLst>
      <p:ext uri="{BB962C8B-B14F-4D97-AF65-F5344CB8AC3E}">
        <p14:creationId xmlns:p14="http://schemas.microsoft.com/office/powerpoint/2010/main" val="409255534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C0A5957E-00C1-4894-8C5A-B1D05A0454D5}"/>
              </a:ext>
            </a:extLst>
          </p:cNvPr>
          <p:cNvSpPr>
            <a:spLocks noGrp="1"/>
          </p:cNvSpPr>
          <p:nvPr>
            <p:ph type="body" sz="quarter" idx="11"/>
          </p:nvPr>
        </p:nvSpPr>
        <p:spPr/>
        <p:txBody>
          <a:bodyPr/>
          <a:lstStyle/>
          <a:p>
            <a:r>
              <a:rPr lang="en-IN" dirty="0"/>
              <a:t>Key Takeaways</a:t>
            </a:r>
            <a:r>
              <a:rPr lang="en-IN" dirty="0" smtClean="0"/>
              <a:t/>
            </a:r>
            <a:br>
              <a:rPr lang="en-IN" dirty="0" smtClean="0"/>
            </a:br>
            <a:r>
              <a:rPr lang="en-IN" dirty="0" smtClean="0"/>
              <a:t/>
            </a:r>
            <a:br>
              <a:rPr lang="en-IN" dirty="0" smtClean="0"/>
            </a:br>
            <a:endParaRPr lang="en-US" dirty="0"/>
          </a:p>
        </p:txBody>
      </p:sp>
      <p:sp>
        <p:nvSpPr>
          <p:cNvPr id="7" name="Text Placeholder 6">
            <a:extLst>
              <a:ext uri="{FF2B5EF4-FFF2-40B4-BE49-F238E27FC236}">
                <a16:creationId xmlns:a16="http://schemas.microsoft.com/office/drawing/2014/main" xmlns="" id="{2463F1D2-D4CD-46B7-BADE-F17860E16E9A}"/>
              </a:ext>
            </a:extLst>
          </p:cNvPr>
          <p:cNvSpPr>
            <a:spLocks noGrp="1"/>
          </p:cNvSpPr>
          <p:nvPr>
            <p:ph type="body" sz="quarter" idx="13"/>
          </p:nvPr>
        </p:nvSpPr>
        <p:spPr>
          <a:xfrm>
            <a:off x="506627" y="1287163"/>
            <a:ext cx="10898659" cy="4383764"/>
          </a:xfrm>
        </p:spPr>
        <p:txBody>
          <a:bodyPr/>
          <a:lstStyle/>
          <a:p>
            <a:pPr>
              <a:buClr>
                <a:srgbClr val="00B0F0"/>
              </a:buClr>
              <a:buFont typeface="Courier New" panose="02070309020205020404" pitchFamily="49" charset="0"/>
              <a:buChar char="o"/>
            </a:pPr>
            <a:r>
              <a:rPr lang="en-US" dirty="0" smtClean="0"/>
              <a:t>Regression </a:t>
            </a:r>
            <a:r>
              <a:rPr lang="en-US" dirty="0"/>
              <a:t>models require numerical inputs. </a:t>
            </a:r>
          </a:p>
          <a:p>
            <a:pPr>
              <a:buClr>
                <a:srgbClr val="00B0F0"/>
              </a:buClr>
              <a:buFont typeface="Courier New" panose="02070309020205020404" pitchFamily="49" charset="0"/>
              <a:buChar char="o"/>
            </a:pPr>
            <a:r>
              <a:rPr lang="en-US" dirty="0" smtClean="0"/>
              <a:t>Categorical </a:t>
            </a:r>
            <a:r>
              <a:rPr lang="en-US" dirty="0"/>
              <a:t>variables must be converted into dummy variables. </a:t>
            </a:r>
          </a:p>
          <a:p>
            <a:pPr>
              <a:buClr>
                <a:srgbClr val="00B0F0"/>
              </a:buClr>
              <a:buFont typeface="Courier New" panose="02070309020205020404" pitchFamily="49" charset="0"/>
              <a:buChar char="o"/>
            </a:pPr>
            <a:r>
              <a:rPr lang="en-US" dirty="0" smtClean="0"/>
              <a:t>Dummy </a:t>
            </a:r>
            <a:r>
              <a:rPr lang="en-US" dirty="0"/>
              <a:t>variables contain only 0s and 1s. </a:t>
            </a:r>
          </a:p>
          <a:p>
            <a:pPr>
              <a:buClr>
                <a:srgbClr val="00B0F0"/>
              </a:buClr>
              <a:buFont typeface="Courier New" panose="02070309020205020404" pitchFamily="49" charset="0"/>
              <a:buChar char="o"/>
            </a:pPr>
            <a:r>
              <a:rPr lang="en-US" dirty="0" smtClean="0"/>
              <a:t>For </a:t>
            </a:r>
            <a:r>
              <a:rPr lang="en-US" dirty="0"/>
              <a:t>n categories, only n − 1 dummy variables should be included in the model. </a:t>
            </a:r>
          </a:p>
          <a:p>
            <a:pPr>
              <a:buClr>
                <a:srgbClr val="00B0F0"/>
              </a:buClr>
              <a:buFont typeface="Courier New" panose="02070309020205020404" pitchFamily="49" charset="0"/>
              <a:buChar char="o"/>
            </a:pPr>
            <a:r>
              <a:rPr lang="en-US" dirty="0" smtClean="0"/>
              <a:t>The </a:t>
            </a:r>
            <a:r>
              <a:rPr lang="en-US" dirty="0"/>
              <a:t>omitted category becomes the reference (baseline). </a:t>
            </a:r>
          </a:p>
          <a:p>
            <a:pPr>
              <a:buClr>
                <a:srgbClr val="00B0F0"/>
              </a:buClr>
              <a:buFont typeface="Courier New" panose="02070309020205020404" pitchFamily="49" charset="0"/>
              <a:buChar char="o"/>
            </a:pPr>
            <a:r>
              <a:rPr lang="en-US" dirty="0" smtClean="0"/>
              <a:t>Dummy </a:t>
            </a:r>
            <a:r>
              <a:rPr lang="en-US" dirty="0"/>
              <a:t>variables act like switches, turning the effect of a category ON (1) or OFF (0). </a:t>
            </a:r>
          </a:p>
          <a:p>
            <a:pPr>
              <a:buClr>
                <a:srgbClr val="00B0F0"/>
              </a:buClr>
              <a:buFont typeface="Courier New" panose="02070309020205020404" pitchFamily="49" charset="0"/>
              <a:buChar char="o"/>
            </a:pPr>
            <a:r>
              <a:rPr lang="en-US" dirty="0" smtClean="0"/>
              <a:t>Avoid </a:t>
            </a:r>
            <a:r>
              <a:rPr lang="en-US" dirty="0"/>
              <a:t>including all dummy variables to prevent the Dummy Variable Trap.</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a:p>
        </p:txBody>
      </p:sp>
    </p:spTree>
    <p:extLst>
      <p:ext uri="{BB962C8B-B14F-4D97-AF65-F5344CB8AC3E}">
        <p14:creationId xmlns:p14="http://schemas.microsoft.com/office/powerpoint/2010/main" val="31077234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smtClean="0"/>
              <a:t>Support </a:t>
            </a:r>
            <a:r>
              <a:rPr lang="en-US" dirty="0"/>
              <a:t>Vector Machine (SVM)</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310924"/>
          </a:xfrm>
        </p:spPr>
        <p:txBody>
          <a:bodyPr/>
          <a:lstStyle/>
          <a:p>
            <a:pPr lvl="0">
              <a:buClr>
                <a:srgbClr val="00B0F0"/>
              </a:buClr>
              <a:buFont typeface="Courier New" panose="02070309020205020404" pitchFamily="49" charset="0"/>
              <a:buChar char="o"/>
            </a:pPr>
            <a:r>
              <a:rPr lang="en-US" dirty="0" smtClean="0"/>
              <a:t>Support </a:t>
            </a:r>
            <a:r>
              <a:rPr lang="en-US" dirty="0"/>
              <a:t>Vector Machine (SVM) is a powerful supervised learning algorithm used for both classification and regression tasks. </a:t>
            </a:r>
            <a:endParaRPr lang="en-US" dirty="0" smtClean="0"/>
          </a:p>
          <a:p>
            <a:pPr lvl="0">
              <a:buClr>
                <a:srgbClr val="00B0F0"/>
              </a:buClr>
              <a:buFont typeface="Courier New" panose="02070309020205020404" pitchFamily="49" charset="0"/>
              <a:buChar char="o"/>
            </a:pPr>
            <a:r>
              <a:rPr lang="en-US" dirty="0"/>
              <a:t>Support Vector Machine (SVM) is one of the most widely used supervised machine learning algorithms. It is capable of solving both</a:t>
            </a:r>
            <a:r>
              <a:rPr lang="en-US" dirty="0" smtClean="0"/>
              <a:t>:</a:t>
            </a:r>
          </a:p>
          <a:p>
            <a:pPr lvl="1">
              <a:buClr>
                <a:srgbClr val="00B0F0"/>
              </a:buClr>
              <a:buFont typeface="Courier New" panose="02070309020205020404" pitchFamily="49" charset="0"/>
              <a:buChar char="o"/>
            </a:pPr>
            <a:r>
              <a:rPr lang="en-US" dirty="0" smtClean="0"/>
              <a:t>Classification problems</a:t>
            </a:r>
          </a:p>
          <a:p>
            <a:pPr lvl="1">
              <a:buClr>
                <a:srgbClr val="00B0F0"/>
              </a:buClr>
              <a:buFont typeface="Courier New" panose="02070309020205020404" pitchFamily="49" charset="0"/>
              <a:buChar char="o"/>
            </a:pPr>
            <a:r>
              <a:rPr lang="en-US" dirty="0" smtClean="0"/>
              <a:t>Regression </a:t>
            </a:r>
            <a:r>
              <a:rPr lang="en-US" dirty="0"/>
              <a:t>problems</a:t>
            </a:r>
          </a:p>
          <a:p>
            <a:pPr lvl="0">
              <a:buClr>
                <a:srgbClr val="00B0F0"/>
              </a:buClr>
              <a:buFont typeface="Courier New" panose="02070309020205020404" pitchFamily="49" charset="0"/>
              <a:buChar char="o"/>
            </a:pPr>
            <a:r>
              <a:rPr lang="en-US" dirty="0" smtClean="0"/>
              <a:t>Classification</a:t>
            </a:r>
          </a:p>
          <a:p>
            <a:pPr lvl="0">
              <a:buClr>
                <a:srgbClr val="00B0F0"/>
              </a:buClr>
              <a:buFont typeface="Courier New" panose="02070309020205020404" pitchFamily="49" charset="0"/>
              <a:buChar char="o"/>
            </a:pPr>
            <a:r>
              <a:rPr lang="en-US" dirty="0" smtClean="0"/>
              <a:t>In </a:t>
            </a:r>
            <a:r>
              <a:rPr lang="en-US" dirty="0"/>
              <a:t>classification, the target variable belongs to a finite set of categories, such as</a:t>
            </a:r>
            <a:r>
              <a:rPr lang="en-US" dirty="0" smtClean="0"/>
              <a:t>:</a:t>
            </a:r>
          </a:p>
          <a:p>
            <a:pPr lvl="1">
              <a:buClr>
                <a:srgbClr val="00B0F0"/>
              </a:buClr>
              <a:buFont typeface="Courier New" panose="02070309020205020404" pitchFamily="49" charset="0"/>
              <a:buChar char="o"/>
            </a:pPr>
            <a:r>
              <a:rPr lang="en-US" dirty="0" smtClean="0"/>
              <a:t>Yes </a:t>
            </a:r>
            <a:r>
              <a:rPr lang="en-US" dirty="0"/>
              <a:t>/ </a:t>
            </a:r>
            <a:r>
              <a:rPr lang="en-US" dirty="0" smtClean="0"/>
              <a:t>No</a:t>
            </a:r>
          </a:p>
          <a:p>
            <a:pPr lvl="1">
              <a:buClr>
                <a:srgbClr val="00B0F0"/>
              </a:buClr>
              <a:buFont typeface="Courier New" panose="02070309020205020404" pitchFamily="49" charset="0"/>
              <a:buChar char="o"/>
            </a:pPr>
            <a:r>
              <a:rPr lang="en-US" dirty="0" smtClean="0"/>
              <a:t>Spam </a:t>
            </a:r>
            <a:r>
              <a:rPr lang="en-US" dirty="0"/>
              <a:t>/ Not </a:t>
            </a:r>
            <a:r>
              <a:rPr lang="en-US" dirty="0" smtClean="0"/>
              <a:t>Spam</a:t>
            </a:r>
          </a:p>
          <a:p>
            <a:pPr lvl="1">
              <a:buClr>
                <a:srgbClr val="00B0F0"/>
              </a:buClr>
              <a:buFont typeface="Courier New" panose="02070309020205020404" pitchFamily="49" charset="0"/>
              <a:buChar char="o"/>
            </a:pPr>
            <a:r>
              <a:rPr lang="en-US" dirty="0" smtClean="0"/>
              <a:t>Fraud </a:t>
            </a:r>
            <a:r>
              <a:rPr lang="en-US" dirty="0"/>
              <a:t>/ Genuine</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38268993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smtClean="0"/>
              <a:t>Support </a:t>
            </a:r>
            <a:r>
              <a:rPr lang="en-US" dirty="0"/>
              <a:t>Vector Machine (SVM)</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749471"/>
          </a:xfrm>
        </p:spPr>
        <p:txBody>
          <a:bodyPr/>
          <a:lstStyle/>
          <a:p>
            <a:pPr lvl="0">
              <a:buClr>
                <a:srgbClr val="00B0F0"/>
              </a:buClr>
              <a:buFont typeface="Courier New" panose="02070309020205020404" pitchFamily="49" charset="0"/>
              <a:buChar char="o"/>
            </a:pPr>
            <a:r>
              <a:rPr lang="en-US" b="1" dirty="0" smtClean="0"/>
              <a:t>Regression</a:t>
            </a:r>
          </a:p>
          <a:p>
            <a:pPr lvl="0">
              <a:buClr>
                <a:srgbClr val="00B0F0"/>
              </a:buClr>
              <a:buFont typeface="Courier New" panose="02070309020205020404" pitchFamily="49" charset="0"/>
              <a:buChar char="o"/>
            </a:pPr>
            <a:r>
              <a:rPr lang="en-US" dirty="0" smtClean="0"/>
              <a:t>In </a:t>
            </a:r>
            <a:r>
              <a:rPr lang="en-US" dirty="0"/>
              <a:t>regression, the target variable contains continuous numerical values, such as</a:t>
            </a:r>
            <a:r>
              <a:rPr lang="en-US" dirty="0" smtClean="0"/>
              <a:t>:</a:t>
            </a:r>
          </a:p>
          <a:p>
            <a:pPr lvl="1">
              <a:buClr>
                <a:srgbClr val="00B0F0"/>
              </a:buClr>
              <a:buFont typeface="Courier New" panose="02070309020205020404" pitchFamily="49" charset="0"/>
              <a:buChar char="o"/>
            </a:pPr>
            <a:r>
              <a:rPr lang="en-US" dirty="0" smtClean="0"/>
              <a:t>House prices</a:t>
            </a:r>
          </a:p>
          <a:p>
            <a:pPr lvl="1">
              <a:buClr>
                <a:srgbClr val="00B0F0"/>
              </a:buClr>
              <a:buFont typeface="Courier New" panose="02070309020205020404" pitchFamily="49" charset="0"/>
              <a:buChar char="o"/>
            </a:pPr>
            <a:r>
              <a:rPr lang="en-US" dirty="0" smtClean="0"/>
              <a:t>Temperature</a:t>
            </a:r>
          </a:p>
          <a:p>
            <a:pPr lvl="1">
              <a:buClr>
                <a:srgbClr val="00B0F0"/>
              </a:buClr>
              <a:buFont typeface="Courier New" panose="02070309020205020404" pitchFamily="49" charset="0"/>
              <a:buChar char="o"/>
            </a:pPr>
            <a:r>
              <a:rPr lang="en-US" dirty="0" smtClean="0"/>
              <a:t>Sales prediction</a:t>
            </a:r>
          </a:p>
          <a:p>
            <a:pPr lvl="0">
              <a:buClr>
                <a:srgbClr val="00B0F0"/>
              </a:buClr>
              <a:buFont typeface="Courier New" panose="02070309020205020404" pitchFamily="49" charset="0"/>
              <a:buChar char="o"/>
            </a:pPr>
            <a:r>
              <a:rPr lang="en-US" dirty="0" smtClean="0"/>
              <a:t>Although </a:t>
            </a:r>
            <a:r>
              <a:rPr lang="en-US" dirty="0"/>
              <a:t>SVM can perform both tasks, it is primarily used for classification problems because of its high accuracy and ability to create robust decision boundaries.</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30175832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Working Principle of SVM</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415568"/>
          </a:xfrm>
        </p:spPr>
        <p:txBody>
          <a:bodyPr/>
          <a:lstStyle/>
          <a:p>
            <a:pPr lvl="0">
              <a:buClr>
                <a:srgbClr val="00B0F0"/>
              </a:buClr>
              <a:buFont typeface="Courier New" panose="02070309020205020404" pitchFamily="49" charset="0"/>
              <a:buChar char="o"/>
            </a:pPr>
            <a:r>
              <a:rPr lang="en-US" dirty="0" smtClean="0"/>
              <a:t>Suppose </a:t>
            </a:r>
            <a:r>
              <a:rPr lang="en-US" dirty="0"/>
              <a:t>we have a dataset containing two classes</a:t>
            </a:r>
            <a:r>
              <a:rPr lang="en-US" dirty="0" smtClean="0"/>
              <a:t>:</a:t>
            </a:r>
          </a:p>
          <a:p>
            <a:pPr lvl="1">
              <a:buClr>
                <a:srgbClr val="00B0F0"/>
              </a:buClr>
              <a:buFont typeface="Courier New" panose="02070309020205020404" pitchFamily="49" charset="0"/>
              <a:buChar char="o"/>
            </a:pPr>
            <a:r>
              <a:rPr lang="en-US" dirty="0" smtClean="0"/>
              <a:t>Red circles</a:t>
            </a:r>
          </a:p>
          <a:p>
            <a:pPr lvl="1">
              <a:buClr>
                <a:srgbClr val="00B0F0"/>
              </a:buClr>
              <a:buFont typeface="Courier New" panose="02070309020205020404" pitchFamily="49" charset="0"/>
              <a:buChar char="o"/>
            </a:pPr>
            <a:r>
              <a:rPr lang="en-US" dirty="0" smtClean="0"/>
              <a:t>Green triangles</a:t>
            </a:r>
          </a:p>
          <a:p>
            <a:pPr lvl="0">
              <a:buClr>
                <a:srgbClr val="00B0F0"/>
              </a:buClr>
              <a:buFont typeface="Courier New" panose="02070309020205020404" pitchFamily="49" charset="0"/>
              <a:buChar char="o"/>
            </a:pPr>
            <a:r>
              <a:rPr lang="en-US" dirty="0" smtClean="0"/>
              <a:t>The </a:t>
            </a:r>
            <a:r>
              <a:rPr lang="en-US" dirty="0"/>
              <a:t>objective of an SVM classifier is to find a </a:t>
            </a:r>
            <a:r>
              <a:rPr lang="en-US" dirty="0" err="1"/>
              <a:t>hyperplane</a:t>
            </a:r>
            <a:r>
              <a:rPr lang="en-US" dirty="0"/>
              <a:t> that separates these two classes</a:t>
            </a:r>
            <a:r>
              <a:rPr lang="en-US" dirty="0" smtClean="0"/>
              <a:t>.</a:t>
            </a:r>
          </a:p>
          <a:p>
            <a:pPr lvl="0">
              <a:buClr>
                <a:srgbClr val="00B0F0"/>
              </a:buClr>
              <a:buFont typeface="Courier New" panose="02070309020205020404" pitchFamily="49" charset="0"/>
              <a:buChar char="o"/>
            </a:pPr>
            <a:r>
              <a:rPr lang="en-US" dirty="0"/>
              <a:t>A </a:t>
            </a:r>
            <a:r>
              <a:rPr lang="en-US" b="1" dirty="0" err="1"/>
              <a:t>hyperplane</a:t>
            </a:r>
            <a:r>
              <a:rPr lang="en-US" dirty="0"/>
              <a:t> is a decision boundary that divides the data into different classes. In a two-dimensional dataset, a </a:t>
            </a:r>
            <a:r>
              <a:rPr lang="en-US" dirty="0" err="1"/>
              <a:t>hyperplane</a:t>
            </a:r>
            <a:r>
              <a:rPr lang="en-US" dirty="0"/>
              <a:t> is simply a straight line</a:t>
            </a:r>
            <a:r>
              <a:rPr lang="en-US" dirty="0" smtClean="0"/>
              <a:t>.</a:t>
            </a:r>
          </a:p>
          <a:p>
            <a:pPr lvl="0">
              <a:buClr>
                <a:srgbClr val="00B0F0"/>
              </a:buClr>
              <a:buFont typeface="Courier New" panose="02070309020205020404" pitchFamily="49" charset="0"/>
              <a:buChar char="o"/>
            </a:pPr>
            <a:r>
              <a:rPr lang="en-US" dirty="0"/>
              <a:t>However, there can be multiple </a:t>
            </a:r>
            <a:r>
              <a:rPr lang="en-US" dirty="0" err="1"/>
              <a:t>hyperplanes</a:t>
            </a:r>
            <a:r>
              <a:rPr lang="en-US" dirty="0"/>
              <a:t> that separate the same dataset</a:t>
            </a:r>
            <a:r>
              <a:rPr lang="en-US" dirty="0" smtClean="0"/>
              <a:t>.</a:t>
            </a:r>
          </a:p>
          <a:p>
            <a:pPr lvl="0">
              <a:buClr>
                <a:srgbClr val="00B0F0"/>
              </a:buClr>
              <a:buFont typeface="Courier New" panose="02070309020205020404" pitchFamily="49" charset="0"/>
              <a:buChar char="o"/>
            </a:pPr>
            <a:r>
              <a:rPr lang="en-US" dirty="0" smtClean="0"/>
              <a:t>The </a:t>
            </a:r>
            <a:r>
              <a:rPr lang="en-US" dirty="0"/>
              <a:t>important question is</a:t>
            </a:r>
            <a:r>
              <a:rPr lang="en-US" dirty="0" smtClean="0"/>
              <a:t>:</a:t>
            </a:r>
          </a:p>
          <a:p>
            <a:pPr lvl="0">
              <a:buClr>
                <a:srgbClr val="00B0F0"/>
              </a:buClr>
              <a:buFont typeface="Courier New" panose="02070309020205020404" pitchFamily="49" charset="0"/>
              <a:buChar char="o"/>
            </a:pPr>
            <a:r>
              <a:rPr lang="en-US" dirty="0" smtClean="0"/>
              <a:t>Which </a:t>
            </a:r>
            <a:r>
              <a:rPr lang="en-US" dirty="0" err="1"/>
              <a:t>hyperplane</a:t>
            </a:r>
            <a:r>
              <a:rPr lang="en-US" dirty="0"/>
              <a:t> should we choose</a:t>
            </a:r>
            <a:r>
              <a:rPr lang="en-US" dirty="0" smtClean="0"/>
              <a:t>?</a:t>
            </a:r>
          </a:p>
          <a:p>
            <a:pPr lvl="1">
              <a:buClr>
                <a:srgbClr val="00B0F0"/>
              </a:buClr>
              <a:buFont typeface="Courier New" panose="02070309020205020404" pitchFamily="49" charset="0"/>
              <a:buChar char="o"/>
            </a:pPr>
            <a:r>
              <a:rPr lang="en-US" dirty="0" smtClean="0"/>
              <a:t>The </a:t>
            </a:r>
            <a:r>
              <a:rPr lang="en-US" dirty="0"/>
              <a:t>answer lies in the concept of margin.</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 name="Picture 4"/>
          <p:cNvPicPr/>
          <p:nvPr/>
        </p:nvPicPr>
        <p:blipFill>
          <a:blip r:embed="rId2">
            <a:extLst>
              <a:ext uri="{28A0092B-C50C-407E-A947-70E740481C1C}">
                <a14:useLocalDpi xmlns:a14="http://schemas.microsoft.com/office/drawing/2010/main" val="0"/>
              </a:ext>
            </a:extLst>
          </a:blip>
          <a:srcRect/>
          <a:stretch>
            <a:fillRect/>
          </a:stretch>
        </p:blipFill>
        <p:spPr bwMode="auto">
          <a:xfrm>
            <a:off x="8003057" y="4208636"/>
            <a:ext cx="3286125" cy="2543175"/>
          </a:xfrm>
          <a:prstGeom prst="rect">
            <a:avLst/>
          </a:prstGeom>
          <a:noFill/>
          <a:ln>
            <a:noFill/>
          </a:ln>
        </p:spPr>
      </p:pic>
    </p:spTree>
    <p:extLst>
      <p:ext uri="{BB962C8B-B14F-4D97-AF65-F5344CB8AC3E}">
        <p14:creationId xmlns:p14="http://schemas.microsoft.com/office/powerpoint/2010/main" val="13208339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What is Margin?</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7337393"/>
          </a:xfrm>
        </p:spPr>
        <p:txBody>
          <a:bodyPr/>
          <a:lstStyle/>
          <a:p>
            <a:pPr lvl="0">
              <a:buClr>
                <a:srgbClr val="00B0F0"/>
              </a:buClr>
              <a:buFont typeface="Courier New" panose="02070309020205020404" pitchFamily="49" charset="0"/>
              <a:buChar char="o"/>
            </a:pPr>
            <a:r>
              <a:rPr lang="en-US" dirty="0" smtClean="0"/>
              <a:t>The </a:t>
            </a:r>
            <a:r>
              <a:rPr lang="en-US" dirty="0"/>
              <a:t>margin is the perpendicular distance between the </a:t>
            </a:r>
            <a:r>
              <a:rPr lang="en-US" dirty="0" err="1"/>
              <a:t>hyperplane</a:t>
            </a:r>
            <a:r>
              <a:rPr lang="en-US" dirty="0"/>
              <a:t> and the nearest data points from both classes</a:t>
            </a:r>
            <a:r>
              <a:rPr lang="en-US" dirty="0" smtClean="0"/>
              <a:t>.</a:t>
            </a:r>
          </a:p>
          <a:p>
            <a:pPr lvl="0">
              <a:buClr>
                <a:srgbClr val="00B0F0"/>
              </a:buClr>
              <a:buFont typeface="Courier New" panose="02070309020205020404" pitchFamily="49" charset="0"/>
              <a:buChar char="o"/>
            </a:pPr>
            <a:r>
              <a:rPr lang="en-US" dirty="0" smtClean="0"/>
              <a:t>These </a:t>
            </a:r>
            <a:r>
              <a:rPr lang="en-US" dirty="0"/>
              <a:t>nearest data points are called support vectors, and they play a crucial role in determining the optimal decision boundary</a:t>
            </a:r>
            <a:r>
              <a:rPr lang="en-US" dirty="0" smtClean="0"/>
              <a:t>.</a:t>
            </a:r>
          </a:p>
          <a:p>
            <a:pPr lvl="0">
              <a:buClr>
                <a:srgbClr val="00B0F0"/>
              </a:buClr>
              <a:buFont typeface="Courier New" panose="02070309020205020404" pitchFamily="49" charset="0"/>
              <a:buChar char="o"/>
            </a:pPr>
            <a:r>
              <a:rPr lang="en-US" dirty="0" smtClean="0"/>
              <a:t>Consider </a:t>
            </a:r>
            <a:r>
              <a:rPr lang="en-US" dirty="0"/>
              <a:t>two possible </a:t>
            </a:r>
            <a:r>
              <a:rPr lang="en-US" dirty="0" err="1" smtClean="0"/>
              <a:t>hyperplanes</a:t>
            </a:r>
            <a:r>
              <a:rPr lang="en-US" dirty="0" smtClean="0"/>
              <a:t>:</a:t>
            </a:r>
          </a:p>
          <a:p>
            <a:pPr lvl="0">
              <a:buClr>
                <a:srgbClr val="00B0F0"/>
              </a:buClr>
              <a:buFont typeface="Courier New" panose="02070309020205020404" pitchFamily="49" charset="0"/>
              <a:buChar char="o"/>
            </a:pPr>
            <a:r>
              <a:rPr lang="en-US" b="1" dirty="0" err="1" smtClean="0"/>
              <a:t>Hyperplane</a:t>
            </a:r>
            <a:r>
              <a:rPr lang="en-US" b="1" dirty="0" smtClean="0"/>
              <a:t> A</a:t>
            </a:r>
          </a:p>
          <a:p>
            <a:pPr lvl="0">
              <a:buClr>
                <a:srgbClr val="00B0F0"/>
              </a:buClr>
              <a:buFont typeface="Courier New" panose="02070309020205020404" pitchFamily="49" charset="0"/>
              <a:buChar char="o"/>
            </a:pPr>
            <a:r>
              <a:rPr lang="en-US" dirty="0" smtClean="0"/>
              <a:t>Suppose </a:t>
            </a:r>
            <a:r>
              <a:rPr lang="en-US" dirty="0"/>
              <a:t>the nearest data points are relatively far from the </a:t>
            </a:r>
            <a:r>
              <a:rPr lang="en-US" dirty="0" err="1" smtClean="0"/>
              <a:t>hyperplane</a:t>
            </a:r>
            <a:r>
              <a:rPr lang="en-US" dirty="0" smtClean="0"/>
              <a:t>.</a:t>
            </a:r>
          </a:p>
          <a:p>
            <a:pPr lvl="1">
              <a:buClr>
                <a:srgbClr val="00B0F0"/>
              </a:buClr>
              <a:buFont typeface="Courier New" panose="02070309020205020404" pitchFamily="49" charset="0"/>
              <a:buChar char="o"/>
            </a:pPr>
            <a:r>
              <a:rPr lang="en-US" dirty="0" smtClean="0"/>
              <a:t>Margin </a:t>
            </a:r>
            <a:r>
              <a:rPr lang="en-US" dirty="0"/>
              <a:t>= </a:t>
            </a:r>
            <a:r>
              <a:rPr lang="en-US" b="1" dirty="0"/>
              <a:t>A</a:t>
            </a:r>
            <a:endParaRPr lang="en-US" dirty="0"/>
          </a:p>
          <a:p>
            <a:r>
              <a:rPr lang="en-US" b="1" dirty="0" err="1"/>
              <a:t>Hyperplane</a:t>
            </a:r>
            <a:r>
              <a:rPr lang="en-US" b="1" dirty="0"/>
              <a:t> B</a:t>
            </a:r>
          </a:p>
          <a:p>
            <a:r>
              <a:rPr lang="en-US" dirty="0"/>
              <a:t>Now consider another </a:t>
            </a:r>
            <a:r>
              <a:rPr lang="en-US" dirty="0" err="1"/>
              <a:t>hyperplane</a:t>
            </a:r>
            <a:r>
              <a:rPr lang="en-US" dirty="0"/>
              <a:t> where the nearest data points are much closer.</a:t>
            </a:r>
          </a:p>
          <a:p>
            <a:r>
              <a:rPr lang="en-US" dirty="0"/>
              <a:t>Margin = </a:t>
            </a:r>
            <a:r>
              <a:rPr lang="en-US" b="1" dirty="0"/>
              <a:t>B</a:t>
            </a:r>
            <a:endParaRPr lang="en-US" dirty="0"/>
          </a:p>
          <a:p>
            <a:r>
              <a:rPr lang="en-US" dirty="0"/>
              <a:t>If:</a:t>
            </a:r>
          </a:p>
          <a:p>
            <a:r>
              <a:rPr lang="en-US" b="1" dirty="0"/>
              <a:t>Margin A &gt; Margin B</a:t>
            </a:r>
            <a:endParaRPr lang="en-US" dirty="0"/>
          </a:p>
          <a:p>
            <a:r>
              <a:rPr lang="en-US" dirty="0"/>
              <a:t>then </a:t>
            </a:r>
            <a:r>
              <a:rPr lang="en-US" b="1" dirty="0" err="1"/>
              <a:t>Hyperplane</a:t>
            </a:r>
            <a:r>
              <a:rPr lang="en-US" b="1" dirty="0"/>
              <a:t> A</a:t>
            </a:r>
            <a:r>
              <a:rPr lang="en-US" dirty="0"/>
              <a:t> is considered the better choice.</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67974" y="3048772"/>
            <a:ext cx="3486150" cy="2762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3791702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What is Margin?</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298886"/>
          </a:xfrm>
        </p:spPr>
        <p:txBody>
          <a:bodyPr/>
          <a:lstStyle/>
          <a:p>
            <a:pPr lvl="0">
              <a:buClr>
                <a:srgbClr val="00B0F0"/>
              </a:buClr>
              <a:buFont typeface="Courier New" panose="02070309020205020404" pitchFamily="49" charset="0"/>
              <a:buChar char="o"/>
            </a:pPr>
            <a:r>
              <a:rPr lang="en-US" dirty="0" smtClean="0"/>
              <a:t>Consider </a:t>
            </a:r>
            <a:r>
              <a:rPr lang="en-US" dirty="0"/>
              <a:t>two possible </a:t>
            </a:r>
            <a:r>
              <a:rPr lang="en-US" dirty="0" err="1" smtClean="0"/>
              <a:t>hyperplanes</a:t>
            </a:r>
            <a:r>
              <a:rPr lang="en-US" dirty="0" smtClean="0"/>
              <a:t>:</a:t>
            </a:r>
          </a:p>
          <a:p>
            <a:pPr lvl="0">
              <a:buClr>
                <a:srgbClr val="00B0F0"/>
              </a:buClr>
              <a:buFont typeface="Courier New" panose="02070309020205020404" pitchFamily="49" charset="0"/>
              <a:buChar char="o"/>
            </a:pPr>
            <a:r>
              <a:rPr lang="en-US" b="1" dirty="0" err="1" smtClean="0"/>
              <a:t>Hyperplane</a:t>
            </a:r>
            <a:r>
              <a:rPr lang="en-US" b="1" dirty="0" smtClean="0"/>
              <a:t> A</a:t>
            </a:r>
          </a:p>
          <a:p>
            <a:pPr lvl="0">
              <a:buClr>
                <a:srgbClr val="00B0F0"/>
              </a:buClr>
              <a:buFont typeface="Courier New" panose="02070309020205020404" pitchFamily="49" charset="0"/>
              <a:buChar char="o"/>
            </a:pPr>
            <a:r>
              <a:rPr lang="en-US" dirty="0" smtClean="0"/>
              <a:t>Suppose </a:t>
            </a:r>
            <a:r>
              <a:rPr lang="en-US" dirty="0"/>
              <a:t>the nearest data points are relatively far from the </a:t>
            </a:r>
            <a:r>
              <a:rPr lang="en-US" dirty="0" err="1" smtClean="0"/>
              <a:t>hyperplane</a:t>
            </a:r>
            <a:r>
              <a:rPr lang="en-US" dirty="0" smtClean="0"/>
              <a:t>.</a:t>
            </a:r>
          </a:p>
          <a:p>
            <a:pPr lvl="1">
              <a:buClr>
                <a:srgbClr val="00B0F0"/>
              </a:buClr>
              <a:buFont typeface="Courier New" panose="02070309020205020404" pitchFamily="49" charset="0"/>
              <a:buChar char="o"/>
            </a:pPr>
            <a:r>
              <a:rPr lang="en-US" dirty="0" smtClean="0"/>
              <a:t>Margin </a:t>
            </a:r>
            <a:r>
              <a:rPr lang="en-US" dirty="0"/>
              <a:t>= </a:t>
            </a:r>
            <a:r>
              <a:rPr lang="en-US" b="1" dirty="0" smtClean="0"/>
              <a:t>A</a:t>
            </a:r>
            <a:endParaRPr lang="en-US" dirty="0" smtClean="0"/>
          </a:p>
          <a:p>
            <a:pPr lvl="0">
              <a:buClr>
                <a:srgbClr val="00B0F0"/>
              </a:buClr>
              <a:buFont typeface="Courier New" panose="02070309020205020404" pitchFamily="49" charset="0"/>
              <a:buChar char="o"/>
            </a:pPr>
            <a:r>
              <a:rPr lang="en-US" b="1" dirty="0" err="1" smtClean="0"/>
              <a:t>Hyperplane</a:t>
            </a:r>
            <a:r>
              <a:rPr lang="en-US" b="1" dirty="0" smtClean="0"/>
              <a:t> B</a:t>
            </a:r>
          </a:p>
          <a:p>
            <a:pPr lvl="0">
              <a:buClr>
                <a:srgbClr val="00B0F0"/>
              </a:buClr>
              <a:buFont typeface="Courier New" panose="02070309020205020404" pitchFamily="49" charset="0"/>
              <a:buChar char="o"/>
            </a:pPr>
            <a:r>
              <a:rPr lang="en-US" dirty="0" smtClean="0"/>
              <a:t>Now </a:t>
            </a:r>
            <a:r>
              <a:rPr lang="en-US" dirty="0"/>
              <a:t>consider another </a:t>
            </a:r>
            <a:r>
              <a:rPr lang="en-US" dirty="0" err="1"/>
              <a:t>hyperplane</a:t>
            </a:r>
            <a:r>
              <a:rPr lang="en-US" dirty="0"/>
              <a:t> where the nearest data points are much </a:t>
            </a:r>
            <a:r>
              <a:rPr lang="en-US" dirty="0" smtClean="0"/>
              <a:t>closer.</a:t>
            </a:r>
          </a:p>
          <a:p>
            <a:pPr lvl="1">
              <a:buClr>
                <a:srgbClr val="00B0F0"/>
              </a:buClr>
              <a:buFont typeface="Courier New" panose="02070309020205020404" pitchFamily="49" charset="0"/>
              <a:buChar char="o"/>
            </a:pPr>
            <a:r>
              <a:rPr lang="en-US" dirty="0" smtClean="0"/>
              <a:t>Margin </a:t>
            </a:r>
            <a:r>
              <a:rPr lang="en-US" dirty="0"/>
              <a:t>= </a:t>
            </a:r>
            <a:r>
              <a:rPr lang="en-US" b="1" dirty="0" smtClean="0"/>
              <a:t>B</a:t>
            </a:r>
            <a:endParaRPr lang="en-US" dirty="0" smtClean="0"/>
          </a:p>
          <a:p>
            <a:pPr lvl="0">
              <a:buClr>
                <a:srgbClr val="00B0F0"/>
              </a:buClr>
              <a:buFont typeface="Courier New" panose="02070309020205020404" pitchFamily="49" charset="0"/>
              <a:buChar char="o"/>
            </a:pPr>
            <a:r>
              <a:rPr lang="en-US" dirty="0" smtClean="0"/>
              <a:t>If:</a:t>
            </a:r>
          </a:p>
          <a:p>
            <a:pPr lvl="1">
              <a:buClr>
                <a:srgbClr val="00B0F0"/>
              </a:buClr>
              <a:buFont typeface="Courier New" panose="02070309020205020404" pitchFamily="49" charset="0"/>
              <a:buChar char="o"/>
            </a:pPr>
            <a:r>
              <a:rPr lang="en-US" b="1" dirty="0" smtClean="0"/>
              <a:t>Margin </a:t>
            </a:r>
            <a:r>
              <a:rPr lang="en-US" b="1" dirty="0"/>
              <a:t>A &gt; Margin </a:t>
            </a:r>
            <a:r>
              <a:rPr lang="en-US" b="1" dirty="0" smtClean="0"/>
              <a:t>B</a:t>
            </a:r>
            <a:endParaRPr lang="en-US" dirty="0" smtClean="0"/>
          </a:p>
          <a:p>
            <a:pPr lvl="0">
              <a:buClr>
                <a:srgbClr val="00B0F0"/>
              </a:buClr>
              <a:buFont typeface="Courier New" panose="02070309020205020404" pitchFamily="49" charset="0"/>
              <a:buChar char="o"/>
            </a:pPr>
            <a:r>
              <a:rPr lang="en-US" dirty="0" smtClean="0"/>
              <a:t>then </a:t>
            </a:r>
            <a:r>
              <a:rPr lang="en-US" b="1" dirty="0" err="1"/>
              <a:t>Hyperplane</a:t>
            </a:r>
            <a:r>
              <a:rPr lang="en-US" b="1" dirty="0"/>
              <a:t> A</a:t>
            </a:r>
            <a:r>
              <a:rPr lang="en-US" dirty="0"/>
              <a:t> is considered the better choice.</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16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95876" y="160338"/>
            <a:ext cx="3486150" cy="24129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4638720"/>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Maximum Margin Principle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074962"/>
          </a:xfrm>
        </p:spPr>
        <p:txBody>
          <a:bodyPr/>
          <a:lstStyle/>
          <a:p>
            <a:pPr lvl="0">
              <a:buClr>
                <a:srgbClr val="00B0F0"/>
              </a:buClr>
              <a:buFont typeface="Courier New" panose="02070309020205020404" pitchFamily="49" charset="0"/>
              <a:buChar char="o"/>
            </a:pPr>
            <a:r>
              <a:rPr lang="en-US" dirty="0" smtClean="0"/>
              <a:t>The </a:t>
            </a:r>
            <a:r>
              <a:rPr lang="en-US" dirty="0"/>
              <a:t>main objective of an SVM classifier is </a:t>
            </a:r>
            <a:r>
              <a:rPr lang="en-US" dirty="0" smtClean="0"/>
              <a:t>to:</a:t>
            </a:r>
          </a:p>
          <a:p>
            <a:pPr lvl="1">
              <a:buClr>
                <a:srgbClr val="00B0F0"/>
              </a:buClr>
              <a:buFont typeface="Courier New" panose="02070309020205020404" pitchFamily="49" charset="0"/>
              <a:buChar char="o"/>
            </a:pPr>
            <a:r>
              <a:rPr lang="en-US" dirty="0" smtClean="0"/>
              <a:t>Draw </a:t>
            </a:r>
            <a:r>
              <a:rPr lang="en-US" dirty="0"/>
              <a:t>all possible </a:t>
            </a:r>
            <a:r>
              <a:rPr lang="en-US" dirty="0" err="1"/>
              <a:t>hyperplanes</a:t>
            </a:r>
            <a:r>
              <a:rPr lang="en-US" dirty="0"/>
              <a:t> that separate the </a:t>
            </a:r>
            <a:r>
              <a:rPr lang="en-US" dirty="0" smtClean="0"/>
              <a:t>classes.</a:t>
            </a:r>
          </a:p>
          <a:p>
            <a:pPr lvl="1">
              <a:buClr>
                <a:srgbClr val="00B0F0"/>
              </a:buClr>
              <a:buFont typeface="Courier New" panose="02070309020205020404" pitchFamily="49" charset="0"/>
              <a:buChar char="o"/>
            </a:pPr>
            <a:r>
              <a:rPr lang="en-US" dirty="0" smtClean="0"/>
              <a:t>Compute </a:t>
            </a:r>
            <a:r>
              <a:rPr lang="en-US" dirty="0"/>
              <a:t>the margin for each </a:t>
            </a:r>
            <a:r>
              <a:rPr lang="en-US" dirty="0" err="1" smtClean="0"/>
              <a:t>hyperplane</a:t>
            </a:r>
            <a:r>
              <a:rPr lang="en-US" dirty="0" smtClean="0"/>
              <a:t>.</a:t>
            </a:r>
          </a:p>
          <a:p>
            <a:pPr lvl="1">
              <a:buClr>
                <a:srgbClr val="00B0F0"/>
              </a:buClr>
              <a:buFont typeface="Courier New" panose="02070309020205020404" pitchFamily="49" charset="0"/>
              <a:buChar char="o"/>
            </a:pPr>
            <a:r>
              <a:rPr lang="en-US" dirty="0" smtClean="0"/>
              <a:t>Select </a:t>
            </a:r>
            <a:r>
              <a:rPr lang="en-US" dirty="0"/>
              <a:t>the </a:t>
            </a:r>
            <a:r>
              <a:rPr lang="en-US" dirty="0" err="1"/>
              <a:t>hyperplane</a:t>
            </a:r>
            <a:r>
              <a:rPr lang="en-US" dirty="0"/>
              <a:t> with the </a:t>
            </a:r>
            <a:r>
              <a:rPr lang="en-US" b="1" dirty="0"/>
              <a:t>maximum </a:t>
            </a:r>
            <a:r>
              <a:rPr lang="en-US" b="1" dirty="0" smtClean="0"/>
              <a:t>margin</a:t>
            </a:r>
            <a:r>
              <a:rPr lang="en-US" dirty="0" smtClean="0"/>
              <a:t>.</a:t>
            </a:r>
          </a:p>
          <a:p>
            <a:pPr lvl="0">
              <a:buClr>
                <a:srgbClr val="00B0F0"/>
              </a:buClr>
              <a:buFont typeface="Courier New" panose="02070309020205020404" pitchFamily="49" charset="0"/>
              <a:buChar char="o"/>
            </a:pPr>
            <a:r>
              <a:rPr lang="en-US" dirty="0" smtClean="0"/>
              <a:t>A </a:t>
            </a:r>
            <a:r>
              <a:rPr lang="en-US" dirty="0"/>
              <a:t>larger margin generally leads </a:t>
            </a:r>
            <a:r>
              <a:rPr lang="en-US" dirty="0" smtClean="0"/>
              <a:t>to:</a:t>
            </a:r>
          </a:p>
          <a:p>
            <a:pPr lvl="1">
              <a:buClr>
                <a:srgbClr val="00B0F0"/>
              </a:buClr>
              <a:buFont typeface="Courier New" panose="02070309020205020404" pitchFamily="49" charset="0"/>
              <a:buChar char="o"/>
            </a:pPr>
            <a:r>
              <a:rPr lang="en-US" dirty="0" smtClean="0"/>
              <a:t>Better generalization</a:t>
            </a:r>
          </a:p>
          <a:p>
            <a:pPr lvl="1">
              <a:buClr>
                <a:srgbClr val="00B0F0"/>
              </a:buClr>
              <a:buFont typeface="Courier New" panose="02070309020205020404" pitchFamily="49" charset="0"/>
              <a:buChar char="o"/>
            </a:pPr>
            <a:r>
              <a:rPr lang="en-US" dirty="0" smtClean="0"/>
              <a:t>Higher </a:t>
            </a:r>
            <a:r>
              <a:rPr lang="en-US" dirty="0"/>
              <a:t>classification </a:t>
            </a:r>
            <a:r>
              <a:rPr lang="en-US" dirty="0" smtClean="0"/>
              <a:t>accuracy</a:t>
            </a:r>
          </a:p>
          <a:p>
            <a:pPr lvl="1">
              <a:buClr>
                <a:srgbClr val="00B0F0"/>
              </a:buClr>
              <a:buFont typeface="Courier New" panose="02070309020205020404" pitchFamily="49" charset="0"/>
              <a:buChar char="o"/>
            </a:pPr>
            <a:r>
              <a:rPr lang="en-US" dirty="0" smtClean="0"/>
              <a:t>Reduced </a:t>
            </a:r>
            <a:r>
              <a:rPr lang="en-US" dirty="0"/>
              <a:t>risk of </a:t>
            </a:r>
            <a:r>
              <a:rPr lang="en-US" dirty="0" err="1" smtClean="0"/>
              <a:t>overfitting</a:t>
            </a:r>
            <a:endParaRPr lang="en-US" dirty="0" smtClean="0"/>
          </a:p>
          <a:p>
            <a:pPr lvl="0">
              <a:buClr>
                <a:srgbClr val="00B0F0"/>
              </a:buClr>
              <a:buFont typeface="Courier New" panose="02070309020205020404" pitchFamily="49" charset="0"/>
              <a:buChar char="o"/>
            </a:pPr>
            <a:r>
              <a:rPr lang="en-US" dirty="0" smtClean="0"/>
              <a:t>This </a:t>
            </a:r>
            <a:r>
              <a:rPr lang="en-US" dirty="0"/>
              <a:t>is known as the </a:t>
            </a:r>
            <a:r>
              <a:rPr lang="en-US" b="1" dirty="0"/>
              <a:t>Maximum Margin Principle</a:t>
            </a:r>
            <a:r>
              <a:rPr lang="en-US" dirty="0"/>
              <a:t>.</a:t>
            </a:r>
          </a:p>
          <a:p>
            <a:pPr lvl="0">
              <a:buClr>
                <a:srgbClr val="00B0F0"/>
              </a:buClr>
              <a:buFont typeface="Courier New" panose="02070309020205020404" pitchFamily="49" charset="0"/>
              <a:buChar char="o"/>
            </a:pP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2157677263"/>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Types of Support Vector Machine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866152"/>
          </a:xfrm>
        </p:spPr>
        <p:txBody>
          <a:bodyPr/>
          <a:lstStyle/>
          <a:p>
            <a:pPr lvl="0">
              <a:buClr>
                <a:srgbClr val="00B0F0"/>
              </a:buClr>
              <a:buFont typeface="Courier New" panose="02070309020205020404" pitchFamily="49" charset="0"/>
              <a:buChar char="o"/>
            </a:pPr>
            <a:r>
              <a:rPr lang="en-US" dirty="0" smtClean="0"/>
              <a:t>There </a:t>
            </a:r>
            <a:r>
              <a:rPr lang="en-US" dirty="0"/>
              <a:t>are two major types of SVM</a:t>
            </a:r>
            <a:r>
              <a:rPr lang="en-US" dirty="0" smtClean="0"/>
              <a:t>:</a:t>
            </a:r>
          </a:p>
          <a:p>
            <a:pPr lvl="1">
              <a:buClr>
                <a:srgbClr val="00B0F0"/>
              </a:buClr>
              <a:buFont typeface="Courier New" panose="02070309020205020404" pitchFamily="49" charset="0"/>
              <a:buChar char="o"/>
            </a:pPr>
            <a:r>
              <a:rPr lang="en-US" dirty="0" smtClean="0"/>
              <a:t>Linear SVM</a:t>
            </a:r>
          </a:p>
          <a:p>
            <a:pPr lvl="1">
              <a:buClr>
                <a:srgbClr val="00B0F0"/>
              </a:buClr>
              <a:buFont typeface="Courier New" panose="02070309020205020404" pitchFamily="49" charset="0"/>
              <a:buChar char="o"/>
            </a:pPr>
            <a:r>
              <a:rPr lang="en-US" dirty="0" smtClean="0"/>
              <a:t>Nonlinear </a:t>
            </a:r>
            <a:r>
              <a:rPr lang="en-US" dirty="0"/>
              <a:t>SVM</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89285254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Types of Support Vector Machine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720267"/>
          </a:xfrm>
        </p:spPr>
        <p:txBody>
          <a:bodyPr/>
          <a:lstStyle/>
          <a:p>
            <a:pPr lvl="0">
              <a:buClr>
                <a:srgbClr val="00B0F0"/>
              </a:buClr>
              <a:buFont typeface="Courier New" panose="02070309020205020404" pitchFamily="49" charset="0"/>
              <a:buChar char="o"/>
            </a:pPr>
            <a:r>
              <a:rPr lang="en-IN" dirty="0" smtClean="0"/>
              <a:t>1</a:t>
            </a:r>
            <a:r>
              <a:rPr lang="en-IN" dirty="0"/>
              <a:t>. Linear </a:t>
            </a:r>
            <a:r>
              <a:rPr lang="en-IN" dirty="0" smtClean="0"/>
              <a:t>SVM</a:t>
            </a:r>
          </a:p>
          <a:p>
            <a:pPr lvl="0">
              <a:buClr>
                <a:srgbClr val="00B0F0"/>
              </a:buClr>
              <a:buFont typeface="Courier New" panose="02070309020205020404" pitchFamily="49" charset="0"/>
              <a:buChar char="o"/>
            </a:pPr>
            <a:r>
              <a:rPr lang="en-US" dirty="0" smtClean="0"/>
              <a:t>A </a:t>
            </a:r>
            <a:r>
              <a:rPr lang="en-US" b="1" dirty="0"/>
              <a:t>Linear SVM</a:t>
            </a:r>
            <a:r>
              <a:rPr lang="en-US" dirty="0"/>
              <a:t> is used when the data is </a:t>
            </a:r>
            <a:r>
              <a:rPr lang="en-US" b="1" dirty="0"/>
              <a:t>linearly separable</a:t>
            </a:r>
            <a:r>
              <a:rPr lang="en-US" dirty="0"/>
              <a:t>, meaning a straight line (or </a:t>
            </a:r>
            <a:r>
              <a:rPr lang="en-US" dirty="0" err="1"/>
              <a:t>hyperplane</a:t>
            </a:r>
            <a:r>
              <a:rPr lang="en-US" dirty="0"/>
              <a:t>) can successfully divide the dataset into different </a:t>
            </a:r>
            <a:r>
              <a:rPr lang="en-US" dirty="0" smtClean="0"/>
              <a:t>classes.</a:t>
            </a:r>
          </a:p>
          <a:p>
            <a:pPr lvl="0">
              <a:buClr>
                <a:srgbClr val="00B0F0"/>
              </a:buClr>
              <a:buFont typeface="Courier New" panose="02070309020205020404" pitchFamily="49" charset="0"/>
              <a:buChar char="o"/>
            </a:pPr>
            <a:r>
              <a:rPr lang="en-US" b="1" dirty="0" smtClean="0"/>
              <a:t>Example</a:t>
            </a:r>
          </a:p>
          <a:p>
            <a:pPr lvl="0">
              <a:buClr>
                <a:srgbClr val="00B0F0"/>
              </a:buClr>
              <a:buFont typeface="Courier New" panose="02070309020205020404" pitchFamily="49" charset="0"/>
              <a:buChar char="o"/>
            </a:pPr>
            <a:r>
              <a:rPr lang="en-US" dirty="0" smtClean="0"/>
              <a:t>Suppose </a:t>
            </a:r>
            <a:r>
              <a:rPr lang="en-US" dirty="0"/>
              <a:t>we </a:t>
            </a:r>
            <a:r>
              <a:rPr lang="en-US" dirty="0" smtClean="0"/>
              <a:t>have:</a:t>
            </a:r>
          </a:p>
          <a:p>
            <a:pPr lvl="1">
              <a:buClr>
                <a:srgbClr val="00B0F0"/>
              </a:buClr>
              <a:buFont typeface="Courier New" panose="02070309020205020404" pitchFamily="49" charset="0"/>
              <a:buChar char="o"/>
            </a:pPr>
            <a:r>
              <a:rPr lang="en-US" dirty="0" smtClean="0"/>
              <a:t>Red circles</a:t>
            </a:r>
          </a:p>
          <a:p>
            <a:pPr lvl="1">
              <a:buClr>
                <a:srgbClr val="00B0F0"/>
              </a:buClr>
              <a:buFont typeface="Courier New" panose="02070309020205020404" pitchFamily="49" charset="0"/>
              <a:buChar char="o"/>
            </a:pPr>
            <a:r>
              <a:rPr lang="en-US" dirty="0" smtClean="0"/>
              <a:t>Green circles</a:t>
            </a:r>
          </a:p>
          <a:p>
            <a:pPr lvl="0">
              <a:buClr>
                <a:srgbClr val="00B0F0"/>
              </a:buClr>
              <a:buFont typeface="Courier New" panose="02070309020205020404" pitchFamily="49" charset="0"/>
              <a:buChar char="o"/>
            </a:pPr>
            <a:r>
              <a:rPr lang="en-US" dirty="0" smtClean="0"/>
              <a:t>If </a:t>
            </a:r>
            <a:r>
              <a:rPr lang="en-US" dirty="0"/>
              <a:t>a straight line can perfectly separate these two groups, then the dataset is linearly </a:t>
            </a:r>
            <a:r>
              <a:rPr lang="en-US" dirty="0" smtClean="0"/>
              <a:t>separable.</a:t>
            </a:r>
          </a:p>
          <a:p>
            <a:pPr lvl="0">
              <a:buClr>
                <a:srgbClr val="00B0F0"/>
              </a:buClr>
              <a:buFont typeface="Courier New" panose="02070309020205020404" pitchFamily="49" charset="0"/>
              <a:buChar char="o"/>
            </a:pPr>
            <a:r>
              <a:rPr lang="en-US" dirty="0" smtClean="0"/>
              <a:t>In </a:t>
            </a:r>
            <a:r>
              <a:rPr lang="en-US" dirty="0"/>
              <a:t>such cases, </a:t>
            </a:r>
            <a:r>
              <a:rPr lang="en-US" b="1" dirty="0"/>
              <a:t>Linear SVM</a:t>
            </a:r>
            <a:r>
              <a:rPr lang="en-US" dirty="0"/>
              <a:t> is the appropriate algorithm.</a:t>
            </a:r>
          </a:p>
          <a:p>
            <a:pPr marL="0" lvl="0" indent="0">
              <a:buClr>
                <a:srgbClr val="00B0F0"/>
              </a:buClr>
              <a:buNone/>
            </a:pPr>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5" name="Picture 4"/>
          <p:cNvPicPr/>
          <p:nvPr/>
        </p:nvPicPr>
        <p:blipFill>
          <a:blip r:embed="rId2">
            <a:extLst>
              <a:ext uri="{28A0092B-C50C-407E-A947-70E740481C1C}">
                <a14:useLocalDpi xmlns:a14="http://schemas.microsoft.com/office/drawing/2010/main" val="0"/>
              </a:ext>
            </a:extLst>
          </a:blip>
          <a:srcRect/>
          <a:stretch>
            <a:fillRect/>
          </a:stretch>
        </p:blipFill>
        <p:spPr bwMode="auto">
          <a:xfrm>
            <a:off x="8742790" y="2059072"/>
            <a:ext cx="3133725" cy="2962275"/>
          </a:xfrm>
          <a:prstGeom prst="rect">
            <a:avLst/>
          </a:prstGeom>
          <a:noFill/>
          <a:ln>
            <a:noFill/>
          </a:ln>
        </p:spPr>
      </p:pic>
    </p:spTree>
    <p:extLst>
      <p:ext uri="{BB962C8B-B14F-4D97-AF65-F5344CB8AC3E}">
        <p14:creationId xmlns:p14="http://schemas.microsoft.com/office/powerpoint/2010/main" val="66141440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Types of Support Vector Machine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933863"/>
          </a:xfrm>
        </p:spPr>
        <p:txBody>
          <a:bodyPr/>
          <a:lstStyle/>
          <a:p>
            <a:pPr lvl="0">
              <a:buClr>
                <a:srgbClr val="00B0F0"/>
              </a:buClr>
              <a:buFont typeface="Courier New" panose="02070309020205020404" pitchFamily="49" charset="0"/>
              <a:buChar char="o"/>
            </a:pPr>
            <a:r>
              <a:rPr lang="en-US" dirty="0" smtClean="0"/>
              <a:t>Instead </a:t>
            </a:r>
            <a:r>
              <a:rPr lang="en-US" dirty="0"/>
              <a:t>of separating classes, SVR attempts to fit a function that predicts continuous output values while allowing a certain amount of prediction </a:t>
            </a:r>
            <a:r>
              <a:rPr lang="en-US" dirty="0" smtClean="0"/>
              <a:t>error.</a:t>
            </a:r>
            <a:endParaRPr lang="en-IN" dirty="0"/>
          </a:p>
          <a:p>
            <a:pPr lvl="0">
              <a:buClr>
                <a:srgbClr val="00B0F0"/>
              </a:buClr>
              <a:buFont typeface="Courier New" panose="02070309020205020404" pitchFamily="49" charset="0"/>
              <a:buChar char="o"/>
            </a:pPr>
            <a:r>
              <a:rPr lang="en-US" dirty="0" smtClean="0"/>
              <a:t>Unlike </a:t>
            </a:r>
            <a:r>
              <a:rPr lang="en-US" dirty="0"/>
              <a:t>Linear Regression, which tries to minimize the error for every data point, SVR introduces an </a:t>
            </a:r>
            <a:r>
              <a:rPr lang="en-US" b="1" dirty="0"/>
              <a:t>acceptable error margin</a:t>
            </a:r>
            <a:r>
              <a:rPr lang="en-US" dirty="0"/>
              <a:t>, known as </a:t>
            </a:r>
            <a:r>
              <a:rPr lang="en-US" b="1" dirty="0"/>
              <a:t>epsilon (ε</a:t>
            </a:r>
            <a:r>
              <a:rPr lang="en-US" b="1" dirty="0" smtClean="0"/>
              <a:t>)</a:t>
            </a:r>
            <a:r>
              <a:rPr lang="en-US" dirty="0" smtClean="0"/>
              <a:t>.</a:t>
            </a:r>
            <a:endParaRPr lang="en-IN" dirty="0"/>
          </a:p>
          <a:p>
            <a:pPr lvl="0">
              <a:buClr>
                <a:srgbClr val="00B0F0"/>
              </a:buClr>
              <a:buFont typeface="Courier New" panose="02070309020205020404" pitchFamily="49" charset="0"/>
              <a:buChar char="o"/>
            </a:pPr>
            <a:r>
              <a:rPr lang="en-US" dirty="0" smtClean="0"/>
              <a:t>The </a:t>
            </a:r>
            <a:r>
              <a:rPr lang="en-US" dirty="0"/>
              <a:t>main objective of SVR is to fit as many data points as possible inside this margin.</a:t>
            </a:r>
            <a:endParaRPr lang="en-IN"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8" name="Picture 7"/>
          <p:cNvPicPr/>
          <p:nvPr/>
        </p:nvPicPr>
        <p:blipFill>
          <a:blip r:embed="rId2">
            <a:extLst>
              <a:ext uri="{28A0092B-C50C-407E-A947-70E740481C1C}">
                <a14:useLocalDpi xmlns:a14="http://schemas.microsoft.com/office/drawing/2010/main" val="0"/>
              </a:ext>
            </a:extLst>
          </a:blip>
          <a:srcRect/>
          <a:stretch>
            <a:fillRect/>
          </a:stretch>
        </p:blipFill>
        <p:spPr bwMode="auto">
          <a:xfrm>
            <a:off x="2654643" y="3235925"/>
            <a:ext cx="5943600" cy="2857500"/>
          </a:xfrm>
          <a:prstGeom prst="rect">
            <a:avLst/>
          </a:prstGeom>
          <a:noFill/>
          <a:ln>
            <a:noFill/>
          </a:ln>
        </p:spPr>
      </p:pic>
    </p:spTree>
    <p:extLst>
      <p:ext uri="{BB962C8B-B14F-4D97-AF65-F5344CB8AC3E}">
        <p14:creationId xmlns:p14="http://schemas.microsoft.com/office/powerpoint/2010/main" val="345393554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Understanding the Epsilon (ε) Margin</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700500"/>
          </a:xfrm>
        </p:spPr>
        <p:txBody>
          <a:bodyPr/>
          <a:lstStyle/>
          <a:p>
            <a:pPr lvl="0">
              <a:buClr>
                <a:srgbClr val="00B0F0"/>
              </a:buClr>
              <a:buFont typeface="Courier New" panose="02070309020205020404" pitchFamily="49" charset="0"/>
              <a:buChar char="o"/>
            </a:pPr>
            <a:r>
              <a:rPr lang="en-US" dirty="0" smtClean="0"/>
              <a:t>Instead </a:t>
            </a:r>
            <a:r>
              <a:rPr lang="en-US" dirty="0"/>
              <a:t>of fitting every point exactly, SVR creates an </a:t>
            </a:r>
            <a:r>
              <a:rPr lang="en-US" b="1" dirty="0"/>
              <a:t>epsilon tube</a:t>
            </a:r>
            <a:r>
              <a:rPr lang="en-US" dirty="0"/>
              <a:t> around the regression </a:t>
            </a:r>
            <a:r>
              <a:rPr lang="en-US" dirty="0" smtClean="0"/>
              <a:t>line.</a:t>
            </a:r>
            <a:endParaRPr lang="en-IN" dirty="0"/>
          </a:p>
          <a:p>
            <a:pPr lvl="0">
              <a:buClr>
                <a:srgbClr val="00B0F0"/>
              </a:buClr>
              <a:buFont typeface="Courier New" panose="02070309020205020404" pitchFamily="49" charset="0"/>
              <a:buChar char="o"/>
            </a:pPr>
            <a:r>
              <a:rPr lang="en-US" dirty="0" smtClean="0"/>
              <a:t>This </a:t>
            </a:r>
            <a:r>
              <a:rPr lang="en-US" dirty="0"/>
              <a:t>tube consists </a:t>
            </a:r>
            <a:r>
              <a:rPr lang="en-US" dirty="0" smtClean="0"/>
              <a:t>of:</a:t>
            </a:r>
            <a:endParaRPr lang="en-IN" dirty="0"/>
          </a:p>
          <a:p>
            <a:pPr lvl="1">
              <a:buClr>
                <a:srgbClr val="00B0F0"/>
              </a:buClr>
              <a:buFont typeface="Courier New" panose="02070309020205020404" pitchFamily="49" charset="0"/>
              <a:buChar char="o"/>
            </a:pPr>
            <a:r>
              <a:rPr lang="en-US" dirty="0" smtClean="0"/>
              <a:t>Upper </a:t>
            </a:r>
            <a:r>
              <a:rPr lang="en-US" dirty="0"/>
              <a:t>boundary = Regression Line + </a:t>
            </a:r>
            <a:r>
              <a:rPr lang="en-US" dirty="0" smtClean="0"/>
              <a:t>ε</a:t>
            </a:r>
            <a:endParaRPr lang="en-IN" dirty="0"/>
          </a:p>
          <a:p>
            <a:pPr lvl="1">
              <a:buClr>
                <a:srgbClr val="00B0F0"/>
              </a:buClr>
              <a:buFont typeface="Courier New" panose="02070309020205020404" pitchFamily="49" charset="0"/>
              <a:buChar char="o"/>
            </a:pPr>
            <a:r>
              <a:rPr lang="en-US" dirty="0" smtClean="0"/>
              <a:t>Lower </a:t>
            </a:r>
            <a:r>
              <a:rPr lang="en-US" dirty="0"/>
              <a:t>boundary = Regression Line − </a:t>
            </a:r>
            <a:r>
              <a:rPr lang="en-US" dirty="0" smtClean="0"/>
              <a:t>ε</a:t>
            </a:r>
            <a:endParaRPr lang="en-IN" dirty="0"/>
          </a:p>
          <a:p>
            <a:pPr lvl="0">
              <a:buClr>
                <a:srgbClr val="00B0F0"/>
              </a:buClr>
              <a:buFont typeface="Courier New" panose="02070309020205020404" pitchFamily="49" charset="0"/>
              <a:buChar char="o"/>
            </a:pPr>
            <a:r>
              <a:rPr lang="en-US" dirty="0" smtClean="0"/>
              <a:t>Any </a:t>
            </a:r>
            <a:r>
              <a:rPr lang="en-US" dirty="0"/>
              <a:t>data point lying inside this tube is considered acceptable and does not contribute to the model’s </a:t>
            </a:r>
            <a:r>
              <a:rPr lang="en-US" dirty="0" smtClean="0"/>
              <a:t>error.</a:t>
            </a:r>
            <a:endParaRPr lang="en-IN" dirty="0"/>
          </a:p>
          <a:p>
            <a:pPr lvl="0">
              <a:buClr>
                <a:srgbClr val="00B0F0"/>
              </a:buClr>
              <a:buFont typeface="Courier New" panose="02070309020205020404" pitchFamily="49" charset="0"/>
              <a:buChar char="o"/>
            </a:pPr>
            <a:r>
              <a:rPr lang="en-US" dirty="0" smtClean="0"/>
              <a:t>Only </a:t>
            </a:r>
            <a:r>
              <a:rPr lang="en-US" dirty="0"/>
              <a:t>the data points outside the epsilon tube influence the regression model. These points are known as </a:t>
            </a:r>
            <a:r>
              <a:rPr lang="en-US" b="1" dirty="0"/>
              <a:t>support </a:t>
            </a:r>
            <a:r>
              <a:rPr lang="en-US" b="1" dirty="0" smtClean="0"/>
              <a:t>vectors</a:t>
            </a:r>
            <a:r>
              <a:rPr lang="en-US" dirty="0" smtClean="0"/>
              <a:t>.</a:t>
            </a:r>
            <a:endParaRPr lang="en-IN" dirty="0"/>
          </a:p>
          <a:p>
            <a:pPr lvl="0">
              <a:buClr>
                <a:srgbClr val="00B0F0"/>
              </a:buClr>
              <a:buFont typeface="Courier New" panose="02070309020205020404" pitchFamily="49" charset="0"/>
              <a:buChar char="o"/>
            </a:pPr>
            <a:r>
              <a:rPr lang="en-US" dirty="0" smtClean="0"/>
              <a:t>The </a:t>
            </a:r>
            <a:r>
              <a:rPr lang="en-US" dirty="0"/>
              <a:t>goal of SVR is to maximize the number of observations inside the epsilon tube while maintaining a simple and generalized model.</a:t>
            </a:r>
            <a:endParaRPr lang="en-IN"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8" name="Picture 7"/>
          <p:cNvPicPr/>
          <p:nvPr/>
        </p:nvPicPr>
        <p:blipFill>
          <a:blip r:embed="rId2">
            <a:extLst>
              <a:ext uri="{28A0092B-C50C-407E-A947-70E740481C1C}">
                <a14:useLocalDpi xmlns:a14="http://schemas.microsoft.com/office/drawing/2010/main" val="0"/>
              </a:ext>
            </a:extLst>
          </a:blip>
          <a:srcRect/>
          <a:stretch>
            <a:fillRect/>
          </a:stretch>
        </p:blipFill>
        <p:spPr bwMode="auto">
          <a:xfrm>
            <a:off x="4907692" y="3804337"/>
            <a:ext cx="5943600" cy="2139263"/>
          </a:xfrm>
          <a:prstGeom prst="rect">
            <a:avLst/>
          </a:prstGeom>
          <a:noFill/>
          <a:ln>
            <a:noFill/>
          </a:ln>
        </p:spPr>
      </p:pic>
    </p:spTree>
    <p:extLst>
      <p:ext uri="{BB962C8B-B14F-4D97-AF65-F5344CB8AC3E}">
        <p14:creationId xmlns:p14="http://schemas.microsoft.com/office/powerpoint/2010/main" val="2028687283"/>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Types of Support Vector Machine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737433"/>
          </a:xfrm>
        </p:spPr>
        <p:txBody>
          <a:bodyPr/>
          <a:lstStyle/>
          <a:p>
            <a:pPr lvl="0">
              <a:buClr>
                <a:srgbClr val="00B0F0"/>
              </a:buClr>
              <a:buFont typeface="Courier New" panose="02070309020205020404" pitchFamily="49" charset="0"/>
              <a:buChar char="o"/>
            </a:pPr>
            <a:r>
              <a:rPr lang="en-IN" dirty="0" smtClean="0"/>
              <a:t>2.Non </a:t>
            </a:r>
            <a:r>
              <a:rPr lang="en-IN" dirty="0"/>
              <a:t>Linear </a:t>
            </a:r>
            <a:r>
              <a:rPr lang="en-IN" dirty="0" smtClean="0"/>
              <a:t>SVM</a:t>
            </a:r>
          </a:p>
          <a:p>
            <a:pPr lvl="0">
              <a:buClr>
                <a:srgbClr val="00B0F0"/>
              </a:buClr>
              <a:buFont typeface="Courier New" panose="02070309020205020404" pitchFamily="49" charset="0"/>
              <a:buChar char="o"/>
            </a:pPr>
            <a:r>
              <a:rPr lang="en-US" dirty="0" smtClean="0"/>
              <a:t>A </a:t>
            </a:r>
            <a:r>
              <a:rPr lang="en-US" b="1" dirty="0"/>
              <a:t>Nonlinear SVM</a:t>
            </a:r>
            <a:r>
              <a:rPr lang="en-US" dirty="0"/>
              <a:t> is used when the data cannot be separated using a straight </a:t>
            </a:r>
            <a:r>
              <a:rPr lang="en-US" dirty="0" smtClean="0"/>
              <a:t>line.</a:t>
            </a:r>
          </a:p>
          <a:p>
            <a:pPr lvl="0">
              <a:buClr>
                <a:srgbClr val="00B0F0"/>
              </a:buClr>
              <a:buFont typeface="Courier New" panose="02070309020205020404" pitchFamily="49" charset="0"/>
              <a:buChar char="o"/>
            </a:pPr>
            <a:r>
              <a:rPr lang="en-US" b="1" dirty="0" smtClean="0"/>
              <a:t>Example</a:t>
            </a:r>
          </a:p>
          <a:p>
            <a:pPr lvl="0">
              <a:buClr>
                <a:srgbClr val="00B0F0"/>
              </a:buClr>
              <a:buFont typeface="Courier New" panose="02070309020205020404" pitchFamily="49" charset="0"/>
              <a:buChar char="o"/>
            </a:pPr>
            <a:r>
              <a:rPr lang="en-US" dirty="0" smtClean="0"/>
              <a:t>Suppose </a:t>
            </a:r>
            <a:r>
              <a:rPr lang="en-US" dirty="0"/>
              <a:t>the two classes are arranged in a circular </a:t>
            </a:r>
            <a:r>
              <a:rPr lang="en-US" dirty="0" smtClean="0"/>
              <a:t>pattern.</a:t>
            </a:r>
          </a:p>
          <a:p>
            <a:pPr lvl="0">
              <a:buClr>
                <a:srgbClr val="00B0F0"/>
              </a:buClr>
              <a:buFont typeface="Courier New" panose="02070309020205020404" pitchFamily="49" charset="0"/>
              <a:buChar char="o"/>
            </a:pPr>
            <a:r>
              <a:rPr lang="en-US" dirty="0" smtClean="0"/>
              <a:t>In </a:t>
            </a:r>
            <a:r>
              <a:rPr lang="en-US" dirty="0"/>
              <a:t>this </a:t>
            </a:r>
            <a:r>
              <a:rPr lang="en-US" dirty="0" smtClean="0"/>
              <a:t>situation:</a:t>
            </a:r>
          </a:p>
          <a:p>
            <a:pPr lvl="1">
              <a:buClr>
                <a:srgbClr val="00B0F0"/>
              </a:buClr>
              <a:buFont typeface="Courier New" panose="02070309020205020404" pitchFamily="49" charset="0"/>
              <a:buChar char="o"/>
            </a:pPr>
            <a:r>
              <a:rPr lang="en-US" dirty="0" smtClean="0"/>
              <a:t>No </a:t>
            </a:r>
            <a:r>
              <a:rPr lang="en-US" dirty="0"/>
              <a:t>straight line can separate the </a:t>
            </a:r>
            <a:r>
              <a:rPr lang="en-US" dirty="0" smtClean="0"/>
              <a:t>classes.</a:t>
            </a:r>
          </a:p>
          <a:p>
            <a:pPr lvl="1">
              <a:buClr>
                <a:srgbClr val="00B0F0"/>
              </a:buClr>
              <a:buFont typeface="Courier New" panose="02070309020205020404" pitchFamily="49" charset="0"/>
              <a:buChar char="o"/>
            </a:pPr>
            <a:r>
              <a:rPr lang="en-US" dirty="0" smtClean="0"/>
              <a:t>Linear </a:t>
            </a:r>
            <a:r>
              <a:rPr lang="en-US" dirty="0"/>
              <a:t>SVM </a:t>
            </a:r>
            <a:r>
              <a:rPr lang="en-US" dirty="0" smtClean="0"/>
              <a:t>fails.</a:t>
            </a:r>
          </a:p>
          <a:p>
            <a:pPr lvl="0">
              <a:buClr>
                <a:srgbClr val="00B0F0"/>
              </a:buClr>
              <a:buFont typeface="Courier New" panose="02070309020205020404" pitchFamily="49" charset="0"/>
              <a:buChar char="o"/>
            </a:pPr>
            <a:r>
              <a:rPr lang="en-US" dirty="0" smtClean="0"/>
              <a:t>Therefore</a:t>
            </a:r>
            <a:r>
              <a:rPr lang="en-US" dirty="0"/>
              <a:t>, we use </a:t>
            </a:r>
            <a:r>
              <a:rPr lang="en-US" b="1" dirty="0"/>
              <a:t>Nonlinear SVM</a:t>
            </a:r>
            <a:r>
              <a:rPr lang="en-US" dirty="0"/>
              <a:t>.</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892597395"/>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How Does Nonlinear SVM Work?</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789003"/>
          </a:xfrm>
        </p:spPr>
        <p:txBody>
          <a:bodyPr/>
          <a:lstStyle/>
          <a:p>
            <a:pPr lvl="0">
              <a:buClr>
                <a:srgbClr val="00B0F0"/>
              </a:buClr>
              <a:buFont typeface="Courier New" panose="02070309020205020404" pitchFamily="49" charset="0"/>
              <a:buChar char="o"/>
            </a:pPr>
            <a:r>
              <a:rPr lang="en-US" dirty="0" smtClean="0"/>
              <a:t>The </a:t>
            </a:r>
            <a:r>
              <a:rPr lang="en-US" dirty="0"/>
              <a:t>key idea behind Nonlinear SVM is to transform the original data into a </a:t>
            </a:r>
            <a:r>
              <a:rPr lang="en-US" b="1" dirty="0"/>
              <a:t>higher-dimensional feature space</a:t>
            </a:r>
            <a:r>
              <a:rPr lang="en-US" dirty="0"/>
              <a:t>, where it becomes linearly </a:t>
            </a:r>
            <a:r>
              <a:rPr lang="en-US" dirty="0" smtClean="0"/>
              <a:t>separable.</a:t>
            </a:r>
          </a:p>
          <a:p>
            <a:pPr lvl="0">
              <a:buClr>
                <a:srgbClr val="00B0F0"/>
              </a:buClr>
              <a:buFont typeface="Courier New" panose="02070309020205020404" pitchFamily="49" charset="0"/>
              <a:buChar char="o"/>
            </a:pPr>
            <a:r>
              <a:rPr lang="en-US" dirty="0" smtClean="0"/>
              <a:t>For </a:t>
            </a:r>
            <a:r>
              <a:rPr lang="en-US" dirty="0"/>
              <a:t>example, suppose the original dataset has two </a:t>
            </a:r>
            <a:r>
              <a:rPr lang="en-US" dirty="0" smtClean="0"/>
              <a:t>features:</a:t>
            </a:r>
          </a:p>
          <a:p>
            <a:pPr lvl="1">
              <a:buClr>
                <a:srgbClr val="00B0F0"/>
              </a:buClr>
              <a:buFont typeface="Courier New" panose="02070309020205020404" pitchFamily="49" charset="0"/>
              <a:buChar char="o"/>
            </a:pPr>
            <a:r>
              <a:rPr lang="en-US" dirty="0" smtClean="0"/>
              <a:t>X</a:t>
            </a:r>
          </a:p>
          <a:p>
            <a:pPr lvl="1">
              <a:buClr>
                <a:srgbClr val="00B0F0"/>
              </a:buClr>
              <a:buFont typeface="Courier New" panose="02070309020205020404" pitchFamily="49" charset="0"/>
              <a:buChar char="o"/>
            </a:pPr>
            <a:r>
              <a:rPr lang="en-US" dirty="0" smtClean="0"/>
              <a:t>Y</a:t>
            </a:r>
          </a:p>
          <a:p>
            <a:pPr lvl="0">
              <a:buClr>
                <a:srgbClr val="00B0F0"/>
              </a:buClr>
              <a:buFont typeface="Courier New" panose="02070309020205020404" pitchFamily="49" charset="0"/>
              <a:buChar char="o"/>
            </a:pPr>
            <a:r>
              <a:rPr lang="en-US" dirty="0" smtClean="0"/>
              <a:t>We </a:t>
            </a:r>
            <a:r>
              <a:rPr lang="en-US" dirty="0"/>
              <a:t>introduce a new </a:t>
            </a:r>
            <a:r>
              <a:rPr lang="en-US" dirty="0" smtClean="0"/>
              <a:t>feature:</a:t>
            </a:r>
          </a:p>
          <a:p>
            <a:pPr lvl="1">
              <a:buClr>
                <a:srgbClr val="00B0F0"/>
              </a:buClr>
              <a:buFont typeface="Courier New" panose="02070309020205020404" pitchFamily="49" charset="0"/>
              <a:buChar char="o"/>
            </a:pPr>
            <a:r>
              <a:rPr lang="en-US" b="1" dirty="0" smtClean="0"/>
              <a:t>Z</a:t>
            </a:r>
            <a:endParaRPr lang="en-US" dirty="0" smtClean="0"/>
          </a:p>
          <a:p>
            <a:pPr lvl="0">
              <a:buClr>
                <a:srgbClr val="00B0F0"/>
              </a:buClr>
              <a:buFont typeface="Courier New" panose="02070309020205020404" pitchFamily="49" charset="0"/>
              <a:buChar char="o"/>
            </a:pPr>
            <a:r>
              <a:rPr lang="en-US" dirty="0" smtClean="0"/>
              <a:t>Now </a:t>
            </a:r>
            <a:r>
              <a:rPr lang="en-US" dirty="0"/>
              <a:t>the data is represented in </a:t>
            </a:r>
            <a:r>
              <a:rPr lang="en-US" b="1" dirty="0"/>
              <a:t>three dimensions (X, Y, </a:t>
            </a:r>
            <a:r>
              <a:rPr lang="en-US" b="1" dirty="0" smtClean="0"/>
              <a:t>Z)</a:t>
            </a:r>
          </a:p>
          <a:p>
            <a:pPr lvl="0">
              <a:buClr>
                <a:srgbClr val="00B0F0"/>
              </a:buClr>
              <a:buFont typeface="Courier New" panose="02070309020205020404" pitchFamily="49" charset="0"/>
              <a:buChar char="o"/>
            </a:pPr>
            <a:r>
              <a:rPr lang="en-US" dirty="0" smtClean="0"/>
              <a:t>After </a:t>
            </a:r>
            <a:r>
              <a:rPr lang="en-US" dirty="0"/>
              <a:t>this transformation, the previously inseparable data often becomes linearly </a:t>
            </a:r>
            <a:r>
              <a:rPr lang="en-US" dirty="0" smtClean="0"/>
              <a:t>separable.</a:t>
            </a:r>
          </a:p>
          <a:p>
            <a:pPr lvl="0">
              <a:buClr>
                <a:srgbClr val="00B0F0"/>
              </a:buClr>
              <a:buFont typeface="Courier New" panose="02070309020205020404" pitchFamily="49" charset="0"/>
              <a:buChar char="o"/>
            </a:pPr>
            <a:r>
              <a:rPr lang="en-US" dirty="0" smtClean="0"/>
              <a:t>Once </a:t>
            </a:r>
            <a:r>
              <a:rPr lang="en-US" dirty="0"/>
              <a:t>the data is transformed, a simple </a:t>
            </a:r>
            <a:r>
              <a:rPr lang="en-US" dirty="0" err="1"/>
              <a:t>hyperplane</a:t>
            </a:r>
            <a:r>
              <a:rPr lang="en-US" dirty="0"/>
              <a:t> can separate the classes.</a:t>
            </a:r>
          </a:p>
          <a:p>
            <a:pPr lvl="0">
              <a:buClr>
                <a:srgbClr val="00B0F0"/>
              </a:buClr>
              <a:buFont typeface="Courier New" panose="02070309020205020404" pitchFamily="49" charset="0"/>
              <a:buChar char="o"/>
            </a:pPr>
            <a:r>
              <a:rPr lang="en-US" dirty="0" smtClean="0"/>
              <a:t>.</a:t>
            </a:r>
            <a:endParaRPr lang="en-US"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08761" y="2663010"/>
            <a:ext cx="2740125" cy="24897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998140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How do we calculate the new feature (Z)?</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993162"/>
          </a:xfrm>
        </p:spPr>
        <p:txBody>
          <a:bodyPr/>
          <a:lstStyle/>
          <a:p>
            <a:pPr lvl="0">
              <a:buClr>
                <a:srgbClr val="00B0F0"/>
              </a:buClr>
              <a:buFont typeface="Courier New" panose="02070309020205020404" pitchFamily="49" charset="0"/>
              <a:buChar char="o"/>
            </a:pPr>
            <a:r>
              <a:rPr lang="en-US" dirty="0" smtClean="0"/>
              <a:t>Instead </a:t>
            </a:r>
            <a:r>
              <a:rPr lang="en-US" dirty="0"/>
              <a:t>of manually computing new dimensions, SVM uses </a:t>
            </a:r>
            <a:r>
              <a:rPr lang="en-US" b="1" dirty="0"/>
              <a:t>kernel </a:t>
            </a:r>
            <a:r>
              <a:rPr lang="en-US" b="1" dirty="0" smtClean="0"/>
              <a:t>functions</a:t>
            </a:r>
            <a:r>
              <a:rPr lang="en-US" dirty="0" smtClean="0"/>
              <a:t>.</a:t>
            </a:r>
          </a:p>
          <a:p>
            <a:pPr lvl="0">
              <a:buClr>
                <a:srgbClr val="00B0F0"/>
              </a:buClr>
              <a:buFont typeface="Courier New" panose="02070309020205020404" pitchFamily="49" charset="0"/>
              <a:buChar char="o"/>
            </a:pPr>
            <a:r>
              <a:rPr lang="en-US" dirty="0" smtClean="0"/>
              <a:t>A </a:t>
            </a:r>
            <a:r>
              <a:rPr lang="en-US" dirty="0"/>
              <a:t>kernel transforms the data into a higher-dimensional space without explicitly performing the transformation, making the computation much more </a:t>
            </a:r>
            <a:r>
              <a:rPr lang="en-US" dirty="0" smtClean="0"/>
              <a:t>efficient.</a:t>
            </a:r>
          </a:p>
          <a:p>
            <a:pPr lvl="0">
              <a:buClr>
                <a:srgbClr val="00B0F0"/>
              </a:buClr>
              <a:buFont typeface="Courier New" panose="02070309020205020404" pitchFamily="49" charset="0"/>
              <a:buChar char="o"/>
            </a:pPr>
            <a:r>
              <a:rPr lang="en-US" dirty="0" smtClean="0"/>
              <a:t>One </a:t>
            </a:r>
            <a:r>
              <a:rPr lang="en-US" dirty="0"/>
              <a:t>simple example of a transformation is</a:t>
            </a:r>
            <a:r>
              <a:rPr lang="en-US" dirty="0" smtClean="0"/>
              <a:t>:</a:t>
            </a:r>
          </a:p>
          <a:p>
            <a:pPr lvl="0">
              <a:buClr>
                <a:srgbClr val="00B0F0"/>
              </a:buClr>
              <a:buFont typeface="Courier New" panose="02070309020205020404" pitchFamily="49" charset="0"/>
              <a:buChar char="o"/>
            </a:pPr>
            <a:endParaRPr lang="en-US" dirty="0"/>
          </a:p>
          <a:p>
            <a:pPr lvl="0">
              <a:buClr>
                <a:srgbClr val="00B0F0"/>
              </a:buClr>
              <a:buFont typeface="Courier New" panose="02070309020205020404" pitchFamily="49" charset="0"/>
              <a:buChar char="o"/>
            </a:pPr>
            <a:endParaRPr lang="en-US" dirty="0" smtClean="0"/>
          </a:p>
          <a:p>
            <a:pPr lvl="0">
              <a:buClr>
                <a:srgbClr val="00B0F0"/>
              </a:buClr>
              <a:buFont typeface="Courier New" panose="02070309020205020404" pitchFamily="49" charset="0"/>
              <a:buChar char="o"/>
            </a:pPr>
            <a:r>
              <a:rPr lang="en-US" dirty="0" smtClean="0"/>
              <a:t>Applying </a:t>
            </a:r>
            <a:r>
              <a:rPr lang="en-US" dirty="0"/>
              <a:t>this transformation to every data point can convert a nonlinear dataset into a linearly separable one</a:t>
            </a:r>
            <a:r>
              <a:rPr lang="en-US" dirty="0" smtClean="0"/>
              <a:t>.</a:t>
            </a:r>
          </a:p>
          <a:p>
            <a:pPr lvl="0">
              <a:buClr>
                <a:srgbClr val="00B0F0"/>
              </a:buClr>
              <a:buFont typeface="Courier New" panose="02070309020205020404" pitchFamily="49" charset="0"/>
              <a:buChar char="o"/>
            </a:pPr>
            <a:r>
              <a:rPr lang="en-US" dirty="0" smtClean="0"/>
              <a:t>Once </a:t>
            </a:r>
            <a:r>
              <a:rPr lang="en-US" dirty="0"/>
              <a:t>the transformation is complete, a linear </a:t>
            </a:r>
            <a:r>
              <a:rPr lang="en-US" dirty="0" err="1"/>
              <a:t>hyperplane</a:t>
            </a:r>
            <a:r>
              <a:rPr lang="en-US" dirty="0"/>
              <a:t> can be used to classify the data accurately</a:t>
            </a:r>
            <a:r>
              <a:rPr lang="en-US" dirty="0" smtClean="0"/>
              <a:t>.</a:t>
            </a:r>
          </a:p>
          <a:p>
            <a:pPr lvl="0">
              <a:buClr>
                <a:srgbClr val="00B0F0"/>
              </a:buClr>
              <a:buFont typeface="Courier New" panose="02070309020205020404" pitchFamily="49" charset="0"/>
              <a:buChar char="o"/>
            </a:pPr>
            <a:r>
              <a:rPr lang="en-US" dirty="0" smtClean="0"/>
              <a:t>This </a:t>
            </a:r>
            <a:r>
              <a:rPr lang="en-US" dirty="0"/>
              <a:t>approach is known as the Kernel Trick.</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7268" y="2971800"/>
            <a:ext cx="2113391" cy="6074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37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881549" y="1982082"/>
            <a:ext cx="2238375" cy="1524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6882290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Important Parameters in SVR</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395801"/>
          </a:xfrm>
        </p:spPr>
        <p:txBody>
          <a:bodyPr/>
          <a:lstStyle/>
          <a:p>
            <a:pPr lvl="0">
              <a:buClr>
                <a:srgbClr val="00B0F0"/>
              </a:buClr>
              <a:buFont typeface="Courier New" panose="02070309020205020404" pitchFamily="49" charset="0"/>
              <a:buChar char="o"/>
            </a:pPr>
            <a:r>
              <a:rPr lang="en-US" dirty="0" smtClean="0"/>
              <a:t>Several </a:t>
            </a:r>
            <a:r>
              <a:rPr lang="en-US" dirty="0"/>
              <a:t>parameters control the performance of an SVR </a:t>
            </a:r>
            <a:r>
              <a:rPr lang="en-US" dirty="0" smtClean="0"/>
              <a:t>model.</a:t>
            </a:r>
            <a:endParaRPr lang="en-IN" dirty="0"/>
          </a:p>
          <a:p>
            <a:pPr lvl="0">
              <a:buClr>
                <a:srgbClr val="00B0F0"/>
              </a:buClr>
              <a:buFont typeface="Courier New" panose="02070309020205020404" pitchFamily="49" charset="0"/>
              <a:buChar char="o"/>
            </a:pPr>
            <a:r>
              <a:rPr lang="en-US" b="1" dirty="0" smtClean="0"/>
              <a:t>1</a:t>
            </a:r>
            <a:r>
              <a:rPr lang="en-US" b="1" dirty="0"/>
              <a:t>. Epsilon (</a:t>
            </a:r>
            <a:r>
              <a:rPr lang="en-US" b="1" dirty="0" smtClean="0"/>
              <a:t>ε)</a:t>
            </a:r>
            <a:endParaRPr lang="en-IN" b="1" dirty="0"/>
          </a:p>
          <a:p>
            <a:pPr lvl="0">
              <a:buClr>
                <a:srgbClr val="00B0F0"/>
              </a:buClr>
              <a:buFont typeface="Courier New" panose="02070309020205020404" pitchFamily="49" charset="0"/>
              <a:buChar char="o"/>
            </a:pPr>
            <a:r>
              <a:rPr lang="en-US" dirty="0" smtClean="0"/>
              <a:t>The </a:t>
            </a:r>
            <a:r>
              <a:rPr lang="en-US" dirty="0"/>
              <a:t>epsilon parameter defines the width of the acceptable error </a:t>
            </a:r>
            <a:r>
              <a:rPr lang="en-US" dirty="0" smtClean="0"/>
              <a:t>margin.</a:t>
            </a:r>
            <a:endParaRPr lang="en-IN" dirty="0"/>
          </a:p>
          <a:p>
            <a:pPr lvl="1">
              <a:buClr>
                <a:srgbClr val="00B0F0"/>
              </a:buClr>
              <a:buFont typeface="Courier New" panose="02070309020205020404" pitchFamily="49" charset="0"/>
              <a:buChar char="o"/>
            </a:pPr>
            <a:r>
              <a:rPr lang="en-US" dirty="0" smtClean="0"/>
              <a:t>Larger </a:t>
            </a:r>
            <a:r>
              <a:rPr lang="en-US" dirty="0"/>
              <a:t>ε → Wider margin, fewer support vectors, simpler </a:t>
            </a:r>
            <a:r>
              <a:rPr lang="en-US" dirty="0" smtClean="0"/>
              <a:t>model.</a:t>
            </a:r>
            <a:endParaRPr lang="en-IN" dirty="0"/>
          </a:p>
          <a:p>
            <a:pPr lvl="1">
              <a:buClr>
                <a:srgbClr val="00B0F0"/>
              </a:buClr>
              <a:buFont typeface="Courier New" panose="02070309020205020404" pitchFamily="49" charset="0"/>
              <a:buChar char="o"/>
            </a:pPr>
            <a:r>
              <a:rPr lang="en-US" dirty="0" smtClean="0"/>
              <a:t>Smaller </a:t>
            </a:r>
            <a:r>
              <a:rPr lang="en-US" dirty="0"/>
              <a:t>ε → Narrower margin, more support vectors, potentially higher </a:t>
            </a:r>
            <a:r>
              <a:rPr lang="en-US" dirty="0" smtClean="0"/>
              <a:t>accuracy.</a:t>
            </a:r>
            <a:endParaRPr lang="en-IN" dirty="0"/>
          </a:p>
          <a:p>
            <a:pPr lvl="0">
              <a:buClr>
                <a:srgbClr val="00B0F0"/>
              </a:buClr>
              <a:buFont typeface="Courier New" panose="02070309020205020404" pitchFamily="49" charset="0"/>
              <a:buChar char="o"/>
            </a:pPr>
            <a:r>
              <a:rPr lang="en-US" dirty="0" smtClean="0"/>
              <a:t>Choosing </a:t>
            </a:r>
            <a:r>
              <a:rPr lang="en-US" dirty="0"/>
              <a:t>an appropriate epsilon value is essential for achieving a good balance between bias and variance.</a:t>
            </a:r>
            <a:endParaRPr lang="en-IN" dirty="0"/>
          </a:p>
          <a:p>
            <a:pPr lvl="0">
              <a:buClr>
                <a:srgbClr val="00B0F0"/>
              </a:buClr>
              <a:buFont typeface="Courier New" panose="02070309020205020404" pitchFamily="49" charset="0"/>
              <a:buChar char="o"/>
            </a:pPr>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35617329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Important Parameters in SVR</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231176"/>
          </a:xfrm>
        </p:spPr>
        <p:txBody>
          <a:bodyPr/>
          <a:lstStyle/>
          <a:p>
            <a:pPr lvl="0">
              <a:buClr>
                <a:srgbClr val="00B0F0"/>
              </a:buClr>
              <a:buFont typeface="Courier New" panose="02070309020205020404" pitchFamily="49" charset="0"/>
              <a:buChar char="o"/>
            </a:pPr>
            <a:r>
              <a:rPr lang="en-US" b="1" dirty="0" smtClean="0"/>
              <a:t>2</a:t>
            </a:r>
            <a:r>
              <a:rPr lang="en-US" b="1" dirty="0"/>
              <a:t>. Regularization Parameter (</a:t>
            </a:r>
            <a:r>
              <a:rPr lang="en-US" b="1" dirty="0" smtClean="0"/>
              <a:t>C)</a:t>
            </a:r>
            <a:endParaRPr lang="en-IN" b="1" dirty="0"/>
          </a:p>
          <a:p>
            <a:pPr lvl="0">
              <a:buClr>
                <a:srgbClr val="00B0F0"/>
              </a:buClr>
              <a:buFont typeface="Courier New" panose="02070309020205020404" pitchFamily="49" charset="0"/>
              <a:buChar char="o"/>
            </a:pPr>
            <a:r>
              <a:rPr lang="en-US" dirty="0" smtClean="0"/>
              <a:t>The </a:t>
            </a:r>
            <a:r>
              <a:rPr lang="en-US" dirty="0"/>
              <a:t>parameter </a:t>
            </a:r>
            <a:r>
              <a:rPr lang="en-US" b="1" dirty="0"/>
              <a:t>C</a:t>
            </a:r>
            <a:r>
              <a:rPr lang="en-US" dirty="0"/>
              <a:t> controls the trade-off </a:t>
            </a:r>
            <a:r>
              <a:rPr lang="en-US" dirty="0" smtClean="0"/>
              <a:t>between:</a:t>
            </a:r>
            <a:endParaRPr lang="en-IN" dirty="0"/>
          </a:p>
          <a:p>
            <a:pPr lvl="0">
              <a:buClr>
                <a:srgbClr val="00B0F0"/>
              </a:buClr>
              <a:buFont typeface="Courier New" panose="02070309020205020404" pitchFamily="49" charset="0"/>
              <a:buChar char="o"/>
            </a:pPr>
            <a:r>
              <a:rPr lang="en-US" dirty="0" smtClean="0"/>
              <a:t>Keeping </a:t>
            </a:r>
            <a:r>
              <a:rPr lang="en-US" dirty="0"/>
              <a:t>the model </a:t>
            </a:r>
            <a:r>
              <a:rPr lang="en-US" dirty="0" smtClean="0"/>
              <a:t>simple</a:t>
            </a:r>
            <a:endParaRPr lang="en-IN" dirty="0"/>
          </a:p>
          <a:p>
            <a:pPr lvl="0">
              <a:buClr>
                <a:srgbClr val="00B0F0"/>
              </a:buClr>
              <a:buFont typeface="Courier New" panose="02070309020205020404" pitchFamily="49" charset="0"/>
              <a:buChar char="o"/>
            </a:pPr>
            <a:r>
              <a:rPr lang="en-US" dirty="0" smtClean="0"/>
              <a:t>Reducing </a:t>
            </a:r>
            <a:r>
              <a:rPr lang="en-US" dirty="0"/>
              <a:t>prediction </a:t>
            </a:r>
            <a:r>
              <a:rPr lang="en-US" dirty="0" smtClean="0"/>
              <a:t>errors</a:t>
            </a:r>
            <a:endParaRPr lang="en-IN" dirty="0"/>
          </a:p>
          <a:p>
            <a:pPr lvl="0">
              <a:buClr>
                <a:srgbClr val="00B0F0"/>
              </a:buClr>
              <a:buFont typeface="Courier New" panose="02070309020205020404" pitchFamily="49" charset="0"/>
              <a:buChar char="o"/>
            </a:pPr>
            <a:r>
              <a:rPr lang="en-US" b="1" dirty="0" smtClean="0"/>
              <a:t>Small C</a:t>
            </a:r>
            <a:endParaRPr lang="en-IN" b="1" dirty="0"/>
          </a:p>
          <a:p>
            <a:pPr lvl="1">
              <a:buClr>
                <a:srgbClr val="00B0F0"/>
              </a:buClr>
              <a:buFont typeface="Courier New" panose="02070309020205020404" pitchFamily="49" charset="0"/>
              <a:buChar char="o"/>
            </a:pPr>
            <a:r>
              <a:rPr lang="en-US" dirty="0" smtClean="0"/>
              <a:t>Allows </a:t>
            </a:r>
            <a:r>
              <a:rPr lang="en-US" dirty="0"/>
              <a:t>more prediction </a:t>
            </a:r>
            <a:r>
              <a:rPr lang="en-US" dirty="0" smtClean="0"/>
              <a:t>errors.</a:t>
            </a:r>
            <a:endParaRPr lang="en-IN" dirty="0"/>
          </a:p>
          <a:p>
            <a:pPr lvl="1">
              <a:buClr>
                <a:srgbClr val="00B0F0"/>
              </a:buClr>
              <a:buFont typeface="Courier New" panose="02070309020205020404" pitchFamily="49" charset="0"/>
              <a:buChar char="o"/>
            </a:pPr>
            <a:r>
              <a:rPr lang="en-US" dirty="0" smtClean="0"/>
              <a:t>Produces </a:t>
            </a:r>
            <a:r>
              <a:rPr lang="en-US" dirty="0"/>
              <a:t>a smoother regression </a:t>
            </a:r>
            <a:r>
              <a:rPr lang="en-US" dirty="0" smtClean="0"/>
              <a:t>function.</a:t>
            </a:r>
            <a:endParaRPr lang="en-IN" dirty="0"/>
          </a:p>
          <a:p>
            <a:pPr lvl="1">
              <a:buClr>
                <a:srgbClr val="00B0F0"/>
              </a:buClr>
              <a:buFont typeface="Courier New" panose="02070309020205020404" pitchFamily="49" charset="0"/>
              <a:buChar char="o"/>
            </a:pPr>
            <a:r>
              <a:rPr lang="en-US" dirty="0" smtClean="0"/>
              <a:t>Better generalization.</a:t>
            </a:r>
            <a:endParaRPr lang="en-IN" dirty="0"/>
          </a:p>
          <a:p>
            <a:pPr lvl="0">
              <a:buClr>
                <a:srgbClr val="00B0F0"/>
              </a:buClr>
              <a:buFont typeface="Courier New" panose="02070309020205020404" pitchFamily="49" charset="0"/>
              <a:buChar char="o"/>
            </a:pPr>
            <a:r>
              <a:rPr lang="en-US" b="1" dirty="0" smtClean="0"/>
              <a:t>Large C</a:t>
            </a:r>
            <a:endParaRPr lang="en-IN" b="1" dirty="0"/>
          </a:p>
          <a:p>
            <a:pPr lvl="1">
              <a:buClr>
                <a:srgbClr val="00B0F0"/>
              </a:buClr>
              <a:buFont typeface="Courier New" panose="02070309020205020404" pitchFamily="49" charset="0"/>
              <a:buChar char="o"/>
            </a:pPr>
            <a:r>
              <a:rPr lang="en-US" dirty="0" smtClean="0"/>
              <a:t>Penalizes </a:t>
            </a:r>
            <a:r>
              <a:rPr lang="en-US" dirty="0"/>
              <a:t>errors more </a:t>
            </a:r>
            <a:r>
              <a:rPr lang="en-US" dirty="0" smtClean="0"/>
              <a:t>heavily.</a:t>
            </a:r>
            <a:endParaRPr lang="en-IN" dirty="0"/>
          </a:p>
          <a:p>
            <a:pPr lvl="1">
              <a:buClr>
                <a:srgbClr val="00B0F0"/>
              </a:buClr>
              <a:buFont typeface="Courier New" panose="02070309020205020404" pitchFamily="49" charset="0"/>
              <a:buChar char="o"/>
            </a:pPr>
            <a:r>
              <a:rPr lang="en-US" dirty="0" smtClean="0"/>
              <a:t>Attempts </a:t>
            </a:r>
            <a:r>
              <a:rPr lang="en-US" dirty="0"/>
              <a:t>to fit the training data more </a:t>
            </a:r>
            <a:r>
              <a:rPr lang="en-US" dirty="0" smtClean="0"/>
              <a:t>closely.</a:t>
            </a:r>
            <a:endParaRPr lang="en-IN" dirty="0"/>
          </a:p>
          <a:p>
            <a:pPr lvl="1">
              <a:buClr>
                <a:srgbClr val="00B0F0"/>
              </a:buClr>
              <a:buFont typeface="Courier New" panose="02070309020205020404" pitchFamily="49" charset="0"/>
              <a:buChar char="o"/>
            </a:pPr>
            <a:r>
              <a:rPr lang="en-US" dirty="0" smtClean="0"/>
              <a:t>May </a:t>
            </a:r>
            <a:r>
              <a:rPr lang="en-US" dirty="0"/>
              <a:t>increase the risk of </a:t>
            </a:r>
            <a:r>
              <a:rPr lang="en-US" dirty="0" err="1"/>
              <a:t>overfitting</a:t>
            </a:r>
            <a:r>
              <a:rPr lang="en-US" dirty="0"/>
              <a:t>.</a:t>
            </a:r>
            <a:endParaRPr lang="en-IN"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051734011"/>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Important Parameters in SVR</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142673"/>
          </a:xfrm>
        </p:spPr>
        <p:txBody>
          <a:bodyPr/>
          <a:lstStyle/>
          <a:p>
            <a:pPr lvl="0">
              <a:buClr>
                <a:srgbClr val="00B0F0"/>
              </a:buClr>
              <a:buFont typeface="Courier New" panose="02070309020205020404" pitchFamily="49" charset="0"/>
              <a:buChar char="o"/>
            </a:pPr>
            <a:r>
              <a:rPr lang="en-US" b="1" dirty="0" smtClean="0"/>
              <a:t>Kernel </a:t>
            </a:r>
            <a:r>
              <a:rPr lang="en-US" b="1" dirty="0"/>
              <a:t>Functions in </a:t>
            </a:r>
            <a:r>
              <a:rPr lang="en-US" b="1" dirty="0" smtClean="0"/>
              <a:t>SVR</a:t>
            </a:r>
            <a:endParaRPr lang="en-IN" b="1" dirty="0"/>
          </a:p>
          <a:p>
            <a:pPr lvl="0">
              <a:buClr>
                <a:srgbClr val="00B0F0"/>
              </a:buClr>
              <a:buFont typeface="Courier New" panose="02070309020205020404" pitchFamily="49" charset="0"/>
              <a:buChar char="o"/>
            </a:pPr>
            <a:r>
              <a:rPr lang="en-US" dirty="0" smtClean="0"/>
              <a:t>Real-world </a:t>
            </a:r>
            <a:r>
              <a:rPr lang="en-US" dirty="0"/>
              <a:t>datasets are often </a:t>
            </a:r>
            <a:r>
              <a:rPr lang="en-US" dirty="0" smtClean="0"/>
              <a:t>nonlinear.</a:t>
            </a:r>
            <a:endParaRPr lang="en-IN" dirty="0"/>
          </a:p>
          <a:p>
            <a:pPr lvl="0">
              <a:buClr>
                <a:srgbClr val="00B0F0"/>
              </a:buClr>
              <a:buFont typeface="Courier New" panose="02070309020205020404" pitchFamily="49" charset="0"/>
              <a:buChar char="o"/>
            </a:pPr>
            <a:r>
              <a:rPr lang="en-US" dirty="0" smtClean="0"/>
              <a:t>To </a:t>
            </a:r>
            <a:r>
              <a:rPr lang="en-US" dirty="0"/>
              <a:t>model nonlinear relationships, SVR uses </a:t>
            </a:r>
            <a:r>
              <a:rPr lang="en-US" b="1" dirty="0"/>
              <a:t>kernel functions</a:t>
            </a:r>
            <a:r>
              <a:rPr lang="en-US" dirty="0"/>
              <a:t>, which transform the data into a higher-dimensional feature space where a linear relationship can be </a:t>
            </a:r>
            <a:r>
              <a:rPr lang="en-US" dirty="0" smtClean="0"/>
              <a:t>established.</a:t>
            </a:r>
            <a:endParaRPr lang="en-IN" dirty="0"/>
          </a:p>
          <a:p>
            <a:pPr lvl="0">
              <a:buClr>
                <a:srgbClr val="00B0F0"/>
              </a:buClr>
              <a:buFont typeface="Courier New" panose="02070309020205020404" pitchFamily="49" charset="0"/>
              <a:buChar char="o"/>
            </a:pPr>
            <a:r>
              <a:rPr lang="en-US" dirty="0" smtClean="0"/>
              <a:t>Commonly </a:t>
            </a:r>
            <a:r>
              <a:rPr lang="en-US" dirty="0"/>
              <a:t>used kernels </a:t>
            </a:r>
            <a:r>
              <a:rPr lang="en-US" dirty="0" smtClean="0"/>
              <a:t>include:</a:t>
            </a:r>
            <a:endParaRPr lang="en-IN" dirty="0"/>
          </a:p>
          <a:p>
            <a:pPr lvl="1">
              <a:buClr>
                <a:srgbClr val="00B0F0"/>
              </a:buClr>
              <a:buFont typeface="Courier New" panose="02070309020205020404" pitchFamily="49" charset="0"/>
              <a:buChar char="o"/>
            </a:pPr>
            <a:r>
              <a:rPr lang="en-US" dirty="0" smtClean="0"/>
              <a:t>Linear Kernel</a:t>
            </a:r>
            <a:endParaRPr lang="en-IN" dirty="0"/>
          </a:p>
          <a:p>
            <a:pPr lvl="1">
              <a:buClr>
                <a:srgbClr val="00B0F0"/>
              </a:buClr>
              <a:buFont typeface="Courier New" panose="02070309020205020404" pitchFamily="49" charset="0"/>
              <a:buChar char="o"/>
            </a:pPr>
            <a:r>
              <a:rPr lang="en-US" dirty="0" smtClean="0"/>
              <a:t>Polynomial Kernel</a:t>
            </a:r>
            <a:endParaRPr lang="en-IN" dirty="0"/>
          </a:p>
          <a:p>
            <a:pPr lvl="1">
              <a:buClr>
                <a:srgbClr val="00B0F0"/>
              </a:buClr>
              <a:buFont typeface="Courier New" panose="02070309020205020404" pitchFamily="49" charset="0"/>
              <a:buChar char="o"/>
            </a:pPr>
            <a:r>
              <a:rPr lang="en-US" dirty="0" smtClean="0"/>
              <a:t>Radial </a:t>
            </a:r>
            <a:r>
              <a:rPr lang="en-US" dirty="0"/>
              <a:t>Basis Function (RBF) </a:t>
            </a:r>
            <a:r>
              <a:rPr lang="en-US" dirty="0" smtClean="0"/>
              <a:t>Kernel</a:t>
            </a:r>
            <a:endParaRPr lang="en-IN" dirty="0"/>
          </a:p>
          <a:p>
            <a:pPr lvl="1">
              <a:buClr>
                <a:srgbClr val="00B0F0"/>
              </a:buClr>
              <a:buFont typeface="Courier New" panose="02070309020205020404" pitchFamily="49" charset="0"/>
              <a:buChar char="o"/>
            </a:pPr>
            <a:r>
              <a:rPr lang="en-US" dirty="0" smtClean="0"/>
              <a:t>Sigmoid Kernel</a:t>
            </a:r>
            <a:endParaRPr lang="en-IN" dirty="0"/>
          </a:p>
          <a:p>
            <a:pPr lvl="0">
              <a:buClr>
                <a:srgbClr val="00B0F0"/>
              </a:buClr>
              <a:buFont typeface="Courier New" panose="02070309020205020404" pitchFamily="49" charset="0"/>
              <a:buChar char="o"/>
            </a:pPr>
            <a:r>
              <a:rPr lang="en-US" dirty="0" smtClean="0"/>
              <a:t>Selecting </a:t>
            </a:r>
            <a:r>
              <a:rPr lang="en-US" dirty="0"/>
              <a:t>the appropriate kernel depends on the nature of the dataset.</a:t>
            </a:r>
            <a:endParaRPr lang="en-IN"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97339067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Support Vector Regression (SVR): Intuition and Working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053144"/>
          </a:xfrm>
        </p:spPr>
        <p:txBody>
          <a:bodyPr/>
          <a:lstStyle/>
          <a:p>
            <a:pPr lvl="0">
              <a:buClr>
                <a:srgbClr val="00B0F0"/>
              </a:buClr>
              <a:buFont typeface="Courier New" panose="02070309020205020404" pitchFamily="49" charset="0"/>
              <a:buChar char="o"/>
            </a:pPr>
            <a:r>
              <a:rPr lang="en-US" dirty="0" smtClean="0"/>
              <a:t>Support </a:t>
            </a:r>
            <a:r>
              <a:rPr lang="en-US" dirty="0"/>
              <a:t>Vector Regression (SVR) is one of the most powerful supervised machine learning algorithms used for solving regression problems. Unlike traditional linear regression, which focuses on minimizing prediction errors for every data point, SVR introduces a unique concept called the epsilon-insensitive tube, allowing the model to ignore small errors while concentrating only on significant deviations.</a:t>
            </a:r>
          </a:p>
          <a:p>
            <a:pPr lvl="0">
              <a:buClr>
                <a:srgbClr val="00B0F0"/>
              </a:buClr>
              <a:buFont typeface="Courier New" panose="02070309020205020404" pitchFamily="49" charset="0"/>
              <a:buChar char="o"/>
            </a:pPr>
            <a:r>
              <a:rPr lang="en-US" dirty="0"/>
              <a:t>This makes SVR highly effective for datasets that contain noise or minor fluctuations.</a:t>
            </a:r>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88169637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Comparing Linear Regression and Support Vector Regression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813352"/>
          </a:xfrm>
        </p:spPr>
        <p:txBody>
          <a:bodyPr/>
          <a:lstStyle/>
          <a:p>
            <a:pPr lvl="0">
              <a:buClr>
                <a:srgbClr val="00B0F0"/>
              </a:buClr>
              <a:buFont typeface="Courier New" panose="02070309020205020404" pitchFamily="49" charset="0"/>
              <a:buChar char="o"/>
            </a:pPr>
            <a:r>
              <a:rPr lang="en-US" dirty="0"/>
              <a:t>To understand SVR, it helps to compare it with Simple Linear Regression.</a:t>
            </a:r>
          </a:p>
          <a:p>
            <a:pPr lvl="0">
              <a:buClr>
                <a:srgbClr val="00B0F0"/>
              </a:buClr>
              <a:buFont typeface="Courier New" panose="02070309020205020404" pitchFamily="49" charset="0"/>
              <a:buChar char="o"/>
            </a:pPr>
            <a:r>
              <a:rPr lang="en-US" dirty="0"/>
              <a:t>Simple Linear Regression</a:t>
            </a:r>
          </a:p>
          <a:p>
            <a:pPr lvl="0">
              <a:buClr>
                <a:srgbClr val="00B0F0"/>
              </a:buClr>
              <a:buFont typeface="Courier New" panose="02070309020205020404" pitchFamily="49" charset="0"/>
              <a:buChar char="o"/>
            </a:pPr>
            <a:r>
              <a:rPr lang="en-US" dirty="0"/>
              <a:t>In simple linear regression, the objective is to find the best-fit line through the data.</a:t>
            </a:r>
          </a:p>
          <a:p>
            <a:pPr lvl="0">
              <a:buClr>
                <a:srgbClr val="00B0F0"/>
              </a:buClr>
              <a:buFont typeface="Courier New" panose="02070309020205020404" pitchFamily="49" charset="0"/>
              <a:buChar char="o"/>
            </a:pPr>
            <a:r>
              <a:rPr lang="en-US" dirty="0"/>
              <a:t>The model is trained using the Ordinary Least Squares (OLS) method, which minimizes the squared difference between:</a:t>
            </a:r>
          </a:p>
          <a:p>
            <a:pPr lvl="1">
              <a:buClr>
                <a:srgbClr val="00B0F0"/>
              </a:buClr>
              <a:buFont typeface="Courier New" panose="02070309020205020404" pitchFamily="49" charset="0"/>
              <a:buChar char="o"/>
            </a:pPr>
            <a:r>
              <a:rPr lang="en-US" dirty="0" smtClean="0"/>
              <a:t>The </a:t>
            </a:r>
            <a:r>
              <a:rPr lang="en-US" dirty="0"/>
              <a:t>actual value (Y) </a:t>
            </a:r>
          </a:p>
          <a:p>
            <a:pPr lvl="1">
              <a:buClr>
                <a:srgbClr val="00B0F0"/>
              </a:buClr>
              <a:buFont typeface="Courier New" panose="02070309020205020404" pitchFamily="49" charset="0"/>
              <a:buChar char="o"/>
            </a:pPr>
            <a:r>
              <a:rPr lang="en-US" dirty="0" smtClean="0"/>
              <a:t>The </a:t>
            </a:r>
            <a:r>
              <a:rPr lang="en-US" dirty="0"/>
              <a:t>predicted value (Ŷ) </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88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68284" y="4348547"/>
            <a:ext cx="3436851" cy="957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5322565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How Support Vector Regression is Different</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1834348"/>
          </a:xfrm>
        </p:spPr>
        <p:txBody>
          <a:bodyPr/>
          <a:lstStyle/>
          <a:p>
            <a:pPr lvl="0">
              <a:buClr>
                <a:srgbClr val="00B0F0"/>
              </a:buClr>
              <a:buFont typeface="Courier New" panose="02070309020205020404" pitchFamily="49" charset="0"/>
              <a:buChar char="o"/>
            </a:pPr>
            <a:r>
              <a:rPr lang="en-US" dirty="0" smtClean="0"/>
              <a:t>Support </a:t>
            </a:r>
            <a:r>
              <a:rPr lang="en-US" dirty="0"/>
              <a:t>Vector Regression follows a completely different philosophy.</a:t>
            </a:r>
          </a:p>
          <a:p>
            <a:pPr lvl="0">
              <a:buClr>
                <a:srgbClr val="00B0F0"/>
              </a:buClr>
              <a:buFont typeface="Courier New" panose="02070309020205020404" pitchFamily="49" charset="0"/>
              <a:buChar char="o"/>
            </a:pPr>
            <a:r>
              <a:rPr lang="en-US" dirty="0"/>
              <a:t>Instead of fitting a single line that minimizes every error, SVR creates a tube around the regression line.</a:t>
            </a:r>
          </a:p>
          <a:p>
            <a:pPr lvl="0">
              <a:buClr>
                <a:srgbClr val="00B0F0"/>
              </a:buClr>
              <a:buFont typeface="Courier New" panose="02070309020205020404" pitchFamily="49" charset="0"/>
              <a:buChar char="o"/>
            </a:pPr>
            <a:r>
              <a:rPr lang="en-US" dirty="0"/>
              <a:t>This tube is called the epsilon-insensitive tube.</a:t>
            </a:r>
          </a:p>
          <a:p>
            <a:pPr lvl="0">
              <a:buClr>
                <a:srgbClr val="00B0F0"/>
              </a:buClr>
              <a:buFont typeface="Courier New" panose="02070309020205020404" pitchFamily="49" charset="0"/>
              <a:buChar char="o"/>
            </a:pPr>
            <a:r>
              <a:rPr lang="en-US" dirty="0"/>
              <a:t>The width of the tube is represented by the parameter ε (epsilon).</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98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16689" y="3429000"/>
            <a:ext cx="6657975" cy="2733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5620903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dirty="0"/>
              <a:t>The Epsilon-Insensitive Tube</a:t>
            </a:r>
            <a:endParaRPr lang="en-US"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854115"/>
          </a:xfrm>
        </p:spPr>
        <p:txBody>
          <a:bodyPr/>
          <a:lstStyle/>
          <a:p>
            <a:pPr lvl="0">
              <a:buClr>
                <a:srgbClr val="00B0F0"/>
              </a:buClr>
              <a:buFont typeface="Courier New" panose="02070309020205020404" pitchFamily="49" charset="0"/>
              <a:buChar char="o"/>
            </a:pPr>
            <a:r>
              <a:rPr lang="en-US" dirty="0" smtClean="0"/>
              <a:t>The </a:t>
            </a:r>
            <a:r>
              <a:rPr lang="en-US" dirty="0"/>
              <a:t>key idea behind SVR is simple:</a:t>
            </a:r>
          </a:p>
          <a:p>
            <a:pPr lvl="0">
              <a:buClr>
                <a:srgbClr val="00B0F0"/>
              </a:buClr>
              <a:buFont typeface="Courier New" panose="02070309020205020404" pitchFamily="49" charset="0"/>
              <a:buChar char="o"/>
            </a:pPr>
            <a:r>
              <a:rPr lang="en-US" dirty="0"/>
              <a:t>Errors inside the tube are ignored.</a:t>
            </a:r>
          </a:p>
          <a:p>
            <a:pPr lvl="0">
              <a:buClr>
                <a:srgbClr val="00B0F0"/>
              </a:buClr>
              <a:buFont typeface="Courier New" panose="02070309020205020404" pitchFamily="49" charset="0"/>
              <a:buChar char="o"/>
            </a:pPr>
            <a:r>
              <a:rPr lang="en-US" dirty="0"/>
              <a:t>If a data point falls inside the epsilon tube, the model considers its prediction sufficiently accurate.</a:t>
            </a:r>
          </a:p>
          <a:p>
            <a:pPr lvl="0">
              <a:buClr>
                <a:srgbClr val="00B0F0"/>
              </a:buClr>
              <a:buFont typeface="Courier New" panose="02070309020205020404" pitchFamily="49" charset="0"/>
              <a:buChar char="o"/>
            </a:pPr>
            <a:r>
              <a:rPr lang="en-US" dirty="0"/>
              <a:t>The distance between the actual point and the regression line is not penalized.</a:t>
            </a:r>
          </a:p>
          <a:p>
            <a:pPr lvl="0">
              <a:buClr>
                <a:srgbClr val="00B0F0"/>
              </a:buClr>
              <a:buFont typeface="Courier New" panose="02070309020205020404" pitchFamily="49" charset="0"/>
              <a:buChar char="o"/>
            </a:pPr>
            <a:r>
              <a:rPr lang="en-US" dirty="0"/>
              <a:t>This creates a tolerance zone where small prediction errors are accepted.</a:t>
            </a:r>
          </a:p>
          <a:p>
            <a:pPr lvl="0">
              <a:buClr>
                <a:srgbClr val="00B0F0"/>
              </a:buClr>
              <a:buFont typeface="Courier New" panose="02070309020205020404" pitchFamily="49" charset="0"/>
              <a:buChar char="o"/>
            </a:pPr>
            <a:r>
              <a:rPr lang="en-US" dirty="0"/>
              <a:t>Instead of trying to perfectly fit every observation, SVR allows a small margin of error.</a:t>
            </a:r>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82260221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Errors Outside the Tube</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415568"/>
          </a:xfrm>
        </p:spPr>
        <p:txBody>
          <a:bodyPr/>
          <a:lstStyle/>
          <a:p>
            <a:pPr lvl="0">
              <a:buClr>
                <a:srgbClr val="00B0F0"/>
              </a:buClr>
              <a:buFont typeface="Courier New" panose="02070309020205020404" pitchFamily="49" charset="0"/>
              <a:buChar char="o"/>
            </a:pPr>
            <a:r>
              <a:rPr lang="en-US" dirty="0" smtClean="0"/>
              <a:t>Not </a:t>
            </a:r>
            <a:r>
              <a:rPr lang="en-US" dirty="0"/>
              <a:t>every point will lie inside the epsilon tube.</a:t>
            </a:r>
          </a:p>
          <a:p>
            <a:pPr lvl="0">
              <a:buClr>
                <a:srgbClr val="00B0F0"/>
              </a:buClr>
              <a:buFont typeface="Courier New" panose="02070309020205020404" pitchFamily="49" charset="0"/>
              <a:buChar char="o"/>
            </a:pPr>
            <a:r>
              <a:rPr lang="en-US" dirty="0"/>
              <a:t>Some observations fall outside the allowable margin.</a:t>
            </a:r>
          </a:p>
          <a:p>
            <a:pPr lvl="0">
              <a:buClr>
                <a:srgbClr val="00B0F0"/>
              </a:buClr>
              <a:buFont typeface="Courier New" panose="02070309020205020404" pitchFamily="49" charset="0"/>
              <a:buChar char="o"/>
            </a:pPr>
            <a:r>
              <a:rPr lang="en-US" dirty="0"/>
              <a:t>For these points:</a:t>
            </a:r>
          </a:p>
          <a:p>
            <a:pPr lvl="1">
              <a:buClr>
                <a:srgbClr val="00B0F0"/>
              </a:buClr>
              <a:buFont typeface="Courier New" panose="02070309020205020404" pitchFamily="49" charset="0"/>
              <a:buChar char="o"/>
            </a:pPr>
            <a:r>
              <a:rPr lang="en-US" dirty="0" smtClean="0"/>
              <a:t>The </a:t>
            </a:r>
            <a:r>
              <a:rPr lang="en-US" dirty="0"/>
              <a:t>prediction error is no longer ignored. </a:t>
            </a:r>
          </a:p>
          <a:p>
            <a:pPr lvl="1">
              <a:buClr>
                <a:srgbClr val="00B0F0"/>
              </a:buClr>
              <a:buFont typeface="Courier New" panose="02070309020205020404" pitchFamily="49" charset="0"/>
              <a:buChar char="o"/>
            </a:pPr>
            <a:r>
              <a:rPr lang="en-US" dirty="0" smtClean="0"/>
              <a:t>The </a:t>
            </a:r>
            <a:r>
              <a:rPr lang="en-US" dirty="0"/>
              <a:t>model measures the distance from the point to the boundary of the tube—not to the regression line itself. </a:t>
            </a:r>
          </a:p>
          <a:p>
            <a:pPr lvl="0">
              <a:buClr>
                <a:srgbClr val="00B0F0"/>
              </a:buClr>
              <a:buFont typeface="Courier New" panose="02070309020205020404" pitchFamily="49" charset="0"/>
              <a:buChar char="o"/>
            </a:pPr>
            <a:r>
              <a:rPr lang="en-US" dirty="0"/>
              <a:t>These distances are called slack variables</a:t>
            </a:r>
            <a:r>
              <a:rPr lang="en-US" dirty="0" smtClean="0"/>
              <a:t>.</a:t>
            </a:r>
          </a:p>
          <a:p>
            <a:pPr lvl="0">
              <a:buClr>
                <a:srgbClr val="00B0F0"/>
              </a:buClr>
              <a:buFont typeface="Courier New" panose="02070309020205020404" pitchFamily="49" charset="0"/>
              <a:buChar char="o"/>
            </a:pPr>
            <a:r>
              <a:rPr lang="en-US" dirty="0"/>
              <a:t>They represent how far a point lies beyond the permitted error margin.</a:t>
            </a:r>
          </a:p>
          <a:p>
            <a:pPr lvl="0">
              <a:buClr>
                <a:srgbClr val="00B0F0"/>
              </a:buClr>
              <a:buFont typeface="Courier New" panose="02070309020205020404" pitchFamily="49" charset="0"/>
              <a:buChar char="o"/>
            </a:pPr>
            <a:r>
              <a:rPr lang="en-US" dirty="0"/>
              <a:t>The optimization process aims to minimize these slack variables while keeping the regression model as simple as possible.</a:t>
            </a:r>
          </a:p>
          <a:p>
            <a:pPr lvl="0">
              <a:buClr>
                <a:srgbClr val="00B0F0"/>
              </a:buClr>
              <a:buFont typeface="Courier New" panose="02070309020205020404" pitchFamily="49" charset="0"/>
              <a:buChar char="o"/>
            </a:pPr>
            <a:endParaRPr lang="en-US" dirty="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70351447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Why Ignore Small Errors?</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467138"/>
          </a:xfrm>
        </p:spPr>
        <p:txBody>
          <a:bodyPr/>
          <a:lstStyle/>
          <a:p>
            <a:pPr lvl="0">
              <a:buClr>
                <a:srgbClr val="00B0F0"/>
              </a:buClr>
              <a:buFont typeface="Courier New" panose="02070309020205020404" pitchFamily="49" charset="0"/>
              <a:buChar char="o"/>
            </a:pPr>
            <a:r>
              <a:rPr lang="en-US" dirty="0" smtClean="0"/>
              <a:t>Real-world </a:t>
            </a:r>
            <a:r>
              <a:rPr lang="en-US" dirty="0"/>
              <a:t>data almost always contains:</a:t>
            </a:r>
          </a:p>
          <a:p>
            <a:pPr lvl="1">
              <a:buClr>
                <a:srgbClr val="00B0F0"/>
              </a:buClr>
              <a:buFont typeface="Courier New" panose="02070309020205020404" pitchFamily="49" charset="0"/>
              <a:buChar char="o"/>
            </a:pPr>
            <a:r>
              <a:rPr lang="en-US" dirty="0" smtClean="0"/>
              <a:t>Measurement </a:t>
            </a:r>
            <a:r>
              <a:rPr lang="en-US" dirty="0"/>
              <a:t>errors </a:t>
            </a:r>
          </a:p>
          <a:p>
            <a:pPr lvl="1">
              <a:buClr>
                <a:srgbClr val="00B0F0"/>
              </a:buClr>
              <a:buFont typeface="Courier New" panose="02070309020205020404" pitchFamily="49" charset="0"/>
              <a:buChar char="o"/>
            </a:pPr>
            <a:r>
              <a:rPr lang="en-US" dirty="0" smtClean="0"/>
              <a:t>Noise </a:t>
            </a:r>
            <a:endParaRPr lang="en-US" dirty="0"/>
          </a:p>
          <a:p>
            <a:pPr lvl="1">
              <a:buClr>
                <a:srgbClr val="00B0F0"/>
              </a:buClr>
              <a:buFont typeface="Courier New" panose="02070309020205020404" pitchFamily="49" charset="0"/>
              <a:buChar char="o"/>
            </a:pPr>
            <a:r>
              <a:rPr lang="en-US" dirty="0" smtClean="0"/>
              <a:t>Random </a:t>
            </a:r>
            <a:r>
              <a:rPr lang="en-US" dirty="0"/>
              <a:t>fluctuations </a:t>
            </a:r>
          </a:p>
          <a:p>
            <a:pPr lvl="1">
              <a:buClr>
                <a:srgbClr val="00B0F0"/>
              </a:buClr>
              <a:buFont typeface="Courier New" panose="02070309020205020404" pitchFamily="49" charset="0"/>
              <a:buChar char="o"/>
            </a:pPr>
            <a:r>
              <a:rPr lang="en-US" dirty="0" smtClean="0"/>
              <a:t>Outliers </a:t>
            </a:r>
            <a:endParaRPr lang="en-US" dirty="0"/>
          </a:p>
          <a:p>
            <a:pPr lvl="0">
              <a:buClr>
                <a:srgbClr val="00B0F0"/>
              </a:buClr>
              <a:buFont typeface="Courier New" panose="02070309020205020404" pitchFamily="49" charset="0"/>
              <a:buChar char="o"/>
            </a:pPr>
            <a:r>
              <a:rPr lang="en-US" dirty="0"/>
              <a:t>Trying to perfectly fit every data point often causes </a:t>
            </a:r>
            <a:r>
              <a:rPr lang="en-US" dirty="0" err="1"/>
              <a:t>overfitting</a:t>
            </a:r>
            <a:r>
              <a:rPr lang="en-US" dirty="0"/>
              <a:t>, where the model captures noise instead of the underlying relationship.</a:t>
            </a:r>
          </a:p>
          <a:p>
            <a:pPr lvl="0">
              <a:buClr>
                <a:srgbClr val="00B0F0"/>
              </a:buClr>
              <a:buFont typeface="Courier New" panose="02070309020205020404" pitchFamily="49" charset="0"/>
              <a:buChar char="o"/>
            </a:pPr>
            <a:r>
              <a:rPr lang="en-US" dirty="0"/>
              <a:t>SVR avoids this problem by saying:</a:t>
            </a:r>
          </a:p>
          <a:p>
            <a:pPr lvl="0">
              <a:buClr>
                <a:srgbClr val="00B0F0"/>
              </a:buClr>
              <a:buFont typeface="Courier New" panose="02070309020205020404" pitchFamily="49" charset="0"/>
              <a:buChar char="o"/>
            </a:pPr>
            <a:r>
              <a:rPr lang="en-US" dirty="0"/>
              <a:t>"Small errors are acceptable. Only large deviations deserve attention."</a:t>
            </a:r>
          </a:p>
          <a:p>
            <a:pPr lvl="0">
              <a:buClr>
                <a:srgbClr val="00B0F0"/>
              </a:buClr>
              <a:buFont typeface="Courier New" panose="02070309020205020404" pitchFamily="49" charset="0"/>
              <a:buChar char="o"/>
            </a:pPr>
            <a:r>
              <a:rPr lang="en-US" dirty="0"/>
              <a:t>This tolerance makes SVR more robust and better at generalizing to unseen data.</a:t>
            </a:r>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785249446"/>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What are Support Vectors?</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994188"/>
          </a:xfrm>
        </p:spPr>
        <p:txBody>
          <a:bodyPr/>
          <a:lstStyle/>
          <a:p>
            <a:pPr lvl="0">
              <a:buClr>
                <a:srgbClr val="00B0F0"/>
              </a:buClr>
              <a:buFont typeface="Courier New" panose="02070309020205020404" pitchFamily="49" charset="0"/>
              <a:buChar char="o"/>
            </a:pPr>
            <a:r>
              <a:rPr lang="en-US" dirty="0" smtClean="0"/>
              <a:t>Every </a:t>
            </a:r>
            <a:r>
              <a:rPr lang="en-US" dirty="0"/>
              <a:t>observation in the dataset can be represented as a vector in feature space.</a:t>
            </a:r>
          </a:p>
          <a:p>
            <a:pPr lvl="0">
              <a:buClr>
                <a:srgbClr val="00B0F0"/>
              </a:buClr>
              <a:buFont typeface="Courier New" panose="02070309020205020404" pitchFamily="49" charset="0"/>
              <a:buChar char="o"/>
            </a:pPr>
            <a:r>
              <a:rPr lang="en-US" dirty="0"/>
              <a:t>However, not every point influences the final regression model.</a:t>
            </a:r>
          </a:p>
          <a:p>
            <a:pPr lvl="0">
              <a:buClr>
                <a:srgbClr val="00B0F0"/>
              </a:buClr>
              <a:buFont typeface="Courier New" panose="02070309020205020404" pitchFamily="49" charset="0"/>
              <a:buChar char="o"/>
            </a:pPr>
            <a:r>
              <a:rPr lang="en-US" dirty="0"/>
              <a:t>The observations that lie outside (or on the boundary of) the epsilon tube determine:</a:t>
            </a:r>
          </a:p>
          <a:p>
            <a:pPr lvl="1">
              <a:buClr>
                <a:srgbClr val="00B0F0"/>
              </a:buClr>
              <a:buFont typeface="Courier New" panose="02070309020205020404" pitchFamily="49" charset="0"/>
              <a:buChar char="o"/>
            </a:pPr>
            <a:r>
              <a:rPr lang="en-US" dirty="0" smtClean="0"/>
              <a:t>The </a:t>
            </a:r>
            <a:r>
              <a:rPr lang="en-US" dirty="0"/>
              <a:t>position of the regression line </a:t>
            </a:r>
          </a:p>
          <a:p>
            <a:pPr lvl="1">
              <a:buClr>
                <a:srgbClr val="00B0F0"/>
              </a:buClr>
              <a:buFont typeface="Courier New" panose="02070309020205020404" pitchFamily="49" charset="0"/>
              <a:buChar char="o"/>
            </a:pPr>
            <a:r>
              <a:rPr lang="en-US" dirty="0" smtClean="0"/>
              <a:t>The </a:t>
            </a:r>
            <a:r>
              <a:rPr lang="en-US" dirty="0"/>
              <a:t>width of the tube </a:t>
            </a:r>
          </a:p>
          <a:p>
            <a:pPr lvl="1">
              <a:buClr>
                <a:srgbClr val="00B0F0"/>
              </a:buClr>
              <a:buFont typeface="Courier New" panose="02070309020205020404" pitchFamily="49" charset="0"/>
              <a:buChar char="o"/>
            </a:pPr>
            <a:r>
              <a:rPr lang="en-US" dirty="0" smtClean="0"/>
              <a:t>The </a:t>
            </a:r>
            <a:r>
              <a:rPr lang="en-US" dirty="0"/>
              <a:t>final prediction function </a:t>
            </a:r>
          </a:p>
          <a:p>
            <a:pPr lvl="0">
              <a:buClr>
                <a:srgbClr val="00B0F0"/>
              </a:buClr>
              <a:buFont typeface="Courier New" panose="02070309020205020404" pitchFamily="49" charset="0"/>
              <a:buChar char="o"/>
            </a:pPr>
            <a:r>
              <a:rPr lang="en-US" dirty="0"/>
              <a:t>These influential points are called Support Vectors.</a:t>
            </a:r>
          </a:p>
          <a:p>
            <a:pPr lvl="0">
              <a:buClr>
                <a:srgbClr val="00B0F0"/>
              </a:buClr>
              <a:buFont typeface="Courier New" panose="02070309020205020404" pitchFamily="49" charset="0"/>
              <a:buChar char="o"/>
            </a:pPr>
            <a:r>
              <a:rPr lang="en-US" dirty="0"/>
              <a:t>They "support" or define the structure of the regression model.</a:t>
            </a:r>
          </a:p>
          <a:p>
            <a:pPr lvl="0">
              <a:buClr>
                <a:srgbClr val="00B0F0"/>
              </a:buClr>
              <a:buFont typeface="Courier New" panose="02070309020205020404" pitchFamily="49" charset="0"/>
              <a:buChar char="o"/>
            </a:pPr>
            <a:r>
              <a:rPr lang="en-US" dirty="0"/>
              <a:t>Points well inside the tube have little or no effect on the final model.</a:t>
            </a:r>
          </a:p>
          <a:p>
            <a:pPr lvl="0">
              <a:buClr>
                <a:srgbClr val="00B0F0"/>
              </a:buClr>
              <a:buFont typeface="Courier New" panose="02070309020205020404" pitchFamily="49" charset="0"/>
              <a:buChar char="o"/>
            </a:pPr>
            <a:r>
              <a:rPr lang="en-US" dirty="0"/>
              <a:t>This is why the algorithm is called Support Vector Regression.</a:t>
            </a:r>
          </a:p>
          <a:p>
            <a:pPr lvl="0">
              <a:buClr>
                <a:srgbClr val="00B0F0"/>
              </a:buClr>
              <a:buFont typeface="Courier New" panose="02070309020205020404" pitchFamily="49" charset="0"/>
              <a:buChar char="o"/>
            </a:pPr>
            <a:endParaRPr lang="en-IN"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008799165"/>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Optimization Objective</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162439"/>
          </a:xfrm>
        </p:spPr>
        <p:txBody>
          <a:bodyPr/>
          <a:lstStyle/>
          <a:p>
            <a:pPr lvl="0">
              <a:buClr>
                <a:srgbClr val="00B0F0"/>
              </a:buClr>
              <a:buFont typeface="Courier New" panose="02070309020205020404" pitchFamily="49" charset="0"/>
              <a:buChar char="o"/>
            </a:pPr>
            <a:r>
              <a:rPr lang="en-US" dirty="0" smtClean="0"/>
              <a:t>Unlike </a:t>
            </a:r>
            <a:r>
              <a:rPr lang="en-US" dirty="0"/>
              <a:t>ordinary least squares, which minimizes the squared error of all observations, SVR minimizes:</a:t>
            </a:r>
          </a:p>
          <a:p>
            <a:pPr lvl="1">
              <a:buClr>
                <a:srgbClr val="00B0F0"/>
              </a:buClr>
              <a:buFont typeface="Courier New" panose="02070309020205020404" pitchFamily="49" charset="0"/>
              <a:buChar char="o"/>
            </a:pPr>
            <a:r>
              <a:rPr lang="en-US" dirty="0" smtClean="0"/>
              <a:t>The </a:t>
            </a:r>
            <a:r>
              <a:rPr lang="en-US" dirty="0"/>
              <a:t>model complexity </a:t>
            </a:r>
          </a:p>
          <a:p>
            <a:pPr lvl="1">
              <a:buClr>
                <a:srgbClr val="00B0F0"/>
              </a:buClr>
              <a:buFont typeface="Courier New" panose="02070309020205020404" pitchFamily="49" charset="0"/>
              <a:buChar char="o"/>
            </a:pPr>
            <a:r>
              <a:rPr lang="en-US" dirty="0" smtClean="0"/>
              <a:t>The </a:t>
            </a:r>
            <a:r>
              <a:rPr lang="en-US" dirty="0"/>
              <a:t>total amount by which points exceed the epsilon tube </a:t>
            </a:r>
          </a:p>
          <a:p>
            <a:pPr lvl="0">
              <a:buClr>
                <a:srgbClr val="00B0F0"/>
              </a:buClr>
              <a:buFont typeface="Courier New" panose="02070309020205020404" pitchFamily="49" charset="0"/>
              <a:buChar char="o"/>
            </a:pPr>
            <a:r>
              <a:rPr lang="en-US" dirty="0"/>
              <a:t>Only points outside the tube contribute to the optimization.</a:t>
            </a:r>
          </a:p>
          <a:p>
            <a:pPr lvl="0">
              <a:buClr>
                <a:srgbClr val="00B0F0"/>
              </a:buClr>
              <a:buFont typeface="Courier New" panose="02070309020205020404" pitchFamily="49" charset="0"/>
              <a:buChar char="o"/>
            </a:pPr>
            <a:r>
              <a:rPr lang="en-US" dirty="0"/>
              <a:t>As a result:</a:t>
            </a:r>
          </a:p>
          <a:p>
            <a:pPr lvl="1">
              <a:buClr>
                <a:srgbClr val="00B0F0"/>
              </a:buClr>
              <a:buFont typeface="Courier New" panose="02070309020205020404" pitchFamily="49" charset="0"/>
              <a:buChar char="o"/>
            </a:pPr>
            <a:r>
              <a:rPr lang="en-US" dirty="0" smtClean="0"/>
              <a:t>Small </a:t>
            </a:r>
            <a:r>
              <a:rPr lang="en-US" dirty="0"/>
              <a:t>errors are ignored. </a:t>
            </a:r>
          </a:p>
          <a:p>
            <a:pPr lvl="1">
              <a:buClr>
                <a:srgbClr val="00B0F0"/>
              </a:buClr>
              <a:buFont typeface="Courier New" panose="02070309020205020404" pitchFamily="49" charset="0"/>
              <a:buChar char="o"/>
            </a:pPr>
            <a:r>
              <a:rPr lang="en-US" dirty="0" smtClean="0"/>
              <a:t>Large </a:t>
            </a:r>
            <a:r>
              <a:rPr lang="en-US" dirty="0"/>
              <a:t>errors are minimized. </a:t>
            </a:r>
          </a:p>
          <a:p>
            <a:pPr lvl="1">
              <a:buClr>
                <a:srgbClr val="00B0F0"/>
              </a:buClr>
              <a:buFont typeface="Courier New" panose="02070309020205020404" pitchFamily="49" charset="0"/>
              <a:buChar char="o"/>
            </a:pPr>
            <a:r>
              <a:rPr lang="en-US" dirty="0" smtClean="0"/>
              <a:t>The </a:t>
            </a:r>
            <a:r>
              <a:rPr lang="en-US" dirty="0"/>
              <a:t>model remains robust against noise. </a:t>
            </a:r>
          </a:p>
          <a:p>
            <a:pPr lvl="0">
              <a:buClr>
                <a:srgbClr val="00B0F0"/>
              </a:buClr>
              <a:buFont typeface="Courier New" panose="02070309020205020404" pitchFamily="49" charset="0"/>
              <a:buChar char="o"/>
            </a:pPr>
            <a:endParaRPr lang="en-IN" dirty="0" smtClean="0"/>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751358533"/>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Advantages of Support Vector Regression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399427"/>
          </a:xfrm>
        </p:spPr>
        <p:txBody>
          <a:bodyPr/>
          <a:lstStyle/>
          <a:p>
            <a:pPr>
              <a:buClr>
                <a:srgbClr val="00B0F0"/>
              </a:buClr>
              <a:buFont typeface="Courier New" panose="02070309020205020404" pitchFamily="49" charset="0"/>
              <a:buChar char="o"/>
            </a:pPr>
            <a:r>
              <a:rPr lang="en-US" dirty="0" smtClean="0"/>
              <a:t>SVR </a:t>
            </a:r>
            <a:r>
              <a:rPr lang="en-US" dirty="0"/>
              <a:t>offers several benefits over traditional regression methods:</a:t>
            </a:r>
          </a:p>
          <a:p>
            <a:pPr lvl="1">
              <a:buClr>
                <a:srgbClr val="00B0F0"/>
              </a:buClr>
              <a:buFont typeface="Courier New" panose="02070309020205020404" pitchFamily="49" charset="0"/>
              <a:buChar char="o"/>
            </a:pPr>
            <a:r>
              <a:rPr lang="en-US" dirty="0" smtClean="0"/>
              <a:t>Handles </a:t>
            </a:r>
            <a:r>
              <a:rPr lang="en-US" dirty="0"/>
              <a:t>noisy datasets effectively. </a:t>
            </a:r>
          </a:p>
          <a:p>
            <a:pPr lvl="1">
              <a:buClr>
                <a:srgbClr val="00B0F0"/>
              </a:buClr>
              <a:buFont typeface="Courier New" panose="02070309020205020404" pitchFamily="49" charset="0"/>
              <a:buChar char="o"/>
            </a:pPr>
            <a:r>
              <a:rPr lang="en-US" dirty="0" smtClean="0"/>
              <a:t>Ignores </a:t>
            </a:r>
            <a:r>
              <a:rPr lang="en-US" dirty="0"/>
              <a:t>insignificant prediction errors. </a:t>
            </a:r>
          </a:p>
          <a:p>
            <a:pPr lvl="1">
              <a:buClr>
                <a:srgbClr val="00B0F0"/>
              </a:buClr>
              <a:buFont typeface="Courier New" panose="02070309020205020404" pitchFamily="49" charset="0"/>
              <a:buChar char="o"/>
            </a:pPr>
            <a:r>
              <a:rPr lang="en-US" dirty="0" smtClean="0"/>
              <a:t>Reduces </a:t>
            </a:r>
            <a:r>
              <a:rPr lang="en-US" dirty="0"/>
              <a:t>the risk of </a:t>
            </a:r>
            <a:r>
              <a:rPr lang="en-US" dirty="0" err="1"/>
              <a:t>overfitting</a:t>
            </a:r>
            <a:r>
              <a:rPr lang="en-US" dirty="0"/>
              <a:t>. </a:t>
            </a:r>
          </a:p>
          <a:p>
            <a:pPr lvl="1">
              <a:buClr>
                <a:srgbClr val="00B0F0"/>
              </a:buClr>
              <a:buFont typeface="Courier New" panose="02070309020205020404" pitchFamily="49" charset="0"/>
              <a:buChar char="o"/>
            </a:pPr>
            <a:r>
              <a:rPr lang="en-US" dirty="0" smtClean="0"/>
              <a:t>Produces </a:t>
            </a:r>
            <a:r>
              <a:rPr lang="en-US" dirty="0"/>
              <a:t>robust predictions. </a:t>
            </a:r>
          </a:p>
          <a:p>
            <a:pPr lvl="1">
              <a:buClr>
                <a:srgbClr val="00B0F0"/>
              </a:buClr>
              <a:buFont typeface="Courier New" panose="02070309020205020404" pitchFamily="49" charset="0"/>
              <a:buChar char="o"/>
            </a:pPr>
            <a:r>
              <a:rPr lang="en-US" dirty="0" smtClean="0"/>
              <a:t>Works </a:t>
            </a:r>
            <a:r>
              <a:rPr lang="en-US" dirty="0"/>
              <a:t>well with both linear and nonlinear relationships (using kernel methods). </a:t>
            </a:r>
          </a:p>
          <a:p>
            <a:pPr lvl="1">
              <a:buClr>
                <a:srgbClr val="00B0F0"/>
              </a:buClr>
              <a:buFont typeface="Courier New" panose="02070309020205020404" pitchFamily="49" charset="0"/>
              <a:buChar char="o"/>
            </a:pPr>
            <a:r>
              <a:rPr lang="en-US" dirty="0" smtClean="0"/>
              <a:t>Performs </a:t>
            </a:r>
            <a:r>
              <a:rPr lang="en-US" dirty="0"/>
              <a:t>effectively even in high-dimensional feature spaces. </a:t>
            </a:r>
          </a:p>
          <a:p>
            <a:pPr>
              <a:buClr>
                <a:srgbClr val="00B0F0"/>
              </a:buClr>
              <a:buFont typeface="Courier New" panose="02070309020205020404" pitchFamily="49" charset="0"/>
              <a:buChar char="o"/>
            </a:pPr>
            <a:endParaRPr lang="en-IN" dirty="0" smtClean="0"/>
          </a:p>
          <a:p>
            <a:pPr>
              <a:buClr>
                <a:srgbClr val="00B0F0"/>
              </a:buClr>
              <a:buFont typeface="Courier New" panose="02070309020205020404" pitchFamily="49" charset="0"/>
              <a:buChar char="o"/>
            </a:pPr>
            <a:endParaRPr lang="en-IN" b="1" dirty="0"/>
          </a:p>
          <a:p>
            <a:pPr lvl="0">
              <a:buClr>
                <a:srgbClr val="00B0F0"/>
              </a:buClr>
              <a:buFont typeface="Courier New" panose="02070309020205020404" pitchFamily="49" charset="0"/>
              <a:buChar char="o"/>
            </a:pPr>
            <a:endParaRPr lang="en-IN" dirty="0" smtClean="0"/>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625610479"/>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Limitations of SVR</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162439"/>
          </a:xfrm>
        </p:spPr>
        <p:txBody>
          <a:bodyPr/>
          <a:lstStyle/>
          <a:p>
            <a:pPr>
              <a:buClr>
                <a:srgbClr val="00B0F0"/>
              </a:buClr>
              <a:buFont typeface="Courier New" panose="02070309020205020404" pitchFamily="49" charset="0"/>
              <a:buChar char="o"/>
            </a:pPr>
            <a:r>
              <a:rPr lang="en-US" dirty="0" smtClean="0"/>
              <a:t>Despite </a:t>
            </a:r>
            <a:r>
              <a:rPr lang="en-US" dirty="0"/>
              <a:t>its strengths, SVR has some limitations:</a:t>
            </a:r>
          </a:p>
          <a:p>
            <a:pPr lvl="1">
              <a:buClr>
                <a:srgbClr val="00B0F0"/>
              </a:buClr>
              <a:buFont typeface="Courier New" panose="02070309020205020404" pitchFamily="49" charset="0"/>
              <a:buChar char="o"/>
            </a:pPr>
            <a:r>
              <a:rPr lang="en-US" dirty="0" smtClean="0"/>
              <a:t>Choosing </a:t>
            </a:r>
            <a:r>
              <a:rPr lang="en-US" dirty="0"/>
              <a:t>the right value of ε (epsilon) is important. </a:t>
            </a:r>
          </a:p>
          <a:p>
            <a:pPr lvl="1">
              <a:buClr>
                <a:srgbClr val="00B0F0"/>
              </a:buClr>
              <a:buFont typeface="Courier New" panose="02070309020205020404" pitchFamily="49" charset="0"/>
              <a:buChar char="o"/>
            </a:pPr>
            <a:r>
              <a:rPr lang="en-US" dirty="0" smtClean="0"/>
              <a:t>Selecting </a:t>
            </a:r>
            <a:r>
              <a:rPr lang="en-US" dirty="0"/>
              <a:t>appropriate </a:t>
            </a:r>
            <a:r>
              <a:rPr lang="en-US" dirty="0" err="1"/>
              <a:t>hyperparameters</a:t>
            </a:r>
            <a:r>
              <a:rPr lang="en-US" dirty="0"/>
              <a:t> can be challenging. </a:t>
            </a:r>
          </a:p>
          <a:p>
            <a:pPr lvl="1">
              <a:buClr>
                <a:srgbClr val="00B0F0"/>
              </a:buClr>
              <a:buFont typeface="Courier New" panose="02070309020205020404" pitchFamily="49" charset="0"/>
              <a:buChar char="o"/>
            </a:pPr>
            <a:r>
              <a:rPr lang="en-US" dirty="0" smtClean="0"/>
              <a:t>Training </a:t>
            </a:r>
            <a:r>
              <a:rPr lang="en-US" dirty="0"/>
              <a:t>can become computationally expensive for very large datasets. </a:t>
            </a:r>
          </a:p>
          <a:p>
            <a:pPr lvl="1">
              <a:buClr>
                <a:srgbClr val="00B0F0"/>
              </a:buClr>
              <a:buFont typeface="Courier New" panose="02070309020205020404" pitchFamily="49" charset="0"/>
              <a:buChar char="o"/>
            </a:pPr>
            <a:r>
              <a:rPr lang="en-US" dirty="0" smtClean="0"/>
              <a:t>Interpretation </a:t>
            </a:r>
            <a:r>
              <a:rPr lang="en-US" dirty="0"/>
              <a:t>is less straightforward than linear regression.</a:t>
            </a:r>
          </a:p>
          <a:p>
            <a:pPr>
              <a:buClr>
                <a:srgbClr val="00B0F0"/>
              </a:buClr>
              <a:buFont typeface="Courier New" panose="02070309020205020404" pitchFamily="49" charset="0"/>
              <a:buChar char="o"/>
            </a:pPr>
            <a:endParaRPr lang="en-IN" dirty="0" smtClean="0"/>
          </a:p>
          <a:p>
            <a:pPr>
              <a:buClr>
                <a:srgbClr val="00B0F0"/>
              </a:buClr>
              <a:buFont typeface="Courier New" panose="02070309020205020404" pitchFamily="49" charset="0"/>
              <a:buChar char="o"/>
            </a:pPr>
            <a:endParaRPr lang="en-IN" dirty="0"/>
          </a:p>
          <a:p>
            <a:pPr>
              <a:buClr>
                <a:srgbClr val="00B0F0"/>
              </a:buClr>
              <a:buFont typeface="Courier New" panose="02070309020205020404" pitchFamily="49" charset="0"/>
              <a:buChar char="o"/>
            </a:pPr>
            <a:endParaRPr lang="en-IN" dirty="0"/>
          </a:p>
          <a:p>
            <a:pPr lvl="0">
              <a:buClr>
                <a:srgbClr val="00B0F0"/>
              </a:buClr>
              <a:buFont typeface="Courier New" panose="02070309020205020404" pitchFamily="49" charset="0"/>
              <a:buChar char="o"/>
            </a:pPr>
            <a:endParaRPr lang="en-IN" dirty="0" smtClean="0"/>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4169341647"/>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Understanding Non-Linear Support Vector Regression (SVR)</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3973395"/>
          </a:xfrm>
        </p:spPr>
        <p:txBody>
          <a:bodyPr/>
          <a:lstStyle/>
          <a:p>
            <a:pPr>
              <a:buClr>
                <a:srgbClr val="00B0F0"/>
              </a:buClr>
              <a:buFont typeface="Courier New" panose="02070309020205020404" pitchFamily="49" charset="0"/>
              <a:buChar char="o"/>
            </a:pPr>
            <a:r>
              <a:rPr lang="en-US" dirty="0" smtClean="0"/>
              <a:t>we </a:t>
            </a:r>
            <a:r>
              <a:rPr lang="en-US" dirty="0"/>
              <a:t>explored the intuition behind Support Vector Regression (SVR) using a linear regression model. </a:t>
            </a:r>
            <a:endParaRPr lang="en-US" dirty="0" smtClean="0"/>
          </a:p>
          <a:p>
            <a:pPr>
              <a:buClr>
                <a:srgbClr val="00B0F0"/>
              </a:buClr>
              <a:buFont typeface="Courier New" panose="02070309020205020404" pitchFamily="49" charset="0"/>
              <a:buChar char="o"/>
            </a:pPr>
            <a:r>
              <a:rPr lang="en-US" dirty="0" smtClean="0"/>
              <a:t>While </a:t>
            </a:r>
            <a:r>
              <a:rPr lang="en-US" dirty="0"/>
              <a:t>this provides an excellent foundation for understanding how SVR works, it is only the beginning. </a:t>
            </a:r>
            <a:endParaRPr lang="en-US" dirty="0" smtClean="0"/>
          </a:p>
          <a:p>
            <a:pPr>
              <a:buClr>
                <a:srgbClr val="00B0F0"/>
              </a:buClr>
              <a:buFont typeface="Courier New" panose="02070309020205020404" pitchFamily="49" charset="0"/>
              <a:buChar char="o"/>
            </a:pPr>
            <a:r>
              <a:rPr lang="en-US" dirty="0" smtClean="0"/>
              <a:t>In </a:t>
            </a:r>
            <a:r>
              <a:rPr lang="en-US" dirty="0"/>
              <a:t>practice, many real-world datasets exhibit non-linear relationships, making linear SVR insufficient for capturing complex patterns.</a:t>
            </a:r>
          </a:p>
          <a:p>
            <a:pPr>
              <a:buClr>
                <a:srgbClr val="00B0F0"/>
              </a:buClr>
              <a:buFont typeface="Courier New" panose="02070309020205020404" pitchFamily="49" charset="0"/>
              <a:buChar char="o"/>
            </a:pPr>
            <a:r>
              <a:rPr lang="en-US" dirty="0"/>
              <a:t>To address these challenges, Support Vector Regression can be extended using kernel functions, allowing it t</a:t>
            </a:r>
          </a:p>
          <a:p>
            <a:pPr lvl="0">
              <a:buClr>
                <a:srgbClr val="00B0F0"/>
              </a:buClr>
              <a:buFont typeface="Courier New" panose="02070309020205020404" pitchFamily="49" charset="0"/>
              <a:buChar char="o"/>
            </a:pPr>
            <a:endParaRPr lang="en-IN" dirty="0" smtClean="0"/>
          </a:p>
          <a:p>
            <a:pPr lvl="0">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3447895854"/>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IN" b="1" dirty="0"/>
              <a:t>From Linear SVR to Non-Linear SVR</a:t>
            </a:r>
            <a:endParaRPr lang="en-IN" dirty="0"/>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024965"/>
          </a:xfrm>
        </p:spPr>
        <p:txBody>
          <a:bodyPr/>
          <a:lstStyle/>
          <a:p>
            <a:pPr>
              <a:buClr>
                <a:srgbClr val="00B0F0"/>
              </a:buClr>
              <a:buFont typeface="Courier New" panose="02070309020205020404" pitchFamily="49" charset="0"/>
              <a:buChar char="o"/>
            </a:pPr>
            <a:r>
              <a:rPr lang="en-US" dirty="0" smtClean="0"/>
              <a:t>The </a:t>
            </a:r>
            <a:r>
              <a:rPr lang="en-US" dirty="0"/>
              <a:t>SVR model discussed previously was a Linear Support Vector Regression model.</a:t>
            </a:r>
          </a:p>
          <a:p>
            <a:pPr>
              <a:buClr>
                <a:srgbClr val="00B0F0"/>
              </a:buClr>
              <a:buFont typeface="Courier New" panose="02070309020205020404" pitchFamily="49" charset="0"/>
              <a:buChar char="o"/>
            </a:pPr>
            <a:r>
              <a:rPr lang="en-US" dirty="0"/>
              <a:t>In Linear SVR:</a:t>
            </a:r>
          </a:p>
          <a:p>
            <a:pPr lvl="1">
              <a:buClr>
                <a:srgbClr val="00B0F0"/>
              </a:buClr>
              <a:buFont typeface="Courier New" panose="02070309020205020404" pitchFamily="49" charset="0"/>
              <a:buChar char="o"/>
            </a:pPr>
            <a:r>
              <a:rPr lang="en-US" dirty="0" smtClean="0"/>
              <a:t>The </a:t>
            </a:r>
            <a:r>
              <a:rPr lang="en-US" dirty="0"/>
              <a:t>regression function is a straight line. </a:t>
            </a:r>
          </a:p>
          <a:p>
            <a:pPr lvl="1">
              <a:buClr>
                <a:srgbClr val="00B0F0"/>
              </a:buClr>
              <a:buFont typeface="Courier New" panose="02070309020205020404" pitchFamily="49" charset="0"/>
              <a:buChar char="o"/>
            </a:pPr>
            <a:r>
              <a:rPr lang="en-US" dirty="0" smtClean="0"/>
              <a:t>An </a:t>
            </a:r>
            <a:r>
              <a:rPr lang="en-US" dirty="0"/>
              <a:t>epsilon-insensitive tube surrounds the regression line. </a:t>
            </a:r>
          </a:p>
          <a:p>
            <a:pPr lvl="1">
              <a:buClr>
                <a:srgbClr val="00B0F0"/>
              </a:buClr>
              <a:buFont typeface="Courier New" panose="02070309020205020404" pitchFamily="49" charset="0"/>
              <a:buChar char="o"/>
            </a:pPr>
            <a:r>
              <a:rPr lang="en-US" dirty="0" smtClean="0"/>
              <a:t>Only </a:t>
            </a:r>
            <a:r>
              <a:rPr lang="en-US" dirty="0"/>
              <a:t>points outside the tube influence the model. </a:t>
            </a:r>
          </a:p>
          <a:p>
            <a:pPr>
              <a:buClr>
                <a:srgbClr val="00B0F0"/>
              </a:buClr>
              <a:buFont typeface="Courier New" panose="02070309020205020404" pitchFamily="49" charset="0"/>
              <a:buChar char="o"/>
            </a:pPr>
            <a:r>
              <a:rPr lang="en-US" dirty="0"/>
              <a:t>This approach works well when the relationship between input features and the target variable is approximately linear.</a:t>
            </a:r>
          </a:p>
          <a:p>
            <a:pPr>
              <a:buClr>
                <a:srgbClr val="00B0F0"/>
              </a:buClr>
              <a:buFont typeface="Courier New" panose="02070309020205020404" pitchFamily="49" charset="0"/>
              <a:buChar char="o"/>
            </a:pPr>
            <a:r>
              <a:rPr lang="en-US" dirty="0"/>
              <a:t>However, many real-world problems involve curved or complex relationships that cannot be represented by a straight line.</a:t>
            </a:r>
          </a:p>
          <a:p>
            <a:pPr>
              <a:buClr>
                <a:srgbClr val="00B0F0"/>
              </a:buClr>
              <a:buFont typeface="Courier New" panose="02070309020205020404" pitchFamily="49" charset="0"/>
              <a:buChar char="o"/>
            </a:pPr>
            <a:r>
              <a:rPr lang="en-US" dirty="0"/>
              <a:t>For such cases, we use Non-Linear Support Vector Regression.</a:t>
            </a:r>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2467929420"/>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What is Non-Linear Support Vector Regression?</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953629"/>
          </a:xfrm>
        </p:spPr>
        <p:txBody>
          <a:bodyPr/>
          <a:lstStyle/>
          <a:p>
            <a:pPr>
              <a:buClr>
                <a:srgbClr val="00B0F0"/>
              </a:buClr>
              <a:buFont typeface="Courier New" panose="02070309020205020404" pitchFamily="49" charset="0"/>
              <a:buChar char="o"/>
            </a:pPr>
            <a:r>
              <a:rPr lang="en-US" dirty="0" smtClean="0"/>
              <a:t>Non-Linear </a:t>
            </a:r>
            <a:r>
              <a:rPr lang="en-US" dirty="0"/>
              <a:t>Support Vector Regression extends the capabilities of linear SVR by using kernel functions.</a:t>
            </a:r>
          </a:p>
          <a:p>
            <a:pPr>
              <a:buClr>
                <a:srgbClr val="00B0F0"/>
              </a:buClr>
              <a:buFont typeface="Courier New" panose="02070309020205020404" pitchFamily="49" charset="0"/>
              <a:buChar char="o"/>
            </a:pPr>
            <a:r>
              <a:rPr lang="en-US" dirty="0"/>
              <a:t>Instead of fitting a straight line, the model learns curved regression functions that can capture complex relationships within the data.</a:t>
            </a:r>
          </a:p>
          <a:p>
            <a:pPr>
              <a:buClr>
                <a:srgbClr val="00B0F0"/>
              </a:buClr>
              <a:buFont typeface="Courier New" panose="02070309020205020404" pitchFamily="49" charset="0"/>
              <a:buChar char="o"/>
            </a:pPr>
            <a:r>
              <a:rPr lang="en-US" dirty="0"/>
              <a:t>This allows SVR to make accurate predictions even when the data follows non-linear patterns.</a:t>
            </a:r>
          </a:p>
          <a:p>
            <a:pPr>
              <a:buClr>
                <a:srgbClr val="00B0F0"/>
              </a:buClr>
              <a:buFont typeface="Courier New" panose="02070309020205020404" pitchFamily="49" charset="0"/>
              <a:buChar char="o"/>
            </a:pPr>
            <a:endParaRPr lang="en-US" dirty="0" smtClean="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518080462"/>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The Role of Kernel Functions</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278094"/>
          </a:xfrm>
        </p:spPr>
        <p:txBody>
          <a:bodyPr/>
          <a:lstStyle/>
          <a:p>
            <a:pPr>
              <a:buClr>
                <a:srgbClr val="00B0F0"/>
              </a:buClr>
              <a:buFont typeface="Courier New" panose="02070309020205020404" pitchFamily="49" charset="0"/>
              <a:buChar char="o"/>
            </a:pPr>
            <a:r>
              <a:rPr lang="en-US" dirty="0" smtClean="0"/>
              <a:t>A </a:t>
            </a:r>
            <a:r>
              <a:rPr lang="en-US" dirty="0"/>
              <a:t>kernel function is the key component that enables non-linear SVR.</a:t>
            </a:r>
          </a:p>
          <a:p>
            <a:pPr>
              <a:buClr>
                <a:srgbClr val="00B0F0"/>
              </a:buClr>
              <a:buFont typeface="Courier New" panose="02070309020205020404" pitchFamily="49" charset="0"/>
              <a:buChar char="o"/>
            </a:pPr>
            <a:r>
              <a:rPr lang="en-US" dirty="0"/>
              <a:t>Instead of working directly in the original feature space, the kernel function implicitly maps the data into a higher-dimensional space, where a linear regression can be performed.</a:t>
            </a:r>
          </a:p>
          <a:p>
            <a:pPr>
              <a:buClr>
                <a:srgbClr val="00B0F0"/>
              </a:buClr>
              <a:buFont typeface="Courier New" panose="02070309020205020404" pitchFamily="49" charset="0"/>
              <a:buChar char="o"/>
            </a:pPr>
            <a:r>
              <a:rPr lang="en-US" dirty="0"/>
              <a:t>The predictions are then transformed back into the original space.</a:t>
            </a:r>
          </a:p>
          <a:p>
            <a:pPr>
              <a:buClr>
                <a:srgbClr val="00B0F0"/>
              </a:buClr>
              <a:buFont typeface="Courier New" panose="02070309020205020404" pitchFamily="49" charset="0"/>
              <a:buChar char="o"/>
            </a:pPr>
            <a:r>
              <a:rPr lang="en-US" dirty="0"/>
              <a:t>This process allows the model to learn highly complex relationships while avoiding the computational cost of explicitly creating higher-dimensional features.</a:t>
            </a:r>
          </a:p>
          <a:p>
            <a:pPr>
              <a:buClr>
                <a:srgbClr val="00B0F0"/>
              </a:buClr>
              <a:buFont typeface="Courier New" panose="02070309020205020404" pitchFamily="49" charset="0"/>
              <a:buChar char="o"/>
            </a:pPr>
            <a:r>
              <a:rPr lang="en-US" dirty="0" smtClean="0"/>
              <a:t>.</a:t>
            </a:r>
            <a:endParaRPr lang="en-IN" dirty="0" smtClean="0"/>
          </a:p>
          <a:p>
            <a:pPr>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267608"/>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Radial Basis Function (RBF) Kernel</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091650"/>
          </a:xfrm>
        </p:spPr>
        <p:txBody>
          <a:bodyPr/>
          <a:lstStyle/>
          <a:p>
            <a:pPr>
              <a:buClr>
                <a:srgbClr val="00B0F0"/>
              </a:buClr>
              <a:buFont typeface="Courier New" panose="02070309020205020404" pitchFamily="49" charset="0"/>
              <a:buChar char="o"/>
            </a:pPr>
            <a:r>
              <a:rPr lang="en-US" dirty="0" smtClean="0"/>
              <a:t>One </a:t>
            </a:r>
            <a:r>
              <a:rPr lang="en-US" dirty="0"/>
              <a:t>of the most commonly used kernels in Support Vector Regression is the Radial Basis Function (RBF) </a:t>
            </a:r>
            <a:r>
              <a:rPr lang="en-US" dirty="0" smtClean="0"/>
              <a:t>Kernel.</a:t>
            </a:r>
          </a:p>
          <a:p>
            <a:pPr>
              <a:buClr>
                <a:srgbClr val="00B0F0"/>
              </a:buClr>
              <a:buFont typeface="Courier New" panose="02070309020205020404" pitchFamily="49" charset="0"/>
              <a:buChar char="o"/>
            </a:pPr>
            <a:r>
              <a:rPr lang="en-US" dirty="0" smtClean="0"/>
              <a:t>The </a:t>
            </a:r>
            <a:r>
              <a:rPr lang="en-US" dirty="0"/>
              <a:t>RBF kernel allows the regression model to fit smooth, flexible curves rather than straight lines.</a:t>
            </a:r>
          </a:p>
          <a:p>
            <a:pPr lvl="1">
              <a:buClr>
                <a:srgbClr val="00B0F0"/>
              </a:buClr>
              <a:buFont typeface="Courier New" panose="02070309020205020404" pitchFamily="49" charset="0"/>
              <a:buChar char="o"/>
            </a:pPr>
            <a:r>
              <a:rPr lang="en-US" dirty="0"/>
              <a:t>As a result:</a:t>
            </a:r>
          </a:p>
          <a:p>
            <a:pPr lvl="1">
              <a:buClr>
                <a:srgbClr val="00B0F0"/>
              </a:buClr>
              <a:buFont typeface="Courier New" panose="02070309020205020404" pitchFamily="49" charset="0"/>
              <a:buChar char="o"/>
            </a:pPr>
            <a:r>
              <a:rPr lang="en-US" dirty="0" smtClean="0"/>
              <a:t>The </a:t>
            </a:r>
            <a:r>
              <a:rPr lang="en-US" dirty="0"/>
              <a:t>model adapts to complex datasets. </a:t>
            </a:r>
          </a:p>
          <a:p>
            <a:pPr lvl="1">
              <a:buClr>
                <a:srgbClr val="00B0F0"/>
              </a:buClr>
              <a:buFont typeface="Courier New" panose="02070309020205020404" pitchFamily="49" charset="0"/>
              <a:buChar char="o"/>
            </a:pPr>
            <a:r>
              <a:rPr lang="en-US" dirty="0" smtClean="0"/>
              <a:t>Curved </a:t>
            </a:r>
            <a:r>
              <a:rPr lang="en-US" dirty="0"/>
              <a:t>relationships can be learned effectively. </a:t>
            </a:r>
          </a:p>
          <a:p>
            <a:pPr lvl="1">
              <a:buClr>
                <a:srgbClr val="00B0F0"/>
              </a:buClr>
              <a:buFont typeface="Courier New" panose="02070309020205020404" pitchFamily="49" charset="0"/>
              <a:buChar char="o"/>
            </a:pPr>
            <a:r>
              <a:rPr lang="en-US" dirty="0" smtClean="0"/>
              <a:t>Prediction </a:t>
            </a:r>
            <a:r>
              <a:rPr lang="en-US" dirty="0"/>
              <a:t>accuracy often improves for non-linear data. </a:t>
            </a:r>
          </a:p>
          <a:p>
            <a:pPr lvl="1">
              <a:buClr>
                <a:srgbClr val="00B0F0"/>
              </a:buClr>
              <a:buFont typeface="Courier New" panose="02070309020205020404" pitchFamily="49" charset="0"/>
              <a:buChar char="o"/>
            </a:pPr>
            <a:r>
              <a:rPr lang="en-US" dirty="0"/>
              <a:t>Many machine learning libraries, including </a:t>
            </a:r>
            <a:r>
              <a:rPr lang="en-US" dirty="0" err="1"/>
              <a:t>Scikit</a:t>
            </a:r>
            <a:r>
              <a:rPr lang="en-US" dirty="0"/>
              <a:t>-learn, use the RBF kernel as the default kernel for SVR because of its versatility.</a:t>
            </a:r>
          </a:p>
          <a:p>
            <a:pPr>
              <a:buClr>
                <a:srgbClr val="00B0F0"/>
              </a:buClr>
              <a:buFont typeface="Courier New" panose="02070309020205020404" pitchFamily="49" charset="0"/>
              <a:buChar char="o"/>
            </a:pPr>
            <a:endParaRPr lang="en-IN" dirty="0" smtClean="0"/>
          </a:p>
          <a:p>
            <a:pPr>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1115012089"/>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2. Standardization (Z-Score Scaling)</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2953629"/>
          </a:xfrm>
        </p:spPr>
        <p:txBody>
          <a:bodyPr/>
          <a:lstStyle/>
          <a:p>
            <a:pPr>
              <a:buClr>
                <a:srgbClr val="00B0F0"/>
              </a:buClr>
              <a:buFont typeface="Courier New" panose="02070309020205020404" pitchFamily="49" charset="0"/>
              <a:buChar char="o"/>
            </a:pPr>
            <a:r>
              <a:rPr lang="en-US" dirty="0" smtClean="0"/>
              <a:t>Standard </a:t>
            </a:r>
            <a:r>
              <a:rPr lang="en-US" dirty="0"/>
              <a:t>deviation is a statistical measure that tells us how spread out the values in a dataset are from the mean (average</a:t>
            </a:r>
            <a:r>
              <a:rPr lang="en-US" dirty="0" smtClean="0"/>
              <a:t>).</a:t>
            </a:r>
          </a:p>
          <a:p>
            <a:pPr>
              <a:buClr>
                <a:srgbClr val="00B0F0"/>
              </a:buClr>
              <a:buFont typeface="Courier New" panose="02070309020205020404" pitchFamily="49" charset="0"/>
              <a:buChar char="o"/>
            </a:pPr>
            <a:r>
              <a:rPr lang="en-US" dirty="0" smtClean="0"/>
              <a:t>Low </a:t>
            </a:r>
            <a:r>
              <a:rPr lang="en-US" dirty="0"/>
              <a:t>standard deviation → Values are close to the average</a:t>
            </a:r>
            <a:r>
              <a:rPr lang="en-US" dirty="0" smtClean="0"/>
              <a:t>.</a:t>
            </a:r>
          </a:p>
          <a:p>
            <a:pPr>
              <a:buClr>
                <a:srgbClr val="00B0F0"/>
              </a:buClr>
              <a:buFont typeface="Courier New" panose="02070309020205020404" pitchFamily="49" charset="0"/>
              <a:buChar char="o"/>
            </a:pPr>
            <a:r>
              <a:rPr lang="en-US" dirty="0" smtClean="0"/>
              <a:t>High </a:t>
            </a:r>
            <a:r>
              <a:rPr lang="en-US" dirty="0"/>
              <a:t>standard deviation → Values are spread far away from the average.</a:t>
            </a:r>
            <a:endParaRPr lang="en-IN" dirty="0" smtClean="0"/>
          </a:p>
          <a:p>
            <a:pPr>
              <a:buClr>
                <a:srgbClr val="00B0F0"/>
              </a:buClr>
              <a:buFont typeface="Courier New" panose="02070309020205020404" pitchFamily="49" charset="0"/>
              <a:buChar char="o"/>
            </a:pPr>
            <a:endParaRPr lang="en-US" dirty="0"/>
          </a:p>
          <a:p>
            <a:r>
              <a:rPr lang="en-US" dirty="0"/>
              <a:t/>
            </a:r>
            <a:br>
              <a:rPr lang="en-US" dirty="0"/>
            </a:b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37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17270" y="3227044"/>
            <a:ext cx="3381375" cy="225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371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74940" y="3807039"/>
            <a:ext cx="3997023" cy="10318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9640285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Example: Comparing People</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5267083"/>
          </a:xfrm>
        </p:spPr>
        <p:txBody>
          <a:bodyPr/>
          <a:lstStyle/>
          <a:p>
            <a:pPr>
              <a:buClr>
                <a:srgbClr val="00B0F0"/>
              </a:buClr>
              <a:buFont typeface="Courier New" panose="02070309020205020404" pitchFamily="49" charset="0"/>
              <a:buChar char="o"/>
            </a:pPr>
            <a:r>
              <a:rPr lang="en-US" dirty="0" smtClean="0"/>
              <a:t>Suppose </a:t>
            </a:r>
            <a:r>
              <a:rPr lang="en-US" dirty="0"/>
              <a:t>we have the following dataset</a:t>
            </a:r>
            <a:r>
              <a:rPr lang="en-US" dirty="0" smtClean="0"/>
              <a:t>.</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r>
              <a:rPr lang="en-US" dirty="0" smtClean="0"/>
              <a:t>Our </a:t>
            </a:r>
            <a:r>
              <a:rPr lang="en-US" dirty="0"/>
              <a:t>goal is to determine:</a:t>
            </a:r>
          </a:p>
          <a:p>
            <a:pPr lvl="1">
              <a:buClr>
                <a:srgbClr val="00B0F0"/>
              </a:buClr>
              <a:buFont typeface="Courier New" panose="02070309020205020404" pitchFamily="49" charset="0"/>
              <a:buChar char="o"/>
            </a:pPr>
            <a:r>
              <a:rPr lang="en-US" dirty="0"/>
              <a:t>Which person is most similar to the Purple person?</a:t>
            </a:r>
          </a:p>
          <a:p>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9" name="Picture 8"/>
          <p:cNvPicPr/>
          <p:nvPr/>
        </p:nvPicPr>
        <p:blipFill>
          <a:blip r:embed="rId2">
            <a:extLst>
              <a:ext uri="{28A0092B-C50C-407E-A947-70E740481C1C}">
                <a14:useLocalDpi xmlns:a14="http://schemas.microsoft.com/office/drawing/2010/main" val="0"/>
              </a:ext>
            </a:extLst>
          </a:blip>
          <a:srcRect/>
          <a:stretch>
            <a:fillRect/>
          </a:stretch>
        </p:blipFill>
        <p:spPr bwMode="auto">
          <a:xfrm>
            <a:off x="1940011" y="2063578"/>
            <a:ext cx="6675351" cy="2484609"/>
          </a:xfrm>
          <a:prstGeom prst="rect">
            <a:avLst/>
          </a:prstGeom>
          <a:noFill/>
          <a:ln>
            <a:noFill/>
          </a:ln>
        </p:spPr>
      </p:pic>
    </p:spTree>
    <p:extLst>
      <p:ext uri="{BB962C8B-B14F-4D97-AF65-F5344CB8AC3E}">
        <p14:creationId xmlns:p14="http://schemas.microsoft.com/office/powerpoint/2010/main" val="67194465"/>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Example: Comparing People</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383764"/>
          </a:xfrm>
        </p:spPr>
        <p:txBody>
          <a:bodyPr/>
          <a:lstStyle/>
          <a:p>
            <a:pPr>
              <a:buClr>
                <a:srgbClr val="00B0F0"/>
              </a:buClr>
              <a:buFont typeface="Courier New" panose="02070309020205020404" pitchFamily="49" charset="0"/>
              <a:buChar char="o"/>
            </a:pPr>
            <a:r>
              <a:rPr lang="en-US" b="1" dirty="0" smtClean="0"/>
              <a:t>Applying Normalization</a:t>
            </a:r>
            <a:endParaRPr lang="en-IN" b="1" dirty="0"/>
          </a:p>
          <a:p>
            <a:pPr>
              <a:buClr>
                <a:srgbClr val="00B0F0"/>
              </a:buClr>
              <a:buFont typeface="Courier New" panose="02070309020205020404" pitchFamily="49" charset="0"/>
              <a:buChar char="o"/>
            </a:pPr>
            <a:r>
              <a:rPr lang="en-US" dirty="0" smtClean="0"/>
              <a:t>Now </a:t>
            </a:r>
            <a:r>
              <a:rPr lang="en-US" dirty="0"/>
              <a:t>normalize each feature </a:t>
            </a:r>
            <a:r>
              <a:rPr lang="en-US" dirty="0" smtClean="0"/>
              <a:t>independently</a:t>
            </a:r>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endParaRPr lang="en-US" dirty="0" smtClean="0"/>
          </a:p>
          <a:p>
            <a:pPr>
              <a:buClr>
                <a:srgbClr val="00B0F0"/>
              </a:buClr>
              <a:buFont typeface="Courier New" panose="02070309020205020404" pitchFamily="49" charset="0"/>
              <a:buChar char="o"/>
            </a:pPr>
            <a:endParaRPr lang="en-US" dirty="0"/>
          </a:p>
          <a:p>
            <a:pPr>
              <a:buClr>
                <a:srgbClr val="00B0F0"/>
              </a:buClr>
              <a:buFont typeface="Courier New" panose="02070309020205020404" pitchFamily="49" charset="0"/>
              <a:buChar char="o"/>
            </a:pPr>
            <a:r>
              <a:rPr lang="en-US" dirty="0"/>
              <a:t>Now both features are on the </a:t>
            </a:r>
            <a:r>
              <a:rPr lang="en-US" b="1" dirty="0"/>
              <a:t>same scale (0–1</a:t>
            </a:r>
            <a:r>
              <a:rPr lang="en-US" b="1" dirty="0" smtClean="0"/>
              <a:t>)</a:t>
            </a:r>
            <a:r>
              <a:rPr lang="en-US" dirty="0" smtClean="0"/>
              <a:t>.</a:t>
            </a:r>
            <a:endParaRPr lang="en-US" dirty="0"/>
          </a:p>
          <a:p>
            <a:pPr>
              <a:buClr>
                <a:srgbClr val="00B0F0"/>
              </a:buClr>
              <a:buFont typeface="Courier New" panose="02070309020205020404" pitchFamily="49" charset="0"/>
              <a:buChar char="o"/>
            </a:pP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2426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92001" y="2265277"/>
            <a:ext cx="3841535" cy="15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4269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43530" y="2166422"/>
            <a:ext cx="3170601" cy="1763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3091416"/>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BBC88F0-FC8D-7353-332C-C2AA0D38C41B}"/>
            </a:ext>
          </a:extLst>
        </p:cNvPr>
        <p:cNvGrpSpPr/>
        <p:nvPr/>
      </p:nvGrpSpPr>
      <p:grpSpPr>
        <a:xfrm>
          <a:off x="0" y="0"/>
          <a:ext cx="0" cy="0"/>
          <a:chOff x="0" y="0"/>
          <a:chExt cx="0" cy="0"/>
        </a:xfrm>
      </p:grpSpPr>
      <p:sp>
        <p:nvSpPr>
          <p:cNvPr id="6" name="Text Placeholder 5">
            <a:extLst>
              <a:ext uri="{FF2B5EF4-FFF2-40B4-BE49-F238E27FC236}">
                <a16:creationId xmlns:a16="http://schemas.microsoft.com/office/drawing/2014/main" xmlns="" id="{0C813FEE-17AE-5D09-7E31-73405E276A3F}"/>
              </a:ext>
            </a:extLst>
          </p:cNvPr>
          <p:cNvSpPr>
            <a:spLocks noGrp="1"/>
          </p:cNvSpPr>
          <p:nvPr>
            <p:ph type="body" sz="quarter" idx="11"/>
          </p:nvPr>
        </p:nvSpPr>
        <p:spPr/>
        <p:txBody>
          <a:bodyPr/>
          <a:lstStyle/>
          <a:p>
            <a:r>
              <a:rPr lang="en-US" dirty="0"/>
              <a:t>When is Feature Scaling Required?</a:t>
            </a:r>
          </a:p>
        </p:txBody>
      </p:sp>
      <p:sp>
        <p:nvSpPr>
          <p:cNvPr id="7" name="Text Placeholder 6">
            <a:extLst>
              <a:ext uri="{FF2B5EF4-FFF2-40B4-BE49-F238E27FC236}">
                <a16:creationId xmlns:a16="http://schemas.microsoft.com/office/drawing/2014/main" xmlns="" id="{B33B5B80-9820-6A94-CE15-9D36A6ED4C44}"/>
              </a:ext>
            </a:extLst>
          </p:cNvPr>
          <p:cNvSpPr>
            <a:spLocks noGrp="1"/>
          </p:cNvSpPr>
          <p:nvPr>
            <p:ph type="body" sz="quarter" idx="13"/>
          </p:nvPr>
        </p:nvSpPr>
        <p:spPr>
          <a:xfrm>
            <a:off x="182880" y="1056399"/>
            <a:ext cx="11450409" cy="4889544"/>
          </a:xfrm>
        </p:spPr>
        <p:txBody>
          <a:bodyPr/>
          <a:lstStyle/>
          <a:p>
            <a:pPr>
              <a:buClr>
                <a:srgbClr val="00B0F0"/>
              </a:buClr>
              <a:buFont typeface="Courier New" panose="02070309020205020404" pitchFamily="49" charset="0"/>
              <a:buChar char="o"/>
            </a:pPr>
            <a:r>
              <a:rPr lang="en-US" dirty="0" smtClean="0"/>
              <a:t>Feature </a:t>
            </a:r>
            <a:r>
              <a:rPr lang="en-US" dirty="0"/>
              <a:t>scaling is especially important for algorithms that rely on distance calculations or optimization.</a:t>
            </a:r>
          </a:p>
          <a:p>
            <a:pPr>
              <a:buClr>
                <a:srgbClr val="00B0F0"/>
              </a:buClr>
              <a:buFont typeface="Courier New" panose="02070309020205020404" pitchFamily="49" charset="0"/>
              <a:buChar char="o"/>
            </a:pPr>
            <a:r>
              <a:rPr lang="en-US" dirty="0"/>
              <a:t>Examples include:</a:t>
            </a:r>
          </a:p>
          <a:p>
            <a:pPr lvl="1">
              <a:buClr>
                <a:srgbClr val="00B0F0"/>
              </a:buClr>
              <a:buFont typeface="Courier New" panose="02070309020205020404" pitchFamily="49" charset="0"/>
              <a:buChar char="o"/>
            </a:pPr>
            <a:r>
              <a:rPr lang="en-US" dirty="0" smtClean="0"/>
              <a:t>K-Nearest </a:t>
            </a:r>
            <a:r>
              <a:rPr lang="en-US" dirty="0"/>
              <a:t>Neighbors (KNN)</a:t>
            </a:r>
          </a:p>
          <a:p>
            <a:pPr lvl="1">
              <a:buClr>
                <a:srgbClr val="00B0F0"/>
              </a:buClr>
              <a:buFont typeface="Courier New" panose="02070309020205020404" pitchFamily="49" charset="0"/>
              <a:buChar char="o"/>
            </a:pPr>
            <a:r>
              <a:rPr lang="en-US" dirty="0" smtClean="0"/>
              <a:t>K-Means </a:t>
            </a:r>
            <a:r>
              <a:rPr lang="en-US" dirty="0"/>
              <a:t>Clustering</a:t>
            </a:r>
          </a:p>
          <a:p>
            <a:pPr lvl="1">
              <a:buClr>
                <a:srgbClr val="00B0F0"/>
              </a:buClr>
              <a:buFont typeface="Courier New" panose="02070309020205020404" pitchFamily="49" charset="0"/>
              <a:buChar char="o"/>
            </a:pPr>
            <a:r>
              <a:rPr lang="en-US" dirty="0" smtClean="0"/>
              <a:t>Support </a:t>
            </a:r>
            <a:r>
              <a:rPr lang="en-US" dirty="0"/>
              <a:t>Vector Machines (SVM)</a:t>
            </a:r>
          </a:p>
          <a:p>
            <a:pPr lvl="1">
              <a:buClr>
                <a:srgbClr val="00B0F0"/>
              </a:buClr>
              <a:buFont typeface="Courier New" panose="02070309020205020404" pitchFamily="49" charset="0"/>
              <a:buChar char="o"/>
            </a:pPr>
            <a:r>
              <a:rPr lang="en-US" dirty="0" smtClean="0"/>
              <a:t>Logistic </a:t>
            </a:r>
            <a:r>
              <a:rPr lang="en-US" dirty="0"/>
              <a:t>Regression</a:t>
            </a:r>
          </a:p>
          <a:p>
            <a:pPr lvl="1">
              <a:buClr>
                <a:srgbClr val="00B0F0"/>
              </a:buClr>
              <a:buFont typeface="Courier New" panose="02070309020205020404" pitchFamily="49" charset="0"/>
              <a:buChar char="o"/>
            </a:pPr>
            <a:r>
              <a:rPr lang="en-US" dirty="0" smtClean="0"/>
              <a:t>Linear </a:t>
            </a:r>
            <a:r>
              <a:rPr lang="en-US" dirty="0"/>
              <a:t>Regression (especially when using gradient descent)</a:t>
            </a:r>
          </a:p>
          <a:p>
            <a:pPr lvl="1">
              <a:buClr>
                <a:srgbClr val="00B0F0"/>
              </a:buClr>
              <a:buFont typeface="Courier New" panose="02070309020205020404" pitchFamily="49" charset="0"/>
              <a:buChar char="o"/>
            </a:pPr>
            <a:r>
              <a:rPr lang="en-US" dirty="0" smtClean="0"/>
              <a:t>Neural </a:t>
            </a:r>
            <a:r>
              <a:rPr lang="en-US" dirty="0"/>
              <a:t>Networks</a:t>
            </a:r>
          </a:p>
          <a:p>
            <a:pPr lvl="1">
              <a:buClr>
                <a:srgbClr val="00B0F0"/>
              </a:buClr>
              <a:buFont typeface="Courier New" panose="02070309020205020404" pitchFamily="49" charset="0"/>
              <a:buChar char="o"/>
            </a:pPr>
            <a:r>
              <a:rPr lang="en-US" dirty="0" smtClean="0"/>
              <a:t>Principal </a:t>
            </a:r>
            <a:r>
              <a:rPr lang="en-US" dirty="0"/>
              <a:t>Component Analysis (PCA)</a:t>
            </a:r>
          </a:p>
          <a:p>
            <a:pPr>
              <a:buClr>
                <a:srgbClr val="00B0F0"/>
              </a:buClr>
              <a:buFont typeface="Courier New" panose="02070309020205020404" pitchFamily="49" charset="0"/>
              <a:buChar char="o"/>
            </a:pPr>
            <a:r>
              <a:rPr lang="en-US" dirty="0"/>
              <a:t>Some algorithms, such as Decision Trees and Random Forests, generally do not require feature scaling because they are not based on distance calculations.</a:t>
            </a:r>
          </a:p>
          <a:p>
            <a:pPr>
              <a:buClr>
                <a:srgbClr val="00B0F0"/>
              </a:buClr>
              <a:buFont typeface="Courier New" panose="02070309020205020404" pitchFamily="49" charset="0"/>
              <a:buChar char="o"/>
            </a:pPr>
            <a:endParaRPr lang="en-US" dirty="0" smtClean="0"/>
          </a:p>
        </p:txBody>
      </p:sp>
      <p:sp>
        <p:nvSpPr>
          <p:cNvPr id="2" name="AutoShape 2" descr="https://infyspringboard.onwingspan.com/common-content-store/Shared/Shared/Public/lex_auth_012563459509018624305_shared/web-hosted/assets/8.Constructs.png">
            <a:extLst>
              <a:ext uri="{FF2B5EF4-FFF2-40B4-BE49-F238E27FC236}">
                <a16:creationId xmlns:a16="http://schemas.microsoft.com/office/drawing/2014/main" xmlns="" id="{AB1306D0-344D-E0D6-732D-CB1003C147AA}"/>
              </a:ext>
            </a:extLst>
          </p:cNvPr>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27576387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BC70CE7-0D37-5108-516F-EBF9B13D6CD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xmlns="" id="{F5E0CFBC-9BB7-20A7-753C-D94285E24E14}"/>
              </a:ext>
            </a:extLst>
          </p:cNvPr>
          <p:cNvSpPr>
            <a:spLocks noGrp="1"/>
          </p:cNvSpPr>
          <p:nvPr>
            <p:ph type="body" sz="quarter" idx="11"/>
          </p:nvPr>
        </p:nvSpPr>
        <p:spPr/>
        <p:txBody>
          <a:bodyPr/>
          <a:lstStyle/>
          <a:p>
            <a:r>
              <a:rPr lang="en-US" dirty="0"/>
              <a:t>Thank you</a:t>
            </a:r>
          </a:p>
        </p:txBody>
      </p:sp>
    </p:spTree>
    <p:extLst>
      <p:ext uri="{BB962C8B-B14F-4D97-AF65-F5344CB8AC3E}">
        <p14:creationId xmlns:p14="http://schemas.microsoft.com/office/powerpoint/2010/main" val="3718504755"/>
      </p:ext>
    </p:extLst>
  </p:cSld>
  <p:clrMapOvr>
    <a:masterClrMapping/>
  </p:clrMapOvr>
  <p:timing>
    <p:tnLst>
      <p:par>
        <p:cTn id="1" dur="indefinite" restart="never" nodeType="tmRoot"/>
      </p:par>
    </p:tnLst>
  </p:timing>
</p:sld>
</file>

<file path=ppt/tags/tag1.xml><?xml version="1.0" encoding="utf-8"?>
<p:tagLst xmlns:a="http://schemas.openxmlformats.org/drawingml/2006/main" xmlns:r="http://schemas.openxmlformats.org/officeDocument/2006/relationships" xmlns:p="http://schemas.openxmlformats.org/presentationml/2006/main">
  <p:tag name="ENGAGE" val="{&quot;SavedSwatch&quot;:&quot;-16748873|-8341960|-3468525|-2064878|-9539986|Markido&quot;,&quot;Id&quot;:&quot;5912d2b23245341368fd0de0&quot;,&quot;SmartGridHorizontal&quot;:0,&quot;LinkedExcelSources&quot;:{},&quot;LinkedProjectSources&quot;:{},&quot;FlowConfig&quot;:{&quot;Canvas&quot;:{&quot;Slide&quot;:-1,&quot;Width&quot;:0,&quot;Height&quot;:0},&quot;Timeline&quot;:{&quot;Actions&quot;:[]}},&quot;LinkedSlideMergeSources&quot;:{},&quot;LinkedSharePointSlideMergeSources&quot;:{}}"/>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Infogain Theme">
  <a:themeElements>
    <a:clrScheme name="Infogain">
      <a:dk1>
        <a:sysClr val="windowText" lastClr="000000"/>
      </a:dk1>
      <a:lt1>
        <a:sysClr val="window" lastClr="FFFFFF"/>
      </a:lt1>
      <a:dk2>
        <a:srgbClr val="4CA88A"/>
      </a:dk2>
      <a:lt2>
        <a:srgbClr val="00A9DA"/>
      </a:lt2>
      <a:accent1>
        <a:srgbClr val="E7513C"/>
      </a:accent1>
      <a:accent2>
        <a:srgbClr val="313437"/>
      </a:accent2>
      <a:accent3>
        <a:srgbClr val="5B719A"/>
      </a:accent3>
      <a:accent4>
        <a:srgbClr val="006BB1"/>
      </a:accent4>
      <a:accent5>
        <a:srgbClr val="174276"/>
      </a:accent5>
      <a:accent6>
        <a:srgbClr val="B0B2B5"/>
      </a:accent6>
      <a:hlink>
        <a:srgbClr val="0000FF"/>
      </a:hlink>
      <a:folHlink>
        <a:srgbClr val="800080"/>
      </a:folHlink>
    </a:clrScheme>
    <a:fontScheme name="Custom 11">
      <a:majorFont>
        <a:latin typeface="Avenir Roman"/>
        <a:ea typeface=""/>
        <a:cs typeface=""/>
      </a:majorFont>
      <a:minorFont>
        <a:latin typeface="Avenir Roman"/>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2"/>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ln>
          <a:solidFill>
            <a:schemeClr val="bg2"/>
          </a:solidFill>
        </a:ln>
        <a:effectLst/>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thm15="http://schemas.microsoft.com/office/thememl/2012/main" xmlns="" name="Tenarai_Template_20260310" id="{392C4E7A-B87B-0446-B2FC-59969B4EAB6B}" vid="{B3C127D8-8DD5-0840-A0C6-D9CC8662E7B3}"/>
    </a:ext>
  </a:extLst>
</a:theme>
</file>

<file path=ppt/theme/theme3.xml><?xml version="1.0" encoding="utf-8"?>
<a:theme xmlns:a="http://schemas.openxmlformats.org/drawingml/2006/main" name="1_Tenarai">
  <a:themeElements>
    <a:clrScheme name="Tenarai">
      <a:dk1>
        <a:srgbClr val="000000"/>
      </a:dk1>
      <a:lt1>
        <a:srgbClr val="FFFFFF"/>
      </a:lt1>
      <a:dk2>
        <a:srgbClr val="8CF000"/>
      </a:dk2>
      <a:lt2>
        <a:srgbClr val="F5F0EB"/>
      </a:lt2>
      <a:accent1>
        <a:srgbClr val="8E867E"/>
      </a:accent1>
      <a:accent2>
        <a:srgbClr val="235B00"/>
      </a:accent2>
      <a:accent3>
        <a:srgbClr val="5E5751"/>
      </a:accent3>
      <a:accent4>
        <a:srgbClr val="20470F"/>
      </a:accent4>
      <a:accent5>
        <a:srgbClr val="47413C"/>
      </a:accent5>
      <a:accent6>
        <a:srgbClr val="1E321E"/>
      </a:accent6>
      <a:hlink>
        <a:srgbClr val="000000"/>
      </a:hlink>
      <a:folHlink>
        <a:srgbClr val="000000"/>
      </a:folHlink>
    </a:clrScheme>
    <a:fontScheme name="Office Them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sz="1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defRPr sz="1200" dirty="0" smtClean="0"/>
        </a:defPPr>
      </a:lstStyle>
    </a:txDef>
  </a:objectDefaults>
  <a:extraClrSchemeLst/>
  <a:custClrLst>
    <a:custClr name="Tan">
      <a:srgbClr val="F5F0EB"/>
    </a:custClr>
    <a:custClr name="Tan 2">
      <a:srgbClr val="DAD2CB"/>
    </a:custClr>
    <a:custClr name="Tan 3">
      <a:srgbClr val="BEB4AA"/>
    </a:custClr>
    <a:custClr name="Tan 4">
      <a:srgbClr val="8E867E"/>
    </a:custClr>
    <a:custClr name="Tan 5">
      <a:srgbClr val="5E5751"/>
    </a:custClr>
    <a:custClr name="Tan 6">
      <a:srgbClr val="47413D"/>
    </a:custClr>
    <a:custClr name="Tan 7">
      <a:srgbClr val="2F2C29"/>
    </a:custClr>
    <a:custClr name="Tan 8">
      <a:srgbClr val="181614"/>
    </a:custClr>
    <a:custClr>
      <a:srgbClr val="FFFFFF"/>
    </a:custClr>
    <a:custClr>
      <a:srgbClr val="FFFFFF"/>
    </a:custClr>
    <a:custClr name="Volt">
      <a:srgbClr val="8CF000"/>
    </a:custClr>
    <a:custClr name="Volt 2">
      <a:srgbClr val="5FB900"/>
    </a:custClr>
    <a:custClr name="Volt 3">
      <a:srgbClr val="328200"/>
    </a:custClr>
    <a:custClr name="Volt 4">
      <a:srgbClr val="235B00"/>
    </a:custClr>
    <a:custClr name="Volt 5">
      <a:srgbClr val="21470F"/>
    </a:custClr>
    <a:custClr name="Volt 6">
      <a:srgbClr val="1E321E"/>
    </a:custClr>
    <a:custClr name="Volt 7">
      <a:srgbClr val="162616"/>
    </a:custClr>
    <a:custClr name="Volt 8">
      <a:srgbClr val="0F190F"/>
    </a:custClr>
    <a:custClr>
      <a:srgbClr val="FFFFFF"/>
    </a:custClr>
    <a:custClr>
      <a:srgbClr val="FFFFFF"/>
    </a:custClr>
    <a:custClr name="Success Light">
      <a:srgbClr val="DDFBB2"/>
    </a:custClr>
    <a:custClr name="Success Dark">
      <a:srgbClr val="11AE50"/>
    </a:custClr>
    <a:custClr name="Warning Light">
      <a:srgbClr val="FFF2E0"/>
    </a:custClr>
    <a:custClr name="Warning Dark">
      <a:srgbClr val="AD4B00"/>
    </a:custClr>
    <a:custClr name="Danger Light">
      <a:srgbClr val="FFE5F0"/>
    </a:custClr>
    <a:custClr name="Danger Dark">
      <a:srgbClr val="BD004B"/>
    </a:custClr>
    <a:custClr name="Info Light">
      <a:srgbClr val="EDE5FF"/>
    </a:custClr>
    <a:custClr name="Info Dark">
      <a:srgbClr val="714CD6"/>
    </a:custClr>
    <a:custClr>
      <a:srgbClr val="FFFFFF"/>
    </a:custClr>
    <a:custClr>
      <a:srgbClr val="FFFFFF"/>
    </a:custClr>
  </a:custClrLst>
  <a:extLst>
    <a:ext uri="{05A4C25C-085E-4340-85A3-A5531E510DB2}">
      <thm15:themeFamily xmlns:thm15="http://schemas.microsoft.com/office/thememl/2012/main" xmlns="" name="Tenarai_Template_20260310" id="{392C4E7A-B87B-0446-B2FC-59969B4EAB6B}" vid="{B3C127D8-8DD5-0840-A0C6-D9CC8662E7B3}"/>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C18301F54976BD40B3F8637F54C095B9" ma:contentTypeVersion="9" ma:contentTypeDescription="Create a new document." ma:contentTypeScope="" ma:versionID="7981c13eefe6da806c4b4d04fadbaee2">
  <xsd:schema xmlns:xsd="http://www.w3.org/2001/XMLSchema" xmlns:xs="http://www.w3.org/2001/XMLSchema" xmlns:p="http://schemas.microsoft.com/office/2006/metadata/properties" xmlns:ns2="863d8192-19c9-48ba-956d-c31701e6c360" targetNamespace="http://schemas.microsoft.com/office/2006/metadata/properties" ma:root="true" ma:fieldsID="47f719c559862e1b2a804745738a065f" ns2:_="">
    <xsd:import namespace="863d8192-19c9-48ba-956d-c31701e6c36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63d8192-19c9-48ba-956d-c31701e6c3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878CF0A-9D77-4FD2-A2D8-5E627661DB47}">
  <ds:schemaRefs>
    <ds:schemaRef ds:uri="http://schemas.microsoft.com/office/infopath/2007/PartnerControl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863d8192-19c9-48ba-956d-c31701e6c360"/>
    <ds:schemaRef ds:uri="http://www.w3.org/XML/1998/namespace"/>
    <ds:schemaRef ds:uri="http://purl.org/dc/dcmitype/"/>
  </ds:schemaRefs>
</ds:datastoreItem>
</file>

<file path=customXml/itemProps2.xml><?xml version="1.0" encoding="utf-8"?>
<ds:datastoreItem xmlns:ds="http://schemas.openxmlformats.org/officeDocument/2006/customXml" ds:itemID="{91A8D693-52B0-4EC7-BA43-D2D78CB8FC6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63d8192-19c9-48ba-956d-c31701e6c3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D26E52B-BE85-4589-9F0E-59F6B75FADE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49851</TotalTime>
  <Words>3324</Words>
  <Application>Microsoft Office PowerPoint</Application>
  <PresentationFormat>Custom</PresentationFormat>
  <Paragraphs>439</Paragraphs>
  <Slides>52</Slides>
  <Notes>0</Notes>
  <HiddenSlides>0</HiddenSlides>
  <MMClips>0</MMClips>
  <ScaleCrop>false</ScaleCrop>
  <HeadingPairs>
    <vt:vector size="6" baseType="variant">
      <vt:variant>
        <vt:lpstr>Theme</vt:lpstr>
      </vt:variant>
      <vt:variant>
        <vt:i4>3</vt:i4>
      </vt:variant>
      <vt:variant>
        <vt:lpstr>Embedded OLE Servers</vt:lpstr>
      </vt:variant>
      <vt:variant>
        <vt:i4>1</vt:i4>
      </vt:variant>
      <vt:variant>
        <vt:lpstr>Slide Titles</vt:lpstr>
      </vt:variant>
      <vt:variant>
        <vt:i4>52</vt:i4>
      </vt:variant>
    </vt:vector>
  </HeadingPairs>
  <TitlesOfParts>
    <vt:vector size="56" baseType="lpstr">
      <vt:lpstr>Infogain Theme</vt:lpstr>
      <vt:lpstr>Tenarai</vt:lpstr>
      <vt:lpstr>1_Tenarai</vt:lpstr>
      <vt:lpstr>think-cell Slide</vt:lpstr>
      <vt:lpstr>AI/ML Part-03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SOLUTIONS</dc:title>
  <dc:creator>Sushma V</dc:creator>
  <cp:lastModifiedBy>Hp</cp:lastModifiedBy>
  <cp:revision>1010</cp:revision>
  <dcterms:created xsi:type="dcterms:W3CDTF">2016-11-03T07:42:20Z</dcterms:created>
  <dcterms:modified xsi:type="dcterms:W3CDTF">2026-07-24T09:18:14Z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0x010100C18301F54976BD40B3F8637F54C095B9</vt:lpwstr>
  </property>
</Properties>
</file>