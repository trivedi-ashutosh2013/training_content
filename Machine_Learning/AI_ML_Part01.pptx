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theme/theme3.xml" ContentType="application/vnd.openxmlformats-officedocument.them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4.xml" ContentType="application/vnd.openxmlformats-officedocument.theme+xml"/>
  <Override PartName="/ppt/tags/tag23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 id="2147483826" r:id="rId6"/>
  </p:sldMasterIdLst>
  <p:notesMasterIdLst>
    <p:notesMasterId r:id="rId46"/>
  </p:notesMasterIdLst>
  <p:sldIdLst>
    <p:sldId id="360" r:id="rId7"/>
    <p:sldId id="820" r:id="rId8"/>
    <p:sldId id="797" r:id="rId9"/>
    <p:sldId id="798" r:id="rId10"/>
    <p:sldId id="799" r:id="rId11"/>
    <p:sldId id="800" r:id="rId12"/>
    <p:sldId id="801" r:id="rId13"/>
    <p:sldId id="802" r:id="rId14"/>
    <p:sldId id="803" r:id="rId15"/>
    <p:sldId id="821" r:id="rId16"/>
    <p:sldId id="822" r:id="rId17"/>
    <p:sldId id="823" r:id="rId18"/>
    <p:sldId id="804" r:id="rId19"/>
    <p:sldId id="742" r:id="rId20"/>
    <p:sldId id="743" r:id="rId21"/>
    <p:sldId id="805" r:id="rId22"/>
    <p:sldId id="806" r:id="rId23"/>
    <p:sldId id="744" r:id="rId24"/>
    <p:sldId id="787" r:id="rId25"/>
    <p:sldId id="807" r:id="rId26"/>
    <p:sldId id="808" r:id="rId27"/>
    <p:sldId id="781" r:id="rId28"/>
    <p:sldId id="824" r:id="rId29"/>
    <p:sldId id="809" r:id="rId30"/>
    <p:sldId id="825" r:id="rId31"/>
    <p:sldId id="826" r:id="rId32"/>
    <p:sldId id="827" r:id="rId33"/>
    <p:sldId id="828" r:id="rId34"/>
    <p:sldId id="829" r:id="rId35"/>
    <p:sldId id="830" r:id="rId36"/>
    <p:sldId id="831" r:id="rId37"/>
    <p:sldId id="832" r:id="rId38"/>
    <p:sldId id="833" r:id="rId39"/>
    <p:sldId id="834" r:id="rId40"/>
    <p:sldId id="838" r:id="rId41"/>
    <p:sldId id="835" r:id="rId42"/>
    <p:sldId id="836" r:id="rId43"/>
    <p:sldId id="837" r:id="rId44"/>
    <p:sldId id="390" r:id="rId45"/>
  </p:sldIdLst>
  <p:sldSz cx="12192000" cy="6858000"/>
  <p:notesSz cx="6858000" cy="9144000"/>
  <p:custDataLst>
    <p:tags r:id="rId4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20"/>
            <p14:sldId id="797"/>
            <p14:sldId id="798"/>
            <p14:sldId id="799"/>
            <p14:sldId id="800"/>
            <p14:sldId id="801"/>
            <p14:sldId id="802"/>
            <p14:sldId id="803"/>
            <p14:sldId id="821"/>
            <p14:sldId id="822"/>
            <p14:sldId id="823"/>
            <p14:sldId id="804"/>
            <p14:sldId id="742"/>
            <p14:sldId id="743"/>
            <p14:sldId id="805"/>
            <p14:sldId id="806"/>
            <p14:sldId id="744"/>
            <p14:sldId id="787"/>
            <p14:sldId id="807"/>
            <p14:sldId id="808"/>
            <p14:sldId id="781"/>
            <p14:sldId id="824"/>
            <p14:sldId id="809"/>
            <p14:sldId id="825"/>
            <p14:sldId id="826"/>
            <p14:sldId id="827"/>
            <p14:sldId id="828"/>
            <p14:sldId id="829"/>
            <p14:sldId id="830"/>
            <p14:sldId id="831"/>
            <p14:sldId id="832"/>
            <p14:sldId id="833"/>
            <p14:sldId id="834"/>
            <p14:sldId id="838"/>
            <p14:sldId id="835"/>
            <p14:sldId id="836"/>
            <p14:sldId id="837"/>
            <p14:sldId id="390"/>
          </p14:sldIdLst>
        </p14:section>
      </p14:sectionLst>
    </p:ext>
    <p:ext uri="{EFAFB233-063F-42B5-8137-9DF3F51BA10A}">
      <p15:sldGuideLst xmlns="" xmlns:p15="http://schemas.microsoft.com/office/powerpoint/2012/main">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2" autoAdjust="0"/>
    <p:restoredTop sz="93543" autoAdjust="0"/>
  </p:normalViewPr>
  <p:slideViewPr>
    <p:cSldViewPr snapToGrid="0">
      <p:cViewPr>
        <p:scale>
          <a:sx n="77" d="100"/>
          <a:sy n="77" d="100"/>
        </p:scale>
        <p:origin x="-780" y="30"/>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23.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20-07-2026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https://www.javabrahman.com/java-8/java-8-java-util-stream-collector-basics-tutorial-with-examples/</a:t>
            </a:r>
          </a:p>
          <a:p>
            <a:r>
              <a:rPr lang="en-US" dirty="0"/>
              <a:t>https://www.journaldev.com/2763/java-8-functional-interfaces</a:t>
            </a:r>
          </a:p>
          <a:p>
            <a:r>
              <a:rPr lang="en-US" dirty="0"/>
              <a:t>http://winterbe.com/posts/2014/03/16/java-8-tutorial/</a:t>
            </a:r>
          </a:p>
          <a:p>
            <a:r>
              <a:rPr lang="en-US" dirty="0"/>
              <a:t>https://www.oreilly.com/learning/java-8-functional-interfaces</a:t>
            </a:r>
          </a:p>
          <a:p>
            <a:endParaRPr lang="en-US" dirty="0"/>
          </a:p>
        </p:txBody>
      </p:sp>
      <p:sp>
        <p:nvSpPr>
          <p:cNvPr id="4" name="Slide Number Placeholder 3"/>
          <p:cNvSpPr>
            <a:spLocks noGrp="1"/>
          </p:cNvSpPr>
          <p:nvPr>
            <p:ph type="sldNum" sz="quarter" idx="10"/>
          </p:nvPr>
        </p:nvSpPr>
        <p:spPr/>
        <p:txBody>
          <a:bodyPr/>
          <a:lstStyle/>
          <a:p>
            <a:fld id="{E619FFEA-3951-4BA9-8398-FEC7047E1482}" type="slidenum">
              <a:rPr lang="en-IN" smtClean="0"/>
              <a:pPr/>
              <a:t>2</a:t>
            </a:fld>
            <a:endParaRPr lang="en-IN"/>
          </a:p>
        </p:txBody>
      </p:sp>
    </p:spTree>
    <p:extLst>
      <p:ext uri="{BB962C8B-B14F-4D97-AF65-F5344CB8AC3E}">
        <p14:creationId xmlns:p14="http://schemas.microsoft.com/office/powerpoint/2010/main" val="1899158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4</a:t>
            </a:fld>
            <a:endParaRPr lang="en-CA"/>
          </a:p>
        </p:txBody>
      </p:sp>
    </p:spTree>
    <p:extLst>
      <p:ext uri="{BB962C8B-B14F-4D97-AF65-F5344CB8AC3E}">
        <p14:creationId xmlns:p14="http://schemas.microsoft.com/office/powerpoint/2010/main" val="4276921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5</a:t>
            </a:fld>
            <a:endParaRPr lang="en-CA"/>
          </a:p>
        </p:txBody>
      </p:sp>
    </p:spTree>
    <p:extLst>
      <p:ext uri="{BB962C8B-B14F-4D97-AF65-F5344CB8AC3E}">
        <p14:creationId xmlns:p14="http://schemas.microsoft.com/office/powerpoint/2010/main" val="3982396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6</a:t>
            </a:fld>
            <a:endParaRPr lang="en-CA"/>
          </a:p>
        </p:txBody>
      </p:sp>
    </p:spTree>
    <p:extLst>
      <p:ext uri="{BB962C8B-B14F-4D97-AF65-F5344CB8AC3E}">
        <p14:creationId xmlns:p14="http://schemas.microsoft.com/office/powerpoint/2010/main" val="706724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7</a:t>
            </a:fld>
            <a:endParaRPr lang="en-CA"/>
          </a:p>
        </p:txBody>
      </p:sp>
    </p:spTree>
    <p:extLst>
      <p:ext uri="{BB962C8B-B14F-4D97-AF65-F5344CB8AC3E}">
        <p14:creationId xmlns:p14="http://schemas.microsoft.com/office/powerpoint/2010/main" val="3246258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8</a:t>
            </a:fld>
            <a:endParaRPr lang="en-CA"/>
          </a:p>
        </p:txBody>
      </p:sp>
    </p:spTree>
    <p:extLst>
      <p:ext uri="{BB962C8B-B14F-4D97-AF65-F5344CB8AC3E}">
        <p14:creationId xmlns:p14="http://schemas.microsoft.com/office/powerpoint/2010/main" val="353404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17</a:t>
            </a:fld>
            <a:endParaRPr lang="en-CA"/>
          </a:p>
        </p:txBody>
      </p:sp>
    </p:spTree>
    <p:extLst>
      <p:ext uri="{BB962C8B-B14F-4D97-AF65-F5344CB8AC3E}">
        <p14:creationId xmlns:p14="http://schemas.microsoft.com/office/powerpoint/2010/main" val="4065619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21</a:t>
            </a:fld>
            <a:endParaRPr lang="en-CA"/>
          </a:p>
        </p:txBody>
      </p:sp>
    </p:spTree>
    <p:extLst>
      <p:ext uri="{BB962C8B-B14F-4D97-AF65-F5344CB8AC3E}">
        <p14:creationId xmlns:p14="http://schemas.microsoft.com/office/powerpoint/2010/main" val="15949937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vmlDrawing" Target="../drawings/vmlDrawing11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7.bin"/></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9.xml"/><Relationship Id="rId1" Type="http://schemas.openxmlformats.org/officeDocument/2006/relationships/vmlDrawing" Target="../drawings/vmlDrawing11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8.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0.xml"/><Relationship Id="rId1" Type="http://schemas.openxmlformats.org/officeDocument/2006/relationships/vmlDrawing" Target="../drawings/vmlDrawing11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9.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1.xml"/><Relationship Id="rId1" Type="http://schemas.openxmlformats.org/officeDocument/2006/relationships/vmlDrawing" Target="../drawings/vmlDrawing11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0.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2.xml"/><Relationship Id="rId1" Type="http://schemas.openxmlformats.org/officeDocument/2006/relationships/vmlDrawing" Target="../drawings/vmlDrawing11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1.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vmlDrawing" Target="../drawings/vmlDrawing11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2.bin"/></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4.xml"/><Relationship Id="rId1" Type="http://schemas.openxmlformats.org/officeDocument/2006/relationships/vmlDrawing" Target="../drawings/vmlDrawing11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3.bin"/></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vmlDrawing" Target="../drawings/vmlDrawing120.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4.bin"/></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6.xml"/><Relationship Id="rId1" Type="http://schemas.openxmlformats.org/officeDocument/2006/relationships/vmlDrawing" Target="../drawings/vmlDrawing121.vml"/><Relationship Id="rId5" Type="http://schemas.openxmlformats.org/officeDocument/2006/relationships/image" Target="../media/image16.emf"/><Relationship Id="rId4" Type="http://schemas.openxmlformats.org/officeDocument/2006/relationships/oleObject" Target="../embeddings/oleObject125.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7.xml"/><Relationship Id="rId1" Type="http://schemas.openxmlformats.org/officeDocument/2006/relationships/vmlDrawing" Target="../drawings/vmlDrawing122.vml"/><Relationship Id="rId5" Type="http://schemas.openxmlformats.org/officeDocument/2006/relationships/image" Target="../media/image17.emf"/><Relationship Id="rId4" Type="http://schemas.openxmlformats.org/officeDocument/2006/relationships/oleObject" Target="../embeddings/oleObject126.bin"/></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8.xml"/><Relationship Id="rId1" Type="http://schemas.openxmlformats.org/officeDocument/2006/relationships/vmlDrawing" Target="../drawings/vmlDrawing123.vml"/><Relationship Id="rId5" Type="http://schemas.openxmlformats.org/officeDocument/2006/relationships/image" Target="../media/image17.emf"/><Relationship Id="rId4" Type="http://schemas.openxmlformats.org/officeDocument/2006/relationships/oleObject" Target="../embeddings/oleObject127.bin"/></Relationships>
</file>

<file path=ppt/slideLayouts/_rels/slideLayout1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9.xml"/><Relationship Id="rId1" Type="http://schemas.openxmlformats.org/officeDocument/2006/relationships/vmlDrawing" Target="../drawings/vmlDrawing124.vml"/><Relationship Id="rId5" Type="http://schemas.openxmlformats.org/officeDocument/2006/relationships/image" Target="../media/image17.emf"/><Relationship Id="rId4" Type="http://schemas.openxmlformats.org/officeDocument/2006/relationships/oleObject" Target="../embeddings/oleObject128.bin"/></Relationships>
</file>

<file path=ppt/slideLayouts/_rels/slideLayout1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0.xml"/><Relationship Id="rId1" Type="http://schemas.openxmlformats.org/officeDocument/2006/relationships/vmlDrawing" Target="../drawings/vmlDrawing125.vml"/><Relationship Id="rId5" Type="http://schemas.openxmlformats.org/officeDocument/2006/relationships/image" Target="../media/image17.emf"/><Relationship Id="rId4" Type="http://schemas.openxmlformats.org/officeDocument/2006/relationships/oleObject" Target="../embeddings/oleObject129.bin"/></Relationships>
</file>

<file path=ppt/slideLayouts/_rels/slideLayout1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vmlDrawing" Target="../drawings/vmlDrawing126.vml"/><Relationship Id="rId5" Type="http://schemas.openxmlformats.org/officeDocument/2006/relationships/image" Target="../media/image17.emf"/><Relationship Id="rId4" Type="http://schemas.openxmlformats.org/officeDocument/2006/relationships/oleObject" Target="../embeddings/oleObject130.bin"/></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2.xml"/><Relationship Id="rId1" Type="http://schemas.openxmlformats.org/officeDocument/2006/relationships/vmlDrawing" Target="../drawings/vmlDrawing127.vml"/><Relationship Id="rId5" Type="http://schemas.openxmlformats.org/officeDocument/2006/relationships/image" Target="../media/image17.emf"/><Relationship Id="rId4" Type="http://schemas.openxmlformats.org/officeDocument/2006/relationships/oleObject" Target="../embeddings/oleObject131.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3.xml"/><Relationship Id="rId1" Type="http://schemas.openxmlformats.org/officeDocument/2006/relationships/vmlDrawing" Target="../drawings/vmlDrawing128.vml"/><Relationship Id="rId5" Type="http://schemas.openxmlformats.org/officeDocument/2006/relationships/image" Target="../media/image17.emf"/><Relationship Id="rId4" Type="http://schemas.openxmlformats.org/officeDocument/2006/relationships/oleObject" Target="../embeddings/oleObject132.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4.xml"/><Relationship Id="rId1" Type="http://schemas.openxmlformats.org/officeDocument/2006/relationships/vmlDrawing" Target="../drawings/vmlDrawing129.vml"/><Relationship Id="rId5" Type="http://schemas.openxmlformats.org/officeDocument/2006/relationships/image" Target="../media/image17.emf"/><Relationship Id="rId4" Type="http://schemas.openxmlformats.org/officeDocument/2006/relationships/oleObject" Target="../embeddings/oleObject133.bin"/></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5.xml"/><Relationship Id="rId1" Type="http://schemas.openxmlformats.org/officeDocument/2006/relationships/vmlDrawing" Target="../drawings/vmlDrawing130.vml"/><Relationship Id="rId5" Type="http://schemas.openxmlformats.org/officeDocument/2006/relationships/image" Target="../media/image17.emf"/><Relationship Id="rId4" Type="http://schemas.openxmlformats.org/officeDocument/2006/relationships/oleObject" Target="../embeddings/oleObject134.bin"/></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6.xml"/><Relationship Id="rId1" Type="http://schemas.openxmlformats.org/officeDocument/2006/relationships/vmlDrawing" Target="../drawings/vmlDrawing131.vml"/><Relationship Id="rId5" Type="http://schemas.openxmlformats.org/officeDocument/2006/relationships/image" Target="../media/image17.emf"/><Relationship Id="rId4" Type="http://schemas.openxmlformats.org/officeDocument/2006/relationships/oleObject" Target="../embeddings/oleObject135.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7.xml"/><Relationship Id="rId1" Type="http://schemas.openxmlformats.org/officeDocument/2006/relationships/vmlDrawing" Target="../drawings/vmlDrawing132.vml"/><Relationship Id="rId5" Type="http://schemas.openxmlformats.org/officeDocument/2006/relationships/image" Target="../media/image17.emf"/><Relationship Id="rId4" Type="http://schemas.openxmlformats.org/officeDocument/2006/relationships/oleObject" Target="../embeddings/oleObject136.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8.xml"/><Relationship Id="rId1" Type="http://schemas.openxmlformats.org/officeDocument/2006/relationships/vmlDrawing" Target="../drawings/vmlDrawing133.vml"/><Relationship Id="rId5" Type="http://schemas.openxmlformats.org/officeDocument/2006/relationships/image" Target="../media/image17.emf"/><Relationship Id="rId4" Type="http://schemas.openxmlformats.org/officeDocument/2006/relationships/oleObject" Target="../embeddings/oleObject137.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9.xml"/><Relationship Id="rId1" Type="http://schemas.openxmlformats.org/officeDocument/2006/relationships/vmlDrawing" Target="../drawings/vmlDrawing134.vml"/><Relationship Id="rId5" Type="http://schemas.openxmlformats.org/officeDocument/2006/relationships/image" Target="../media/image17.emf"/><Relationship Id="rId4" Type="http://schemas.openxmlformats.org/officeDocument/2006/relationships/oleObject" Target="../embeddings/oleObject138.bin"/></Relationships>
</file>

<file path=ppt/slideLayouts/_rels/slideLayout17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0.xml"/><Relationship Id="rId1" Type="http://schemas.openxmlformats.org/officeDocument/2006/relationships/vmlDrawing" Target="../drawings/vmlDrawing135.vml"/><Relationship Id="rId5" Type="http://schemas.openxmlformats.org/officeDocument/2006/relationships/image" Target="../media/image17.emf"/><Relationship Id="rId4" Type="http://schemas.openxmlformats.org/officeDocument/2006/relationships/oleObject" Target="../embeddings/oleObject139.bin"/></Relationships>
</file>

<file path=ppt/slideLayouts/_rels/slideLayout17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1.xml"/><Relationship Id="rId1" Type="http://schemas.openxmlformats.org/officeDocument/2006/relationships/vmlDrawing" Target="../drawings/vmlDrawing136.vml"/><Relationship Id="rId5" Type="http://schemas.openxmlformats.org/officeDocument/2006/relationships/image" Target="../media/image17.emf"/><Relationship Id="rId4" Type="http://schemas.openxmlformats.org/officeDocument/2006/relationships/oleObject" Target="../embeddings/oleObject140.bin"/></Relationships>
</file>

<file path=ppt/slideLayouts/_rels/slideLayout17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2.xml"/><Relationship Id="rId1" Type="http://schemas.openxmlformats.org/officeDocument/2006/relationships/vmlDrawing" Target="../drawings/vmlDrawing137.vml"/><Relationship Id="rId5" Type="http://schemas.openxmlformats.org/officeDocument/2006/relationships/image" Target="../media/image17.emf"/><Relationship Id="rId4" Type="http://schemas.openxmlformats.org/officeDocument/2006/relationships/oleObject" Target="../embeddings/oleObject141.bin"/></Relationships>
</file>

<file path=ppt/slideLayouts/_rels/slideLayout17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3.xml"/><Relationship Id="rId1" Type="http://schemas.openxmlformats.org/officeDocument/2006/relationships/vmlDrawing" Target="../drawings/vmlDrawing138.vml"/><Relationship Id="rId5" Type="http://schemas.openxmlformats.org/officeDocument/2006/relationships/image" Target="../media/image17.emf"/><Relationship Id="rId4" Type="http://schemas.openxmlformats.org/officeDocument/2006/relationships/oleObject" Target="../embeddings/oleObject142.bin"/></Relationships>
</file>

<file path=ppt/slideLayouts/_rels/slideLayout17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4.xml"/><Relationship Id="rId1" Type="http://schemas.openxmlformats.org/officeDocument/2006/relationships/vmlDrawing" Target="../drawings/vmlDrawing139.vml"/><Relationship Id="rId5" Type="http://schemas.openxmlformats.org/officeDocument/2006/relationships/image" Target="../media/image18.emf"/><Relationship Id="rId4" Type="http://schemas.openxmlformats.org/officeDocument/2006/relationships/oleObject" Target="../embeddings/oleObject143.bin"/></Relationships>
</file>

<file path=ppt/slideLayouts/_rels/slideLayout17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5.xml"/><Relationship Id="rId1" Type="http://schemas.openxmlformats.org/officeDocument/2006/relationships/vmlDrawing" Target="../drawings/vmlDrawing140.vml"/><Relationship Id="rId5" Type="http://schemas.openxmlformats.org/officeDocument/2006/relationships/image" Target="../media/image18.emf"/><Relationship Id="rId4" Type="http://schemas.openxmlformats.org/officeDocument/2006/relationships/oleObject" Target="../embeddings/oleObject144.bin"/></Relationships>
</file>

<file path=ppt/slideLayouts/_rels/slideLayout1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6.xml"/><Relationship Id="rId1" Type="http://schemas.openxmlformats.org/officeDocument/2006/relationships/vmlDrawing" Target="../drawings/vmlDrawing141.vml"/><Relationship Id="rId5" Type="http://schemas.openxmlformats.org/officeDocument/2006/relationships/image" Target="../media/image18.emf"/><Relationship Id="rId4" Type="http://schemas.openxmlformats.org/officeDocument/2006/relationships/oleObject" Target="../embeddings/oleObject145.bin"/></Relationships>
</file>

<file path=ppt/slideLayouts/_rels/slideLayout18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vmlDrawing" Target="../drawings/vmlDrawing142.vml"/><Relationship Id="rId5" Type="http://schemas.openxmlformats.org/officeDocument/2006/relationships/image" Target="../media/image18.emf"/><Relationship Id="rId4" Type="http://schemas.openxmlformats.org/officeDocument/2006/relationships/oleObject" Target="../embeddings/oleObject146.bin"/></Relationships>
</file>

<file path=ppt/slideLayouts/_rels/slideLayout18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8.xml"/><Relationship Id="rId1" Type="http://schemas.openxmlformats.org/officeDocument/2006/relationships/vmlDrawing" Target="../drawings/vmlDrawing143.vml"/><Relationship Id="rId5" Type="http://schemas.openxmlformats.org/officeDocument/2006/relationships/image" Target="../media/image18.emf"/><Relationship Id="rId4" Type="http://schemas.openxmlformats.org/officeDocument/2006/relationships/oleObject" Target="../embeddings/oleObject147.bin"/></Relationships>
</file>

<file path=ppt/slideLayouts/_rels/slideLayout18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vmlDrawing" Target="../drawings/vmlDrawing144.vml"/><Relationship Id="rId5" Type="http://schemas.openxmlformats.org/officeDocument/2006/relationships/image" Target="../media/image18.emf"/><Relationship Id="rId4" Type="http://schemas.openxmlformats.org/officeDocument/2006/relationships/oleObject" Target="../embeddings/oleObject148.bin"/></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0.xml"/><Relationship Id="rId1" Type="http://schemas.openxmlformats.org/officeDocument/2006/relationships/vmlDrawing" Target="../drawings/vmlDrawing145.vml"/><Relationship Id="rId5" Type="http://schemas.openxmlformats.org/officeDocument/2006/relationships/image" Target="../media/image18.emf"/><Relationship Id="rId4" Type="http://schemas.openxmlformats.org/officeDocument/2006/relationships/oleObject" Target="../embeddings/oleObject149.bin"/></Relationships>
</file>

<file path=ppt/slideLayouts/_rels/slideLayout18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1.xml"/><Relationship Id="rId1" Type="http://schemas.openxmlformats.org/officeDocument/2006/relationships/vmlDrawing" Target="../drawings/vmlDrawing146.vml"/><Relationship Id="rId5" Type="http://schemas.openxmlformats.org/officeDocument/2006/relationships/image" Target="../media/image18.emf"/><Relationship Id="rId4" Type="http://schemas.openxmlformats.org/officeDocument/2006/relationships/oleObject" Target="../embeddings/oleObject150.bin"/></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2.xml"/><Relationship Id="rId1" Type="http://schemas.openxmlformats.org/officeDocument/2006/relationships/vmlDrawing" Target="../drawings/vmlDrawing147.vml"/><Relationship Id="rId5" Type="http://schemas.openxmlformats.org/officeDocument/2006/relationships/image" Target="../media/image18.emf"/><Relationship Id="rId4" Type="http://schemas.openxmlformats.org/officeDocument/2006/relationships/oleObject" Target="../embeddings/oleObject151.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3.xml"/><Relationship Id="rId1" Type="http://schemas.openxmlformats.org/officeDocument/2006/relationships/vmlDrawing" Target="../drawings/vmlDrawing148.vml"/><Relationship Id="rId5" Type="http://schemas.openxmlformats.org/officeDocument/2006/relationships/image" Target="../media/image18.emf"/><Relationship Id="rId4" Type="http://schemas.openxmlformats.org/officeDocument/2006/relationships/oleObject" Target="../embeddings/oleObject152.bin"/></Relationships>
</file>

<file path=ppt/slideLayouts/_rels/slideLayout18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vmlDrawing" Target="../drawings/vmlDrawing149.vml"/><Relationship Id="rId5" Type="http://schemas.openxmlformats.org/officeDocument/2006/relationships/image" Target="../media/image18.emf"/><Relationship Id="rId4" Type="http://schemas.openxmlformats.org/officeDocument/2006/relationships/oleObject" Target="../embeddings/oleObject153.bin"/></Relationships>
</file>

<file path=ppt/slideLayouts/_rels/slideLayout18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vmlDrawing" Target="../drawings/vmlDrawing150.vml"/><Relationship Id="rId5" Type="http://schemas.openxmlformats.org/officeDocument/2006/relationships/image" Target="../media/image18.emf"/><Relationship Id="rId4" Type="http://schemas.openxmlformats.org/officeDocument/2006/relationships/oleObject" Target="../embeddings/oleObject154.bin"/></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6.xml"/><Relationship Id="rId1" Type="http://schemas.openxmlformats.org/officeDocument/2006/relationships/vmlDrawing" Target="../drawings/vmlDrawing151.vml"/><Relationship Id="rId5" Type="http://schemas.openxmlformats.org/officeDocument/2006/relationships/image" Target="../media/image16.emf"/><Relationship Id="rId4" Type="http://schemas.openxmlformats.org/officeDocument/2006/relationships/oleObject" Target="../embeddings/oleObject155.bin"/></Relationships>
</file>

<file path=ppt/slideLayouts/_rels/slideLayout19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7.xml"/><Relationship Id="rId1" Type="http://schemas.openxmlformats.org/officeDocument/2006/relationships/vmlDrawing" Target="../drawings/vmlDrawing152.vml"/><Relationship Id="rId5" Type="http://schemas.openxmlformats.org/officeDocument/2006/relationships/image" Target="../media/image19.emf"/><Relationship Id="rId4" Type="http://schemas.openxmlformats.org/officeDocument/2006/relationships/oleObject" Target="../embeddings/oleObject156.bin"/></Relationships>
</file>

<file path=ppt/slideLayouts/_rels/slideLayout19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8.xml"/><Relationship Id="rId1" Type="http://schemas.openxmlformats.org/officeDocument/2006/relationships/vmlDrawing" Target="../drawings/vmlDrawing153.vml"/><Relationship Id="rId5" Type="http://schemas.openxmlformats.org/officeDocument/2006/relationships/image" Target="../media/image19.emf"/><Relationship Id="rId4" Type="http://schemas.openxmlformats.org/officeDocument/2006/relationships/oleObject" Target="../embeddings/oleObject157.bin"/></Relationships>
</file>

<file path=ppt/slideLayouts/_rels/slideLayout19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9.xml"/><Relationship Id="rId1" Type="http://schemas.openxmlformats.org/officeDocument/2006/relationships/vmlDrawing" Target="../drawings/vmlDrawing154.vml"/><Relationship Id="rId5" Type="http://schemas.openxmlformats.org/officeDocument/2006/relationships/image" Target="../media/image19.emf"/><Relationship Id="rId4" Type="http://schemas.openxmlformats.org/officeDocument/2006/relationships/oleObject" Target="../embeddings/oleObject158.bin"/></Relationships>
</file>

<file path=ppt/slideLayouts/_rels/slideLayout19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vmlDrawing" Target="../drawings/vmlDrawing155.vml"/><Relationship Id="rId5" Type="http://schemas.openxmlformats.org/officeDocument/2006/relationships/image" Target="../media/image19.emf"/><Relationship Id="rId4" Type="http://schemas.openxmlformats.org/officeDocument/2006/relationships/oleObject" Target="../embeddings/oleObject159.bin"/></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vmlDrawing" Target="../drawings/vmlDrawing156.vml"/><Relationship Id="rId5" Type="http://schemas.openxmlformats.org/officeDocument/2006/relationships/image" Target="../media/image16.emf"/><Relationship Id="rId4" Type="http://schemas.openxmlformats.org/officeDocument/2006/relationships/oleObject" Target="../embeddings/oleObject160.bin"/></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2.xml"/><Relationship Id="rId1" Type="http://schemas.openxmlformats.org/officeDocument/2006/relationships/vmlDrawing" Target="../drawings/vmlDrawing157.vml"/><Relationship Id="rId5" Type="http://schemas.openxmlformats.org/officeDocument/2006/relationships/image" Target="../media/image20.emf"/><Relationship Id="rId4" Type="http://schemas.openxmlformats.org/officeDocument/2006/relationships/oleObject" Target="../embeddings/oleObject161.bin"/></Relationships>
</file>

<file path=ppt/slideLayouts/_rels/slideLayout20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3.xml"/><Relationship Id="rId1" Type="http://schemas.openxmlformats.org/officeDocument/2006/relationships/vmlDrawing" Target="../drawings/vmlDrawing158.vml"/><Relationship Id="rId5" Type="http://schemas.openxmlformats.org/officeDocument/2006/relationships/image" Target="../media/image20.emf"/><Relationship Id="rId4" Type="http://schemas.openxmlformats.org/officeDocument/2006/relationships/oleObject" Target="../embeddings/oleObject162.bin"/></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4.xml"/><Relationship Id="rId1" Type="http://schemas.openxmlformats.org/officeDocument/2006/relationships/vmlDrawing" Target="../drawings/vmlDrawing159.vml"/><Relationship Id="rId5" Type="http://schemas.openxmlformats.org/officeDocument/2006/relationships/image" Target="../media/image20.emf"/><Relationship Id="rId4" Type="http://schemas.openxmlformats.org/officeDocument/2006/relationships/oleObject" Target="../embeddings/oleObject163.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5.xml"/><Relationship Id="rId1" Type="http://schemas.openxmlformats.org/officeDocument/2006/relationships/vmlDrawing" Target="../drawings/vmlDrawing160.vml"/><Relationship Id="rId5" Type="http://schemas.openxmlformats.org/officeDocument/2006/relationships/image" Target="../media/image20.emf"/><Relationship Id="rId4" Type="http://schemas.openxmlformats.org/officeDocument/2006/relationships/oleObject" Target="../embeddings/oleObject164.bin"/></Relationships>
</file>

<file path=ppt/slideLayouts/_rels/slideLayout2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6.xml"/><Relationship Id="rId1" Type="http://schemas.openxmlformats.org/officeDocument/2006/relationships/vmlDrawing" Target="../drawings/vmlDrawing161.vml"/><Relationship Id="rId5" Type="http://schemas.openxmlformats.org/officeDocument/2006/relationships/image" Target="../media/image20.emf"/><Relationship Id="rId4" Type="http://schemas.openxmlformats.org/officeDocument/2006/relationships/oleObject" Target="../embeddings/oleObject165.bin"/></Relationships>
</file>

<file path=ppt/slideLayouts/_rels/slideLayout20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vmlDrawing" Target="../drawings/vmlDrawing162.vml"/><Relationship Id="rId5" Type="http://schemas.openxmlformats.org/officeDocument/2006/relationships/image" Target="../media/image20.emf"/><Relationship Id="rId4" Type="http://schemas.openxmlformats.org/officeDocument/2006/relationships/oleObject" Target="../embeddings/oleObject166.bin"/></Relationships>
</file>

<file path=ppt/slideLayouts/_rels/slideLayout20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8.xml"/><Relationship Id="rId1" Type="http://schemas.openxmlformats.org/officeDocument/2006/relationships/vmlDrawing" Target="../drawings/vmlDrawing163.vml"/><Relationship Id="rId5" Type="http://schemas.openxmlformats.org/officeDocument/2006/relationships/image" Target="../media/image20.emf"/><Relationship Id="rId4" Type="http://schemas.openxmlformats.org/officeDocument/2006/relationships/oleObject" Target="../embeddings/oleObject167.bin"/></Relationships>
</file>

<file path=ppt/slideLayouts/_rels/slideLayout20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9.xml"/><Relationship Id="rId1" Type="http://schemas.openxmlformats.org/officeDocument/2006/relationships/vmlDrawing" Target="../drawings/vmlDrawing164.vml"/><Relationship Id="rId5" Type="http://schemas.openxmlformats.org/officeDocument/2006/relationships/image" Target="../media/image20.emf"/><Relationship Id="rId4" Type="http://schemas.openxmlformats.org/officeDocument/2006/relationships/oleObject" Target="../embeddings/oleObject168.bin"/></Relationships>
</file>

<file path=ppt/slideLayouts/_rels/slideLayout2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0.xml"/><Relationship Id="rId1" Type="http://schemas.openxmlformats.org/officeDocument/2006/relationships/vmlDrawing" Target="../drawings/vmlDrawing165.vml"/><Relationship Id="rId5" Type="http://schemas.openxmlformats.org/officeDocument/2006/relationships/image" Target="../media/image16.emf"/><Relationship Id="rId4" Type="http://schemas.openxmlformats.org/officeDocument/2006/relationships/oleObject" Target="../embeddings/oleObject169.bin"/></Relationships>
</file>

<file path=ppt/slideLayouts/_rels/slideLayout2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1.xml"/><Relationship Id="rId1" Type="http://schemas.openxmlformats.org/officeDocument/2006/relationships/vmlDrawing" Target="../drawings/vmlDrawing166.vml"/><Relationship Id="rId5" Type="http://schemas.openxmlformats.org/officeDocument/2006/relationships/image" Target="../media/image21.emf"/><Relationship Id="rId4" Type="http://schemas.openxmlformats.org/officeDocument/2006/relationships/oleObject" Target="../embeddings/oleObject170.bin"/></Relationships>
</file>

<file path=ppt/slideLayouts/_rels/slideLayout2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2.xml"/><Relationship Id="rId1" Type="http://schemas.openxmlformats.org/officeDocument/2006/relationships/vmlDrawing" Target="../drawings/vmlDrawing167.vml"/><Relationship Id="rId5" Type="http://schemas.openxmlformats.org/officeDocument/2006/relationships/image" Target="../media/image21.emf"/><Relationship Id="rId4" Type="http://schemas.openxmlformats.org/officeDocument/2006/relationships/oleObject" Target="../embeddings/oleObject171.bin"/></Relationships>
</file>

<file path=ppt/slideLayouts/_rels/slideLayout2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3.xml"/><Relationship Id="rId1" Type="http://schemas.openxmlformats.org/officeDocument/2006/relationships/vmlDrawing" Target="../drawings/vmlDrawing168.vml"/><Relationship Id="rId5" Type="http://schemas.openxmlformats.org/officeDocument/2006/relationships/image" Target="../media/image21.emf"/><Relationship Id="rId4" Type="http://schemas.openxmlformats.org/officeDocument/2006/relationships/oleObject" Target="../embeddings/oleObject172.bin"/></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4.xml"/><Relationship Id="rId1" Type="http://schemas.openxmlformats.org/officeDocument/2006/relationships/vmlDrawing" Target="../drawings/vmlDrawing169.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173.bin"/></Relationships>
</file>

<file path=ppt/slideLayouts/_rels/slideLayout21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vmlDrawing" Target="../drawings/vmlDrawing170.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174.bin"/></Relationships>
</file>

<file path=ppt/slideLayouts/_rels/slideLayout2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6.xml"/><Relationship Id="rId1" Type="http://schemas.openxmlformats.org/officeDocument/2006/relationships/vmlDrawing" Target="../drawings/vmlDrawing171.vml"/><Relationship Id="rId5" Type="http://schemas.openxmlformats.org/officeDocument/2006/relationships/image" Target="../media/image21.emf"/><Relationship Id="rId4" Type="http://schemas.openxmlformats.org/officeDocument/2006/relationships/oleObject" Target="../embeddings/oleObject175.bin"/></Relationships>
</file>

<file path=ppt/slideLayouts/_rels/slideLayout2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7.xml"/><Relationship Id="rId1" Type="http://schemas.openxmlformats.org/officeDocument/2006/relationships/vmlDrawing" Target="../drawings/vmlDrawing172.vml"/><Relationship Id="rId5" Type="http://schemas.openxmlformats.org/officeDocument/2006/relationships/image" Target="../media/image21.emf"/><Relationship Id="rId4" Type="http://schemas.openxmlformats.org/officeDocument/2006/relationships/oleObject" Target="../embeddings/oleObject176.bin"/></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8.xml"/><Relationship Id="rId1" Type="http://schemas.openxmlformats.org/officeDocument/2006/relationships/vmlDrawing" Target="../drawings/vmlDrawing173.vml"/><Relationship Id="rId5" Type="http://schemas.openxmlformats.org/officeDocument/2006/relationships/image" Target="../media/image21.emf"/><Relationship Id="rId4" Type="http://schemas.openxmlformats.org/officeDocument/2006/relationships/oleObject" Target="../embeddings/oleObject177.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9.xml"/><Relationship Id="rId1" Type="http://schemas.openxmlformats.org/officeDocument/2006/relationships/vmlDrawing" Target="../drawings/vmlDrawing174.vml"/><Relationship Id="rId5" Type="http://schemas.openxmlformats.org/officeDocument/2006/relationships/image" Target="../media/image21.emf"/><Relationship Id="rId4" Type="http://schemas.openxmlformats.org/officeDocument/2006/relationships/oleObject" Target="../embeddings/oleObject178.bin"/></Relationships>
</file>

<file path=ppt/slideLayouts/_rels/slideLayout2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0.xml"/><Relationship Id="rId1" Type="http://schemas.openxmlformats.org/officeDocument/2006/relationships/vmlDrawing" Target="../drawings/vmlDrawing175.vml"/><Relationship Id="rId5" Type="http://schemas.openxmlformats.org/officeDocument/2006/relationships/image" Target="../media/image16.emf"/><Relationship Id="rId4" Type="http://schemas.openxmlformats.org/officeDocument/2006/relationships/oleObject" Target="../embeddings/oleObject179.bin"/></Relationships>
</file>

<file path=ppt/slideLayouts/_rels/slideLayout2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vmlDrawing" Target="../drawings/vmlDrawing176.vml"/><Relationship Id="rId5" Type="http://schemas.openxmlformats.org/officeDocument/2006/relationships/image" Target="../media/image22.emf"/><Relationship Id="rId4" Type="http://schemas.openxmlformats.org/officeDocument/2006/relationships/oleObject" Target="../embeddings/oleObject180.bin"/></Relationships>
</file>

<file path=ppt/slideLayouts/_rels/slideLayout2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vmlDrawing" Target="../drawings/vmlDrawing177.vml"/><Relationship Id="rId5" Type="http://schemas.openxmlformats.org/officeDocument/2006/relationships/image" Target="../media/image22.emf"/><Relationship Id="rId4" Type="http://schemas.openxmlformats.org/officeDocument/2006/relationships/oleObject" Target="../embeddings/oleObject181.bin"/></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3.xml"/><Relationship Id="rId1" Type="http://schemas.openxmlformats.org/officeDocument/2006/relationships/vmlDrawing" Target="../drawings/vmlDrawing178.vml"/><Relationship Id="rId5" Type="http://schemas.openxmlformats.org/officeDocument/2006/relationships/image" Target="../media/image22.emf"/><Relationship Id="rId4" Type="http://schemas.openxmlformats.org/officeDocument/2006/relationships/oleObject" Target="../embeddings/oleObject182.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vmlDrawing" Target="../drawings/vmlDrawing179.vml"/><Relationship Id="rId5" Type="http://schemas.openxmlformats.org/officeDocument/2006/relationships/image" Target="../media/image22.emf"/><Relationship Id="rId4" Type="http://schemas.openxmlformats.org/officeDocument/2006/relationships/oleObject" Target="../embeddings/oleObject183.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5.xml"/><Relationship Id="rId1" Type="http://schemas.openxmlformats.org/officeDocument/2006/relationships/vmlDrawing" Target="../drawings/vmlDrawing180.vml"/><Relationship Id="rId5" Type="http://schemas.openxmlformats.org/officeDocument/2006/relationships/image" Target="../media/image23.emf"/><Relationship Id="rId4" Type="http://schemas.openxmlformats.org/officeDocument/2006/relationships/oleObject" Target="../embeddings/oleObject184.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6.xml"/><Relationship Id="rId1" Type="http://schemas.openxmlformats.org/officeDocument/2006/relationships/vmlDrawing" Target="../drawings/vmlDrawing181.vml"/><Relationship Id="rId5" Type="http://schemas.openxmlformats.org/officeDocument/2006/relationships/image" Target="../media/image23.emf"/><Relationship Id="rId4" Type="http://schemas.openxmlformats.org/officeDocument/2006/relationships/oleObject" Target="../embeddings/oleObject185.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7.xml"/><Relationship Id="rId1" Type="http://schemas.openxmlformats.org/officeDocument/2006/relationships/vmlDrawing" Target="../drawings/vmlDrawing182.vml"/><Relationship Id="rId5" Type="http://schemas.openxmlformats.org/officeDocument/2006/relationships/image" Target="../media/image23.emf"/><Relationship Id="rId4" Type="http://schemas.openxmlformats.org/officeDocument/2006/relationships/oleObject" Target="../embeddings/oleObject186.bin"/></Relationships>
</file>

<file path=ppt/slideLayouts/_rels/slideLayout2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vmlDrawing" Target="../drawings/vmlDrawing183.vml"/><Relationship Id="rId5" Type="http://schemas.openxmlformats.org/officeDocument/2006/relationships/image" Target="../media/image23.emf"/><Relationship Id="rId4" Type="http://schemas.openxmlformats.org/officeDocument/2006/relationships/oleObject" Target="../embeddings/oleObject187.bin"/></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9.xml"/><Relationship Id="rId1" Type="http://schemas.openxmlformats.org/officeDocument/2006/relationships/vmlDrawing" Target="../drawings/vmlDrawing184.vml"/><Relationship Id="rId5" Type="http://schemas.openxmlformats.org/officeDocument/2006/relationships/image" Target="../media/image23.emf"/><Relationship Id="rId4" Type="http://schemas.openxmlformats.org/officeDocument/2006/relationships/oleObject" Target="../embeddings/oleObject188.bin"/></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vmlDrawing" Target="../drawings/vmlDrawing185.vml"/><Relationship Id="rId5" Type="http://schemas.openxmlformats.org/officeDocument/2006/relationships/image" Target="../media/image23.emf"/><Relationship Id="rId4" Type="http://schemas.openxmlformats.org/officeDocument/2006/relationships/oleObject" Target="../embeddings/oleObject189.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1.xml"/><Relationship Id="rId1" Type="http://schemas.openxmlformats.org/officeDocument/2006/relationships/vmlDrawing" Target="../drawings/vmlDrawing186.vml"/><Relationship Id="rId5" Type="http://schemas.openxmlformats.org/officeDocument/2006/relationships/image" Target="../media/image23.emf"/><Relationship Id="rId4" Type="http://schemas.openxmlformats.org/officeDocument/2006/relationships/oleObject" Target="../embeddings/oleObject190.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2.xml"/><Relationship Id="rId1" Type="http://schemas.openxmlformats.org/officeDocument/2006/relationships/vmlDrawing" Target="../drawings/vmlDrawing187.vml"/><Relationship Id="rId5" Type="http://schemas.openxmlformats.org/officeDocument/2006/relationships/image" Target="../media/image23.emf"/><Relationship Id="rId4" Type="http://schemas.openxmlformats.org/officeDocument/2006/relationships/oleObject" Target="../embeddings/oleObject191.bin"/></Relationships>
</file>

<file path=ppt/slideLayouts/_rels/slideLayout2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3.xml"/><Relationship Id="rId1" Type="http://schemas.openxmlformats.org/officeDocument/2006/relationships/vmlDrawing" Target="../drawings/vmlDrawing188.vml"/><Relationship Id="rId5" Type="http://schemas.openxmlformats.org/officeDocument/2006/relationships/image" Target="../media/image23.emf"/><Relationship Id="rId4" Type="http://schemas.openxmlformats.org/officeDocument/2006/relationships/oleObject" Target="../embeddings/oleObject192.bin"/></Relationships>
</file>

<file path=ppt/slideLayouts/_rels/slideLayout23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4.xml"/><Relationship Id="rId1" Type="http://schemas.openxmlformats.org/officeDocument/2006/relationships/vmlDrawing" Target="../drawings/vmlDrawing189.vml"/><Relationship Id="rId5" Type="http://schemas.openxmlformats.org/officeDocument/2006/relationships/image" Target="../media/image23.emf"/><Relationship Id="rId4" Type="http://schemas.openxmlformats.org/officeDocument/2006/relationships/oleObject" Target="../embeddings/oleObject193.bin"/></Relationships>
</file>

<file path=ppt/slideLayouts/_rels/slideLayout23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5.xml"/><Relationship Id="rId1" Type="http://schemas.openxmlformats.org/officeDocument/2006/relationships/vmlDrawing" Target="../drawings/vmlDrawing190.vml"/><Relationship Id="rId5" Type="http://schemas.openxmlformats.org/officeDocument/2006/relationships/image" Target="../media/image16.emf"/><Relationship Id="rId4" Type="http://schemas.openxmlformats.org/officeDocument/2006/relationships/oleObject" Target="../embeddings/oleObject194.bin"/></Relationships>
</file>

<file path=ppt/slideLayouts/_rels/slideLayout236.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oleObject" Target="../embeddings/oleObject196.bin"/><Relationship Id="rId2" Type="http://schemas.openxmlformats.org/officeDocument/2006/relationships/tags" Target="../tags/tag196.xml"/><Relationship Id="rId1" Type="http://schemas.openxmlformats.org/officeDocument/2006/relationships/vmlDrawing" Target="../drawings/vmlDrawing191.vml"/><Relationship Id="rId6" Type="http://schemas.openxmlformats.org/officeDocument/2006/relationships/image" Target="../media/image24.emf"/><Relationship Id="rId5" Type="http://schemas.openxmlformats.org/officeDocument/2006/relationships/oleObject" Target="../embeddings/oleObject195.bin"/><Relationship Id="rId4"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oleObject" Target="../embeddings/oleObject198.bin"/><Relationship Id="rId2" Type="http://schemas.openxmlformats.org/officeDocument/2006/relationships/tags" Target="../tags/tag198.xml"/><Relationship Id="rId1" Type="http://schemas.openxmlformats.org/officeDocument/2006/relationships/vmlDrawing" Target="../drawings/vmlDrawing192.vml"/><Relationship Id="rId6" Type="http://schemas.openxmlformats.org/officeDocument/2006/relationships/image" Target="../media/image24.emf"/><Relationship Id="rId5" Type="http://schemas.openxmlformats.org/officeDocument/2006/relationships/oleObject" Target="../embeddings/oleObject197.bin"/><Relationship Id="rId4" Type="http://schemas.openxmlformats.org/officeDocument/2006/relationships/slideMaster" Target="../slideMasters/slideMaster3.xml"/></Relationships>
</file>

<file path=ppt/slideLayouts/_rels/slideLayout238.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oleObject" Target="../embeddings/oleObject200.bin"/><Relationship Id="rId2" Type="http://schemas.openxmlformats.org/officeDocument/2006/relationships/tags" Target="../tags/tag200.xml"/><Relationship Id="rId1" Type="http://schemas.openxmlformats.org/officeDocument/2006/relationships/vmlDrawing" Target="../drawings/vmlDrawing193.vml"/><Relationship Id="rId6" Type="http://schemas.openxmlformats.org/officeDocument/2006/relationships/image" Target="../media/image24.emf"/><Relationship Id="rId5" Type="http://schemas.openxmlformats.org/officeDocument/2006/relationships/oleObject" Target="../embeddings/oleObject199.bin"/><Relationship Id="rId4" Type="http://schemas.openxmlformats.org/officeDocument/2006/relationships/slideMaster" Target="../slideMasters/slideMaster3.xml"/></Relationships>
</file>

<file path=ppt/slideLayouts/_rels/slideLayout23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03.xml"/><Relationship Id="rId7" Type="http://schemas.openxmlformats.org/officeDocument/2006/relationships/image" Target="../media/image25.png"/><Relationship Id="rId2" Type="http://schemas.openxmlformats.org/officeDocument/2006/relationships/tags" Target="../tags/tag202.xml"/><Relationship Id="rId1" Type="http://schemas.openxmlformats.org/officeDocument/2006/relationships/vmlDrawing" Target="../drawings/vmlDrawing194.vml"/><Relationship Id="rId6" Type="http://schemas.openxmlformats.org/officeDocument/2006/relationships/image" Target="../media/image24.emf"/><Relationship Id="rId5" Type="http://schemas.openxmlformats.org/officeDocument/2006/relationships/oleObject" Target="../embeddings/oleObject201.bin"/><Relationship Id="rId10" Type="http://schemas.openxmlformats.org/officeDocument/2006/relationships/oleObject" Target="../embeddings/oleObject202.bin"/><Relationship Id="rId4" Type="http://schemas.openxmlformats.org/officeDocument/2006/relationships/slideMaster" Target="../slideMasters/slideMaster3.xml"/><Relationship Id="rId9" Type="http://schemas.openxmlformats.org/officeDocument/2006/relationships/image" Target="../media/image27.png"/></Relationships>
</file>

<file path=ppt/slideLayouts/_rels/slideLayout2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vmlDrawing" Target="../drawings/vmlDrawing195.vml"/><Relationship Id="rId5" Type="http://schemas.openxmlformats.org/officeDocument/2006/relationships/image" Target="../media/image24.emf"/><Relationship Id="rId4" Type="http://schemas.openxmlformats.org/officeDocument/2006/relationships/oleObject" Target="../embeddings/oleObject203.bin"/></Relationships>
</file>

<file path=ppt/slideLayouts/_rels/slideLayout2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vmlDrawing" Target="../drawings/vmlDrawing196.vml"/><Relationship Id="rId5" Type="http://schemas.openxmlformats.org/officeDocument/2006/relationships/image" Target="../media/image24.emf"/><Relationship Id="rId4" Type="http://schemas.openxmlformats.org/officeDocument/2006/relationships/oleObject" Target="../embeddings/oleObject204.bin"/></Relationships>
</file>

<file path=ppt/slideLayouts/_rels/slideLayout24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6.xml"/><Relationship Id="rId1" Type="http://schemas.openxmlformats.org/officeDocument/2006/relationships/vmlDrawing" Target="../drawings/vmlDrawing197.vml"/><Relationship Id="rId5" Type="http://schemas.openxmlformats.org/officeDocument/2006/relationships/image" Target="../media/image24.emf"/><Relationship Id="rId4" Type="http://schemas.openxmlformats.org/officeDocument/2006/relationships/oleObject" Target="../embeddings/oleObject205.bin"/></Relationships>
</file>

<file path=ppt/slideLayouts/_rels/slideLayout24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7.xml"/><Relationship Id="rId1" Type="http://schemas.openxmlformats.org/officeDocument/2006/relationships/vmlDrawing" Target="../drawings/vmlDrawing19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6.bin"/></Relationships>
</file>

<file path=ppt/slideLayouts/_rels/slideLayout24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8.xml"/><Relationship Id="rId1" Type="http://schemas.openxmlformats.org/officeDocument/2006/relationships/vmlDrawing" Target="../drawings/vmlDrawing199.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7.bin"/></Relationships>
</file>

<file path=ppt/slideLayouts/_rels/slideLayout2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9.xml"/><Relationship Id="rId1" Type="http://schemas.openxmlformats.org/officeDocument/2006/relationships/vmlDrawing" Target="../drawings/vmlDrawing20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8.bin"/></Relationships>
</file>

<file path=ppt/slideLayouts/_rels/slideLayout2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vmlDrawing" Target="../drawings/vmlDrawing20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9.bin"/></Relationships>
</file>

<file path=ppt/slideLayouts/_rels/slideLayout2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1.xml"/><Relationship Id="rId1" Type="http://schemas.openxmlformats.org/officeDocument/2006/relationships/vmlDrawing" Target="../drawings/vmlDrawing202.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210.bin"/></Relationships>
</file>

<file path=ppt/slideLayouts/_rels/slideLayout2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vmlDrawing" Target="../drawings/vmlDrawing203.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211.bin"/></Relationships>
</file>

<file path=ppt/slideLayouts/_rels/slideLayout2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3.xml"/><Relationship Id="rId1" Type="http://schemas.openxmlformats.org/officeDocument/2006/relationships/vmlDrawing" Target="../drawings/vmlDrawing204.vml"/><Relationship Id="rId5" Type="http://schemas.openxmlformats.org/officeDocument/2006/relationships/image" Target="../media/image16.emf"/><Relationship Id="rId4" Type="http://schemas.openxmlformats.org/officeDocument/2006/relationships/oleObject" Target="../embeddings/oleObject212.bin"/></Relationships>
</file>

<file path=ppt/slideLayouts/_rels/slideLayout2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4.xml"/><Relationship Id="rId1" Type="http://schemas.openxmlformats.org/officeDocument/2006/relationships/vmlDrawing" Target="../drawings/vmlDrawing205.vml"/><Relationship Id="rId5" Type="http://schemas.openxmlformats.org/officeDocument/2006/relationships/image" Target="../media/image30.emf"/><Relationship Id="rId4" Type="http://schemas.openxmlformats.org/officeDocument/2006/relationships/oleObject" Target="../embeddings/oleObject213.bin"/></Relationships>
</file>

<file path=ppt/slideLayouts/_rels/slideLayout2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5.xml"/><Relationship Id="rId1" Type="http://schemas.openxmlformats.org/officeDocument/2006/relationships/vmlDrawing" Target="../drawings/vmlDrawing206.vml"/><Relationship Id="rId5" Type="http://schemas.openxmlformats.org/officeDocument/2006/relationships/image" Target="../media/image30.emf"/><Relationship Id="rId4" Type="http://schemas.openxmlformats.org/officeDocument/2006/relationships/oleObject" Target="../embeddings/oleObject214.bin"/></Relationships>
</file>

<file path=ppt/slideLayouts/_rels/slideLayout2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6.xml"/><Relationship Id="rId1" Type="http://schemas.openxmlformats.org/officeDocument/2006/relationships/vmlDrawing" Target="../drawings/vmlDrawing207.vml"/><Relationship Id="rId5" Type="http://schemas.openxmlformats.org/officeDocument/2006/relationships/image" Target="../media/image31.emf"/><Relationship Id="rId4" Type="http://schemas.openxmlformats.org/officeDocument/2006/relationships/oleObject" Target="../embeddings/oleObject215.bin"/></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7.xml"/><Relationship Id="rId1" Type="http://schemas.openxmlformats.org/officeDocument/2006/relationships/vmlDrawing" Target="../drawings/vmlDrawing208.vml"/><Relationship Id="rId5" Type="http://schemas.openxmlformats.org/officeDocument/2006/relationships/image" Target="../media/image31.emf"/><Relationship Id="rId4" Type="http://schemas.openxmlformats.org/officeDocument/2006/relationships/oleObject" Target="../embeddings/oleObject216.bin"/></Relationships>
</file>

<file path=ppt/slideLayouts/_rels/slideLayout2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vmlDrawing" Target="../drawings/vmlDrawing209.vml"/><Relationship Id="rId5" Type="http://schemas.openxmlformats.org/officeDocument/2006/relationships/image" Target="../media/image16.emf"/><Relationship Id="rId4" Type="http://schemas.openxmlformats.org/officeDocument/2006/relationships/oleObject" Target="../embeddings/oleObject217.bin"/></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9.xml"/><Relationship Id="rId1" Type="http://schemas.openxmlformats.org/officeDocument/2006/relationships/vmlDrawing" Target="../drawings/vmlDrawing210.vml"/><Relationship Id="rId5" Type="http://schemas.openxmlformats.org/officeDocument/2006/relationships/image" Target="../media/image32.emf"/><Relationship Id="rId4" Type="http://schemas.openxmlformats.org/officeDocument/2006/relationships/oleObject" Target="../embeddings/oleObject218.bin"/></Relationships>
</file>

<file path=ppt/slideLayouts/_rels/slideLayout2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0.xml"/><Relationship Id="rId1" Type="http://schemas.openxmlformats.org/officeDocument/2006/relationships/vmlDrawing" Target="../drawings/vmlDrawing211.vml"/><Relationship Id="rId5" Type="http://schemas.openxmlformats.org/officeDocument/2006/relationships/image" Target="../media/image32.emf"/><Relationship Id="rId4" Type="http://schemas.openxmlformats.org/officeDocument/2006/relationships/oleObject" Target="../embeddings/oleObject219.bin"/></Relationships>
</file>

<file path=ppt/slideLayouts/_rels/slideLayout2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1.xml"/><Relationship Id="rId1" Type="http://schemas.openxmlformats.org/officeDocument/2006/relationships/vmlDrawing" Target="../drawings/vmlDrawing212.vml"/><Relationship Id="rId5" Type="http://schemas.openxmlformats.org/officeDocument/2006/relationships/image" Target="../media/image32.emf"/><Relationship Id="rId4" Type="http://schemas.openxmlformats.org/officeDocument/2006/relationships/oleObject" Target="../embeddings/oleObject220.bin"/></Relationships>
</file>

<file path=ppt/slideLayouts/_rels/slideLayout2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2.xml"/><Relationship Id="rId1" Type="http://schemas.openxmlformats.org/officeDocument/2006/relationships/vmlDrawing" Target="../drawings/vmlDrawing213.vml"/><Relationship Id="rId5" Type="http://schemas.openxmlformats.org/officeDocument/2006/relationships/image" Target="../media/image32.emf"/><Relationship Id="rId4" Type="http://schemas.openxmlformats.org/officeDocument/2006/relationships/oleObject" Target="../embeddings/oleObject221.bin"/></Relationships>
</file>

<file path=ppt/slideLayouts/_rels/slideLayout2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3.xml"/><Relationship Id="rId1" Type="http://schemas.openxmlformats.org/officeDocument/2006/relationships/vmlDrawing" Target="../drawings/vmlDrawing214.vml"/><Relationship Id="rId5" Type="http://schemas.openxmlformats.org/officeDocument/2006/relationships/image" Target="../media/image32.emf"/><Relationship Id="rId4" Type="http://schemas.openxmlformats.org/officeDocument/2006/relationships/oleObject" Target="../embeddings/oleObject222.bin"/></Relationships>
</file>

<file path=ppt/slideLayouts/_rels/slideLayout2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vmlDrawing" Target="../drawings/vmlDrawing215.vml"/><Relationship Id="rId5" Type="http://schemas.openxmlformats.org/officeDocument/2006/relationships/image" Target="../media/image32.emf"/><Relationship Id="rId4" Type="http://schemas.openxmlformats.org/officeDocument/2006/relationships/oleObject" Target="../embeddings/oleObject223.bin"/></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5.xml"/><Relationship Id="rId1" Type="http://schemas.openxmlformats.org/officeDocument/2006/relationships/vmlDrawing" Target="../drawings/vmlDrawing216.vml"/><Relationship Id="rId5" Type="http://schemas.openxmlformats.org/officeDocument/2006/relationships/image" Target="../media/image16.emf"/><Relationship Id="rId4" Type="http://schemas.openxmlformats.org/officeDocument/2006/relationships/oleObject" Target="../embeddings/oleObject224.bin"/></Relationships>
</file>

<file path=ppt/slideLayouts/_rels/slideLayout262.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6.xml"/><Relationship Id="rId1" Type="http://schemas.openxmlformats.org/officeDocument/2006/relationships/vmlDrawing" Target="../drawings/vmlDrawing217.vml"/><Relationship Id="rId6" Type="http://schemas.openxmlformats.org/officeDocument/2006/relationships/image" Target="../media/image33.emf"/><Relationship Id="rId5" Type="http://schemas.openxmlformats.org/officeDocument/2006/relationships/oleObject" Target="../embeddings/oleObject225.bin"/><Relationship Id="rId4" Type="http://schemas.openxmlformats.org/officeDocument/2006/relationships/image" Target="../media/image38.svg"/></Relationships>
</file>

<file path=ppt/slideLayouts/_rels/slideLayout263.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7.xml"/><Relationship Id="rId1" Type="http://schemas.openxmlformats.org/officeDocument/2006/relationships/vmlDrawing" Target="../drawings/vmlDrawing218.vml"/><Relationship Id="rId6" Type="http://schemas.openxmlformats.org/officeDocument/2006/relationships/image" Target="../media/image33.emf"/><Relationship Id="rId5" Type="http://schemas.openxmlformats.org/officeDocument/2006/relationships/oleObject" Target="../embeddings/oleObject226.bin"/><Relationship Id="rId4" Type="http://schemas.openxmlformats.org/officeDocument/2006/relationships/image" Target="../media/image23.svg"/></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8.xml"/><Relationship Id="rId1" Type="http://schemas.openxmlformats.org/officeDocument/2006/relationships/vmlDrawing" Target="../drawings/vmlDrawing219.vml"/><Relationship Id="rId6" Type="http://schemas.openxmlformats.org/officeDocument/2006/relationships/image" Target="../media/image33.emf"/><Relationship Id="rId5" Type="http://schemas.openxmlformats.org/officeDocument/2006/relationships/oleObject" Target="../embeddings/oleObject227.bin"/><Relationship Id="rId4" Type="http://schemas.openxmlformats.org/officeDocument/2006/relationships/image" Target="../media/image23.svg"/></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9.xml"/><Relationship Id="rId1" Type="http://schemas.openxmlformats.org/officeDocument/2006/relationships/vmlDrawing" Target="../drawings/vmlDrawing220.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228.bin"/></Relationships>
</file>

<file path=ppt/slideLayouts/_rels/slideLayout2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0.xml"/><Relationship Id="rId1" Type="http://schemas.openxmlformats.org/officeDocument/2006/relationships/vmlDrawing" Target="../drawings/vmlDrawing221.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229.bin"/></Relationships>
</file>

<file path=ppt/slideLayouts/_rels/slideLayout2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1.xml"/><Relationship Id="rId1" Type="http://schemas.openxmlformats.org/officeDocument/2006/relationships/vmlDrawing" Target="../drawings/vmlDrawing222.vml"/><Relationship Id="rId5" Type="http://schemas.openxmlformats.org/officeDocument/2006/relationships/image" Target="../media/image16.emf"/><Relationship Id="rId4" Type="http://schemas.openxmlformats.org/officeDocument/2006/relationships/oleObject" Target="../embeddings/oleObject230.bin"/></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 xmlns:a16="http://schemas.microsoft.com/office/drawing/2014/main"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 xmlns:a16="http://schemas.microsoft.com/office/drawing/2014/main"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 xmlns:a16="http://schemas.microsoft.com/office/drawing/2014/main"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 xmlns:a16="http://schemas.microsoft.com/office/drawing/2014/main"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 xmlns:a16="http://schemas.microsoft.com/office/drawing/2014/main"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 xmlns:a16="http://schemas.microsoft.com/office/drawing/2014/main"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 xmlns:a16="http://schemas.microsoft.com/office/drawing/2014/main"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 xmlns:a16="http://schemas.microsoft.com/office/drawing/2014/main"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 xmlns:a16="http://schemas.microsoft.com/office/drawing/2014/main"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 xmlns:a16="http://schemas.microsoft.com/office/drawing/2014/main"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 xmlns:a16="http://schemas.microsoft.com/office/drawing/2014/main"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 xmlns:a16="http://schemas.microsoft.com/office/drawing/2014/main"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 xmlns:a16="http://schemas.microsoft.com/office/drawing/2014/main"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 xmlns:a16="http://schemas.microsoft.com/office/drawing/2014/main"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 xmlns:a16="http://schemas.microsoft.com/office/drawing/2014/main"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 xmlns:a16="http://schemas.microsoft.com/office/drawing/2014/main"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 xmlns:a16="http://schemas.microsoft.com/office/drawing/2014/main"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 xmlns:a16="http://schemas.microsoft.com/office/drawing/2014/main"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 xmlns:a16="http://schemas.microsoft.com/office/drawing/2014/main"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 xmlns:a16="http://schemas.microsoft.com/office/drawing/2014/main"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 xmlns:a16="http://schemas.microsoft.com/office/drawing/2014/main"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 xmlns:a16="http://schemas.microsoft.com/office/drawing/2014/main"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 xmlns:a16="http://schemas.microsoft.com/office/drawing/2014/main"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 xmlns:a16="http://schemas.microsoft.com/office/drawing/2014/main"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 xmlns:a16="http://schemas.microsoft.com/office/drawing/2014/main"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 xmlns:a16="http://schemas.microsoft.com/office/drawing/2014/main"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 xmlns:a16="http://schemas.microsoft.com/office/drawing/2014/main"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 xmlns:a16="http://schemas.microsoft.com/office/drawing/2014/main"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 xmlns:a16="http://schemas.microsoft.com/office/drawing/2014/main"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 xmlns:a16="http://schemas.microsoft.com/office/drawing/2014/main"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 xmlns:a16="http://schemas.microsoft.com/office/drawing/2014/main"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 xmlns:a16="http://schemas.microsoft.com/office/drawing/2014/main"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 xmlns:a16="http://schemas.microsoft.com/office/drawing/2014/main"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 xmlns:a16="http://schemas.microsoft.com/office/drawing/2014/main"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 xmlns:a16="http://schemas.microsoft.com/office/drawing/2014/main"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 xmlns:a16="http://schemas.microsoft.com/office/drawing/2014/main"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 xmlns:a16="http://schemas.microsoft.com/office/drawing/2014/main"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 xmlns:a16="http://schemas.microsoft.com/office/drawing/2014/main"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 xmlns:a16="http://schemas.microsoft.com/office/drawing/2014/main"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 xmlns:a16="http://schemas.microsoft.com/office/drawing/2014/main"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 xmlns:a16="http://schemas.microsoft.com/office/drawing/2014/main"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 xmlns:a16="http://schemas.microsoft.com/office/drawing/2014/main"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 xmlns:a16="http://schemas.microsoft.com/office/drawing/2014/main"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 xmlns:a16="http://schemas.microsoft.com/office/drawing/2014/main"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 xmlns:a16="http://schemas.microsoft.com/office/drawing/2014/main"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 xmlns:a16="http://schemas.microsoft.com/office/drawing/2014/main"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 xmlns:a16="http://schemas.microsoft.com/office/drawing/2014/main"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 xmlns:a16="http://schemas.microsoft.com/office/drawing/2014/main"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 xmlns:a16="http://schemas.microsoft.com/office/drawing/2014/main"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 xmlns:a16="http://schemas.microsoft.com/office/drawing/2014/main"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 xmlns:a16="http://schemas.microsoft.com/office/drawing/2014/main"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 xmlns:a16="http://schemas.microsoft.com/office/drawing/2014/main"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 xmlns:a16="http://schemas.microsoft.com/office/drawing/2014/main"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 xmlns:a16="http://schemas.microsoft.com/office/drawing/2014/main"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 xmlns:a16="http://schemas.microsoft.com/office/drawing/2014/main"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 xmlns:a16="http://schemas.microsoft.com/office/drawing/2014/main"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 xmlns:a16="http://schemas.microsoft.com/office/drawing/2014/main"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 xmlns:a16="http://schemas.microsoft.com/office/drawing/2014/main"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 xmlns:a16="http://schemas.microsoft.com/office/drawing/2014/main"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 xmlns:a16="http://schemas.microsoft.com/office/drawing/2014/main"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 xmlns:a16="http://schemas.microsoft.com/office/drawing/2014/main"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 xmlns:a16="http://schemas.microsoft.com/office/drawing/2014/main"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 xmlns:a16="http://schemas.microsoft.com/office/drawing/2014/main"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 xmlns:a16="http://schemas.microsoft.com/office/drawing/2014/main"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 xmlns:a16="http://schemas.microsoft.com/office/drawing/2014/main"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 xmlns:a16="http://schemas.microsoft.com/office/drawing/2014/main"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 xmlns:a16="http://schemas.microsoft.com/office/drawing/2014/main"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7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0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27"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51"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75"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29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2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47"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7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9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1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4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6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9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1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3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6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58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1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3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5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8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0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3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5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7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80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2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5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7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89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2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4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7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199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1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4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6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09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1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3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6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18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1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3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5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83"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07"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31"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5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7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403"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2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5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7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49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2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4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7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59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1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4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6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69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1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3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6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78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1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3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5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8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0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3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5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7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500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2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0"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1"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84"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85"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08"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09"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32"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33"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4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7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19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1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4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6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29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1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3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6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38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1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3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5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8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0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3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5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7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60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2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5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75"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699"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23"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4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7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79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t>20.07.2026</a:t>
            </a:fld>
            <a:endParaRPr lang="ru-RU"/>
          </a:p>
        </p:txBody>
      </p:sp>
      <p:sp>
        <p:nvSpPr>
          <p:cNvPr id="3" name="Нижний колонтитул 2">
            <a:extLst>
              <a:ext uri="{FF2B5EF4-FFF2-40B4-BE49-F238E27FC236}">
                <a16:creationId xmlns:a16="http://schemas.microsoft.com/office/drawing/2014/main" xmlns=""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p>
        </p:txBody>
      </p:sp>
      <p:sp>
        <p:nvSpPr>
          <p:cNvPr id="4" name="Номер слайда 3">
            <a:extLst>
              <a:ext uri="{FF2B5EF4-FFF2-40B4-BE49-F238E27FC236}">
                <a16:creationId xmlns:a16="http://schemas.microsoft.com/office/drawing/2014/main" xmlns="" id="{0510FE17-D12B-4940-A9BA-F5142885EE84}"/>
              </a:ext>
            </a:extLst>
          </p:cNvPr>
          <p:cNvSpPr>
            <a:spLocks noGrp="1"/>
          </p:cNvSpPr>
          <p:nvPr>
            <p:ph type="sldNum" sz="quarter" idx="12"/>
          </p:nvPr>
        </p:nvSpPr>
        <p:spPr/>
        <p:txBody>
          <a:bodyPr/>
          <a:lstStyle/>
          <a:p>
            <a:fld id="{218DFB81-B4D1-4C46-8DB6-75181515BA6D}" type="slidenum">
              <a:rPr lang="ru-RU" smtClean="0"/>
              <a:t>‹#›</a:t>
            </a:fld>
            <a:endParaRPr lang="ru-RU"/>
          </a:p>
        </p:txBody>
      </p:sp>
    </p:spTree>
    <p:extLst>
      <p:ext uri="{BB962C8B-B14F-4D97-AF65-F5344CB8AC3E}">
        <p14:creationId xmlns:p14="http://schemas.microsoft.com/office/powerpoint/2010/main" val="132694402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t>20.07.2026</a:t>
            </a:fld>
            <a:endParaRPr lang="ru-RU"/>
          </a:p>
        </p:txBody>
      </p:sp>
      <p:sp>
        <p:nvSpPr>
          <p:cNvPr id="5" name="Нижний колонтитул 4">
            <a:extLst>
              <a:ext uri="{FF2B5EF4-FFF2-40B4-BE49-F238E27FC236}">
                <a16:creationId xmlns:a16="http://schemas.microsoft.com/office/drawing/2014/main" xmlns=""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p>
        </p:txBody>
      </p:sp>
      <p:sp>
        <p:nvSpPr>
          <p:cNvPr id="6" name="Номер слайда 5">
            <a:extLst>
              <a:ext uri="{FF2B5EF4-FFF2-40B4-BE49-F238E27FC236}">
                <a16:creationId xmlns:a16="http://schemas.microsoft.com/office/drawing/2014/main" xmlns="" id="{C267DB44-D3F4-429C-AB2C-E561CB263BD7}"/>
              </a:ext>
            </a:extLst>
          </p:cNvPr>
          <p:cNvSpPr>
            <a:spLocks noGrp="1"/>
          </p:cNvSpPr>
          <p:nvPr>
            <p:ph type="sldNum" sz="quarter" idx="12"/>
          </p:nvPr>
        </p:nvSpPr>
        <p:spPr/>
        <p:txBody>
          <a:bodyPr/>
          <a:lstStyle/>
          <a:p>
            <a:fld id="{218DFB81-B4D1-4C46-8DB6-75181515BA6D}" type="slidenum">
              <a:rPr lang="ru-RU" smtClean="0"/>
              <a:t>‹#›</a:t>
            </a:fld>
            <a:endParaRPr lang="ru-RU"/>
          </a:p>
        </p:txBody>
      </p:sp>
    </p:spTree>
    <p:extLst>
      <p:ext uri="{BB962C8B-B14F-4D97-AF65-F5344CB8AC3E}">
        <p14:creationId xmlns:p14="http://schemas.microsoft.com/office/powerpoint/2010/main" val="92788460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83550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3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2409037093"/>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496490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005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36376758"/>
      </p:ext>
    </p:extLst>
  </p:cSld>
  <p:clrMapOvr>
    <a:overrideClrMapping bg1="dk1" tx1="lt1" bg2="dk2" tx2="lt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273405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107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844913178"/>
      </p:ext>
    </p:extLst>
  </p:cSld>
  <p:clrMapOvr>
    <a:overrideClrMapping bg1="lt1" tx1="dk1" bg2="lt2" tx2="dk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757955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21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1396411958"/>
      </p:ext>
    </p:extLst>
  </p:cSld>
  <p:clrMapOvr>
    <a:overrideClrMapping bg1="lt1" tx1="dk1" bg2="lt2" tx2="dk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2225906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1199896033"/>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052087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41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87606196"/>
      </p:ext>
    </p:extLst>
  </p:cSld>
  <p:clrMapOvr>
    <a:overrideClrMapping bg1="dk1" tx1="lt1" bg2="dk2" tx2="lt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41860562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517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522280710"/>
      </p:ext>
    </p:extLst>
  </p:cSld>
  <p:clrMapOvr>
    <a:overrideClrMapping bg1="lt1" tx1="dk1" bg2="lt2" tx2="dk2" accent1="accent1" accent2="accent2" accent3="accent3" accent4="accent4" accent5="accent5" accent6="accent6" hlink="hlink" folHlink="folHlink"/>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51607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61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758978719"/>
      </p:ext>
    </p:extLst>
  </p:cSld>
  <p:clrMapOvr>
    <a:overrideClrMapping bg1="dk1" tx1="lt1" bg2="dk2" tx2="lt2" accent1="accent1" accent2="accent2" accent3="accent3" accent4="accent4" accent5="accent5" accent6="accent6" hlink="hlink" folHlink="folHlink"/>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402949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72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solidFill>
                  <a:srgbClr val="000000"/>
                </a:solidFill>
              </a:rPr>
              <a:t>Text </a:t>
            </a:r>
          </a:p>
          <a:p>
            <a:pPr algn="ctr"/>
            <a:r>
              <a:rPr lang="en-US" sz="13800">
                <a:solidFill>
                  <a:srgbClr val="000000"/>
                </a:solidFill>
              </a:rPr>
              <a:t>layouts</a:t>
            </a:r>
          </a:p>
        </p:txBody>
      </p:sp>
    </p:spTree>
    <p:extLst>
      <p:ext uri="{BB962C8B-B14F-4D97-AF65-F5344CB8AC3E}">
        <p14:creationId xmlns:p14="http://schemas.microsoft.com/office/powerpoint/2010/main" val="2007572986"/>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865401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82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46729574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654605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92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71500156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1144295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02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556762253"/>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067179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13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7402966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208746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23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8767110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13644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3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991162542"/>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24004135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43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03140125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403747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54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4222420473"/>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5591038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64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426968390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556236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74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60739720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8332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84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89971649"/>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9666371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95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1721826898"/>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924186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05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277642047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7531111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15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156288071"/>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902648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25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605748601"/>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737715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57106363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4591491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463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808994887"/>
      </p:ext>
    </p:extLst>
  </p:cSld>
  <p:clrMapOvr>
    <a:overrideClrMapping bg1="dk1" tx1="lt1" bg2="dk2" tx2="lt2" accent1="accent1" accent2="accent2" accent3="accent3" accent4="accent4" accent5="accent5" accent6="accent6" hlink="hlink" folHlink="folHlink"/>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9506502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565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637489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60064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667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17145116"/>
      </p:ext>
    </p:extLst>
  </p:cSld>
  <p:clrMapOvr>
    <a:overrideClrMapping bg1="dk1" tx1="lt1" bg2="dk2" tx2="lt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742971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77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0829610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98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87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15266619"/>
      </p:ext>
    </p:extLst>
  </p:cSld>
  <p:clrMapOvr>
    <a:overrideClrMapping bg1="dk1" tx1="lt1" bg2="dk2" tx2="lt2" accent1="accent1" accent2="accent2" accent3="accent3" accent4="accent4" accent5="accent5" accent6="accent6" hlink="hlink" folHlink="folHlink"/>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4074274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97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50851367"/>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7371605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077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47770894"/>
      </p:ext>
    </p:extLst>
  </p:cSld>
  <p:clrMapOvr>
    <a:overrideClrMapping bg1="dk1" tx1="lt1" bg2="dk2" tx2="lt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702214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17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257739"/>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451195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28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3931655"/>
      </p:ext>
    </p:extLst>
  </p:cSld>
  <p:clrMapOvr>
    <a:overrideClrMapping bg1="dk1" tx1="lt1" bg2="dk2" tx2="lt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39314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8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72168082"/>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18433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8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3845289"/>
      </p:ext>
    </p:extLst>
  </p:cSld>
  <p:clrMapOvr>
    <a:overrideClrMapping bg1="dk1" tx1="lt1" bg2="dk2" tx2="lt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321073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58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61728"/>
      </p:ext>
    </p:extLst>
  </p:cSld>
  <p:clrMapOvr>
    <a:overrideClrMapping bg1="lt1" tx1="dk1" bg2="lt2" tx2="dk2" accent1="accent1" accent2="accent2" accent3="accent3" accent4="accent4" accent5="accent5" accent6="accent6" hlink="hlink" folHlink="folHlink"/>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30740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69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9942715"/>
      </p:ext>
    </p:extLst>
  </p:cSld>
  <p:clrMapOvr>
    <a:overrideClrMapping bg1="dk1" tx1="lt1" bg2="dk2" tx2="lt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26396353"/>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47269123"/>
      </p:ext>
    </p:extLst>
  </p:cSld>
  <p:clrMapOvr>
    <a:overrideClrMapping bg1="dk1" tx1="lt1" bg2="dk2" tx2="lt2" accent1="accent1" accent2="accent2" accent3="accent3" accent4="accent4" accent5="accent5" accent6="accent6" hlink="hlink" folHlink="folHlink"/>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02115820"/>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60849756"/>
      </p:ext>
    </p:extLst>
  </p:cSld>
  <p:clrMapOvr>
    <a:overrideClrMapping bg1="dk1" tx1="lt1" bg2="dk2" tx2="lt2" accent1="accent1" accent2="accent2" accent3="accent3" accent4="accent4" accent5="accent5" accent6="accent6" hlink="hlink" folHlink="folHlink"/>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18658860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79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Data</a:t>
            </a:r>
          </a:p>
          <a:p>
            <a:pPr algn="ctr"/>
            <a:r>
              <a:rPr lang="en-US" sz="13800">
                <a:solidFill>
                  <a:srgbClr val="000000"/>
                </a:solidFill>
              </a:rPr>
              <a:t>layouts</a:t>
            </a:r>
          </a:p>
        </p:txBody>
      </p:sp>
    </p:spTree>
    <p:extLst>
      <p:ext uri="{BB962C8B-B14F-4D97-AF65-F5344CB8AC3E}">
        <p14:creationId xmlns:p14="http://schemas.microsoft.com/office/powerpoint/2010/main" val="186860177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698456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89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82573809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4505495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99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16866649"/>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791273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10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8849285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650710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20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35597385"/>
      </p:ext>
    </p:extLst>
  </p:cSld>
  <p:clrMapOvr>
    <a:overrideClrMapping bg1="dk1" tx1="lt1" bg2="dk2" tx2="lt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425428598"/>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91196068"/>
      </p:ext>
    </p:extLst>
  </p:cSld>
  <p:clrMapOvr>
    <a:overrideClrMapping bg1="dk1" tx1="lt1" bg2="dk2" tx2="lt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70458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30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solidFill>
                  <a:srgbClr val="000000"/>
                </a:solidFill>
              </a:rPr>
              <a:t>Section divider</a:t>
            </a:r>
          </a:p>
          <a:p>
            <a:pPr algn="ctr"/>
            <a:r>
              <a:rPr lang="en-US" sz="13800">
                <a:solidFill>
                  <a:srgbClr val="000000"/>
                </a:solidFill>
              </a:rPr>
              <a:t>layouts</a:t>
            </a:r>
          </a:p>
        </p:txBody>
      </p:sp>
    </p:spTree>
    <p:extLst>
      <p:ext uri="{BB962C8B-B14F-4D97-AF65-F5344CB8AC3E}">
        <p14:creationId xmlns:p14="http://schemas.microsoft.com/office/powerpoint/2010/main" val="317858611"/>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9376405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0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030584707"/>
      </p:ext>
    </p:extLst>
  </p:cSld>
  <p:clrMapOvr>
    <a:overrideClrMapping bg1="lt1" tx1="dk1" bg2="lt2" tx2="dk2" accent1="accent1" accent2="accent2" accent3="accent3" accent4="accent4" accent5="accent5" accent6="accent6" hlink="hlink" folHlink="folHlink"/>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86762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51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4780283"/>
      </p:ext>
    </p:extLst>
  </p:cSld>
  <p:clrMapOvr>
    <a:overrideClrMapping bg1="lt1" tx1="dk1" bg2="lt2" tx2="dk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5449044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61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45421116"/>
      </p:ext>
    </p:extLst>
  </p:cSld>
  <p:clrMapOvr>
    <a:overrideClrMapping bg1="dk1" tx1="lt1" bg2="dk2" tx2="lt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7233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71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966480769"/>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3994218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81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3068390"/>
      </p:ext>
    </p:extLst>
  </p:cSld>
  <p:clrMapOvr>
    <a:overrideClrMapping bg1="dk1" tx1="lt1" bg2="dk2" tx2="lt2" accent1="accent1" accent2="accent2" accent3="accent3" accent4="accent4" accent5="accent5" accent6="accent6" hlink="hlink" folHlink="folHlink"/>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4027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92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73199204"/>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606080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023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573496620"/>
      </p:ext>
    </p:extLst>
  </p:cSld>
  <p:clrMapOvr>
    <a:overrideClrMapping bg1="dk1" tx1="lt1" bg2="dk2" tx2="lt2" accent1="accent1" accent2="accent2" accent3="accent3" accent4="accent4" accent5="accent5" accent6="accent6" hlink="hlink" folHlink="folHlink"/>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28492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125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5901173"/>
      </p:ext>
    </p:extLst>
  </p:cSld>
  <p:clrMapOvr>
    <a:overrideClrMapping bg1="dk1" tx1="lt1" bg2="dk2" tx2="lt2" accent1="accent1" accent2="accent2" accent3="accent3" accent4="accent4" accent5="accent5" accent6="accent6" hlink="hlink" folHlink="folHlink"/>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416879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227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solidFill>
                  <a:srgbClr val="000000"/>
                </a:solidFill>
              </a:rPr>
              <a:t>Large text </a:t>
            </a:r>
          </a:p>
          <a:p>
            <a:pPr algn="ctr"/>
            <a:r>
              <a:rPr lang="en-US" sz="13800">
                <a:solidFill>
                  <a:srgbClr val="000000"/>
                </a:solidFill>
              </a:rPr>
              <a:t>layouts</a:t>
            </a:r>
          </a:p>
        </p:txBody>
      </p:sp>
    </p:spTree>
    <p:extLst>
      <p:ext uri="{BB962C8B-B14F-4D97-AF65-F5344CB8AC3E}">
        <p14:creationId xmlns:p14="http://schemas.microsoft.com/office/powerpoint/2010/main" val="990869071"/>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5833235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33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101737479"/>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9860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939919774"/>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6198646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53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516569473"/>
      </p:ext>
    </p:extLst>
  </p:cSld>
  <p:clrMapOvr>
    <a:overrideClrMapping bg1="dk1" tx1="lt1" bg2="dk2" tx2="lt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511300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637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722347694"/>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772626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73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Tree>
    <p:extLst>
      <p:ext uri="{BB962C8B-B14F-4D97-AF65-F5344CB8AC3E}">
        <p14:creationId xmlns:p14="http://schemas.microsoft.com/office/powerpoint/2010/main" val="408292974"/>
      </p:ext>
    </p:extLst>
  </p:cSld>
  <p:clrMapOvr>
    <a:overrideClrMapping bg1="dk1" tx1="lt1" bg2="dk2" tx2="lt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017360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84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812478625"/>
      </p:ext>
    </p:extLst>
  </p:cSld>
  <p:clrMapOvr>
    <a:overrideClrMapping bg1="lt1" tx1="dk1" bg2="lt2" tx2="dk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619208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94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868610825"/>
      </p:ext>
    </p:extLst>
  </p:cSld>
  <p:clrMapOvr>
    <a:overrideClrMapping bg1="dk1" tx1="lt1" bg2="dk2" tx2="lt2" accent1="accent1" accent2="accent2" accent3="accent3" accent4="accent4" accent5="accent5" accent6="accent6" hlink="hlink" folHlink="folHlink"/>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644049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04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278801549"/>
      </p:ext>
    </p:extLst>
  </p:cSld>
  <p:clrMapOvr>
    <a:overrideClrMapping bg1="dk1" tx1="lt1" bg2="dk2" tx2="lt2" accent1="accent1" accent2="accent2" accent3="accent3" accent4="accent4" accent5="accent5" accent6="accent6" hlink="hlink" folHlink="folHlink"/>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096057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14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4055401298"/>
      </p:ext>
    </p:extLst>
  </p:cSld>
  <p:clrMapOvr>
    <a:overrideClrMapping bg1="lt1" tx1="dk1" bg2="lt2" tx2="dk2" accent1="accent1" accent2="accent2" accent3="accent3" accent4="accent4" accent5="accent5" accent6="accent6" hlink="hlink" folHlink="folHlink"/>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821064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25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solidFill>
                  <a:srgbClr val="000000"/>
                </a:solidFill>
              </a:rPr>
              <a:t>Text + Image</a:t>
            </a:r>
          </a:p>
          <a:p>
            <a:pPr algn="ctr"/>
            <a:r>
              <a:rPr lang="en-US" sz="13800">
                <a:solidFill>
                  <a:srgbClr val="000000"/>
                </a:solidFill>
              </a:rPr>
              <a:t>layouts</a:t>
            </a:r>
          </a:p>
        </p:txBody>
      </p:sp>
    </p:spTree>
    <p:extLst>
      <p:ext uri="{BB962C8B-B14F-4D97-AF65-F5344CB8AC3E}">
        <p14:creationId xmlns:p14="http://schemas.microsoft.com/office/powerpoint/2010/main" val="1289946805"/>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0406977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35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23848775"/>
      </p:ext>
    </p:extLst>
  </p:cSld>
  <p:clrMapOvr>
    <a:overrideClrMapping bg1="lt1" tx1="dk1" bg2="lt2" tx2="dk2" accent1="accent1" accent2="accent2" accent3="accent3" accent4="accent4" accent5="accent5" accent6="accent6" hlink="hlink" folHlink="folHlink"/>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8332014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5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7260919"/>
      </p:ext>
    </p:extLst>
  </p:cSld>
  <p:clrMapOvr>
    <a:overrideClrMapping bg1="dk1" tx1="lt1" bg2="dk2" tx2="lt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3124998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55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206523961"/>
      </p:ext>
    </p:extLst>
  </p:cSld>
  <p:clrMapOvr>
    <a:overrideClrMapping bg1="dk1" tx1="lt1" bg2="dk2" tx2="lt2" accent1="accent1" accent2="accent2" accent3="accent3" accent4="accent4" accent5="accent5" accent6="accent6" hlink="hlink" folHlink="folHlink"/>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1926318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66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521226675"/>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1306974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76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123124671"/>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403986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86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99683860"/>
      </p:ext>
    </p:extLst>
  </p:cSld>
  <p:clrMapOvr>
    <a:overrideClrMapping bg1="dk1" tx1="lt1" bg2="dk2" tx2="lt2" accent1="accent1" accent2="accent2" accent3="accent3" accent4="accent4" accent5="accent5" accent6="accent6" hlink="hlink" folHlink="folHlink"/>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749691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96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725033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245650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07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96937857"/>
      </p:ext>
    </p:extLst>
  </p:cSld>
  <p:clrMapOvr>
    <a:overrideClrMapping bg1="dk1" tx1="lt1" bg2="dk2" tx2="lt2" accent1="accent1" accent2="accent2" accent3="accent3" accent4="accent4" accent5="accent5" accent6="accent6" hlink="hlink" folHlink="folHlink"/>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199639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17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6911038"/>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4679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27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33383088"/>
      </p:ext>
    </p:extLst>
  </p:cSld>
  <p:clrMapOvr>
    <a:overrideClrMapping bg1="dk1" tx1="lt1" bg2="dk2" tx2="lt2" accent1="accent1" accent2="accent2" accent3="accent3" accent4="accent4" accent5="accent5" accent6="accent6" hlink="hlink" folHlink="folHlink"/>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77287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37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9920229"/>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871044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0336317"/>
      </p:ext>
    </p:extLst>
  </p:cSld>
  <p:clrMapOvr>
    <a:overrideClrMapping bg1="dk1" tx1="lt1" bg2="dk2" tx2="lt2" accent1="accent1" accent2="accent2" accent3="accent3" accent4="accent4" accent5="accent5" accent6="accent6" hlink="hlink" folHlink="folHlink"/>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335989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83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5891793"/>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50747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685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8871333"/>
      </p:ext>
    </p:extLst>
  </p:cSld>
  <p:clrMapOvr>
    <a:overrideClrMapping bg1="dk1" tx1="lt1" bg2="dk2" tx2="lt2" accent1="accent1" accent2="accent2" accent3="accent3" accent4="accent4" accent5="accent5" accent6="accent6" hlink="hlink" folHlink="folHlink"/>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3750861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787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Case</a:t>
            </a:r>
          </a:p>
          <a:p>
            <a:pPr algn="ctr"/>
            <a:r>
              <a:rPr lang="en-US" sz="13800">
                <a:solidFill>
                  <a:srgbClr val="000000"/>
                </a:solidFill>
              </a:rPr>
              <a:t>layouts</a:t>
            </a:r>
          </a:p>
        </p:txBody>
      </p:sp>
    </p:spTree>
    <p:extLst>
      <p:ext uri="{BB962C8B-B14F-4D97-AF65-F5344CB8AC3E}">
        <p14:creationId xmlns:p14="http://schemas.microsoft.com/office/powerpoint/2010/main" val="465531071"/>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539976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08"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407613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09"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93083904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3150028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32"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68206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33"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2072111206"/>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2429785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5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solidFill>
                  <a:srgbClr val="FFFFFF">
                    <a:lumMod val="50000"/>
                  </a:srgbClr>
                </a:solidFill>
              </a:rPr>
              <a:pPr/>
              <a:t>‹#›</a:t>
            </a:fld>
            <a:endParaRPr lang="en-US">
              <a:solidFill>
                <a:srgbClr val="FFFFFF">
                  <a:lumMod val="50000"/>
                </a:srgbClr>
              </a:solidFill>
            </a:endParaRPr>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9177895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57"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lumMod val="50000"/>
                  </a:srgbClr>
                </a:solidFill>
              </a:rPr>
              <a:t>Tenarai</a:t>
            </a:r>
          </a:p>
        </p:txBody>
      </p:sp>
    </p:spTree>
    <p:extLst>
      <p:ext uri="{BB962C8B-B14F-4D97-AF65-F5344CB8AC3E}">
        <p14:creationId xmlns:p14="http://schemas.microsoft.com/office/powerpoint/2010/main" val="114956110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9672831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21073819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1" name="think-cell Slide" r:id="rId10" imgW="7772400" imgH="10058400" progId="TCLayout.ActiveDocument.1">
                  <p:embed/>
                </p:oleObj>
              </mc:Choice>
              <mc:Fallback>
                <p:oleObj name="think-cell Slide" r:id="rId10"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4223079547"/>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545785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29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4616600"/>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740252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40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1070875"/>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799680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0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808329495"/>
      </p:ext>
    </p:extLst>
  </p:cSld>
  <p:clrMapOvr>
    <a:overrideClrMapping bg1="dk1" tx1="lt1" bg2="dk2" tx2="lt2" accent1="accent1" accent2="accent2" accent3="accent3" accent4="accent4" accent5="accent5" accent6="accent6" hlink="hlink" folHlink="folHlink"/>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2113273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60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784746153"/>
      </p:ext>
    </p:extLst>
  </p:cSld>
  <p:clrMapOvr>
    <a:overrideClrMapping bg1="lt1" tx1="dk1" bg2="lt2" tx2="dk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90394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70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493304497"/>
      </p:ext>
    </p:extLst>
  </p:cSld>
  <p:clrMapOvr>
    <a:overrideClrMapping bg1="dk1" tx1="lt1" bg2="dk2" tx2="lt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622921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81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842190896"/>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740578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91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28778206"/>
      </p:ext>
    </p:extLst>
  </p:cSld>
  <p:clrMapOvr>
    <a:overrideClrMapping bg1="dk1" tx1="lt1" bg2="dk2" tx2="lt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33452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01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029430402"/>
      </p:ext>
    </p:extLst>
  </p:cSld>
  <p:clrMapOvr>
    <a:overrideClrMapping bg1="lt1" tx1="dk1" bg2="lt2" tx2="dk2" accent1="accent1" accent2="accent2" accent3="accent3" accent4="accent4" accent5="accent5" accent6="accent6" hlink="hlink" folHlink="folHlink"/>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083130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11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45686510"/>
      </p:ext>
    </p:extLst>
  </p:cSld>
  <p:clrMapOvr>
    <a:overrideClrMapping bg1="dk1" tx1="lt1" bg2="dk2" tx2="lt2" accent1="accent1" accent2="accent2" accent3="accent3" accent4="accent4" accent5="accent5" accent6="accent6" hlink="hlink" folHlink="folHlink"/>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5508961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22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Agenda</a:t>
            </a:r>
          </a:p>
          <a:p>
            <a:pPr algn="ctr"/>
            <a:r>
              <a:rPr lang="en-US" sz="13800">
                <a:solidFill>
                  <a:srgbClr val="000000"/>
                </a:solidFill>
              </a:rPr>
              <a:t>layouts</a:t>
            </a:r>
          </a:p>
        </p:txBody>
      </p:sp>
    </p:spTree>
    <p:extLst>
      <p:ext uri="{BB962C8B-B14F-4D97-AF65-F5344CB8AC3E}">
        <p14:creationId xmlns:p14="http://schemas.microsoft.com/office/powerpoint/2010/main" val="59193866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21890325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32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4266721279"/>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30273486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42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0701100"/>
      </p:ext>
    </p:extLst>
  </p:cSld>
  <p:clrMapOvr>
    <a:overrideClrMapping bg1="dk1" tx1="lt1" bg2="dk2" tx2="lt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8193786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2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134313758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38214433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63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715954589"/>
      </p:ext>
    </p:extLst>
  </p:cSld>
  <p:clrMapOvr>
    <a:overrideClrMapping bg1="dk1" tx1="lt1" bg2="dk2" tx2="lt2" accent1="accent1" accent2="accent2" accent3="accent3" accent4="accent4" accent5="accent5" accent6="accent6" hlink="hlink" folHlink="folHlink"/>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029620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73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solidFill>
                  <a:srgbClr val="000000"/>
                </a:solidFill>
              </a:rPr>
              <a:t>Speakers</a:t>
            </a:r>
          </a:p>
          <a:p>
            <a:pPr algn="ctr"/>
            <a:r>
              <a:rPr lang="en-US" sz="13800">
                <a:solidFill>
                  <a:srgbClr val="000000"/>
                </a:solidFill>
              </a:rPr>
              <a:t>layouts</a:t>
            </a:r>
          </a:p>
        </p:txBody>
      </p:sp>
    </p:spTree>
    <p:extLst>
      <p:ext uri="{BB962C8B-B14F-4D97-AF65-F5344CB8AC3E}">
        <p14:creationId xmlns:p14="http://schemas.microsoft.com/office/powerpoint/2010/main" val="2765443025"/>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0372888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3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459879857"/>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4367657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93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524254148"/>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355295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04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45786142"/>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6303326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43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786960867"/>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10031900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245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078235520"/>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902009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347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181779623"/>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14253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45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Closing</a:t>
            </a:r>
          </a:p>
          <a:p>
            <a:pPr algn="ctr"/>
            <a:r>
              <a:rPr lang="en-US" sz="13800">
                <a:solidFill>
                  <a:srgbClr val="000000"/>
                </a:solidFill>
              </a:rPr>
              <a:t>layouts</a:t>
            </a:r>
          </a:p>
        </p:txBody>
      </p:sp>
    </p:spTree>
    <p:extLst>
      <p:ext uri="{BB962C8B-B14F-4D97-AF65-F5344CB8AC3E}">
        <p14:creationId xmlns:p14="http://schemas.microsoft.com/office/powerpoint/2010/main" val="1933230681"/>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342190216"/>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5527"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000000">
                    <a:lumMod val="65000"/>
                    <a:lumOff val="35000"/>
                  </a:srgbClr>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FFFFFF"/>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FFFFFF"/>
                </a:solidFill>
              </a:rPr>
              <a:t>Tenarai</a:t>
            </a:r>
            <a:endParaRPr lang="en-US" sz="1000" b="1">
              <a:solidFill>
                <a:srgbClr val="FFFFFF"/>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132776825"/>
      </p:ext>
    </p:extLst>
  </p:cSld>
  <p:clrMapOvr>
    <a:overrideClrMapping bg1="dk1" tx1="lt1" bg2="dk2" tx2="lt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85575146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6551"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810136954"/>
      </p:ext>
    </p:extLst>
  </p:cSld>
  <p:clrMapOvr>
    <a:overrideClrMapping bg1="dk1" tx1="lt1" bg2="dk2" tx2="lt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366624365"/>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7575"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126235597"/>
      </p:ext>
    </p:extLst>
  </p:cSld>
  <p:clrMapOvr>
    <a:overrideClrMapping bg1="dk1" tx1="lt1" bg2="dk2" tx2="lt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4921417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85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943036629"/>
      </p:ext>
    </p:extLst>
  </p:cSld>
  <p:clrMapOvr>
    <a:overrideClrMapping bg1="lt1" tx1="dk1" bg2="lt2" tx2="dk2" accent1="accent1" accent2="accent2" accent3="accent3" accent4="accent4" accent5="accent5" accent6="accent6" hlink="hlink" folHlink="folHlink"/>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2930656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96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627362940"/>
      </p:ext>
    </p:extLst>
  </p:cSld>
  <p:clrMapOvr>
    <a:overrideClrMapping bg1="dk1" tx1="lt1" bg2="dk2" tx2="lt2" accent1="accent1" accent2="accent2" accent3="accent3" accent4="accent4" accent5="accent5" accent6="accent6" hlink="hlink" folHlink="folHlink"/>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241431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06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solidFill>
                  <a:srgbClr val="000000"/>
                </a:solidFill>
              </a:rPr>
              <a:t>If you see any </a:t>
            </a:r>
            <a:r>
              <a:rPr lang="en-US" sz="3600" b="1" i="1">
                <a:solidFill>
                  <a:srgbClr val="000000"/>
                </a:solidFill>
              </a:rPr>
              <a:t>layouts after this one</a:t>
            </a:r>
            <a:r>
              <a:rPr lang="en-US" sz="3600" i="1">
                <a:solidFill>
                  <a:srgbClr val="000000"/>
                </a:solidFill>
              </a:rPr>
              <a:t>,</a:t>
            </a:r>
            <a:r>
              <a:rPr lang="en-US" sz="3600">
                <a:solidFill>
                  <a:srgbClr val="000000"/>
                </a:solidFill>
              </a:rPr>
              <a:t> do not use them. These layouts </a:t>
            </a:r>
            <a:r>
              <a:rPr lang="en-US" sz="3600" b="1" i="1">
                <a:solidFill>
                  <a:srgbClr val="000000"/>
                </a:solidFill>
              </a:rPr>
              <a:t>are not </a:t>
            </a:r>
            <a:r>
              <a:rPr lang="en-US" sz="3600">
                <a:solidFill>
                  <a:srgbClr val="000000"/>
                </a:solidFill>
              </a:rPr>
              <a:t>part of our template.</a:t>
            </a:r>
          </a:p>
          <a:p>
            <a:pPr algn="ctr"/>
            <a:r>
              <a:rPr lang="en-US" sz="13800" b="1">
                <a:solidFill>
                  <a:srgbClr val="000000"/>
                </a:solidFill>
              </a:rPr>
              <a:t>Do not use</a:t>
            </a:r>
            <a:endParaRPr lang="en-US" sz="2000">
              <a:solidFill>
                <a:srgbClr val="000000"/>
              </a:solidFill>
            </a:endParaRPr>
          </a:p>
          <a:p>
            <a:pPr algn="ctr"/>
            <a:r>
              <a:rPr lang="en-US" sz="2000">
                <a:solidFill>
                  <a:srgbClr val="000000"/>
                </a:solidFill>
              </a:rPr>
              <a:t>Due to PowerPoint’s standard Copy/Paste functionality extra undesirable layouts can appear.</a:t>
            </a:r>
          </a:p>
          <a:p>
            <a:pPr algn="ctr">
              <a:spcBef>
                <a:spcPts val="600"/>
              </a:spcBef>
              <a:buClr>
                <a:srgbClr val="003755"/>
              </a:buClr>
            </a:pPr>
            <a:r>
              <a:rPr lang="en-US" sz="2000">
                <a:solidFill>
                  <a:srgbClr val="000000"/>
                </a:solidFill>
              </a:rPr>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endParaRPr>
          </a:p>
        </p:txBody>
      </p:sp>
    </p:spTree>
    <p:extLst>
      <p:ext uri="{BB962C8B-B14F-4D97-AF65-F5344CB8AC3E}">
        <p14:creationId xmlns:p14="http://schemas.microsoft.com/office/powerpoint/2010/main" val="328098989"/>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5358522"/>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20.07.2026</a:t>
            </a:fld>
            <a:endParaRPr lang="ru-RU">
              <a:solidFill>
                <a:srgbClr val="000000"/>
              </a:solidFill>
            </a:endParaRPr>
          </a:p>
        </p:txBody>
      </p:sp>
      <p:sp>
        <p:nvSpPr>
          <p:cNvPr id="3" name="Нижний колонтитул 2">
            <a:extLst>
              <a:ext uri="{FF2B5EF4-FFF2-40B4-BE49-F238E27FC236}">
                <a16:creationId xmlns:a16="http://schemas.microsoft.com/office/drawing/2014/main" xmlns=""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4" name="Номер слайда 3">
            <a:extLst>
              <a:ext uri="{FF2B5EF4-FFF2-40B4-BE49-F238E27FC236}">
                <a16:creationId xmlns:a16="http://schemas.microsoft.com/office/drawing/2014/main" xmlns="" id="{0510FE17-D12B-4940-A9BA-F5142885EE84}"/>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1458587628"/>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20.07.2026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C267DB44-D3F4-429C-AB2C-E561CB263BD7}"/>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3346919047"/>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xmlns=""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xmlns=""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20.07.2026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B96D2815-D915-46BB-8E74-27731C3228F5}"/>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83350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123" Type="http://schemas.openxmlformats.org/officeDocument/2006/relationships/oleObject" Target="../embeddings/oleObject1.bin"/><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slideLayout" Target="../slideLayouts/slideLayout150.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vmlDrawing" Target="../drawings/vmlDrawing1.vml"/><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124" Type="http://schemas.openxmlformats.org/officeDocument/2006/relationships/image" Target="../media/image14.emf"/><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slideLayout" Target="../slideLayouts/slideLayout151.x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tags" Target="../tags/tag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theme" Target="../theme/theme2.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7.xml"/><Relationship Id="rId117" Type="http://schemas.openxmlformats.org/officeDocument/2006/relationships/slideLayout" Target="../slideLayouts/slideLayout268.xml"/><Relationship Id="rId21" Type="http://schemas.openxmlformats.org/officeDocument/2006/relationships/slideLayout" Target="../slideLayouts/slideLayout172.xml"/><Relationship Id="rId42" Type="http://schemas.openxmlformats.org/officeDocument/2006/relationships/slideLayout" Target="../slideLayouts/slideLayout193.xml"/><Relationship Id="rId47" Type="http://schemas.openxmlformats.org/officeDocument/2006/relationships/slideLayout" Target="../slideLayouts/slideLayout198.xml"/><Relationship Id="rId63" Type="http://schemas.openxmlformats.org/officeDocument/2006/relationships/slideLayout" Target="../slideLayouts/slideLayout214.xml"/><Relationship Id="rId68" Type="http://schemas.openxmlformats.org/officeDocument/2006/relationships/slideLayout" Target="../slideLayouts/slideLayout219.xml"/><Relationship Id="rId84" Type="http://schemas.openxmlformats.org/officeDocument/2006/relationships/slideLayout" Target="../slideLayouts/slideLayout235.xml"/><Relationship Id="rId89" Type="http://schemas.openxmlformats.org/officeDocument/2006/relationships/slideLayout" Target="../slideLayouts/slideLayout240.xml"/><Relationship Id="rId112" Type="http://schemas.openxmlformats.org/officeDocument/2006/relationships/slideLayout" Target="../slideLayouts/slideLayout263.xml"/><Relationship Id="rId16" Type="http://schemas.openxmlformats.org/officeDocument/2006/relationships/slideLayout" Target="../slideLayouts/slideLayout167.xml"/><Relationship Id="rId107" Type="http://schemas.openxmlformats.org/officeDocument/2006/relationships/slideLayout" Target="../slideLayouts/slideLayout258.xml"/><Relationship Id="rId11" Type="http://schemas.openxmlformats.org/officeDocument/2006/relationships/slideLayout" Target="../slideLayouts/slideLayout162.xml"/><Relationship Id="rId32" Type="http://schemas.openxmlformats.org/officeDocument/2006/relationships/slideLayout" Target="../slideLayouts/slideLayout183.xml"/><Relationship Id="rId37" Type="http://schemas.openxmlformats.org/officeDocument/2006/relationships/slideLayout" Target="../slideLayouts/slideLayout188.xml"/><Relationship Id="rId53" Type="http://schemas.openxmlformats.org/officeDocument/2006/relationships/slideLayout" Target="../slideLayouts/slideLayout204.xml"/><Relationship Id="rId58" Type="http://schemas.openxmlformats.org/officeDocument/2006/relationships/slideLayout" Target="../slideLayouts/slideLayout209.xml"/><Relationship Id="rId74" Type="http://schemas.openxmlformats.org/officeDocument/2006/relationships/slideLayout" Target="../slideLayouts/slideLayout225.xml"/><Relationship Id="rId79" Type="http://schemas.openxmlformats.org/officeDocument/2006/relationships/slideLayout" Target="../slideLayouts/slideLayout230.xml"/><Relationship Id="rId102" Type="http://schemas.openxmlformats.org/officeDocument/2006/relationships/slideLayout" Target="../slideLayouts/slideLayout253.xml"/><Relationship Id="rId123" Type="http://schemas.openxmlformats.org/officeDocument/2006/relationships/tags" Target="../tags/tag117.xml"/><Relationship Id="rId5" Type="http://schemas.openxmlformats.org/officeDocument/2006/relationships/slideLayout" Target="../slideLayouts/slideLayout156.xml"/><Relationship Id="rId61" Type="http://schemas.openxmlformats.org/officeDocument/2006/relationships/slideLayout" Target="../slideLayouts/slideLayout212.xml"/><Relationship Id="rId82" Type="http://schemas.openxmlformats.org/officeDocument/2006/relationships/slideLayout" Target="../slideLayouts/slideLayout233.xml"/><Relationship Id="rId90" Type="http://schemas.openxmlformats.org/officeDocument/2006/relationships/slideLayout" Target="../slideLayouts/slideLayout241.xml"/><Relationship Id="rId95" Type="http://schemas.openxmlformats.org/officeDocument/2006/relationships/slideLayout" Target="../slideLayouts/slideLayout246.xml"/><Relationship Id="rId19" Type="http://schemas.openxmlformats.org/officeDocument/2006/relationships/slideLayout" Target="../slideLayouts/slideLayout170.xml"/><Relationship Id="rId14" Type="http://schemas.openxmlformats.org/officeDocument/2006/relationships/slideLayout" Target="../slideLayouts/slideLayout165.xml"/><Relationship Id="rId22" Type="http://schemas.openxmlformats.org/officeDocument/2006/relationships/slideLayout" Target="../slideLayouts/slideLayout173.xml"/><Relationship Id="rId27" Type="http://schemas.openxmlformats.org/officeDocument/2006/relationships/slideLayout" Target="../slideLayouts/slideLayout178.xml"/><Relationship Id="rId30" Type="http://schemas.openxmlformats.org/officeDocument/2006/relationships/slideLayout" Target="../slideLayouts/slideLayout181.xml"/><Relationship Id="rId35" Type="http://schemas.openxmlformats.org/officeDocument/2006/relationships/slideLayout" Target="../slideLayouts/slideLayout186.xml"/><Relationship Id="rId43" Type="http://schemas.openxmlformats.org/officeDocument/2006/relationships/slideLayout" Target="../slideLayouts/slideLayout194.xml"/><Relationship Id="rId48" Type="http://schemas.openxmlformats.org/officeDocument/2006/relationships/slideLayout" Target="../slideLayouts/slideLayout199.xml"/><Relationship Id="rId56" Type="http://schemas.openxmlformats.org/officeDocument/2006/relationships/slideLayout" Target="../slideLayouts/slideLayout207.xml"/><Relationship Id="rId64" Type="http://schemas.openxmlformats.org/officeDocument/2006/relationships/slideLayout" Target="../slideLayouts/slideLayout215.xml"/><Relationship Id="rId69" Type="http://schemas.openxmlformats.org/officeDocument/2006/relationships/slideLayout" Target="../slideLayouts/slideLayout220.xml"/><Relationship Id="rId77" Type="http://schemas.openxmlformats.org/officeDocument/2006/relationships/slideLayout" Target="../slideLayouts/slideLayout228.xml"/><Relationship Id="rId100" Type="http://schemas.openxmlformats.org/officeDocument/2006/relationships/slideLayout" Target="../slideLayouts/slideLayout251.xml"/><Relationship Id="rId105" Type="http://schemas.openxmlformats.org/officeDocument/2006/relationships/slideLayout" Target="../slideLayouts/slideLayout256.xml"/><Relationship Id="rId113" Type="http://schemas.openxmlformats.org/officeDocument/2006/relationships/slideLayout" Target="../slideLayouts/slideLayout264.xml"/><Relationship Id="rId118" Type="http://schemas.openxmlformats.org/officeDocument/2006/relationships/slideLayout" Target="../slideLayouts/slideLayout269.xml"/><Relationship Id="rId8" Type="http://schemas.openxmlformats.org/officeDocument/2006/relationships/slideLayout" Target="../slideLayouts/slideLayout159.xml"/><Relationship Id="rId51" Type="http://schemas.openxmlformats.org/officeDocument/2006/relationships/slideLayout" Target="../slideLayouts/slideLayout202.xml"/><Relationship Id="rId72" Type="http://schemas.openxmlformats.org/officeDocument/2006/relationships/slideLayout" Target="../slideLayouts/slideLayout223.xml"/><Relationship Id="rId80" Type="http://schemas.openxmlformats.org/officeDocument/2006/relationships/slideLayout" Target="../slideLayouts/slideLayout231.xml"/><Relationship Id="rId85" Type="http://schemas.openxmlformats.org/officeDocument/2006/relationships/slideLayout" Target="../slideLayouts/slideLayout236.xml"/><Relationship Id="rId93" Type="http://schemas.openxmlformats.org/officeDocument/2006/relationships/slideLayout" Target="../slideLayouts/slideLayout244.xml"/><Relationship Id="rId98" Type="http://schemas.openxmlformats.org/officeDocument/2006/relationships/slideLayout" Target="../slideLayouts/slideLayout249.xml"/><Relationship Id="rId121" Type="http://schemas.openxmlformats.org/officeDocument/2006/relationships/theme" Target="../theme/theme3.xml"/><Relationship Id="rId3" Type="http://schemas.openxmlformats.org/officeDocument/2006/relationships/slideLayout" Target="../slideLayouts/slideLayout154.xml"/><Relationship Id="rId12" Type="http://schemas.openxmlformats.org/officeDocument/2006/relationships/slideLayout" Target="../slideLayouts/slideLayout163.xml"/><Relationship Id="rId17" Type="http://schemas.openxmlformats.org/officeDocument/2006/relationships/slideLayout" Target="../slideLayouts/slideLayout168.xml"/><Relationship Id="rId25" Type="http://schemas.openxmlformats.org/officeDocument/2006/relationships/slideLayout" Target="../slideLayouts/slideLayout176.xml"/><Relationship Id="rId33" Type="http://schemas.openxmlformats.org/officeDocument/2006/relationships/slideLayout" Target="../slideLayouts/slideLayout184.xml"/><Relationship Id="rId38" Type="http://schemas.openxmlformats.org/officeDocument/2006/relationships/slideLayout" Target="../slideLayouts/slideLayout189.xml"/><Relationship Id="rId46" Type="http://schemas.openxmlformats.org/officeDocument/2006/relationships/slideLayout" Target="../slideLayouts/slideLayout197.xml"/><Relationship Id="rId59" Type="http://schemas.openxmlformats.org/officeDocument/2006/relationships/slideLayout" Target="../slideLayouts/slideLayout210.xml"/><Relationship Id="rId67" Type="http://schemas.openxmlformats.org/officeDocument/2006/relationships/slideLayout" Target="../slideLayouts/slideLayout218.xml"/><Relationship Id="rId103" Type="http://schemas.openxmlformats.org/officeDocument/2006/relationships/slideLayout" Target="../slideLayouts/slideLayout254.xml"/><Relationship Id="rId108" Type="http://schemas.openxmlformats.org/officeDocument/2006/relationships/slideLayout" Target="../slideLayouts/slideLayout259.xml"/><Relationship Id="rId116" Type="http://schemas.openxmlformats.org/officeDocument/2006/relationships/slideLayout" Target="../slideLayouts/slideLayout267.xml"/><Relationship Id="rId124" Type="http://schemas.openxmlformats.org/officeDocument/2006/relationships/oleObject" Target="../embeddings/oleObject116.bin"/><Relationship Id="rId20" Type="http://schemas.openxmlformats.org/officeDocument/2006/relationships/slideLayout" Target="../slideLayouts/slideLayout171.xml"/><Relationship Id="rId41" Type="http://schemas.openxmlformats.org/officeDocument/2006/relationships/slideLayout" Target="../slideLayouts/slideLayout192.xml"/><Relationship Id="rId54" Type="http://schemas.openxmlformats.org/officeDocument/2006/relationships/slideLayout" Target="../slideLayouts/slideLayout205.xml"/><Relationship Id="rId62" Type="http://schemas.openxmlformats.org/officeDocument/2006/relationships/slideLayout" Target="../slideLayouts/slideLayout213.xml"/><Relationship Id="rId70" Type="http://schemas.openxmlformats.org/officeDocument/2006/relationships/slideLayout" Target="../slideLayouts/slideLayout221.xml"/><Relationship Id="rId75" Type="http://schemas.openxmlformats.org/officeDocument/2006/relationships/slideLayout" Target="../slideLayouts/slideLayout226.xml"/><Relationship Id="rId83" Type="http://schemas.openxmlformats.org/officeDocument/2006/relationships/slideLayout" Target="../slideLayouts/slideLayout234.xml"/><Relationship Id="rId88" Type="http://schemas.openxmlformats.org/officeDocument/2006/relationships/slideLayout" Target="../slideLayouts/slideLayout239.xml"/><Relationship Id="rId91" Type="http://schemas.openxmlformats.org/officeDocument/2006/relationships/slideLayout" Target="../slideLayouts/slideLayout242.xml"/><Relationship Id="rId96" Type="http://schemas.openxmlformats.org/officeDocument/2006/relationships/slideLayout" Target="../slideLayouts/slideLayout247.xml"/><Relationship Id="rId111" Type="http://schemas.openxmlformats.org/officeDocument/2006/relationships/slideLayout" Target="../slideLayouts/slideLayout262.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15" Type="http://schemas.openxmlformats.org/officeDocument/2006/relationships/slideLayout" Target="../slideLayouts/slideLayout166.xml"/><Relationship Id="rId23" Type="http://schemas.openxmlformats.org/officeDocument/2006/relationships/slideLayout" Target="../slideLayouts/slideLayout174.xml"/><Relationship Id="rId28" Type="http://schemas.openxmlformats.org/officeDocument/2006/relationships/slideLayout" Target="../slideLayouts/slideLayout179.xml"/><Relationship Id="rId36" Type="http://schemas.openxmlformats.org/officeDocument/2006/relationships/slideLayout" Target="../slideLayouts/slideLayout187.xml"/><Relationship Id="rId49" Type="http://schemas.openxmlformats.org/officeDocument/2006/relationships/slideLayout" Target="../slideLayouts/slideLayout200.xml"/><Relationship Id="rId57" Type="http://schemas.openxmlformats.org/officeDocument/2006/relationships/slideLayout" Target="../slideLayouts/slideLayout208.xml"/><Relationship Id="rId106" Type="http://schemas.openxmlformats.org/officeDocument/2006/relationships/slideLayout" Target="../slideLayouts/slideLayout257.xml"/><Relationship Id="rId114" Type="http://schemas.openxmlformats.org/officeDocument/2006/relationships/slideLayout" Target="../slideLayouts/slideLayout265.xml"/><Relationship Id="rId119" Type="http://schemas.openxmlformats.org/officeDocument/2006/relationships/slideLayout" Target="../slideLayouts/slideLayout270.xml"/><Relationship Id="rId10" Type="http://schemas.openxmlformats.org/officeDocument/2006/relationships/slideLayout" Target="../slideLayouts/slideLayout161.xml"/><Relationship Id="rId31" Type="http://schemas.openxmlformats.org/officeDocument/2006/relationships/slideLayout" Target="../slideLayouts/slideLayout182.xml"/><Relationship Id="rId44" Type="http://schemas.openxmlformats.org/officeDocument/2006/relationships/slideLayout" Target="../slideLayouts/slideLayout195.xml"/><Relationship Id="rId52" Type="http://schemas.openxmlformats.org/officeDocument/2006/relationships/slideLayout" Target="../slideLayouts/slideLayout203.xml"/><Relationship Id="rId60" Type="http://schemas.openxmlformats.org/officeDocument/2006/relationships/slideLayout" Target="../slideLayouts/slideLayout211.xml"/><Relationship Id="rId65" Type="http://schemas.openxmlformats.org/officeDocument/2006/relationships/slideLayout" Target="../slideLayouts/slideLayout216.xml"/><Relationship Id="rId73" Type="http://schemas.openxmlformats.org/officeDocument/2006/relationships/slideLayout" Target="../slideLayouts/slideLayout224.xml"/><Relationship Id="rId78" Type="http://schemas.openxmlformats.org/officeDocument/2006/relationships/slideLayout" Target="../slideLayouts/slideLayout229.xml"/><Relationship Id="rId81" Type="http://schemas.openxmlformats.org/officeDocument/2006/relationships/slideLayout" Target="../slideLayouts/slideLayout232.xml"/><Relationship Id="rId86" Type="http://schemas.openxmlformats.org/officeDocument/2006/relationships/slideLayout" Target="../slideLayouts/slideLayout237.xml"/><Relationship Id="rId94" Type="http://schemas.openxmlformats.org/officeDocument/2006/relationships/slideLayout" Target="../slideLayouts/slideLayout245.xml"/><Relationship Id="rId99" Type="http://schemas.openxmlformats.org/officeDocument/2006/relationships/slideLayout" Target="../slideLayouts/slideLayout250.xml"/><Relationship Id="rId101" Type="http://schemas.openxmlformats.org/officeDocument/2006/relationships/slideLayout" Target="../slideLayouts/slideLayout252.xml"/><Relationship Id="rId122" Type="http://schemas.openxmlformats.org/officeDocument/2006/relationships/vmlDrawing" Target="../drawings/vmlDrawing112.v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13" Type="http://schemas.openxmlformats.org/officeDocument/2006/relationships/slideLayout" Target="../slideLayouts/slideLayout164.xml"/><Relationship Id="rId18" Type="http://schemas.openxmlformats.org/officeDocument/2006/relationships/slideLayout" Target="../slideLayouts/slideLayout169.xml"/><Relationship Id="rId39" Type="http://schemas.openxmlformats.org/officeDocument/2006/relationships/slideLayout" Target="../slideLayouts/slideLayout190.xml"/><Relationship Id="rId109" Type="http://schemas.openxmlformats.org/officeDocument/2006/relationships/slideLayout" Target="../slideLayouts/slideLayout260.xml"/><Relationship Id="rId34" Type="http://schemas.openxmlformats.org/officeDocument/2006/relationships/slideLayout" Target="../slideLayouts/slideLayout185.xml"/><Relationship Id="rId50" Type="http://schemas.openxmlformats.org/officeDocument/2006/relationships/slideLayout" Target="../slideLayouts/slideLayout201.xml"/><Relationship Id="rId55" Type="http://schemas.openxmlformats.org/officeDocument/2006/relationships/slideLayout" Target="../slideLayouts/slideLayout206.xml"/><Relationship Id="rId76" Type="http://schemas.openxmlformats.org/officeDocument/2006/relationships/slideLayout" Target="../slideLayouts/slideLayout227.xml"/><Relationship Id="rId97" Type="http://schemas.openxmlformats.org/officeDocument/2006/relationships/slideLayout" Target="../slideLayouts/slideLayout248.xml"/><Relationship Id="rId104" Type="http://schemas.openxmlformats.org/officeDocument/2006/relationships/slideLayout" Target="../slideLayouts/slideLayout255.xml"/><Relationship Id="rId120" Type="http://schemas.openxmlformats.org/officeDocument/2006/relationships/slideLayout" Target="../slideLayouts/slideLayout271.xml"/><Relationship Id="rId125" Type="http://schemas.openxmlformats.org/officeDocument/2006/relationships/image" Target="../media/image14.emf"/><Relationship Id="rId7" Type="http://schemas.openxmlformats.org/officeDocument/2006/relationships/slideLayout" Target="../slideLayouts/slideLayout158.xml"/><Relationship Id="rId71" Type="http://schemas.openxmlformats.org/officeDocument/2006/relationships/slideLayout" Target="../slideLayouts/slideLayout222.xml"/><Relationship Id="rId92" Type="http://schemas.openxmlformats.org/officeDocument/2006/relationships/slideLayout" Target="../slideLayouts/slideLayout243.xml"/><Relationship Id="rId2" Type="http://schemas.openxmlformats.org/officeDocument/2006/relationships/slideLayout" Target="../slideLayouts/slideLayout153.xml"/><Relationship Id="rId29" Type="http://schemas.openxmlformats.org/officeDocument/2006/relationships/slideLayout" Target="../slideLayouts/slideLayout180.xml"/><Relationship Id="rId24" Type="http://schemas.openxmlformats.org/officeDocument/2006/relationships/slideLayout" Target="../slideLayouts/slideLayout175.xml"/><Relationship Id="rId40" Type="http://schemas.openxmlformats.org/officeDocument/2006/relationships/slideLayout" Target="../slideLayouts/slideLayout191.xml"/><Relationship Id="rId45" Type="http://schemas.openxmlformats.org/officeDocument/2006/relationships/slideLayout" Target="../slideLayouts/slideLayout196.xml"/><Relationship Id="rId66" Type="http://schemas.openxmlformats.org/officeDocument/2006/relationships/slideLayout" Target="../slideLayouts/slideLayout217.xml"/><Relationship Id="rId87" Type="http://schemas.openxmlformats.org/officeDocument/2006/relationships/slideLayout" Target="../slideLayouts/slideLayout238.xml"/><Relationship Id="rId110" Type="http://schemas.openxmlformats.org/officeDocument/2006/relationships/slideLayout" Target="../slideLayouts/slideLayout261.xml"/><Relationship Id="rId115" Type="http://schemas.openxmlformats.org/officeDocument/2006/relationships/slideLayout" Target="../slideLayouts/slideLayout2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 xmlns:a16="http://schemas.microsoft.com/office/drawing/2014/main"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 xmlns:a16="http://schemas.microsoft.com/office/drawing/2014/main"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2"/>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55" name="think-cell Slide" r:id="rId123" imgW="7772400" imgH="10058400" progId="TCLayout.ActiveDocument.1">
                  <p:embed/>
                </p:oleObj>
              </mc:Choice>
              <mc:Fallback>
                <p:oleObj name="think-cell Slide" r:id="rId123" imgW="7772400" imgH="10058400" progId="TCLayout.ActiveDocument.1">
                  <p:embed/>
                  <p:pic>
                    <p:nvPicPr>
                      <p:cNvPr id="8" name="think-cell data - do not delete" hidden="1">
                        <a:extLst>
                          <a:ext uri="{FF2B5EF4-FFF2-40B4-BE49-F238E27FC236}">
                            <a16:creationId xmlns="" xmlns:a16="http://schemas.microsoft.com/office/drawing/2014/main" id="{8DC79CD5-1EA1-EEAF-4FD1-E9B0B275A370}"/>
                          </a:ext>
                        </a:extLst>
                      </p:cNvPr>
                      <p:cNvPicPr/>
                      <p:nvPr/>
                    </p:nvPicPr>
                    <p:blipFill>
                      <a:blip r:embed="rId124"/>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 id="2147483823" r:id="rId118"/>
    <p:sldLayoutId id="2147483824" r:id="rId119"/>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623413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8007" name="think-cell Slide" r:id="rId124" imgW="7772400" imgH="10058400" progId="TCLayout.ActiveDocument.1">
                  <p:embed/>
                </p:oleObj>
              </mc:Choice>
              <mc:Fallback>
                <p:oleObj name="think-cell Slide" r:id="rId124" imgW="7772400" imgH="10058400" progId="TCLayout.ActiveDocument.1">
                  <p:embed/>
                  <p:pic>
                    <p:nvPicPr>
                      <p:cNvPr id="0" name=""/>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Tree>
    <p:extLst>
      <p:ext uri="{BB962C8B-B14F-4D97-AF65-F5344CB8AC3E}">
        <p14:creationId xmlns:p14="http://schemas.microsoft.com/office/powerpoint/2010/main" val="3381888689"/>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 id="2147483929" r:id="rId103"/>
    <p:sldLayoutId id="2147483930" r:id="rId104"/>
    <p:sldLayoutId id="2147483931" r:id="rId105"/>
    <p:sldLayoutId id="2147483932" r:id="rId106"/>
    <p:sldLayoutId id="2147483933" r:id="rId107"/>
    <p:sldLayoutId id="2147483934" r:id="rId108"/>
    <p:sldLayoutId id="2147483935" r:id="rId109"/>
    <p:sldLayoutId id="2147483936" r:id="rId110"/>
    <p:sldLayoutId id="2147483937" r:id="rId111"/>
    <p:sldLayoutId id="2147483938" r:id="rId112"/>
    <p:sldLayoutId id="2147483939" r:id="rId113"/>
    <p:sldLayoutId id="2147483940" r:id="rId114"/>
    <p:sldLayoutId id="2147483941" r:id="rId115"/>
    <p:sldLayoutId id="2147483942" r:id="rId116"/>
    <p:sldLayoutId id="2147483943" r:id="rId117"/>
    <p:sldLayoutId id="2147483944" r:id="rId118"/>
    <p:sldLayoutId id="2147483945" r:id="rId119"/>
    <p:sldLayoutId id="2147483946"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32.xml"/><Relationship Id="rId1" Type="http://schemas.openxmlformats.org/officeDocument/2006/relationships/vmlDrawing" Target="../drawings/vmlDrawing22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3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1.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151.xml"/><Relationship Id="rId4" Type="http://schemas.openxmlformats.org/officeDocument/2006/relationships/image" Target="../media/image38.jpeg"/></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151.xml"/><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151.xml"/><Relationship Id="rId5" Type="http://schemas.openxmlformats.org/officeDocument/2006/relationships/image" Target="../media/image41.jpeg"/><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151.xml"/></Relationships>
</file>

<file path=ppt/slides/_rels/slide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8.xml"/></Relationships>
</file>

<file path=ppt/slides/_rels/slide1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9.xml"/></Relationships>
</file>

<file path=ppt/slides/_rels/slide1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9.xml"/></Relationships>
</file>

<file path=ppt/slides/_rels/slide1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9.xml"/></Relationships>
</file>

<file path=ppt/slides/_rels/slide1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49.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15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49.xml"/></Relationships>
</file>

<file path=ppt/slides/_rels/slide2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4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1.xml"/></Relationships>
</file>

<file path=ppt/slides/_rels/slide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4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49.xml"/></Relationships>
</file>

<file path=ppt/slides/_rels/slide2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4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49.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49.xml"/></Relationships>
</file>

<file path=ppt/slides/_rels/slide2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4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4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49.xml"/></Relationships>
</file>

<file path=ppt/slides/_rels/slide3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49.xml"/></Relationships>
</file>

<file path=ppt/slides/_rels/slide3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49.xml"/></Relationships>
</file>

<file path=ppt/slides/_rels/slide3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49.xml"/></Relationships>
</file>

<file path=ppt/slides/_rels/slide3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4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 xmlns:a16="http://schemas.microsoft.com/office/drawing/2014/main"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19"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 xmlns:a16="http://schemas.microsoft.com/office/drawing/2014/main"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 xmlns:a16="http://schemas.microsoft.com/office/drawing/2014/main"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 xmlns:a16="http://schemas.microsoft.com/office/drawing/2014/main" id="{8BCCF240-086B-DEFA-BC9A-4868CDC7DEA8}"/>
              </a:ext>
            </a:extLst>
          </p:cNvPr>
          <p:cNvSpPr>
            <a:spLocks noGrp="1"/>
          </p:cNvSpPr>
          <p:nvPr>
            <p:ph type="ctrTitle"/>
          </p:nvPr>
        </p:nvSpPr>
        <p:spPr/>
        <p:txBody>
          <a:bodyPr vert="horz"/>
          <a:lstStyle/>
          <a:p>
            <a:r>
              <a:rPr lang="en-US" dirty="0" smtClean="0"/>
              <a:t>AI/ML</a:t>
            </a:r>
            <a:br>
              <a:rPr lang="en-US" dirty="0" smtClean="0"/>
            </a:br>
            <a:r>
              <a:rPr lang="en-US" dirty="0" smtClean="0"/>
              <a:t>Part-01</a:t>
            </a:r>
            <a:endParaRPr lang="en-US" dirty="0"/>
          </a:p>
        </p:txBody>
      </p:sp>
      <p:sp>
        <p:nvSpPr>
          <p:cNvPr id="11" name="Subtitle 10">
            <a:extLst>
              <a:ext uri="{FF2B5EF4-FFF2-40B4-BE49-F238E27FC236}">
                <a16:creationId xmlns="" xmlns:a16="http://schemas.microsoft.com/office/drawing/2014/main"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EB788767-A345-420E-B23F-0148322AED47}"/>
              </a:ext>
            </a:extLst>
          </p:cNvPr>
          <p:cNvSpPr>
            <a:spLocks noGrp="1"/>
          </p:cNvSpPr>
          <p:nvPr>
            <p:ph type="body" sz="quarter" idx="11"/>
          </p:nvPr>
        </p:nvSpPr>
        <p:spPr/>
        <p:txBody>
          <a:bodyPr/>
          <a:lstStyle/>
          <a:p>
            <a:r>
              <a:rPr lang="en-US" dirty="0"/>
              <a:t>Objectives</a:t>
            </a:r>
          </a:p>
        </p:txBody>
      </p:sp>
      <p:sp>
        <p:nvSpPr>
          <p:cNvPr id="6" name="Text Placeholder 5">
            <a:extLst>
              <a:ext uri="{FF2B5EF4-FFF2-40B4-BE49-F238E27FC236}">
                <a16:creationId xmlns="" xmlns:a16="http://schemas.microsoft.com/office/drawing/2014/main" id="{BC051C61-54ED-49AD-8076-FE82FEB72629}"/>
              </a:ext>
            </a:extLst>
          </p:cNvPr>
          <p:cNvSpPr>
            <a:spLocks noGrp="1"/>
          </p:cNvSpPr>
          <p:nvPr>
            <p:ph type="body" sz="quarter" idx="13"/>
          </p:nvPr>
        </p:nvSpPr>
        <p:spPr>
          <a:xfrm>
            <a:off x="334938" y="1173677"/>
            <a:ext cx="11450409" cy="4226798"/>
          </a:xfrm>
        </p:spPr>
        <p:txBody>
          <a:bodyPr/>
          <a:lstStyle/>
          <a:p>
            <a:r>
              <a:rPr lang="en-US" dirty="0"/>
              <a:t>Understand TypeScript fundamentals and type system.</a:t>
            </a:r>
          </a:p>
          <a:p>
            <a:r>
              <a:rPr lang="en-IN" dirty="0"/>
              <a:t>Understand TypeScript </a:t>
            </a:r>
            <a:r>
              <a:rPr lang="en-IN" b="1" dirty="0"/>
              <a:t>data types</a:t>
            </a:r>
            <a:endParaRPr lang="en-IN" dirty="0"/>
          </a:p>
          <a:p>
            <a:r>
              <a:rPr lang="en-IN" dirty="0"/>
              <a:t>Work with arrays and functions</a:t>
            </a:r>
          </a:p>
          <a:p>
            <a:r>
              <a:rPr lang="en-IN" dirty="0"/>
              <a:t> Use spread &amp; rest operators</a:t>
            </a:r>
          </a:p>
          <a:p>
            <a:r>
              <a:rPr lang="en-IN" dirty="0"/>
              <a:t> Learn proper usage of var, let, and </a:t>
            </a:r>
            <a:r>
              <a:rPr lang="en-IN" dirty="0" err="1"/>
              <a:t>const</a:t>
            </a:r>
            <a:endParaRPr lang="en-US" dirty="0"/>
          </a:p>
          <a:p>
            <a:r>
              <a:rPr lang="en-US" dirty="0"/>
              <a:t>Write type-safe functions and classes</a:t>
            </a:r>
          </a:p>
          <a:p>
            <a:r>
              <a:rPr lang="en-US" dirty="0"/>
              <a:t>Use types, interfaces, and </a:t>
            </a:r>
            <a:r>
              <a:rPr lang="en-US" dirty="0" err="1"/>
              <a:t>enums</a:t>
            </a:r>
            <a:r>
              <a:rPr lang="en-US" dirty="0"/>
              <a:t> effectively</a:t>
            </a:r>
          </a:p>
          <a:p>
            <a:pPr marL="0" indent="0">
              <a:buNone/>
            </a:pPr>
            <a:endParaRPr lang="en-US" dirty="0"/>
          </a:p>
          <a:p>
            <a:endParaRPr lang="en-US" dirty="0"/>
          </a:p>
        </p:txBody>
      </p:sp>
      <p:sp>
        <p:nvSpPr>
          <p:cNvPr id="4" name="Slide Number Placeholder 3"/>
          <p:cNvSpPr>
            <a:spLocks noGrp="1"/>
          </p:cNvSpPr>
          <p:nvPr>
            <p:ph type="sldNum" sz="quarter" idx="4294967295"/>
          </p:nvPr>
        </p:nvSpPr>
        <p:spPr>
          <a:xfrm>
            <a:off x="9347200" y="6492875"/>
            <a:ext cx="2844800" cy="365125"/>
          </a:xfrm>
          <a:prstGeom prst="rect">
            <a:avLst/>
          </a:prstGeom>
        </p:spPr>
        <p:txBody>
          <a:bodyPr/>
          <a:lstStyle/>
          <a:p>
            <a:fld id="{4CE32F19-BBF9-49B0-817B-4B6B9B542E56}" type="slidenum">
              <a:rPr lang="en-US" smtClean="0">
                <a:solidFill>
                  <a:prstClr val="white"/>
                </a:solidFill>
              </a:rPr>
              <a:pPr/>
              <a:t>2</a:t>
            </a:fld>
            <a:endParaRPr lang="en-US" dirty="0">
              <a:solidFill>
                <a:prstClr val="white"/>
              </a:solidFill>
            </a:endParaRPr>
          </a:p>
        </p:txBody>
      </p:sp>
    </p:spTree>
    <p:extLst>
      <p:ext uri="{BB962C8B-B14F-4D97-AF65-F5344CB8AC3E}">
        <p14:creationId xmlns:p14="http://schemas.microsoft.com/office/powerpoint/2010/main" val="16405321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Группа 8"/>
          <p:cNvGrpSpPr/>
          <p:nvPr/>
        </p:nvGrpSpPr>
        <p:grpSpPr>
          <a:xfrm>
            <a:off x="544022" y="960806"/>
            <a:ext cx="4759498" cy="3333099"/>
            <a:chOff x="544022" y="1501647"/>
            <a:chExt cx="4759498" cy="3333099"/>
          </a:xfrm>
        </p:grpSpPr>
        <p:sp>
          <p:nvSpPr>
            <p:cNvPr id="4" name="Прямоугольник 3">
              <a:extLst>
                <a:ext uri="{FF2B5EF4-FFF2-40B4-BE49-F238E27FC236}">
                  <a16:creationId xmlns:a16="http://schemas.microsoft.com/office/drawing/2014/main" xmlns="" id="{5EE88138-48BD-46AA-94F3-3B05DD703F63}"/>
                </a:ext>
              </a:extLst>
            </p:cNvPr>
            <p:cNvSpPr/>
            <p:nvPr/>
          </p:nvSpPr>
          <p:spPr>
            <a:xfrm>
              <a:off x="544022" y="1501647"/>
              <a:ext cx="4759498" cy="31700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solidFill>
                  <a:effectLst/>
                  <a:uLnTx/>
                  <a:uFillTx/>
                  <a:latin typeface="Montserrat SemiBold" pitchFamily="2" charset="-52"/>
                  <a:ea typeface="Montserrat" charset="0"/>
                  <a:cs typeface="Montserrat" charset="0"/>
                </a:rPr>
                <a:t>ARTIFICIAL INTELLIGENCE Vs. MACHINE LEARNING Vs. DEEP LEARNING</a:t>
              </a:r>
            </a:p>
          </p:txBody>
        </p:sp>
        <p:cxnSp>
          <p:nvCxnSpPr>
            <p:cNvPr id="5" name="Прямая соединительная линия 4"/>
            <p:cNvCxnSpPr/>
            <p:nvPr/>
          </p:nvCxnSpPr>
          <p:spPr>
            <a:xfrm>
              <a:off x="620222" y="4834746"/>
              <a:ext cx="4505498" cy="0"/>
            </a:xfrm>
            <a:prstGeom prst="line">
              <a:avLst/>
            </a:prstGeom>
            <a:ln w="19050">
              <a:solidFill>
                <a:srgbClr val="F39622"/>
              </a:solidFill>
            </a:ln>
          </p:spPr>
          <p:style>
            <a:lnRef idx="1">
              <a:schemeClr val="accent1"/>
            </a:lnRef>
            <a:fillRef idx="0">
              <a:schemeClr val="accent1"/>
            </a:fillRef>
            <a:effectRef idx="0">
              <a:schemeClr val="accent1"/>
            </a:effectRef>
            <a:fontRef idx="minor">
              <a:schemeClr val="tx1"/>
            </a:fontRef>
          </p:style>
        </p:cxnSp>
      </p:grpSp>
      <p:sp>
        <p:nvSpPr>
          <p:cNvPr id="7" name="Rectangle: Rounded Corners 6">
            <a:extLst>
              <a:ext uri="{FF2B5EF4-FFF2-40B4-BE49-F238E27FC236}">
                <a16:creationId xmlns:a16="http://schemas.microsoft.com/office/drawing/2014/main" xmlns="" id="{0E5460ED-1B0D-4682-853E-EC6297E8C3D0}"/>
              </a:ext>
            </a:extLst>
          </p:cNvPr>
          <p:cNvSpPr/>
          <p:nvPr/>
        </p:nvSpPr>
        <p:spPr>
          <a:xfrm>
            <a:off x="620222" y="4657807"/>
            <a:ext cx="4066078" cy="228600"/>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Rounded Corners 9">
            <a:extLst>
              <a:ext uri="{FF2B5EF4-FFF2-40B4-BE49-F238E27FC236}">
                <a16:creationId xmlns:a16="http://schemas.microsoft.com/office/drawing/2014/main" xmlns="" id="{A824B192-C5C9-4707-B2B0-059991822E69}"/>
              </a:ext>
            </a:extLst>
          </p:cNvPr>
          <p:cNvSpPr/>
          <p:nvPr/>
        </p:nvSpPr>
        <p:spPr>
          <a:xfrm>
            <a:off x="620222" y="4654811"/>
            <a:ext cx="1222548" cy="228600"/>
          </a:xfrm>
          <a:prstGeom prst="roundRect">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9900"/>
              </a:solidFill>
              <a:effectLst/>
              <a:uLnTx/>
              <a:uFillTx/>
              <a:latin typeface="Calibri"/>
              <a:ea typeface="+mn-ea"/>
              <a:cs typeface="+mn-cs"/>
            </a:endParaRPr>
          </a:p>
        </p:txBody>
      </p:sp>
      <p:sp>
        <p:nvSpPr>
          <p:cNvPr id="11" name="TextBox 10">
            <a:extLst>
              <a:ext uri="{FF2B5EF4-FFF2-40B4-BE49-F238E27FC236}">
                <a16:creationId xmlns:a16="http://schemas.microsoft.com/office/drawing/2014/main" xmlns="" id="{723C56CB-7A7A-4F0E-8A4A-6A162998B2D6}"/>
              </a:ext>
            </a:extLst>
          </p:cNvPr>
          <p:cNvSpPr txBox="1"/>
          <p:nvPr/>
        </p:nvSpPr>
        <p:spPr>
          <a:xfrm>
            <a:off x="544022" y="4958400"/>
            <a:ext cx="6431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EASY</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2" name="TextBox 11">
            <a:extLst>
              <a:ext uri="{FF2B5EF4-FFF2-40B4-BE49-F238E27FC236}">
                <a16:creationId xmlns:a16="http://schemas.microsoft.com/office/drawing/2014/main" xmlns="" id="{14F24877-C482-4F61-9BA7-69E9D02CC79C}"/>
              </a:ext>
            </a:extLst>
          </p:cNvPr>
          <p:cNvSpPr txBox="1"/>
          <p:nvPr/>
        </p:nvSpPr>
        <p:spPr>
          <a:xfrm>
            <a:off x="3534872" y="4958400"/>
            <a:ext cx="12387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ADVANCED</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xmlns="" id="{176D5DA7-D9D1-4C8C-97F2-D4E9CF8E1F7C}"/>
              </a:ext>
            </a:extLst>
          </p:cNvPr>
          <p:cNvSpPr/>
          <p:nvPr/>
        </p:nvSpPr>
        <p:spPr>
          <a:xfrm>
            <a:off x="1690370" y="4958400"/>
            <a:ext cx="304800" cy="228600"/>
          </a:xfrm>
          <a:prstGeom prst="triangle">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5" name="Picture 14">
            <a:extLst>
              <a:ext uri="{FF2B5EF4-FFF2-40B4-BE49-F238E27FC236}">
                <a16:creationId xmlns:a16="http://schemas.microsoft.com/office/drawing/2014/main" xmlns="" id="{B0134924-7BC2-4DC7-8CF8-C38C80779717}"/>
              </a:ext>
            </a:extLst>
          </p:cNvPr>
          <p:cNvPicPr>
            <a:picLocks noChangeAspect="1"/>
          </p:cNvPicPr>
          <p:nvPr/>
        </p:nvPicPr>
        <p:blipFill>
          <a:blip r:embed="rId2"/>
          <a:stretch>
            <a:fillRect/>
          </a:stretch>
        </p:blipFill>
        <p:spPr>
          <a:xfrm>
            <a:off x="7797114" y="-1"/>
            <a:ext cx="4394886" cy="6857999"/>
          </a:xfrm>
          <a:prstGeom prst="rect">
            <a:avLst/>
          </a:prstGeom>
        </p:spPr>
      </p:pic>
    </p:spTree>
    <p:extLst>
      <p:ext uri="{BB962C8B-B14F-4D97-AF65-F5344CB8AC3E}">
        <p14:creationId xmlns:p14="http://schemas.microsoft.com/office/powerpoint/2010/main" val="29498084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6224" y="228600"/>
            <a:ext cx="10959552" cy="1325563"/>
          </a:xfrm>
          <a:prstGeom prst="rect">
            <a:avLst/>
          </a:prstGeom>
        </p:spPr>
        <p:txBody>
          <a:bodyPr wrap="square">
            <a:spAutoFit/>
          </a:bodyPr>
          <a:lstStyle>
            <a:defPPr marR="0" lvl="0" algn="l" rtl="0">
              <a:lnSpc>
                <a:spcPct val="100000"/>
              </a:lnSpc>
              <a:spcBef>
                <a:spcPts val="0"/>
              </a:spcBef>
              <a:spcAft>
                <a:spcPts val="0"/>
              </a:spcAft>
            </a:defPPr>
            <a:lvl1pPr>
              <a:defRPr sz="2800" b="1" kern="1200">
                <a:solidFill>
                  <a:srgbClr val="FF9F1C"/>
                </a:solidFill>
                <a:latin typeface="Montserrat" charset="0"/>
                <a:ea typeface="+mn-ea"/>
                <a:cs typeface="+mn-cs"/>
              </a:defRPr>
            </a:lvl1pPr>
          </a:lstStyle>
          <a:p>
            <a:r>
              <a:rPr lang="en-CA" dirty="0"/>
              <a:t>ARTIFICIAL INTELLIGENCE Vs. MACHINE LEARNING Vs. DEEP LEARNING Vs. DATA SCIENCE </a:t>
            </a:r>
          </a:p>
        </p:txBody>
      </p:sp>
      <p:sp>
        <p:nvSpPr>
          <p:cNvPr id="3" name="Oval 2">
            <a:extLst>
              <a:ext uri="{FF2B5EF4-FFF2-40B4-BE49-F238E27FC236}">
                <a16:creationId xmlns:a16="http://schemas.microsoft.com/office/drawing/2014/main" xmlns="" id="{3E88CBA0-6F10-4E31-A248-70C1DF41CC84}"/>
              </a:ext>
            </a:extLst>
          </p:cNvPr>
          <p:cNvSpPr/>
          <p:nvPr/>
        </p:nvSpPr>
        <p:spPr>
          <a:xfrm>
            <a:off x="2133600" y="1554163"/>
            <a:ext cx="4800600" cy="480060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xmlns="" id="{FF4487B0-F5B5-4E76-8FB2-ED547410D33A}"/>
              </a:ext>
            </a:extLst>
          </p:cNvPr>
          <p:cNvSpPr txBox="1"/>
          <p:nvPr/>
        </p:nvSpPr>
        <p:spPr>
          <a:xfrm>
            <a:off x="3355707" y="1660526"/>
            <a:ext cx="2302755" cy="646331"/>
          </a:xfrm>
          <a:prstGeom prst="rect">
            <a:avLst/>
          </a:prstGeom>
          <a:noFill/>
        </p:spPr>
        <p:txBody>
          <a:bodyPr wrap="square" rtlCol="0">
            <a:spAutoFit/>
          </a:bodyPr>
          <a:lstStyle/>
          <a:p>
            <a:pPr algn="ctr"/>
            <a:r>
              <a:rPr lang="en-US" b="1" dirty="0">
                <a:solidFill>
                  <a:schemeClr val="bg1"/>
                </a:solidFill>
              </a:rPr>
              <a:t>ARTIFICIAL INTELLIGENCE (AI)</a:t>
            </a:r>
          </a:p>
        </p:txBody>
      </p:sp>
      <p:sp>
        <p:nvSpPr>
          <p:cNvPr id="8" name="Oval 7">
            <a:extLst>
              <a:ext uri="{FF2B5EF4-FFF2-40B4-BE49-F238E27FC236}">
                <a16:creationId xmlns:a16="http://schemas.microsoft.com/office/drawing/2014/main" xmlns="" id="{43C8BF52-B07A-4864-9241-3E5E0C17E935}"/>
              </a:ext>
            </a:extLst>
          </p:cNvPr>
          <p:cNvSpPr/>
          <p:nvPr/>
        </p:nvSpPr>
        <p:spPr>
          <a:xfrm>
            <a:off x="2796540" y="2780740"/>
            <a:ext cx="3474720" cy="3474720"/>
          </a:xfrm>
          <a:prstGeom prst="ellipse">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xmlns="" id="{773D9C97-DFAC-4DED-94D6-9164EE9B8B9B}"/>
              </a:ext>
            </a:extLst>
          </p:cNvPr>
          <p:cNvSpPr txBox="1"/>
          <p:nvPr/>
        </p:nvSpPr>
        <p:spPr>
          <a:xfrm>
            <a:off x="3470006" y="3157414"/>
            <a:ext cx="2074155" cy="646331"/>
          </a:xfrm>
          <a:prstGeom prst="rect">
            <a:avLst/>
          </a:prstGeom>
          <a:noFill/>
        </p:spPr>
        <p:txBody>
          <a:bodyPr wrap="square" rtlCol="0">
            <a:spAutoFit/>
          </a:bodyPr>
          <a:lstStyle>
            <a:defPPr>
              <a:defRPr lang="en-US"/>
            </a:defPPr>
            <a:lvl1pPr algn="ctr">
              <a:defRPr b="1">
                <a:solidFill>
                  <a:schemeClr val="bg1"/>
                </a:solidFill>
              </a:defRPr>
            </a:lvl1pPr>
          </a:lstStyle>
          <a:p>
            <a:r>
              <a:rPr lang="en-US" dirty="0"/>
              <a:t>MACHINE LEARNING (ML)</a:t>
            </a:r>
          </a:p>
        </p:txBody>
      </p:sp>
      <p:sp>
        <p:nvSpPr>
          <p:cNvPr id="10" name="Oval 9">
            <a:extLst>
              <a:ext uri="{FF2B5EF4-FFF2-40B4-BE49-F238E27FC236}">
                <a16:creationId xmlns:a16="http://schemas.microsoft.com/office/drawing/2014/main" xmlns="" id="{E9557AC1-93EF-43DE-8519-B36DD9A39F0C}"/>
              </a:ext>
            </a:extLst>
          </p:cNvPr>
          <p:cNvSpPr/>
          <p:nvPr/>
        </p:nvSpPr>
        <p:spPr>
          <a:xfrm>
            <a:off x="3391512" y="3954463"/>
            <a:ext cx="2286000" cy="228600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xmlns="" id="{B4FFF4FE-9AC4-4D22-9439-1B42AA1C1E76}"/>
              </a:ext>
            </a:extLst>
          </p:cNvPr>
          <p:cNvSpPr txBox="1"/>
          <p:nvPr/>
        </p:nvSpPr>
        <p:spPr>
          <a:xfrm>
            <a:off x="3724581" y="4053449"/>
            <a:ext cx="1618638" cy="646331"/>
          </a:xfrm>
          <a:prstGeom prst="rect">
            <a:avLst/>
          </a:prstGeom>
          <a:noFill/>
        </p:spPr>
        <p:txBody>
          <a:bodyPr wrap="square" rtlCol="0">
            <a:spAutoFit/>
          </a:bodyPr>
          <a:lstStyle>
            <a:defPPr>
              <a:defRPr lang="en-US"/>
            </a:defPPr>
            <a:lvl1pPr algn="ctr">
              <a:defRPr b="1">
                <a:solidFill>
                  <a:schemeClr val="bg1"/>
                </a:solidFill>
              </a:defRPr>
            </a:lvl1pPr>
          </a:lstStyle>
          <a:p>
            <a:r>
              <a:rPr lang="en-US" dirty="0"/>
              <a:t>DEEP LEARNING (DL)</a:t>
            </a:r>
          </a:p>
        </p:txBody>
      </p:sp>
      <p:sp>
        <p:nvSpPr>
          <p:cNvPr id="12" name="Oval 11">
            <a:extLst>
              <a:ext uri="{FF2B5EF4-FFF2-40B4-BE49-F238E27FC236}">
                <a16:creationId xmlns:a16="http://schemas.microsoft.com/office/drawing/2014/main" xmlns="" id="{1E321A0E-3D5A-4643-93B3-43CDA6237BC0}"/>
              </a:ext>
            </a:extLst>
          </p:cNvPr>
          <p:cNvSpPr/>
          <p:nvPr/>
        </p:nvSpPr>
        <p:spPr>
          <a:xfrm>
            <a:off x="5257800" y="3341948"/>
            <a:ext cx="2986734" cy="2990971"/>
          </a:xfrm>
          <a:prstGeom prst="ellipse">
            <a:avLst/>
          </a:prstGeom>
          <a:solidFill>
            <a:schemeClr val="bg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xmlns="" id="{3F1919C9-1AC0-4106-A9C9-4F8891A36847}"/>
              </a:ext>
            </a:extLst>
          </p:cNvPr>
          <p:cNvSpPr txBox="1"/>
          <p:nvPr/>
        </p:nvSpPr>
        <p:spPr>
          <a:xfrm>
            <a:off x="6057525" y="3526057"/>
            <a:ext cx="1420601" cy="646331"/>
          </a:xfrm>
          <a:prstGeom prst="rect">
            <a:avLst/>
          </a:prstGeom>
          <a:noFill/>
        </p:spPr>
        <p:txBody>
          <a:bodyPr wrap="square" rtlCol="0">
            <a:spAutoFit/>
          </a:bodyPr>
          <a:lstStyle>
            <a:defPPr>
              <a:defRPr lang="en-US"/>
            </a:defPPr>
            <a:lvl1pPr algn="ctr">
              <a:defRPr b="1">
                <a:solidFill>
                  <a:schemeClr val="bg1"/>
                </a:solidFill>
              </a:defRPr>
            </a:lvl1pPr>
          </a:lstStyle>
          <a:p>
            <a:r>
              <a:rPr lang="en-US" dirty="0"/>
              <a:t>DATA SCIENCE (DS)</a:t>
            </a:r>
          </a:p>
        </p:txBody>
      </p:sp>
    </p:spTree>
    <p:extLst>
      <p:ext uri="{BB962C8B-B14F-4D97-AF65-F5344CB8AC3E}">
        <p14:creationId xmlns:p14="http://schemas.microsoft.com/office/powerpoint/2010/main" val="20266466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28600" y="130830"/>
            <a:ext cx="10959552" cy="523220"/>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ARTIFICIAL INTELLIGENCE (AI)</a:t>
            </a:r>
          </a:p>
        </p:txBody>
      </p:sp>
      <p:sp>
        <p:nvSpPr>
          <p:cNvPr id="14" name="TextBox 13">
            <a:extLst>
              <a:ext uri="{FF2B5EF4-FFF2-40B4-BE49-F238E27FC236}">
                <a16:creationId xmlns:a16="http://schemas.microsoft.com/office/drawing/2014/main" xmlns="" id="{57B19DA0-5135-494C-9FD6-22347A753636}"/>
              </a:ext>
            </a:extLst>
          </p:cNvPr>
          <p:cNvSpPr txBox="1"/>
          <p:nvPr/>
        </p:nvSpPr>
        <p:spPr>
          <a:xfrm>
            <a:off x="123825" y="656313"/>
            <a:ext cx="11926337" cy="1323439"/>
          </a:xfrm>
          <a:prstGeom prst="rect">
            <a:avLst/>
          </a:prstGeom>
        </p:spPr>
        <p:txBody>
          <a:bodyPr vert="horz" wrap="square" lIns="91440" tIns="45720" rIns="91440" bIns="45720" rtlCol="0">
            <a:spAutoFit/>
          </a:bodyPr>
          <a:lstStyle>
            <a:defPPr marR="0" lvl="0" algn="l" rtl="0">
              <a:lnSpc>
                <a:spcPct val="100000"/>
              </a:lnSpc>
              <a:spcBef>
                <a:spcPts val="0"/>
              </a:spcBef>
              <a:spcAft>
                <a:spcPts val="0"/>
              </a:spcAft>
            </a:defPPr>
            <a:lvl1pPr marL="342900" indent="-342900">
              <a:buFont typeface="Arial" pitchFamily="34" charset="0"/>
              <a:buChar char="•"/>
              <a:defRPr sz="2000" kern="1200">
                <a:solidFill>
                  <a:schemeClr val="tx1"/>
                </a:solidFill>
                <a:latin typeface="Montserrat" charset="0"/>
                <a:ea typeface="+mn-ea"/>
              </a:defRPr>
            </a:lvl1pPr>
          </a:lstStyle>
          <a:p>
            <a:r>
              <a:rPr lang="en-CA" dirty="0"/>
              <a:t>AI is the science that enable computers to think like humans. </a:t>
            </a:r>
          </a:p>
          <a:p>
            <a:r>
              <a:rPr lang="en-CA" dirty="0"/>
              <a:t>AI allows computers to imitate human intelligence and do things that humans do! </a:t>
            </a:r>
          </a:p>
          <a:p>
            <a:r>
              <a:rPr lang="en-CA" dirty="0"/>
              <a:t>AI can make decision (Example: buy/sell stocks), understand text (Example: read articles), and detect faces.</a:t>
            </a:r>
          </a:p>
        </p:txBody>
      </p:sp>
      <p:pic>
        <p:nvPicPr>
          <p:cNvPr id="15" name="Picture 14">
            <a:extLst>
              <a:ext uri="{FF2B5EF4-FFF2-40B4-BE49-F238E27FC236}">
                <a16:creationId xmlns:a16="http://schemas.microsoft.com/office/drawing/2014/main" xmlns="" id="{A9115546-FF28-44FB-A659-BD3B2BFFD5DA}"/>
              </a:ext>
            </a:extLst>
          </p:cNvPr>
          <p:cNvPicPr>
            <a:picLocks noChangeAspect="1"/>
          </p:cNvPicPr>
          <p:nvPr/>
        </p:nvPicPr>
        <p:blipFill>
          <a:blip r:embed="rId3"/>
          <a:stretch>
            <a:fillRect/>
          </a:stretch>
        </p:blipFill>
        <p:spPr>
          <a:xfrm>
            <a:off x="642890" y="1863077"/>
            <a:ext cx="5453110" cy="4690669"/>
          </a:xfrm>
          <a:prstGeom prst="rect">
            <a:avLst/>
          </a:prstGeom>
        </p:spPr>
      </p:pic>
      <p:pic>
        <p:nvPicPr>
          <p:cNvPr id="5" name="Picture 2" descr="Artificial Intelligence, Brain, Think, Control">
            <a:extLst>
              <a:ext uri="{FF2B5EF4-FFF2-40B4-BE49-F238E27FC236}">
                <a16:creationId xmlns:a16="http://schemas.microsoft.com/office/drawing/2014/main" xmlns="" id="{5C42CCF0-907C-6D71-AF6E-E44D52B4490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77624" y="1979752"/>
            <a:ext cx="3170498" cy="2113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77314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28600" y="0"/>
            <a:ext cx="8839200" cy="1325563"/>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MACHINE LEARNING (ML)</a:t>
            </a:r>
          </a:p>
        </p:txBody>
      </p:sp>
      <p:pic>
        <p:nvPicPr>
          <p:cNvPr id="4" name="Picture 3">
            <a:extLst>
              <a:ext uri="{FF2B5EF4-FFF2-40B4-BE49-F238E27FC236}">
                <a16:creationId xmlns:a16="http://schemas.microsoft.com/office/drawing/2014/main" xmlns="" id="{A6037D04-2BB0-452F-BD23-01278AB6E6B9}"/>
              </a:ext>
            </a:extLst>
          </p:cNvPr>
          <p:cNvPicPr>
            <a:picLocks noChangeAspect="1"/>
          </p:cNvPicPr>
          <p:nvPr/>
        </p:nvPicPr>
        <p:blipFill>
          <a:blip r:embed="rId3"/>
          <a:stretch>
            <a:fillRect/>
          </a:stretch>
        </p:blipFill>
        <p:spPr>
          <a:xfrm>
            <a:off x="739461" y="2505670"/>
            <a:ext cx="4992726" cy="3709779"/>
          </a:xfrm>
          <a:prstGeom prst="rect">
            <a:avLst/>
          </a:prstGeom>
        </p:spPr>
      </p:pic>
      <p:sp>
        <p:nvSpPr>
          <p:cNvPr id="3" name="Rectangle 2"/>
          <p:cNvSpPr/>
          <p:nvPr/>
        </p:nvSpPr>
        <p:spPr>
          <a:xfrm>
            <a:off x="228600" y="427822"/>
            <a:ext cx="11963400" cy="1938992"/>
          </a:xfrm>
          <a:prstGeom prst="rect">
            <a:avLst/>
          </a:prstGeom>
        </p:spPr>
        <p:txBody>
          <a:bodyPr vert="horz" wrap="square" lIns="91440" tIns="45720" rIns="91440" bIns="45720" rtlCol="0">
            <a:spAutoFit/>
          </a:bodyPr>
          <a:lstStyle/>
          <a:p>
            <a:pPr marL="342900" indent="-342900">
              <a:buFont typeface="Arial" pitchFamily="34" charset="0"/>
              <a:buChar char="•"/>
            </a:pPr>
            <a:r>
              <a:rPr lang="en-CA" sz="2000" kern="1200" dirty="0">
                <a:solidFill>
                  <a:schemeClr val="tx1"/>
                </a:solidFill>
                <a:latin typeface="Montserrat" charset="0"/>
                <a:ea typeface="+mn-ea"/>
              </a:rPr>
              <a:t>Machine Learning is a subfield of Artificial Intelligence that enables machines to improve at a given task with experience without being explicitly programmed. </a:t>
            </a:r>
          </a:p>
          <a:p>
            <a:pPr marL="342900" indent="-342900">
              <a:buFont typeface="Arial" pitchFamily="34" charset="0"/>
              <a:buChar char="•"/>
            </a:pPr>
            <a:r>
              <a:rPr lang="en-CA" sz="2000" kern="1200" dirty="0">
                <a:solidFill>
                  <a:schemeClr val="tx1"/>
                </a:solidFill>
                <a:latin typeface="Montserrat" charset="0"/>
                <a:ea typeface="+mn-ea"/>
              </a:rPr>
              <a:t>Note that all machine learning techniques are classified as Artificial Intelligence. However, not all Artificial Intelligence could count as Machine Learning since some basic Rule-based algorithms could be classified as AI but they do not learn from experience therefore they do not belong to the machine learning category.</a:t>
            </a:r>
          </a:p>
        </p:txBody>
      </p:sp>
      <p:pic>
        <p:nvPicPr>
          <p:cNvPr id="5" name="Picture 4">
            <a:extLst>
              <a:ext uri="{FF2B5EF4-FFF2-40B4-BE49-F238E27FC236}">
                <a16:creationId xmlns:a16="http://schemas.microsoft.com/office/drawing/2014/main" xmlns="" id="{498A476F-B400-C088-8D3A-7E5ED882B28C}"/>
              </a:ext>
            </a:extLst>
          </p:cNvPr>
          <p:cNvPicPr>
            <a:picLocks noChangeAspect="1"/>
          </p:cNvPicPr>
          <p:nvPr/>
        </p:nvPicPr>
        <p:blipFill>
          <a:blip r:embed="rId4"/>
          <a:stretch>
            <a:fillRect/>
          </a:stretch>
        </p:blipFill>
        <p:spPr>
          <a:xfrm>
            <a:off x="7227670" y="2505670"/>
            <a:ext cx="3490120" cy="2500896"/>
          </a:xfrm>
          <a:prstGeom prst="rect">
            <a:avLst/>
          </a:prstGeom>
        </p:spPr>
      </p:pic>
    </p:spTree>
    <p:extLst>
      <p:ext uri="{BB962C8B-B14F-4D97-AF65-F5344CB8AC3E}">
        <p14:creationId xmlns:p14="http://schemas.microsoft.com/office/powerpoint/2010/main" val="13430727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394898" y="205973"/>
            <a:ext cx="8839200" cy="1325563"/>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DEEP LEARNING (DL)</a:t>
            </a:r>
          </a:p>
        </p:txBody>
      </p:sp>
      <p:sp>
        <p:nvSpPr>
          <p:cNvPr id="3" name="Rectangle 2"/>
          <p:cNvSpPr/>
          <p:nvPr/>
        </p:nvSpPr>
        <p:spPr>
          <a:xfrm>
            <a:off x="355142" y="775936"/>
            <a:ext cx="11836858" cy="1631216"/>
          </a:xfrm>
          <a:prstGeom prst="rect">
            <a:avLst/>
          </a:prstGeom>
        </p:spPr>
        <p:txBody>
          <a:bodyPr vert="horz" wrap="square" lIns="91440" tIns="45720" rIns="91440" bIns="45720" rtlCol="0">
            <a:spAutoFit/>
          </a:bodyPr>
          <a:lstStyle/>
          <a:p>
            <a:pPr marL="342900" indent="-342900">
              <a:buFont typeface="Arial" pitchFamily="34" charset="0"/>
              <a:buChar char="•"/>
            </a:pPr>
            <a:r>
              <a:rPr lang="en-US" sz="2000" kern="1200" dirty="0">
                <a:solidFill>
                  <a:schemeClr val="tx1"/>
                </a:solidFill>
                <a:latin typeface="Montserrat" charset="0"/>
                <a:ea typeface="+mn-ea"/>
              </a:rPr>
              <a:t>Deep Learning is a subset of machine learning that aims at imitating the human brain using mathematical equations.</a:t>
            </a:r>
          </a:p>
          <a:p>
            <a:pPr marL="342900" indent="-342900">
              <a:buFont typeface="Arial" pitchFamily="34" charset="0"/>
              <a:buChar char="•"/>
            </a:pPr>
            <a:r>
              <a:rPr lang="en-US" sz="2000" kern="1200" dirty="0">
                <a:solidFill>
                  <a:schemeClr val="tx1"/>
                </a:solidFill>
                <a:latin typeface="Montserrat" charset="0"/>
                <a:ea typeface="+mn-ea"/>
              </a:rPr>
              <a:t>The human brain consists of billions of neurons that communicate to each other and enable humans to see, think and make decision. </a:t>
            </a:r>
          </a:p>
          <a:p>
            <a:pPr marL="342900" indent="-342900">
              <a:buFont typeface="Arial" pitchFamily="34" charset="0"/>
              <a:buChar char="•"/>
            </a:pPr>
            <a:r>
              <a:rPr lang="en-CA" sz="2000" kern="1200" dirty="0">
                <a:solidFill>
                  <a:schemeClr val="tx1"/>
                </a:solidFill>
                <a:latin typeface="Montserrat" charset="0"/>
                <a:ea typeface="+mn-ea"/>
              </a:rPr>
              <a:t>Features from input data are automatically extracted.</a:t>
            </a:r>
            <a:endParaRPr lang="en-US" sz="2000" kern="1200" dirty="0">
              <a:solidFill>
                <a:schemeClr val="tx1"/>
              </a:solidFill>
              <a:latin typeface="Montserrat" charset="0"/>
              <a:ea typeface="+mn-ea"/>
            </a:endParaRPr>
          </a:p>
        </p:txBody>
      </p:sp>
      <p:pic>
        <p:nvPicPr>
          <p:cNvPr id="4" name="Picture 3">
            <a:extLst>
              <a:ext uri="{FF2B5EF4-FFF2-40B4-BE49-F238E27FC236}">
                <a16:creationId xmlns:a16="http://schemas.microsoft.com/office/drawing/2014/main" xmlns="" id="{A6037D04-2BB0-452F-BD23-01278AB6E6B9}"/>
              </a:ext>
            </a:extLst>
          </p:cNvPr>
          <p:cNvPicPr>
            <a:picLocks noChangeAspect="1"/>
          </p:cNvPicPr>
          <p:nvPr/>
        </p:nvPicPr>
        <p:blipFill>
          <a:blip r:embed="rId3"/>
          <a:stretch>
            <a:fillRect/>
          </a:stretch>
        </p:blipFill>
        <p:spPr>
          <a:xfrm>
            <a:off x="514207" y="2395040"/>
            <a:ext cx="4252122" cy="3657600"/>
          </a:xfrm>
          <a:prstGeom prst="rect">
            <a:avLst/>
          </a:prstGeom>
        </p:spPr>
      </p:pic>
      <p:pic>
        <p:nvPicPr>
          <p:cNvPr id="6" name="Picture 2" descr="Image result for deep learning">
            <a:extLst>
              <a:ext uri="{FF2B5EF4-FFF2-40B4-BE49-F238E27FC236}">
                <a16:creationId xmlns:a16="http://schemas.microsoft.com/office/drawing/2014/main" xmlns="" id="{790AEC48-9F9D-47A0-99DF-77FC6754B3A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805174" y="2646206"/>
            <a:ext cx="1757335" cy="1748979"/>
          </a:xfrm>
          <a:prstGeom prst="rect">
            <a:avLst/>
          </a:prstGeom>
          <a:noFill/>
          <a:extLst>
            <a:ext uri="{909E8E84-426E-40DD-AFC4-6F175D3DCCD1}">
              <a14:hiddenFill xmlns:a14="http://schemas.microsoft.com/office/drawing/2010/main">
                <a:solidFill>
                  <a:srgbClr val="FFFFFF"/>
                </a:solidFill>
              </a14:hiddenFill>
            </a:ext>
          </a:extLst>
        </p:spPr>
      </p:pic>
      <p:sp>
        <p:nvSpPr>
          <p:cNvPr id="8" name="Left Brace 7">
            <a:extLst>
              <a:ext uri="{FF2B5EF4-FFF2-40B4-BE49-F238E27FC236}">
                <a16:creationId xmlns:a16="http://schemas.microsoft.com/office/drawing/2014/main" xmlns="" id="{62D6063E-2EDB-409E-B02F-9C4938A0538A}"/>
              </a:ext>
            </a:extLst>
          </p:cNvPr>
          <p:cNvSpPr/>
          <p:nvPr/>
        </p:nvSpPr>
        <p:spPr>
          <a:xfrm>
            <a:off x="9137983" y="2695298"/>
            <a:ext cx="574159" cy="1631217"/>
          </a:xfrm>
          <a:prstGeom prst="leftBrace">
            <a:avLst>
              <a:gd name="adj1" fmla="val 82407"/>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9" name="Left Brace 8">
            <a:extLst>
              <a:ext uri="{FF2B5EF4-FFF2-40B4-BE49-F238E27FC236}">
                <a16:creationId xmlns:a16="http://schemas.microsoft.com/office/drawing/2014/main" xmlns="" id="{AF35376C-C1EC-43BA-AB32-74CB9660326B}"/>
              </a:ext>
            </a:extLst>
          </p:cNvPr>
          <p:cNvSpPr/>
          <p:nvPr/>
        </p:nvSpPr>
        <p:spPr>
          <a:xfrm rot="10800000">
            <a:off x="11280523" y="2646206"/>
            <a:ext cx="574159" cy="1642447"/>
          </a:xfrm>
          <a:prstGeom prst="leftBrace">
            <a:avLst>
              <a:gd name="adj1" fmla="val 82407"/>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0" name="Rectangle 9">
            <a:extLst>
              <a:ext uri="{FF2B5EF4-FFF2-40B4-BE49-F238E27FC236}">
                <a16:creationId xmlns:a16="http://schemas.microsoft.com/office/drawing/2014/main" xmlns="" id="{F6EC5964-35C4-492F-A6EF-E2AC1EE6539F}"/>
              </a:ext>
            </a:extLst>
          </p:cNvPr>
          <p:cNvSpPr/>
          <p:nvPr/>
        </p:nvSpPr>
        <p:spPr>
          <a:xfrm>
            <a:off x="8911578" y="2381224"/>
            <a:ext cx="1403212" cy="307777"/>
          </a:xfrm>
          <a:prstGeom prst="rect">
            <a:avLst/>
          </a:prstGeom>
        </p:spPr>
        <p:txBody>
          <a:bodyPr wrap="square">
            <a:spAutoFit/>
          </a:bodyPr>
          <a:lstStyle/>
          <a:p>
            <a:pPr>
              <a:lnSpc>
                <a:spcPct val="100000"/>
              </a:lnSpc>
              <a:buSzPct val="120000"/>
            </a:pPr>
            <a:r>
              <a:rPr lang="en-US" sz="1400" b="1" dirty="0">
                <a:solidFill>
                  <a:srgbClr val="FF0000"/>
                </a:solidFill>
                <a:latin typeface="Arial" charset="0"/>
                <a:ea typeface="Arial" charset="0"/>
                <a:cs typeface="Arial" charset="0"/>
              </a:rPr>
              <a:t>INPUTS</a:t>
            </a:r>
          </a:p>
        </p:txBody>
      </p:sp>
      <p:sp>
        <p:nvSpPr>
          <p:cNvPr id="11" name="Rectangle 10">
            <a:extLst>
              <a:ext uri="{FF2B5EF4-FFF2-40B4-BE49-F238E27FC236}">
                <a16:creationId xmlns:a16="http://schemas.microsoft.com/office/drawing/2014/main" xmlns="" id="{4716DADC-255D-4C20-8F29-EBB93E8DF9A3}"/>
              </a:ext>
            </a:extLst>
          </p:cNvPr>
          <p:cNvSpPr/>
          <p:nvPr/>
        </p:nvSpPr>
        <p:spPr>
          <a:xfrm>
            <a:off x="10951561" y="2374694"/>
            <a:ext cx="1221895" cy="307777"/>
          </a:xfrm>
          <a:prstGeom prst="rect">
            <a:avLst/>
          </a:prstGeom>
        </p:spPr>
        <p:txBody>
          <a:bodyPr wrap="square">
            <a:spAutoFit/>
          </a:bodyPr>
          <a:lstStyle/>
          <a:p>
            <a:pPr>
              <a:lnSpc>
                <a:spcPct val="100000"/>
              </a:lnSpc>
              <a:buSzPct val="120000"/>
            </a:pPr>
            <a:r>
              <a:rPr lang="en-US" sz="1400" b="1" dirty="0">
                <a:solidFill>
                  <a:srgbClr val="FF0000"/>
                </a:solidFill>
                <a:latin typeface="Arial" charset="0"/>
                <a:ea typeface="Arial" charset="0"/>
                <a:cs typeface="Arial" charset="0"/>
              </a:rPr>
              <a:t>OUTPUTS</a:t>
            </a:r>
          </a:p>
        </p:txBody>
      </p:sp>
      <p:pic>
        <p:nvPicPr>
          <p:cNvPr id="12" name="Picture 2">
            <a:extLst>
              <a:ext uri="{FF2B5EF4-FFF2-40B4-BE49-F238E27FC236}">
                <a16:creationId xmlns:a16="http://schemas.microsoft.com/office/drawing/2014/main" xmlns="" id="{F57812D4-F4CE-4B50-9A25-25D863CEA10E}"/>
              </a:ext>
            </a:extLst>
          </p:cNvPr>
          <p:cNvPicPr>
            <a:picLocks noChangeAspect="1" noChangeArrowheads="1"/>
          </p:cNvPicPr>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82542" y="2695298"/>
            <a:ext cx="1529597" cy="1529597"/>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xmlns="" id="{962CA8DE-0E4C-47F4-B60E-4358A110FAC8}"/>
              </a:ext>
            </a:extLst>
          </p:cNvPr>
          <p:cNvSpPr/>
          <p:nvPr/>
        </p:nvSpPr>
        <p:spPr>
          <a:xfrm>
            <a:off x="6429683" y="2914911"/>
            <a:ext cx="2481895" cy="461665"/>
          </a:xfrm>
          <a:prstGeom prst="rect">
            <a:avLst/>
          </a:prstGeom>
        </p:spPr>
        <p:txBody>
          <a:bodyPr wrap="square">
            <a:spAutoFit/>
          </a:bodyPr>
          <a:lstStyle/>
          <a:p>
            <a:pPr algn="ctr">
              <a:lnSpc>
                <a:spcPct val="100000"/>
              </a:lnSpc>
              <a:buSzPct val="120000"/>
            </a:pPr>
            <a:r>
              <a:rPr lang="en-CA" sz="1200" b="1" dirty="0">
                <a:solidFill>
                  <a:srgbClr val="FF0000"/>
                </a:solidFill>
                <a:latin typeface="Arial" charset="0"/>
                <a:ea typeface="Arial" charset="0"/>
                <a:cs typeface="Arial" charset="0"/>
              </a:rPr>
              <a:t>DEEP LEARNING IMITATES THE HUMAN BRAIN</a:t>
            </a:r>
            <a:endParaRPr lang="en-US" sz="1200" b="1" dirty="0">
              <a:solidFill>
                <a:srgbClr val="FF0000"/>
              </a:solidFill>
              <a:latin typeface="Arial" charset="0"/>
              <a:ea typeface="Arial" charset="0"/>
              <a:cs typeface="Arial" charset="0"/>
            </a:endParaRPr>
          </a:p>
        </p:txBody>
      </p:sp>
      <p:sp>
        <p:nvSpPr>
          <p:cNvPr id="14" name="Arrow: Right 13">
            <a:extLst>
              <a:ext uri="{FF2B5EF4-FFF2-40B4-BE49-F238E27FC236}">
                <a16:creationId xmlns:a16="http://schemas.microsoft.com/office/drawing/2014/main" xmlns="" id="{2F1EA590-8A8E-4C85-AB38-692B5FD8DFA1}"/>
              </a:ext>
            </a:extLst>
          </p:cNvPr>
          <p:cNvSpPr/>
          <p:nvPr/>
        </p:nvSpPr>
        <p:spPr>
          <a:xfrm>
            <a:off x="6170940" y="3239249"/>
            <a:ext cx="2920527" cy="523220"/>
          </a:xfrm>
          <a:prstGeom prst="rightArrow">
            <a:avLst/>
          </a:prstGeom>
          <a:solidFill>
            <a:schemeClr val="tx2">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67434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457200" y="304800"/>
            <a:ext cx="8839200" cy="1325563"/>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DATA SCIENCE (DS)</a:t>
            </a:r>
          </a:p>
        </p:txBody>
      </p:sp>
      <p:pic>
        <p:nvPicPr>
          <p:cNvPr id="4" name="Picture 3">
            <a:extLst>
              <a:ext uri="{FF2B5EF4-FFF2-40B4-BE49-F238E27FC236}">
                <a16:creationId xmlns:a16="http://schemas.microsoft.com/office/drawing/2014/main" xmlns="" id="{A6037D04-2BB0-452F-BD23-01278AB6E6B9}"/>
              </a:ext>
            </a:extLst>
          </p:cNvPr>
          <p:cNvPicPr>
            <a:picLocks noChangeAspect="1"/>
          </p:cNvPicPr>
          <p:nvPr/>
        </p:nvPicPr>
        <p:blipFill>
          <a:blip r:embed="rId3"/>
          <a:stretch>
            <a:fillRect/>
          </a:stretch>
        </p:blipFill>
        <p:spPr>
          <a:xfrm>
            <a:off x="3536980" y="2161183"/>
            <a:ext cx="5398789" cy="4643943"/>
          </a:xfrm>
          <a:prstGeom prst="rect">
            <a:avLst/>
          </a:prstGeom>
        </p:spPr>
      </p:pic>
      <p:sp>
        <p:nvSpPr>
          <p:cNvPr id="3" name="Rectangle 2"/>
          <p:cNvSpPr/>
          <p:nvPr/>
        </p:nvSpPr>
        <p:spPr>
          <a:xfrm>
            <a:off x="457200" y="837745"/>
            <a:ext cx="11936994" cy="1323439"/>
          </a:xfrm>
          <a:prstGeom prst="rect">
            <a:avLst/>
          </a:prstGeom>
        </p:spPr>
        <p:txBody>
          <a:bodyPr vert="horz" wrap="square" lIns="91440" tIns="45720" rIns="91440" bIns="45720" rtlCol="0">
            <a:spAutoFit/>
          </a:bodyPr>
          <a:lstStyle/>
          <a:p>
            <a:pPr marL="342900" indent="-342900">
              <a:buFont typeface="Arial" pitchFamily="34" charset="0"/>
              <a:buChar char="•"/>
            </a:pPr>
            <a:r>
              <a:rPr lang="en-US" sz="2000" kern="1200" dirty="0">
                <a:solidFill>
                  <a:schemeClr val="tx1"/>
                </a:solidFill>
                <a:latin typeface="Montserrat" charset="0"/>
                <a:ea typeface="+mn-ea"/>
              </a:rPr>
              <a:t>Data science is a science that aims at gaining useful information from the data.</a:t>
            </a:r>
          </a:p>
          <a:p>
            <a:pPr marL="342900" indent="-342900">
              <a:buFont typeface="Arial" pitchFamily="34" charset="0"/>
              <a:buChar char="•"/>
            </a:pPr>
            <a:r>
              <a:rPr lang="en-US" sz="2000" kern="1200" dirty="0">
                <a:solidFill>
                  <a:schemeClr val="tx1"/>
                </a:solidFill>
                <a:latin typeface="Montserrat" charset="0"/>
                <a:ea typeface="+mn-ea"/>
              </a:rPr>
              <a:t>Data science can help companies make better decisions. </a:t>
            </a:r>
          </a:p>
          <a:p>
            <a:pPr marL="342900" indent="-342900">
              <a:buFont typeface="Arial" pitchFamily="34" charset="0"/>
              <a:buChar char="•"/>
            </a:pPr>
            <a:r>
              <a:rPr lang="en-US" sz="2000" kern="1200" dirty="0">
                <a:solidFill>
                  <a:schemeClr val="tx1"/>
                </a:solidFill>
                <a:latin typeface="Montserrat" charset="0"/>
                <a:ea typeface="+mn-ea"/>
              </a:rPr>
              <a:t>For example, a bank can analyze customer data and identify which customers have high credit score and tailor products/services to meet their needs. </a:t>
            </a:r>
          </a:p>
        </p:txBody>
      </p:sp>
    </p:spTree>
    <p:extLst>
      <p:ext uri="{BB962C8B-B14F-4D97-AF65-F5344CB8AC3E}">
        <p14:creationId xmlns:p14="http://schemas.microsoft.com/office/powerpoint/2010/main" val="6119228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Группа 8"/>
          <p:cNvGrpSpPr/>
          <p:nvPr/>
        </p:nvGrpSpPr>
        <p:grpSpPr>
          <a:xfrm>
            <a:off x="544022" y="960806"/>
            <a:ext cx="4759498" cy="3333099"/>
            <a:chOff x="544022" y="1501647"/>
            <a:chExt cx="4759498" cy="3333099"/>
          </a:xfrm>
        </p:grpSpPr>
        <p:sp>
          <p:nvSpPr>
            <p:cNvPr id="4" name="Прямоугольник 3">
              <a:extLst>
                <a:ext uri="{FF2B5EF4-FFF2-40B4-BE49-F238E27FC236}">
                  <a16:creationId xmlns:a16="http://schemas.microsoft.com/office/drawing/2014/main" xmlns="" id="{5EE88138-48BD-46AA-94F3-3B05DD703F63}"/>
                </a:ext>
              </a:extLst>
            </p:cNvPr>
            <p:cNvSpPr/>
            <p:nvPr/>
          </p:nvSpPr>
          <p:spPr>
            <a:xfrm>
              <a:off x="544022" y="1501647"/>
              <a:ext cx="4759498" cy="193899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solidFill>
                  <a:effectLst/>
                  <a:uLnTx/>
                  <a:uFillTx/>
                  <a:latin typeface="Montserrat SemiBold" pitchFamily="2" charset="-52"/>
                  <a:ea typeface="Montserrat" charset="0"/>
                  <a:cs typeface="Montserrat" charset="0"/>
                </a:rPr>
                <a:t>MACHINE LEARNING: THE BIG PICTURE</a:t>
              </a:r>
            </a:p>
          </p:txBody>
        </p:sp>
        <p:cxnSp>
          <p:nvCxnSpPr>
            <p:cNvPr id="5" name="Прямая соединительная линия 4"/>
            <p:cNvCxnSpPr/>
            <p:nvPr/>
          </p:nvCxnSpPr>
          <p:spPr>
            <a:xfrm>
              <a:off x="620222" y="4834746"/>
              <a:ext cx="4505498" cy="0"/>
            </a:xfrm>
            <a:prstGeom prst="line">
              <a:avLst/>
            </a:prstGeom>
            <a:ln w="19050">
              <a:solidFill>
                <a:srgbClr val="F39622"/>
              </a:solidFill>
            </a:ln>
          </p:spPr>
          <p:style>
            <a:lnRef idx="1">
              <a:schemeClr val="accent1"/>
            </a:lnRef>
            <a:fillRef idx="0">
              <a:schemeClr val="accent1"/>
            </a:fillRef>
            <a:effectRef idx="0">
              <a:schemeClr val="accent1"/>
            </a:effectRef>
            <a:fontRef idx="minor">
              <a:schemeClr val="tx1"/>
            </a:fontRef>
          </p:style>
        </p:cxnSp>
      </p:grpSp>
      <p:sp>
        <p:nvSpPr>
          <p:cNvPr id="7" name="Rectangle: Rounded Corners 6">
            <a:extLst>
              <a:ext uri="{FF2B5EF4-FFF2-40B4-BE49-F238E27FC236}">
                <a16:creationId xmlns:a16="http://schemas.microsoft.com/office/drawing/2014/main" xmlns="" id="{0E5460ED-1B0D-4682-853E-EC6297E8C3D0}"/>
              </a:ext>
            </a:extLst>
          </p:cNvPr>
          <p:cNvSpPr/>
          <p:nvPr/>
        </p:nvSpPr>
        <p:spPr>
          <a:xfrm>
            <a:off x="620222" y="4657807"/>
            <a:ext cx="4066078" cy="228600"/>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Rounded Corners 9">
            <a:extLst>
              <a:ext uri="{FF2B5EF4-FFF2-40B4-BE49-F238E27FC236}">
                <a16:creationId xmlns:a16="http://schemas.microsoft.com/office/drawing/2014/main" xmlns="" id="{A824B192-C5C9-4707-B2B0-059991822E69}"/>
              </a:ext>
            </a:extLst>
          </p:cNvPr>
          <p:cNvSpPr/>
          <p:nvPr/>
        </p:nvSpPr>
        <p:spPr>
          <a:xfrm>
            <a:off x="620222" y="4654811"/>
            <a:ext cx="1222548" cy="228600"/>
          </a:xfrm>
          <a:prstGeom prst="roundRect">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9900"/>
              </a:solidFill>
              <a:effectLst/>
              <a:uLnTx/>
              <a:uFillTx/>
              <a:latin typeface="Calibri"/>
              <a:ea typeface="+mn-ea"/>
              <a:cs typeface="+mn-cs"/>
            </a:endParaRPr>
          </a:p>
        </p:txBody>
      </p:sp>
      <p:sp>
        <p:nvSpPr>
          <p:cNvPr id="11" name="TextBox 10">
            <a:extLst>
              <a:ext uri="{FF2B5EF4-FFF2-40B4-BE49-F238E27FC236}">
                <a16:creationId xmlns:a16="http://schemas.microsoft.com/office/drawing/2014/main" xmlns="" id="{723C56CB-7A7A-4F0E-8A4A-6A162998B2D6}"/>
              </a:ext>
            </a:extLst>
          </p:cNvPr>
          <p:cNvSpPr txBox="1"/>
          <p:nvPr/>
        </p:nvSpPr>
        <p:spPr>
          <a:xfrm>
            <a:off x="544022" y="4958400"/>
            <a:ext cx="6431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EASY</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2" name="TextBox 11">
            <a:extLst>
              <a:ext uri="{FF2B5EF4-FFF2-40B4-BE49-F238E27FC236}">
                <a16:creationId xmlns:a16="http://schemas.microsoft.com/office/drawing/2014/main" xmlns="" id="{14F24877-C482-4F61-9BA7-69E9D02CC79C}"/>
              </a:ext>
            </a:extLst>
          </p:cNvPr>
          <p:cNvSpPr txBox="1"/>
          <p:nvPr/>
        </p:nvSpPr>
        <p:spPr>
          <a:xfrm>
            <a:off x="3534872" y="4958400"/>
            <a:ext cx="12387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ADVANCED</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xmlns="" id="{176D5DA7-D9D1-4C8C-97F2-D4E9CF8E1F7C}"/>
              </a:ext>
            </a:extLst>
          </p:cNvPr>
          <p:cNvSpPr/>
          <p:nvPr/>
        </p:nvSpPr>
        <p:spPr>
          <a:xfrm>
            <a:off x="1690370" y="4958400"/>
            <a:ext cx="304800" cy="228600"/>
          </a:xfrm>
          <a:prstGeom prst="triangle">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5" name="Picture 14">
            <a:extLst>
              <a:ext uri="{FF2B5EF4-FFF2-40B4-BE49-F238E27FC236}">
                <a16:creationId xmlns:a16="http://schemas.microsoft.com/office/drawing/2014/main" xmlns="" id="{B0134924-7BC2-4DC7-8CF8-C38C80779717}"/>
              </a:ext>
            </a:extLst>
          </p:cNvPr>
          <p:cNvPicPr>
            <a:picLocks noChangeAspect="1"/>
          </p:cNvPicPr>
          <p:nvPr/>
        </p:nvPicPr>
        <p:blipFill>
          <a:blip r:embed="rId2"/>
          <a:stretch>
            <a:fillRect/>
          </a:stretch>
        </p:blipFill>
        <p:spPr>
          <a:xfrm>
            <a:off x="8093676" y="-1"/>
            <a:ext cx="4098324" cy="6857999"/>
          </a:xfrm>
          <a:prstGeom prst="rect">
            <a:avLst/>
          </a:prstGeom>
        </p:spPr>
      </p:pic>
    </p:spTree>
    <p:extLst>
      <p:ext uri="{BB962C8B-B14F-4D97-AF65-F5344CB8AC3E}">
        <p14:creationId xmlns:p14="http://schemas.microsoft.com/office/powerpoint/2010/main" val="28679073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What is Machine Learning?</a:t>
            </a:r>
          </a:p>
          <a:p>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847959"/>
          </a:xfrm>
        </p:spPr>
        <p:txBody>
          <a:bodyPr/>
          <a:lstStyle/>
          <a:p>
            <a:pPr>
              <a:buClr>
                <a:srgbClr val="00B0F0"/>
              </a:buClr>
              <a:buFont typeface="Courier New" panose="02070309020205020404" pitchFamily="49" charset="0"/>
              <a:buChar char="o"/>
            </a:pPr>
            <a:r>
              <a:rPr lang="en-US" dirty="0" smtClean="0"/>
              <a:t>Arthur </a:t>
            </a:r>
            <a:r>
              <a:rPr lang="en-US" dirty="0"/>
              <a:t>Samuel, a pioneer of artificial intelligence research defined "machine learning" as " the field of study that gives computers the ability to learn without being explicitly programmed</a:t>
            </a:r>
            <a:r>
              <a:rPr lang="en-US" dirty="0" smtClean="0"/>
              <a:t>.“</a:t>
            </a:r>
          </a:p>
          <a:p>
            <a:pPr>
              <a:buClr>
                <a:srgbClr val="00B0F0"/>
              </a:buClr>
              <a:buFont typeface="Courier New" panose="02070309020205020404" pitchFamily="49" charset="0"/>
              <a:buChar char="o"/>
            </a:pPr>
            <a:r>
              <a:rPr lang="en-US" dirty="0" smtClean="0"/>
              <a:t>For </a:t>
            </a:r>
            <a:r>
              <a:rPr lang="en-US" dirty="0"/>
              <a:t>a given problem, machine learning algorithms are fed with related data. Algorithms then automatically detect the underlying patterns in the given data and use them to make predictions for new data. </a:t>
            </a:r>
            <a:endParaRPr lang="en-US" dirty="0" smtClean="0"/>
          </a:p>
          <a:p>
            <a:pPr>
              <a:buClr>
                <a:srgbClr val="00B0F0"/>
              </a:buClr>
              <a:buFont typeface="Courier New" panose="02070309020205020404" pitchFamily="49" charset="0"/>
              <a:buChar char="o"/>
            </a:pPr>
            <a:r>
              <a:rPr lang="en-US" dirty="0" smtClean="0"/>
              <a:t>For </a:t>
            </a:r>
            <a:r>
              <a:rPr lang="en-US" dirty="0"/>
              <a:t>example, if a real estate firm wants to provide its customers a utility to automatically predict the price of a given property. To build this solution, first feed the machine with property-sales data for a given time period (last 3 years). Then let the machine learn various patterns in the data, with the help of which it predicts the </a:t>
            </a:r>
            <a:r>
              <a:rPr lang="en-US" dirty="0" smtClean="0"/>
              <a:t>price.</a:t>
            </a:r>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What is Machine Learning?</a:t>
            </a:r>
          </a:p>
          <a:p>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847959"/>
          </a:xfrm>
        </p:spPr>
        <p:txBody>
          <a:bodyPr/>
          <a:lstStyle/>
          <a:p>
            <a:pPr>
              <a:buClr>
                <a:srgbClr val="00B0F0"/>
              </a:buClr>
              <a:buFont typeface="Courier New" panose="02070309020205020404" pitchFamily="49" charset="0"/>
              <a:buChar char="o"/>
            </a:pPr>
            <a:r>
              <a:rPr lang="en-US" dirty="0" smtClean="0"/>
              <a:t>Arthur </a:t>
            </a:r>
            <a:r>
              <a:rPr lang="en-US" dirty="0"/>
              <a:t>Samuel, a pioneer of artificial intelligence research defined "machine learning" as " the field of study that gives computers the ability to learn without being explicitly programmed</a:t>
            </a:r>
            <a:r>
              <a:rPr lang="en-US" dirty="0" smtClean="0"/>
              <a:t>.“</a:t>
            </a:r>
          </a:p>
          <a:p>
            <a:pPr>
              <a:buClr>
                <a:srgbClr val="00B0F0"/>
              </a:buClr>
              <a:buFont typeface="Courier New" panose="02070309020205020404" pitchFamily="49" charset="0"/>
              <a:buChar char="o"/>
            </a:pPr>
            <a:r>
              <a:rPr lang="en-US" dirty="0" smtClean="0"/>
              <a:t>For </a:t>
            </a:r>
            <a:r>
              <a:rPr lang="en-US" dirty="0"/>
              <a:t>a given problem, machine learning algorithms are fed with related data. Algorithms then automatically detect the underlying patterns in the given data and use them to make predictions for new data. </a:t>
            </a:r>
            <a:endParaRPr lang="en-US" dirty="0" smtClean="0"/>
          </a:p>
          <a:p>
            <a:pPr>
              <a:buClr>
                <a:srgbClr val="00B0F0"/>
              </a:buClr>
              <a:buFont typeface="Courier New" panose="02070309020205020404" pitchFamily="49" charset="0"/>
              <a:buChar char="o"/>
            </a:pPr>
            <a:r>
              <a:rPr lang="en-US" dirty="0" smtClean="0"/>
              <a:t>For </a:t>
            </a:r>
            <a:r>
              <a:rPr lang="en-US" dirty="0"/>
              <a:t>example, if a real estate firm wants to provide its customers a utility to automatically predict the price of a given property. To build this solution, first feed the machine with property-sales data for a given time period (last 3 years). Then let the machine learn various patterns in the data, with the help of which it predicts the </a:t>
            </a:r>
            <a:r>
              <a:rPr lang="en-US" dirty="0" smtClean="0"/>
              <a:t>price.</a:t>
            </a:r>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What is Machine Learning?</a:t>
            </a:r>
          </a:p>
          <a:p>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847959"/>
          </a:xfrm>
        </p:spPr>
        <p:txBody>
          <a:bodyPr/>
          <a:lstStyle/>
          <a:p>
            <a:pPr>
              <a:buClr>
                <a:srgbClr val="00B0F0"/>
              </a:buClr>
              <a:buFont typeface="Courier New" panose="02070309020205020404" pitchFamily="49" charset="0"/>
              <a:buChar char="o"/>
            </a:pPr>
            <a:r>
              <a:rPr lang="en-US" dirty="0" smtClean="0"/>
              <a:t>Arthur </a:t>
            </a:r>
            <a:r>
              <a:rPr lang="en-US" dirty="0"/>
              <a:t>Samuel, a pioneer of artificial intelligence research defined "machine learning" as " the field of study that gives computers the ability to learn without being explicitly programmed</a:t>
            </a:r>
            <a:r>
              <a:rPr lang="en-US" dirty="0" smtClean="0"/>
              <a:t>.“</a:t>
            </a:r>
          </a:p>
          <a:p>
            <a:pPr>
              <a:buClr>
                <a:srgbClr val="00B0F0"/>
              </a:buClr>
              <a:buFont typeface="Courier New" panose="02070309020205020404" pitchFamily="49" charset="0"/>
              <a:buChar char="o"/>
            </a:pPr>
            <a:r>
              <a:rPr lang="en-US" dirty="0" smtClean="0"/>
              <a:t>For </a:t>
            </a:r>
            <a:r>
              <a:rPr lang="en-US" dirty="0"/>
              <a:t>a given problem, machine learning algorithms are fed with related data. Algorithms then automatically detect the underlying patterns in the given data and use them to make predictions for new data. </a:t>
            </a:r>
            <a:endParaRPr lang="en-US" dirty="0" smtClean="0"/>
          </a:p>
          <a:p>
            <a:pPr>
              <a:buClr>
                <a:srgbClr val="00B0F0"/>
              </a:buClr>
              <a:buFont typeface="Courier New" panose="02070309020205020404" pitchFamily="49" charset="0"/>
              <a:buChar char="o"/>
            </a:pPr>
            <a:r>
              <a:rPr lang="en-US" dirty="0" smtClean="0"/>
              <a:t>For </a:t>
            </a:r>
            <a:r>
              <a:rPr lang="en-US" dirty="0"/>
              <a:t>example, if a real estate firm wants to provide its customers a utility to automatically predict the price of a given property. To build this solution, first feed the machine with property-sales data for a given time period (last 3 years). Then let the machine learn various patterns in the data, with the help of which it predicts the </a:t>
            </a:r>
            <a:r>
              <a:rPr lang="en-US" dirty="0" smtClean="0"/>
              <a:t>price.</a:t>
            </a:r>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What is Machine Learning?</a:t>
            </a:r>
          </a:p>
          <a:p>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1324465"/>
          </a:xfrm>
        </p:spPr>
        <p:txBody>
          <a:bodyPr/>
          <a:lstStyle/>
          <a:p>
            <a:pPr>
              <a:buClr>
                <a:srgbClr val="00B0F0"/>
              </a:buClr>
              <a:buFont typeface="Courier New" panose="02070309020205020404" pitchFamily="49" charset="0"/>
              <a:buChar char="o"/>
            </a:pPr>
            <a:r>
              <a:rPr lang="en-US" dirty="0" smtClean="0"/>
              <a:t>There </a:t>
            </a:r>
            <a:r>
              <a:rPr lang="en-US" dirty="0"/>
              <a:t>are different machine learning techniques or algorithms that are used to learn the patterns. </a:t>
            </a:r>
            <a:endParaRPr lang="en-US" dirty="0" smtClean="0"/>
          </a:p>
          <a:p>
            <a:pPr>
              <a:buClr>
                <a:srgbClr val="00B0F0"/>
              </a:buClr>
              <a:buFont typeface="Courier New" panose="02070309020205020404" pitchFamily="49" charset="0"/>
              <a:buChar char="o"/>
            </a:pPr>
            <a:r>
              <a:rPr lang="en-US" dirty="0" smtClean="0"/>
              <a:t>The </a:t>
            </a:r>
            <a:r>
              <a:rPr lang="en-US" dirty="0"/>
              <a:t>choice depends on the type of the prediction problem and the type of the data. </a:t>
            </a:r>
            <a:endParaRPr lang="en-US" dirty="0" smtClean="0"/>
          </a:p>
          <a:p>
            <a:pPr>
              <a:buClr>
                <a:srgbClr val="00B0F0"/>
              </a:buClr>
              <a:buFont typeface="Courier New" panose="02070309020205020404" pitchFamily="49" charset="0"/>
              <a:buChar char="o"/>
            </a:pPr>
            <a:r>
              <a:rPr lang="en-US" dirty="0" smtClean="0"/>
              <a:t>Machine </a:t>
            </a:r>
            <a:r>
              <a:rPr lang="en-US" dirty="0"/>
              <a:t>learning techniques can be broadly classified as follows</a:t>
            </a:r>
            <a:r>
              <a:rPr lang="en-US" dirty="0" smtClean="0"/>
              <a:t>:</a:t>
            </a:r>
            <a:endParaRPr lang="en-US" dirty="0"/>
          </a:p>
        </p:txBody>
      </p:sp>
      <p:pic>
        <p:nvPicPr>
          <p:cNvPr id="1208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0048" y="2693772"/>
            <a:ext cx="8997778" cy="3635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45866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Supervised Machine Learning</a:t>
            </a:r>
          </a:p>
          <a:p>
            <a:r>
              <a:rPr lang="en-IN" dirty="0" smtClean="0"/>
              <a:t/>
            </a:r>
            <a:br>
              <a:rPr lang="en-IN" dirty="0" smtClean="0"/>
            </a:br>
            <a:endParaRPr lang="en-US" dirty="0" smtClean="0"/>
          </a:p>
          <a:p>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118511" y="3509319"/>
            <a:ext cx="11450409" cy="2443746"/>
          </a:xfrm>
        </p:spPr>
        <p:txBody>
          <a:bodyPr/>
          <a:lstStyle/>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marL="0" indent="0">
              <a:buClr>
                <a:srgbClr val="00B0F0"/>
              </a:buClr>
              <a:buNone/>
            </a:pPr>
            <a:endParaRPr lang="en-US" dirty="0"/>
          </a:p>
          <a:p>
            <a:pPr>
              <a:buClr>
                <a:srgbClr val="00B0F0"/>
              </a:buClr>
              <a:buFont typeface="Courier New" panose="02070309020205020404" pitchFamily="49" charset="0"/>
              <a:buChar char="o"/>
            </a:pPr>
            <a:r>
              <a:rPr lang="en-US" b="1" dirty="0" smtClean="0"/>
              <a:t>Supervised </a:t>
            </a:r>
            <a:r>
              <a:rPr lang="en-US" b="1" dirty="0"/>
              <a:t>learning</a:t>
            </a:r>
            <a:r>
              <a:rPr lang="en-US" dirty="0"/>
              <a:t> works on </a:t>
            </a:r>
            <a:r>
              <a:rPr lang="en-US" dirty="0" err="1"/>
              <a:t>labelled</a:t>
            </a:r>
            <a:r>
              <a:rPr lang="en-US" dirty="0"/>
              <a:t> data. Each input data has a corresponding </a:t>
            </a:r>
            <a:r>
              <a:rPr lang="en-US" dirty="0" err="1"/>
              <a:t>labelled</a:t>
            </a:r>
            <a:r>
              <a:rPr lang="en-US" dirty="0"/>
              <a:t> output. The goal of supervised machine learning is to learn a mapping from the input to the output. The input data is called attributes, features or predictors. This output variable is also called response variable or target variable</a:t>
            </a:r>
            <a:r>
              <a:rPr lang="en-US" dirty="0" smtClean="0"/>
              <a:t>.</a:t>
            </a:r>
            <a:endParaRPr lang="en-US" dirty="0"/>
          </a:p>
        </p:txBody>
      </p:sp>
      <p:pic>
        <p:nvPicPr>
          <p:cNvPr id="1218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2497" y="1192556"/>
            <a:ext cx="6462584" cy="3020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99449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Supervised Machine Learning</a:t>
            </a:r>
          </a:p>
          <a:p>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4178580"/>
          </a:xfrm>
        </p:spPr>
        <p:txBody>
          <a:bodyPr/>
          <a:lstStyle/>
          <a:p>
            <a:pPr>
              <a:buClr>
                <a:srgbClr val="00B0F0"/>
              </a:buClr>
              <a:buFont typeface="Courier New" panose="02070309020205020404" pitchFamily="49" charset="0"/>
              <a:buChar char="o"/>
            </a:pPr>
            <a:r>
              <a:rPr lang="en-US" dirty="0" smtClean="0"/>
              <a:t>For </a:t>
            </a:r>
            <a:r>
              <a:rPr lang="en-US" dirty="0"/>
              <a:t>example, the problem of building a utility for predicting the selling price of the car. The dataset is shown below</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marL="0" indent="0">
              <a:buClr>
                <a:srgbClr val="00B0F0"/>
              </a:buClr>
              <a:buNone/>
            </a:pPr>
            <a:endParaRPr lang="en-US" dirty="0" smtClean="0"/>
          </a:p>
        </p:txBody>
      </p:sp>
      <p:pic>
        <p:nvPicPr>
          <p:cNvPr id="1228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818" y="2582177"/>
            <a:ext cx="6781800"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94380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Supervised Machine Learning</a:t>
            </a:r>
          </a:p>
          <a:p>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1195199"/>
          </a:xfrm>
        </p:spPr>
        <p:txBody>
          <a:bodyPr/>
          <a:lstStyle/>
          <a:p>
            <a:pPr>
              <a:buClr>
                <a:srgbClr val="00B0F0"/>
              </a:buClr>
              <a:buFont typeface="Courier New" panose="02070309020205020404" pitchFamily="49" charset="0"/>
              <a:buChar char="o"/>
            </a:pPr>
            <a:r>
              <a:rPr lang="en-US" dirty="0" smtClean="0"/>
              <a:t>From </a:t>
            </a:r>
            <a:r>
              <a:rPr lang="en-US" dirty="0"/>
              <a:t>the given dataset, the machine learning algorithm learns the mapping from input variables to output variable.  This learning is represented in </a:t>
            </a:r>
            <a:r>
              <a:rPr lang="en-US" dirty="0" smtClean="0"/>
              <a:t>the </a:t>
            </a:r>
            <a:r>
              <a:rPr lang="en-US" dirty="0"/>
              <a:t>form of a model. When a new instance is given to the model as shown below, it can predict its output value.</a:t>
            </a:r>
            <a:br>
              <a:rPr lang="en-US" dirty="0"/>
            </a:br>
            <a:endParaRPr lang="en-US" dirty="0"/>
          </a:p>
        </p:txBody>
      </p:sp>
      <p:pic>
        <p:nvPicPr>
          <p:cNvPr id="1239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9487" y="2742815"/>
            <a:ext cx="8480098" cy="1063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69530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6841272" y="5010147"/>
            <a:ext cx="1178417" cy="260892"/>
          </a:xfrm>
          <a:prstGeom prst="rect">
            <a:avLst/>
          </a:prstGeom>
          <a:solidFill>
            <a:srgbClr val="FFFF00"/>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p:cNvSpPr/>
          <p:nvPr/>
        </p:nvSpPr>
        <p:spPr>
          <a:xfrm>
            <a:off x="6817373" y="3051298"/>
            <a:ext cx="1195852" cy="260892"/>
          </a:xfrm>
          <a:prstGeom prst="rect">
            <a:avLst/>
          </a:prstGeom>
          <a:solidFill>
            <a:srgbClr val="FFFF00"/>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Rectangle 24"/>
          <p:cNvSpPr/>
          <p:nvPr/>
        </p:nvSpPr>
        <p:spPr>
          <a:xfrm>
            <a:off x="6832024" y="5285740"/>
            <a:ext cx="1187665" cy="260892"/>
          </a:xfrm>
          <a:prstGeom prst="rect">
            <a:avLst/>
          </a:prstGeom>
          <a:solidFill>
            <a:srgbClr val="FFFF00"/>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p:cNvSpPr/>
          <p:nvPr/>
        </p:nvSpPr>
        <p:spPr>
          <a:xfrm>
            <a:off x="6832024" y="5590106"/>
            <a:ext cx="1195852" cy="294200"/>
          </a:xfrm>
          <a:prstGeom prst="rect">
            <a:avLst/>
          </a:prstGeom>
          <a:solidFill>
            <a:srgbClr val="FFFF00"/>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Content Placeholder 2"/>
          <p:cNvSpPr>
            <a:spLocks noGrp="1"/>
          </p:cNvSpPr>
          <p:nvPr>
            <p:ph idx="1"/>
          </p:nvPr>
        </p:nvSpPr>
        <p:spPr>
          <a:xfrm>
            <a:off x="591889" y="890223"/>
            <a:ext cx="10820400" cy="4525963"/>
          </a:xfrm>
        </p:spPr>
        <p:txBody>
          <a:bodyPr vert="horz" wrap="square" lIns="91440" tIns="45720" rIns="91440" bIns="45720" rtlCol="0">
            <a:spAutoFit/>
          </a:bodyPr>
          <a:lstStyle/>
          <a:p>
            <a:pPr marL="342900" indent="-342900">
              <a:lnSpc>
                <a:spcPct val="100000"/>
              </a:lnSpc>
              <a:spcBef>
                <a:spcPts val="0"/>
              </a:spcBef>
              <a:buClr>
                <a:srgbClr val="000000"/>
              </a:buClr>
            </a:pPr>
            <a:r>
              <a:rPr lang="en-CA" sz="2000" dirty="0">
                <a:latin typeface="Montserrat" charset="0"/>
                <a:cs typeface="Arial"/>
                <a:sym typeface="Arial"/>
              </a:rPr>
              <a:t>Supervised: used to train algorithms using labeled input and output data.</a:t>
            </a:r>
          </a:p>
          <a:p>
            <a:pPr marL="342900" indent="-342900">
              <a:lnSpc>
                <a:spcPct val="100000"/>
              </a:lnSpc>
              <a:spcBef>
                <a:spcPts val="0"/>
              </a:spcBef>
              <a:buClr>
                <a:srgbClr val="000000"/>
              </a:buClr>
            </a:pPr>
            <a:r>
              <a:rPr lang="en-CA" sz="2000" dirty="0">
                <a:latin typeface="Montserrat" charset="0"/>
                <a:cs typeface="Arial"/>
                <a:sym typeface="Arial"/>
              </a:rPr>
              <a:t>Performance is assessed by comparing trained model prediction vs. real output.</a:t>
            </a:r>
          </a:p>
        </p:txBody>
      </p:sp>
      <p:sp>
        <p:nvSpPr>
          <p:cNvPr id="7" name="Title 1"/>
          <p:cNvSpPr txBox="1">
            <a:spLocks/>
          </p:cNvSpPr>
          <p:nvPr/>
        </p:nvSpPr>
        <p:spPr>
          <a:xfrm>
            <a:off x="591889" y="192695"/>
            <a:ext cx="8839200" cy="1325563"/>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MACHINE LEARNING: SUPERVISED LEARNING</a:t>
            </a:r>
          </a:p>
        </p:txBody>
      </p:sp>
      <p:sp>
        <p:nvSpPr>
          <p:cNvPr id="9" name="Rounded Rectangle 8"/>
          <p:cNvSpPr/>
          <p:nvPr/>
        </p:nvSpPr>
        <p:spPr>
          <a:xfrm>
            <a:off x="4267200" y="4038600"/>
            <a:ext cx="1522557" cy="9108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600" b="1" dirty="0"/>
              <a:t>MODEL</a:t>
            </a:r>
            <a:endParaRPr lang="en-CA" sz="1200" b="1" dirty="0"/>
          </a:p>
        </p:txBody>
      </p:sp>
      <p:sp>
        <p:nvSpPr>
          <p:cNvPr id="12" name="Right Arrow 11"/>
          <p:cNvSpPr/>
          <p:nvPr/>
        </p:nvSpPr>
        <p:spPr>
          <a:xfrm rot="10800000">
            <a:off x="5931669" y="4227300"/>
            <a:ext cx="548831"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p:cNvSpPr/>
          <p:nvPr/>
        </p:nvSpPr>
        <p:spPr>
          <a:xfrm>
            <a:off x="6371086" y="1825944"/>
            <a:ext cx="2694456" cy="523220"/>
          </a:xfrm>
          <a:prstGeom prst="rect">
            <a:avLst/>
          </a:prstGeom>
        </p:spPr>
        <p:txBody>
          <a:bodyPr wrap="none">
            <a:spAutoFit/>
          </a:bodyPr>
          <a:lstStyle/>
          <a:p>
            <a:pPr algn="ctr">
              <a:lnSpc>
                <a:spcPct val="100000"/>
              </a:lnSpc>
              <a:buSzPct val="120000"/>
            </a:pPr>
            <a:r>
              <a:rPr lang="en-US" sz="1400" b="1" dirty="0">
                <a:solidFill>
                  <a:srgbClr val="FF0000"/>
                </a:solidFill>
                <a:latin typeface="Arial" charset="0"/>
                <a:ea typeface="Arial" charset="0"/>
                <a:cs typeface="Arial" charset="0"/>
              </a:rPr>
              <a:t>DESIRED OUTPUT</a:t>
            </a:r>
          </a:p>
          <a:p>
            <a:pPr algn="ctr">
              <a:lnSpc>
                <a:spcPct val="100000"/>
              </a:lnSpc>
              <a:buSzPct val="120000"/>
            </a:pPr>
            <a:r>
              <a:rPr lang="en-US" sz="1400" b="1" dirty="0">
                <a:solidFill>
                  <a:srgbClr val="FF0000"/>
                </a:solidFill>
                <a:latin typeface="Arial" charset="0"/>
                <a:ea typeface="Arial" charset="0"/>
                <a:cs typeface="Arial" charset="0"/>
              </a:rPr>
              <a:t>TARGET CLASSES (LABELS)</a:t>
            </a:r>
          </a:p>
        </p:txBody>
      </p:sp>
      <p:sp>
        <p:nvSpPr>
          <p:cNvPr id="14" name="Rectangle 13"/>
          <p:cNvSpPr/>
          <p:nvPr/>
        </p:nvSpPr>
        <p:spPr>
          <a:xfrm>
            <a:off x="6193384" y="3051298"/>
            <a:ext cx="1962508" cy="2885405"/>
          </a:xfrm>
          <a:prstGeom prst="rect">
            <a:avLst/>
          </a:prstGeom>
        </p:spPr>
        <p:txBody>
          <a:bodyPr wrap="square">
            <a:spAutoFit/>
          </a:bodyPr>
          <a:lstStyle/>
          <a:p>
            <a:pPr marL="457200" lvl="1" algn="ctr">
              <a:spcBef>
                <a:spcPts val="500"/>
              </a:spcBef>
              <a:buClr>
                <a:schemeClr val="dk1"/>
              </a:buClr>
              <a:buSzPts val="1440"/>
            </a:pPr>
            <a:r>
              <a:rPr lang="en-CA" sz="1400" b="1" dirty="0">
                <a:solidFill>
                  <a:schemeClr val="dk1"/>
                </a:solidFill>
              </a:rPr>
              <a:t>T-SHIRT/TOP</a:t>
            </a:r>
            <a:endParaRPr lang="en-CA" sz="1200" b="1" dirty="0"/>
          </a:p>
          <a:p>
            <a:pPr marL="457200" lvl="1" algn="ctr">
              <a:spcBef>
                <a:spcPts val="500"/>
              </a:spcBef>
              <a:buClr>
                <a:schemeClr val="dk1"/>
              </a:buClr>
              <a:buSzPts val="1440"/>
            </a:pPr>
            <a:r>
              <a:rPr lang="en-CA" sz="1400" b="1" dirty="0">
                <a:solidFill>
                  <a:schemeClr val="dk1"/>
                </a:solidFill>
              </a:rPr>
              <a:t>TROUSER</a:t>
            </a:r>
            <a:endParaRPr lang="en-CA" sz="1200" b="1" dirty="0"/>
          </a:p>
          <a:p>
            <a:pPr marL="457200" lvl="1" algn="ctr">
              <a:spcBef>
                <a:spcPts val="500"/>
              </a:spcBef>
              <a:buClr>
                <a:schemeClr val="dk1"/>
              </a:buClr>
              <a:buSzPts val="1440"/>
            </a:pPr>
            <a:r>
              <a:rPr lang="en-CA" sz="1400" b="1" dirty="0">
                <a:solidFill>
                  <a:schemeClr val="dk1"/>
                </a:solidFill>
              </a:rPr>
              <a:t>PULLOVER</a:t>
            </a:r>
            <a:endParaRPr lang="en-CA" sz="1200" b="1" dirty="0"/>
          </a:p>
          <a:p>
            <a:pPr marL="457200" lvl="1" algn="ctr">
              <a:spcBef>
                <a:spcPts val="500"/>
              </a:spcBef>
              <a:buClr>
                <a:schemeClr val="dk1"/>
              </a:buClr>
              <a:buSzPts val="1440"/>
            </a:pPr>
            <a:r>
              <a:rPr lang="en-CA" sz="1400" b="1" dirty="0">
                <a:solidFill>
                  <a:schemeClr val="dk1"/>
                </a:solidFill>
              </a:rPr>
              <a:t>DRESS</a:t>
            </a:r>
            <a:endParaRPr lang="en-CA" sz="1200" b="1" dirty="0"/>
          </a:p>
          <a:p>
            <a:pPr marL="457200" lvl="1" algn="ctr">
              <a:spcBef>
                <a:spcPts val="500"/>
              </a:spcBef>
              <a:buClr>
                <a:schemeClr val="dk1"/>
              </a:buClr>
              <a:buSzPts val="1440"/>
            </a:pPr>
            <a:r>
              <a:rPr lang="en-CA" sz="1400" b="1" dirty="0">
                <a:solidFill>
                  <a:schemeClr val="dk1"/>
                </a:solidFill>
              </a:rPr>
              <a:t>COAT</a:t>
            </a:r>
            <a:endParaRPr lang="en-CA" sz="1200" b="1" dirty="0"/>
          </a:p>
          <a:p>
            <a:pPr marL="457200" lvl="1" algn="ctr">
              <a:spcBef>
                <a:spcPts val="500"/>
              </a:spcBef>
              <a:buClr>
                <a:schemeClr val="dk1"/>
              </a:buClr>
              <a:buSzPts val="1440"/>
            </a:pPr>
            <a:r>
              <a:rPr lang="en-CA" sz="1400" b="1" dirty="0">
                <a:solidFill>
                  <a:schemeClr val="dk1"/>
                </a:solidFill>
              </a:rPr>
              <a:t>SANDAL</a:t>
            </a:r>
            <a:endParaRPr lang="en-CA" sz="1200" b="1" dirty="0"/>
          </a:p>
          <a:p>
            <a:pPr marL="457200" lvl="1" algn="ctr">
              <a:spcBef>
                <a:spcPts val="500"/>
              </a:spcBef>
              <a:buClr>
                <a:schemeClr val="dk1"/>
              </a:buClr>
              <a:buSzPts val="1440"/>
            </a:pPr>
            <a:r>
              <a:rPr lang="en-CA" sz="1400" b="1" dirty="0">
                <a:solidFill>
                  <a:schemeClr val="dk1"/>
                </a:solidFill>
              </a:rPr>
              <a:t>SHIRT</a:t>
            </a:r>
            <a:endParaRPr lang="en-CA" sz="1200" b="1" dirty="0"/>
          </a:p>
          <a:p>
            <a:pPr marL="457200" lvl="1" algn="ctr">
              <a:spcBef>
                <a:spcPts val="500"/>
              </a:spcBef>
              <a:buClr>
                <a:schemeClr val="dk1"/>
              </a:buClr>
              <a:buSzPts val="1440"/>
            </a:pPr>
            <a:r>
              <a:rPr lang="en-CA" sz="1400" b="1" dirty="0">
                <a:solidFill>
                  <a:schemeClr val="dk1"/>
                </a:solidFill>
              </a:rPr>
              <a:t>SNEAKER</a:t>
            </a:r>
            <a:endParaRPr lang="en-CA" sz="1200" b="1" dirty="0"/>
          </a:p>
          <a:p>
            <a:pPr marL="457200" lvl="1" algn="ctr">
              <a:spcBef>
                <a:spcPts val="500"/>
              </a:spcBef>
              <a:buClr>
                <a:schemeClr val="dk1"/>
              </a:buClr>
              <a:buSzPts val="1440"/>
            </a:pPr>
            <a:r>
              <a:rPr lang="en-CA" sz="1400" b="1" dirty="0">
                <a:solidFill>
                  <a:schemeClr val="dk1"/>
                </a:solidFill>
              </a:rPr>
              <a:t>BAG</a:t>
            </a:r>
            <a:endParaRPr lang="en-CA" sz="1200" b="1" dirty="0"/>
          </a:p>
          <a:p>
            <a:pPr marL="457200" lvl="1" algn="ctr">
              <a:spcBef>
                <a:spcPts val="500"/>
              </a:spcBef>
              <a:buClr>
                <a:schemeClr val="dk1"/>
              </a:buClr>
              <a:buSzPts val="1440"/>
            </a:pPr>
            <a:r>
              <a:rPr lang="en-CA" sz="1400" b="1" dirty="0">
                <a:solidFill>
                  <a:schemeClr val="dk1"/>
                </a:solidFill>
              </a:rPr>
              <a:t>ANKLE BOOT</a:t>
            </a:r>
            <a:endParaRPr lang="en-CA" sz="1200" b="1" dirty="0"/>
          </a:p>
        </p:txBody>
      </p:sp>
      <p:sp>
        <p:nvSpPr>
          <p:cNvPr id="15" name="Left Brace 14"/>
          <p:cNvSpPr/>
          <p:nvPr/>
        </p:nvSpPr>
        <p:spPr>
          <a:xfrm>
            <a:off x="6554685" y="2611358"/>
            <a:ext cx="574159" cy="3893939"/>
          </a:xfrm>
          <a:prstGeom prst="leftBrace">
            <a:avLst>
              <a:gd name="adj1" fmla="val 82407"/>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6" name="Left Brace 15"/>
          <p:cNvSpPr/>
          <p:nvPr/>
        </p:nvSpPr>
        <p:spPr>
          <a:xfrm rot="10800000">
            <a:off x="7718314" y="2628271"/>
            <a:ext cx="574159" cy="3893939"/>
          </a:xfrm>
          <a:prstGeom prst="leftBrace">
            <a:avLst>
              <a:gd name="adj1" fmla="val 82407"/>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pic>
        <p:nvPicPr>
          <p:cNvPr id="17" name="Picture 16"/>
          <p:cNvPicPr>
            <a:picLocks noChangeAspect="1"/>
          </p:cNvPicPr>
          <p:nvPr/>
        </p:nvPicPr>
        <p:blipFill>
          <a:blip r:embed="rId3"/>
          <a:stretch>
            <a:fillRect/>
          </a:stretch>
        </p:blipFill>
        <p:spPr>
          <a:xfrm>
            <a:off x="1087003" y="3280869"/>
            <a:ext cx="1344442" cy="1277459"/>
          </a:xfrm>
          <a:prstGeom prst="rect">
            <a:avLst/>
          </a:prstGeom>
        </p:spPr>
      </p:pic>
      <p:pic>
        <p:nvPicPr>
          <p:cNvPr id="19" name="Picture 18"/>
          <p:cNvPicPr>
            <a:picLocks noChangeAspect="1"/>
          </p:cNvPicPr>
          <p:nvPr/>
        </p:nvPicPr>
        <p:blipFill>
          <a:blip r:embed="rId4"/>
          <a:stretch>
            <a:fillRect/>
          </a:stretch>
        </p:blipFill>
        <p:spPr>
          <a:xfrm>
            <a:off x="2348873" y="3248004"/>
            <a:ext cx="1344168" cy="1280160"/>
          </a:xfrm>
          <a:prstGeom prst="rect">
            <a:avLst/>
          </a:prstGeom>
        </p:spPr>
      </p:pic>
      <p:pic>
        <p:nvPicPr>
          <p:cNvPr id="21" name="Picture 20"/>
          <p:cNvPicPr>
            <a:picLocks noChangeAspect="1"/>
          </p:cNvPicPr>
          <p:nvPr/>
        </p:nvPicPr>
        <p:blipFill>
          <a:blip r:embed="rId5"/>
          <a:stretch>
            <a:fillRect/>
          </a:stretch>
        </p:blipFill>
        <p:spPr>
          <a:xfrm>
            <a:off x="1125447" y="4582056"/>
            <a:ext cx="1279478" cy="1284097"/>
          </a:xfrm>
          <a:prstGeom prst="rect">
            <a:avLst/>
          </a:prstGeom>
        </p:spPr>
      </p:pic>
      <p:pic>
        <p:nvPicPr>
          <p:cNvPr id="24" name="Picture 23"/>
          <p:cNvPicPr>
            <a:picLocks noChangeAspect="1"/>
          </p:cNvPicPr>
          <p:nvPr/>
        </p:nvPicPr>
        <p:blipFill>
          <a:blip r:embed="rId6"/>
          <a:stretch>
            <a:fillRect/>
          </a:stretch>
        </p:blipFill>
        <p:spPr>
          <a:xfrm>
            <a:off x="2396197" y="4582056"/>
            <a:ext cx="1333996" cy="1250331"/>
          </a:xfrm>
          <a:prstGeom prst="rect">
            <a:avLst/>
          </a:prstGeom>
        </p:spPr>
      </p:pic>
      <p:sp>
        <p:nvSpPr>
          <p:cNvPr id="26" name="Right Arrow 25"/>
          <p:cNvSpPr/>
          <p:nvPr/>
        </p:nvSpPr>
        <p:spPr>
          <a:xfrm>
            <a:off x="3664964" y="4248131"/>
            <a:ext cx="548039" cy="5032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Rectangle 27"/>
          <p:cNvSpPr/>
          <p:nvPr/>
        </p:nvSpPr>
        <p:spPr>
          <a:xfrm>
            <a:off x="1787518" y="2672731"/>
            <a:ext cx="1287853" cy="307777"/>
          </a:xfrm>
          <a:prstGeom prst="rect">
            <a:avLst/>
          </a:prstGeom>
        </p:spPr>
        <p:txBody>
          <a:bodyPr wrap="none">
            <a:spAutoFit/>
          </a:bodyPr>
          <a:lstStyle/>
          <a:p>
            <a:pPr>
              <a:lnSpc>
                <a:spcPct val="100000"/>
              </a:lnSpc>
              <a:buSzPct val="120000"/>
            </a:pPr>
            <a:r>
              <a:rPr lang="en-US" sz="1400" b="1" dirty="0">
                <a:solidFill>
                  <a:srgbClr val="FF0000"/>
                </a:solidFill>
                <a:latin typeface="Arial" charset="0"/>
                <a:ea typeface="Arial" charset="0"/>
                <a:cs typeface="Arial" charset="0"/>
              </a:rPr>
              <a:t>INPUT DATA</a:t>
            </a:r>
          </a:p>
        </p:txBody>
      </p:sp>
      <mc:AlternateContent xmlns:mc="http://schemas.openxmlformats.org/markup-compatibility/2006" xmlns:a14="http://schemas.microsoft.com/office/drawing/2010/main">
        <mc:Choice Requires="a14">
          <p:sp>
            <p:nvSpPr>
              <p:cNvPr id="29" name="Rectangle 28"/>
              <p:cNvSpPr/>
              <p:nvPr/>
            </p:nvSpPr>
            <p:spPr>
              <a:xfrm>
                <a:off x="1901803" y="2911785"/>
                <a:ext cx="933269" cy="307777"/>
              </a:xfrm>
              <a:prstGeom prst="rect">
                <a:avLst/>
              </a:prstGeom>
            </p:spPr>
            <p:txBody>
              <a:bodyPr wrap="none">
                <a:spAutoFit/>
              </a:bodyPr>
              <a:lstStyle/>
              <a:p>
                <a:pPr>
                  <a:lnSpc>
                    <a:spcPct val="100000"/>
                  </a:lnSpc>
                  <a:buSzPct val="120000"/>
                </a:pPr>
                <a14:m>
                  <m:oMathPara xmlns:m="http://schemas.openxmlformats.org/officeDocument/2006/math">
                    <m:oMathParaPr>
                      <m:jc m:val="centerGroup"/>
                    </m:oMathParaPr>
                    <m:oMath xmlns:m="http://schemas.openxmlformats.org/officeDocument/2006/math">
                      <m:r>
                        <a:rPr lang="en-US" sz="1400" b="1" i="1" dirty="0" smtClean="0">
                          <a:solidFill>
                            <a:srgbClr val="FF0000"/>
                          </a:solidFill>
                          <a:latin typeface="Cambria Math" panose="02040503050406030204" pitchFamily="18" charset="0"/>
                          <a:ea typeface="Arial" charset="0"/>
                          <a:cs typeface="Arial" charset="0"/>
                        </a:rPr>
                        <m:t>𝑿</m:t>
                      </m:r>
                      <m:r>
                        <a:rPr lang="en-US" sz="1400" b="1" i="1" dirty="0" smtClean="0">
                          <a:solidFill>
                            <a:srgbClr val="FF0000"/>
                          </a:solidFill>
                          <a:latin typeface="Cambria Math" panose="02040503050406030204" pitchFamily="18" charset="0"/>
                          <a:ea typeface="Arial" charset="0"/>
                          <a:cs typeface="Arial" charset="0"/>
                        </a:rPr>
                        <m:t> _</m:t>
                      </m:r>
                      <m:r>
                        <a:rPr lang="en-US" sz="1400" b="1" i="1" dirty="0" smtClean="0">
                          <a:solidFill>
                            <a:srgbClr val="FF0000"/>
                          </a:solidFill>
                          <a:latin typeface="Cambria Math" panose="02040503050406030204" pitchFamily="18" charset="0"/>
                          <a:ea typeface="Arial" charset="0"/>
                          <a:cs typeface="Arial" charset="0"/>
                        </a:rPr>
                        <m:t>𝒕𝒓𝒂𝒊𝒏</m:t>
                      </m:r>
                    </m:oMath>
                  </m:oMathPara>
                </a14:m>
                <a:endParaRPr lang="en-US" sz="1400" b="1" dirty="0">
                  <a:solidFill>
                    <a:srgbClr val="FF0000"/>
                  </a:solidFill>
                  <a:latin typeface="Arial" charset="0"/>
                  <a:ea typeface="Arial" charset="0"/>
                  <a:cs typeface="Arial"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1901803" y="2911785"/>
                <a:ext cx="933269" cy="307777"/>
              </a:xfrm>
              <a:prstGeom prst="rect">
                <a:avLst/>
              </a:prstGeom>
              <a:blipFill>
                <a:blip r:embed="rId7"/>
                <a:stretch>
                  <a:fillRect/>
                </a:stretch>
              </a:blipFill>
            </p:spPr>
            <p:txBody>
              <a:bodyPr/>
              <a:lstStyle/>
              <a:p>
                <a:r>
                  <a:rPr lang="en-US">
                    <a:noFill/>
                  </a:rPr>
                  <a:t> </a:t>
                </a:r>
              </a:p>
            </p:txBody>
          </p:sp>
        </mc:Fallback>
      </mc:AlternateContent>
      <p:sp>
        <p:nvSpPr>
          <p:cNvPr id="30" name="Rectangle 29"/>
          <p:cNvSpPr/>
          <p:nvPr/>
        </p:nvSpPr>
        <p:spPr>
          <a:xfrm>
            <a:off x="7112020" y="2280557"/>
            <a:ext cx="739433" cy="307777"/>
          </a:xfrm>
          <a:prstGeom prst="rect">
            <a:avLst/>
          </a:prstGeom>
        </p:spPr>
        <p:txBody>
          <a:bodyPr wrap="none">
            <a:spAutoFit/>
          </a:bodyPr>
          <a:lstStyle/>
          <a:p>
            <a:pPr>
              <a:buSzPct val="120000"/>
            </a:pPr>
            <a:r>
              <a:rPr lang="en-US" sz="1400" b="1" i="1" dirty="0">
                <a:solidFill>
                  <a:srgbClr val="FF0000"/>
                </a:solidFill>
                <a:latin typeface="Cambria Math" panose="02040503050406030204" pitchFamily="18" charset="0"/>
                <a:ea typeface="Arial" charset="0"/>
                <a:cs typeface="Arial" charset="0"/>
              </a:rPr>
              <a:t>y _train</a:t>
            </a:r>
          </a:p>
        </p:txBody>
      </p:sp>
    </p:spTree>
    <p:extLst>
      <p:ext uri="{BB962C8B-B14F-4D97-AF65-F5344CB8AC3E}">
        <p14:creationId xmlns:p14="http://schemas.microsoft.com/office/powerpoint/2010/main" val="157636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500" fill="hold"/>
                                        <p:tgtEl>
                                          <p:spTgt spid="30"/>
                                        </p:tgtEl>
                                        <p:attrNameLst>
                                          <p:attrName>ppt_x</p:attrName>
                                        </p:attrNameLst>
                                      </p:cBhvr>
                                      <p:tavLst>
                                        <p:tav tm="0">
                                          <p:val>
                                            <p:strVal val="#ppt_x"/>
                                          </p:val>
                                        </p:tav>
                                        <p:tav tm="100000">
                                          <p:val>
                                            <p:strVal val="#ppt_x"/>
                                          </p:val>
                                        </p:tav>
                                      </p:tavLst>
                                    </p:anim>
                                    <p:anim calcmode="lin" valueType="num">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ppt_x"/>
                                          </p:val>
                                        </p:tav>
                                        <p:tav tm="100000">
                                          <p:val>
                                            <p:strVal val="#ppt_x"/>
                                          </p:val>
                                        </p:tav>
                                      </p:tavLst>
                                    </p:anim>
                                    <p:anim calcmode="lin" valueType="num">
                                      <p:cBhvr additive="base">
                                        <p:cTn id="40" dur="500" fill="hold"/>
                                        <p:tgtEl>
                                          <p:spTgt spid="2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500" fill="hold"/>
                                        <p:tgtEl>
                                          <p:spTgt spid="29"/>
                                        </p:tgtEl>
                                        <p:attrNameLst>
                                          <p:attrName>ppt_x</p:attrName>
                                        </p:attrNameLst>
                                      </p:cBhvr>
                                      <p:tavLst>
                                        <p:tav tm="0">
                                          <p:val>
                                            <p:strVal val="#ppt_x"/>
                                          </p:val>
                                        </p:tav>
                                        <p:tav tm="100000">
                                          <p:val>
                                            <p:strVal val="#ppt_x"/>
                                          </p:val>
                                        </p:tav>
                                      </p:tavLst>
                                    </p:anim>
                                    <p:anim calcmode="lin" valueType="num">
                                      <p:cBhvr additive="base">
                                        <p:cTn id="44" dur="500" fill="hold"/>
                                        <p:tgtEl>
                                          <p:spTgt spid="29"/>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25" grpId="0" animBg="1"/>
      <p:bldP spid="20" grpId="0" animBg="1"/>
      <p:bldP spid="9" grpId="0" animBg="1"/>
      <p:bldP spid="12" grpId="0" animBg="1"/>
      <p:bldP spid="13" grpId="0"/>
      <p:bldP spid="14" grpId="0"/>
      <p:bldP spid="15" grpId="0" animBg="1"/>
      <p:bldP spid="16" grpId="0" animBg="1"/>
      <p:bldP spid="26" grpId="0" animBg="1"/>
      <p:bldP spid="28" grpId="0"/>
      <p:bldP spid="29" grpId="0"/>
      <p:bldP spid="3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Supervised Machine Learning</a:t>
            </a:r>
          </a:p>
          <a:p>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08919" y="1173377"/>
            <a:ext cx="11450409" cy="1933863"/>
          </a:xfrm>
        </p:spPr>
        <p:txBody>
          <a:bodyPr/>
          <a:lstStyle/>
          <a:p>
            <a:pPr>
              <a:buClr>
                <a:srgbClr val="00B0F0"/>
              </a:buClr>
              <a:buFont typeface="Courier New" panose="02070309020205020404" pitchFamily="49" charset="0"/>
              <a:buChar char="o"/>
            </a:pPr>
            <a:r>
              <a:rPr lang="en-US" dirty="0" smtClean="0"/>
              <a:t>Supervised </a:t>
            </a:r>
            <a:r>
              <a:rPr lang="en-US" dirty="0"/>
              <a:t>learning can be further categorized as </a:t>
            </a:r>
            <a:r>
              <a:rPr lang="en-US" b="1" dirty="0"/>
              <a:t>Regression</a:t>
            </a:r>
            <a:r>
              <a:rPr lang="en-US" dirty="0"/>
              <a:t> or </a:t>
            </a:r>
            <a:r>
              <a:rPr lang="en-US" b="1" dirty="0" smtClean="0"/>
              <a:t>Classification</a:t>
            </a:r>
            <a:r>
              <a:rPr lang="en-US" dirty="0" smtClean="0"/>
              <a:t>.</a:t>
            </a:r>
          </a:p>
          <a:p>
            <a:pPr>
              <a:buClr>
                <a:srgbClr val="00B0F0"/>
              </a:buClr>
              <a:buFont typeface="Courier New" panose="02070309020205020404" pitchFamily="49" charset="0"/>
              <a:buChar char="o"/>
            </a:pPr>
            <a:r>
              <a:rPr lang="en-US" dirty="0" smtClean="0"/>
              <a:t>Regression </a:t>
            </a:r>
            <a:r>
              <a:rPr lang="en-US" dirty="0"/>
              <a:t>-- When the output variable can take continuous numerical values, e.g. price of a car, delivery time, credit </a:t>
            </a:r>
            <a:r>
              <a:rPr lang="en-US" dirty="0" smtClean="0"/>
              <a:t>limit</a:t>
            </a:r>
          </a:p>
          <a:p>
            <a:pPr>
              <a:buClr>
                <a:srgbClr val="00B0F0"/>
              </a:buClr>
              <a:buFont typeface="Courier New" panose="02070309020205020404" pitchFamily="49" charset="0"/>
              <a:buChar char="o"/>
            </a:pPr>
            <a:r>
              <a:rPr lang="en-US" dirty="0" smtClean="0"/>
              <a:t>Classification </a:t>
            </a:r>
            <a:r>
              <a:rPr lang="en-US" dirty="0"/>
              <a:t>-- When the output variable takes categorical or discrete (non-continuous) values, e.g. whether an email is a spam, whether a transaction is fraudulent etc</a:t>
            </a:r>
            <a:r>
              <a:rPr lang="en-US" dirty="0" smtClean="0"/>
              <a:t>.</a:t>
            </a:r>
            <a:endParaRPr lang="en-US" dirty="0"/>
          </a:p>
        </p:txBody>
      </p:sp>
    </p:spTree>
    <p:extLst>
      <p:ext uri="{BB962C8B-B14F-4D97-AF65-F5344CB8AC3E}">
        <p14:creationId xmlns:p14="http://schemas.microsoft.com/office/powerpoint/2010/main" val="23304442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Unsupervised Machine Learning</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420130" y="3214818"/>
            <a:ext cx="10466173" cy="2953629"/>
          </a:xfrm>
        </p:spPr>
        <p:txBody>
          <a:bodyPr/>
          <a:lstStyle/>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US" b="1" dirty="0" smtClean="0"/>
              <a:t>Unsupervised </a:t>
            </a:r>
            <a:r>
              <a:rPr lang="en-US" b="1" dirty="0"/>
              <a:t>machine learning</a:t>
            </a:r>
            <a:r>
              <a:rPr lang="en-US" dirty="0"/>
              <a:t> has no explicitly defined output. The idea is to discover knowledge or structure in the data. </a:t>
            </a:r>
          </a:p>
          <a:p>
            <a:r>
              <a:rPr lang="en-US" dirty="0"/>
              <a:t/>
            </a:r>
            <a:br>
              <a:rPr lang="en-US" dirty="0"/>
            </a:br>
            <a:endParaRPr lang="en-US" dirty="0"/>
          </a:p>
        </p:txBody>
      </p:sp>
      <p:pic>
        <p:nvPicPr>
          <p:cNvPr id="1249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3975" y="1248032"/>
            <a:ext cx="8282025" cy="2594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25553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Unsupervised Machine Learning</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506627" y="1287163"/>
            <a:ext cx="10898659" cy="2543431"/>
          </a:xfrm>
        </p:spPr>
        <p:txBody>
          <a:bodyPr/>
          <a:lstStyle/>
          <a:p>
            <a:pPr>
              <a:buClr>
                <a:srgbClr val="00B0F0"/>
              </a:buClr>
              <a:buFont typeface="Courier New" panose="02070309020205020404" pitchFamily="49" charset="0"/>
              <a:buChar char="o"/>
            </a:pPr>
            <a:r>
              <a:rPr lang="en-US" dirty="0" smtClean="0"/>
              <a:t>For </a:t>
            </a:r>
            <a:r>
              <a:rPr lang="en-US" dirty="0"/>
              <a:t>example, an online retailer will have data about all items that the customers purchased. Unsupervised learning algorithms can be applied on this data to group customers based on their buying patterns. </a:t>
            </a:r>
          </a:p>
          <a:p>
            <a:r>
              <a:rPr lang="en-US" dirty="0"/>
              <a:t/>
            </a:r>
            <a:br>
              <a:rPr lang="en-US" dirty="0"/>
            </a:br>
            <a:endParaRPr lang="en-US" dirty="0"/>
          </a:p>
          <a:p>
            <a:r>
              <a:rPr lang="en-US" dirty="0"/>
              <a:t/>
            </a:r>
            <a:br>
              <a:rPr lang="en-US" dirty="0"/>
            </a:br>
            <a:endParaRPr lang="en-US" dirty="0"/>
          </a:p>
        </p:txBody>
      </p:sp>
      <p:pic>
        <p:nvPicPr>
          <p:cNvPr id="1259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4925" y="2945541"/>
            <a:ext cx="8752819" cy="1960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7723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2304" y="678269"/>
            <a:ext cx="11353800" cy="1631216"/>
          </a:xfrm>
        </p:spPr>
        <p:txBody>
          <a:bodyPr vert="horz" wrap="square" lIns="91440" tIns="45720" rIns="91440" bIns="45720" rtlCol="0">
            <a:spAutoFit/>
          </a:bodyPr>
          <a:lstStyle/>
          <a:p>
            <a:pPr marL="342900" indent="-342900">
              <a:lnSpc>
                <a:spcPct val="100000"/>
              </a:lnSpc>
              <a:spcBef>
                <a:spcPts val="0"/>
              </a:spcBef>
              <a:buClr>
                <a:srgbClr val="000000"/>
              </a:buClr>
            </a:pPr>
            <a:r>
              <a:rPr lang="en-CA" sz="2000" dirty="0">
                <a:latin typeface="Montserrat" charset="0"/>
                <a:cs typeface="Arial"/>
              </a:rPr>
              <a:t>Unsupervised learning: provides the algorithm with no labeled data.</a:t>
            </a:r>
          </a:p>
          <a:p>
            <a:pPr marL="342900" indent="-342900">
              <a:lnSpc>
                <a:spcPct val="100000"/>
              </a:lnSpc>
              <a:spcBef>
                <a:spcPts val="0"/>
              </a:spcBef>
              <a:buClr>
                <a:srgbClr val="000000"/>
              </a:buClr>
            </a:pPr>
            <a:r>
              <a:rPr lang="en-CA" sz="2000" dirty="0">
                <a:latin typeface="Montserrat" charset="0"/>
                <a:cs typeface="Arial"/>
              </a:rPr>
              <a:t>The algorithm attempts at discovering hidden patterns within the training data.</a:t>
            </a:r>
          </a:p>
          <a:p>
            <a:pPr marL="342900" indent="-342900">
              <a:lnSpc>
                <a:spcPct val="100000"/>
              </a:lnSpc>
              <a:spcBef>
                <a:spcPts val="0"/>
              </a:spcBef>
              <a:buClr>
                <a:srgbClr val="000000"/>
              </a:buClr>
            </a:pPr>
            <a:r>
              <a:rPr lang="en-CA" sz="2000" dirty="0">
                <a:latin typeface="Montserrat" charset="0"/>
                <a:cs typeface="Arial"/>
              </a:rPr>
              <a:t>Unsupervised learning methods can analyze complex data that humans might find difficult to interpret. </a:t>
            </a:r>
          </a:p>
          <a:p>
            <a:pPr marL="342900" indent="-342900">
              <a:lnSpc>
                <a:spcPct val="100000"/>
              </a:lnSpc>
              <a:spcBef>
                <a:spcPts val="0"/>
              </a:spcBef>
              <a:buClr>
                <a:srgbClr val="000000"/>
              </a:buClr>
            </a:pPr>
            <a:r>
              <a:rPr lang="en-CA" sz="2000" dirty="0">
                <a:latin typeface="Montserrat" charset="0"/>
                <a:cs typeface="Arial"/>
              </a:rPr>
              <a:t>No feedback!</a:t>
            </a:r>
          </a:p>
        </p:txBody>
      </p:sp>
      <p:sp>
        <p:nvSpPr>
          <p:cNvPr id="7" name="Title 1"/>
          <p:cNvSpPr txBox="1">
            <a:spLocks/>
          </p:cNvSpPr>
          <p:nvPr/>
        </p:nvSpPr>
        <p:spPr>
          <a:xfrm>
            <a:off x="387588" y="147216"/>
            <a:ext cx="10512784" cy="523220"/>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MACHINE LEARNING: UNSUPERVISED LEARNING</a:t>
            </a:r>
          </a:p>
        </p:txBody>
      </p:sp>
      <p:sp>
        <p:nvSpPr>
          <p:cNvPr id="9" name="Rounded Rectangle 8"/>
          <p:cNvSpPr/>
          <p:nvPr/>
        </p:nvSpPr>
        <p:spPr>
          <a:xfrm>
            <a:off x="3369261" y="3778437"/>
            <a:ext cx="1437927" cy="8709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600" b="1" dirty="0"/>
              <a:t>MODEL</a:t>
            </a:r>
            <a:endParaRPr lang="en-CA" sz="1200" b="1" dirty="0"/>
          </a:p>
        </p:txBody>
      </p:sp>
      <p:sp>
        <p:nvSpPr>
          <p:cNvPr id="12" name="Right Arrow 11"/>
          <p:cNvSpPr/>
          <p:nvPr/>
        </p:nvSpPr>
        <p:spPr>
          <a:xfrm>
            <a:off x="4860216" y="3926850"/>
            <a:ext cx="548831"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Right Arrow 25"/>
          <p:cNvSpPr/>
          <p:nvPr/>
        </p:nvSpPr>
        <p:spPr>
          <a:xfrm>
            <a:off x="2797030" y="3968034"/>
            <a:ext cx="548039" cy="5032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Rounded Rectangle 1"/>
          <p:cNvSpPr/>
          <p:nvPr/>
        </p:nvSpPr>
        <p:spPr>
          <a:xfrm>
            <a:off x="2009579" y="3780224"/>
            <a:ext cx="152400"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Rounded Rectangle 26"/>
          <p:cNvSpPr/>
          <p:nvPr/>
        </p:nvSpPr>
        <p:spPr>
          <a:xfrm>
            <a:off x="2110024" y="4143833"/>
            <a:ext cx="173970" cy="2643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Rounded Rectangle 27"/>
          <p:cNvSpPr/>
          <p:nvPr/>
        </p:nvSpPr>
        <p:spPr>
          <a:xfrm>
            <a:off x="2251656" y="3878351"/>
            <a:ext cx="271623" cy="265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Rounded Rectangle 28"/>
          <p:cNvSpPr/>
          <p:nvPr/>
        </p:nvSpPr>
        <p:spPr>
          <a:xfrm>
            <a:off x="2186635" y="4505141"/>
            <a:ext cx="239359" cy="692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Rounded Rectangle 29"/>
          <p:cNvSpPr/>
          <p:nvPr/>
        </p:nvSpPr>
        <p:spPr>
          <a:xfrm>
            <a:off x="1481633" y="3800769"/>
            <a:ext cx="152400"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Rounded Rectangle 30"/>
          <p:cNvSpPr/>
          <p:nvPr/>
        </p:nvSpPr>
        <p:spPr>
          <a:xfrm>
            <a:off x="1742488" y="3645826"/>
            <a:ext cx="228599" cy="1438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Rounded Rectangle 31"/>
          <p:cNvSpPr/>
          <p:nvPr/>
        </p:nvSpPr>
        <p:spPr>
          <a:xfrm>
            <a:off x="1768682" y="3894233"/>
            <a:ext cx="263245"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5-Point Star 3"/>
          <p:cNvSpPr/>
          <p:nvPr/>
        </p:nvSpPr>
        <p:spPr>
          <a:xfrm>
            <a:off x="1860426" y="4820814"/>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5-Point Star 32"/>
          <p:cNvSpPr/>
          <p:nvPr/>
        </p:nvSpPr>
        <p:spPr>
          <a:xfrm>
            <a:off x="2161979" y="4732683"/>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5-Point Star 33"/>
          <p:cNvSpPr/>
          <p:nvPr/>
        </p:nvSpPr>
        <p:spPr>
          <a:xfrm>
            <a:off x="1574666" y="3693773"/>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5-Point Star 34"/>
          <p:cNvSpPr/>
          <p:nvPr/>
        </p:nvSpPr>
        <p:spPr>
          <a:xfrm>
            <a:off x="1899082" y="4025756"/>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5-Point Star 35"/>
          <p:cNvSpPr/>
          <p:nvPr/>
        </p:nvSpPr>
        <p:spPr>
          <a:xfrm>
            <a:off x="2432801" y="3841053"/>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5-Point Star 36"/>
          <p:cNvSpPr/>
          <p:nvPr/>
        </p:nvSpPr>
        <p:spPr>
          <a:xfrm>
            <a:off x="1236480" y="4281749"/>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5-Point Star 37"/>
          <p:cNvSpPr/>
          <p:nvPr/>
        </p:nvSpPr>
        <p:spPr>
          <a:xfrm>
            <a:off x="1507302" y="3390119"/>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Oval 4"/>
          <p:cNvSpPr/>
          <p:nvPr/>
        </p:nvSpPr>
        <p:spPr>
          <a:xfrm>
            <a:off x="1704779" y="4143833"/>
            <a:ext cx="155647" cy="2643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Oval 38"/>
          <p:cNvSpPr/>
          <p:nvPr/>
        </p:nvSpPr>
        <p:spPr>
          <a:xfrm>
            <a:off x="1913470" y="4034390"/>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Oval 39"/>
          <p:cNvSpPr/>
          <p:nvPr/>
        </p:nvSpPr>
        <p:spPr>
          <a:xfrm>
            <a:off x="2317799" y="4305295"/>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Oval 40"/>
          <p:cNvSpPr/>
          <p:nvPr/>
        </p:nvSpPr>
        <p:spPr>
          <a:xfrm>
            <a:off x="1753260" y="3484606"/>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Oval 41"/>
          <p:cNvSpPr/>
          <p:nvPr/>
        </p:nvSpPr>
        <p:spPr>
          <a:xfrm>
            <a:off x="1571806" y="4045042"/>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Oval 42"/>
          <p:cNvSpPr/>
          <p:nvPr/>
        </p:nvSpPr>
        <p:spPr>
          <a:xfrm>
            <a:off x="2049473" y="3798372"/>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Oval 43"/>
          <p:cNvSpPr/>
          <p:nvPr/>
        </p:nvSpPr>
        <p:spPr>
          <a:xfrm>
            <a:off x="1228107" y="3934044"/>
            <a:ext cx="274395" cy="20511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Cross 5"/>
          <p:cNvSpPr/>
          <p:nvPr/>
        </p:nvSpPr>
        <p:spPr>
          <a:xfrm>
            <a:off x="1860426" y="4574369"/>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Cross 44"/>
          <p:cNvSpPr/>
          <p:nvPr/>
        </p:nvSpPr>
        <p:spPr>
          <a:xfrm>
            <a:off x="2473922" y="4521593"/>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Cross 45"/>
          <p:cNvSpPr/>
          <p:nvPr/>
        </p:nvSpPr>
        <p:spPr>
          <a:xfrm>
            <a:off x="1339102" y="3495491"/>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Cross 46"/>
          <p:cNvSpPr/>
          <p:nvPr/>
        </p:nvSpPr>
        <p:spPr>
          <a:xfrm>
            <a:off x="1952598" y="3442715"/>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8" name="Cross 47"/>
          <p:cNvSpPr/>
          <p:nvPr/>
        </p:nvSpPr>
        <p:spPr>
          <a:xfrm>
            <a:off x="1557821" y="5022593"/>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Cross 48"/>
          <p:cNvSpPr/>
          <p:nvPr/>
        </p:nvSpPr>
        <p:spPr>
          <a:xfrm>
            <a:off x="2171317" y="4969817"/>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Cross 49"/>
          <p:cNvSpPr/>
          <p:nvPr/>
        </p:nvSpPr>
        <p:spPr>
          <a:xfrm>
            <a:off x="6493122" y="2991599"/>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Cross 50"/>
          <p:cNvSpPr/>
          <p:nvPr/>
        </p:nvSpPr>
        <p:spPr>
          <a:xfrm>
            <a:off x="7106618" y="2938823"/>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2" name="Cross 51"/>
          <p:cNvSpPr/>
          <p:nvPr/>
        </p:nvSpPr>
        <p:spPr>
          <a:xfrm>
            <a:off x="6128617" y="2800822"/>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Cross 52"/>
          <p:cNvSpPr/>
          <p:nvPr/>
        </p:nvSpPr>
        <p:spPr>
          <a:xfrm>
            <a:off x="6742113" y="2748046"/>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4" name="Cross 53"/>
          <p:cNvSpPr/>
          <p:nvPr/>
        </p:nvSpPr>
        <p:spPr>
          <a:xfrm>
            <a:off x="6190517" y="3439823"/>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5" name="Cross 54"/>
          <p:cNvSpPr/>
          <p:nvPr/>
        </p:nvSpPr>
        <p:spPr>
          <a:xfrm>
            <a:off x="6804013" y="3387047"/>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Oval 55"/>
          <p:cNvSpPr/>
          <p:nvPr/>
        </p:nvSpPr>
        <p:spPr>
          <a:xfrm>
            <a:off x="6478679" y="4806657"/>
            <a:ext cx="155647" cy="2643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7" name="Oval 56"/>
          <p:cNvSpPr/>
          <p:nvPr/>
        </p:nvSpPr>
        <p:spPr>
          <a:xfrm>
            <a:off x="6687370" y="4697214"/>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8" name="Oval 57"/>
          <p:cNvSpPr/>
          <p:nvPr/>
        </p:nvSpPr>
        <p:spPr>
          <a:xfrm>
            <a:off x="7091699" y="4968119"/>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Oval 58"/>
          <p:cNvSpPr/>
          <p:nvPr/>
        </p:nvSpPr>
        <p:spPr>
          <a:xfrm>
            <a:off x="6527160" y="4147430"/>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Oval 59"/>
          <p:cNvSpPr/>
          <p:nvPr/>
        </p:nvSpPr>
        <p:spPr>
          <a:xfrm>
            <a:off x="6345706" y="4707866"/>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1" name="Oval 60"/>
          <p:cNvSpPr/>
          <p:nvPr/>
        </p:nvSpPr>
        <p:spPr>
          <a:xfrm>
            <a:off x="6823373" y="4461196"/>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2" name="Oval 61"/>
          <p:cNvSpPr/>
          <p:nvPr/>
        </p:nvSpPr>
        <p:spPr>
          <a:xfrm>
            <a:off x="6002007" y="4596868"/>
            <a:ext cx="274395" cy="20511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3" name="5-Point Star 62"/>
          <p:cNvSpPr/>
          <p:nvPr/>
        </p:nvSpPr>
        <p:spPr>
          <a:xfrm>
            <a:off x="6003264" y="6120216"/>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5-Point Star 63"/>
          <p:cNvSpPr/>
          <p:nvPr/>
        </p:nvSpPr>
        <p:spPr>
          <a:xfrm>
            <a:off x="6304817" y="6032085"/>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5" name="5-Point Star 64"/>
          <p:cNvSpPr/>
          <p:nvPr/>
        </p:nvSpPr>
        <p:spPr>
          <a:xfrm>
            <a:off x="5696280" y="5521196"/>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6" name="5-Point Star 65"/>
          <p:cNvSpPr/>
          <p:nvPr/>
        </p:nvSpPr>
        <p:spPr>
          <a:xfrm>
            <a:off x="6020696" y="5853179"/>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7" name="5-Point Star 66"/>
          <p:cNvSpPr/>
          <p:nvPr/>
        </p:nvSpPr>
        <p:spPr>
          <a:xfrm>
            <a:off x="6554415" y="5668476"/>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5-Point Star 67"/>
          <p:cNvSpPr/>
          <p:nvPr/>
        </p:nvSpPr>
        <p:spPr>
          <a:xfrm>
            <a:off x="5379318" y="5581151"/>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9" name="5-Point Star 68"/>
          <p:cNvSpPr/>
          <p:nvPr/>
        </p:nvSpPr>
        <p:spPr>
          <a:xfrm>
            <a:off x="5628916" y="5217542"/>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0" name="Rounded Rectangle 69"/>
          <p:cNvSpPr/>
          <p:nvPr/>
        </p:nvSpPr>
        <p:spPr>
          <a:xfrm>
            <a:off x="8258307" y="3925009"/>
            <a:ext cx="152400"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1" name="Rounded Rectangle 70"/>
          <p:cNvSpPr/>
          <p:nvPr/>
        </p:nvSpPr>
        <p:spPr>
          <a:xfrm>
            <a:off x="8358752" y="4288618"/>
            <a:ext cx="173970" cy="2643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Rounded Rectangle 71"/>
          <p:cNvSpPr/>
          <p:nvPr/>
        </p:nvSpPr>
        <p:spPr>
          <a:xfrm>
            <a:off x="8500384" y="4023136"/>
            <a:ext cx="271623" cy="265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3" name="Rounded Rectangle 72"/>
          <p:cNvSpPr/>
          <p:nvPr/>
        </p:nvSpPr>
        <p:spPr>
          <a:xfrm>
            <a:off x="8435363" y="4649926"/>
            <a:ext cx="239359" cy="692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4" name="Rounded Rectangle 73"/>
          <p:cNvSpPr/>
          <p:nvPr/>
        </p:nvSpPr>
        <p:spPr>
          <a:xfrm>
            <a:off x="7730361" y="3945554"/>
            <a:ext cx="152400"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5" name="Rounded Rectangle 74"/>
          <p:cNvSpPr/>
          <p:nvPr/>
        </p:nvSpPr>
        <p:spPr>
          <a:xfrm>
            <a:off x="7991216" y="3790611"/>
            <a:ext cx="228599" cy="1438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6" name="Rounded Rectangle 75"/>
          <p:cNvSpPr/>
          <p:nvPr/>
        </p:nvSpPr>
        <p:spPr>
          <a:xfrm>
            <a:off x="8017410" y="4039018"/>
            <a:ext cx="263245"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7" name="Rectangle 76"/>
          <p:cNvSpPr/>
          <p:nvPr/>
        </p:nvSpPr>
        <p:spPr>
          <a:xfrm>
            <a:off x="1235426" y="2909581"/>
            <a:ext cx="1287853" cy="307777"/>
          </a:xfrm>
          <a:prstGeom prst="rect">
            <a:avLst/>
          </a:prstGeom>
        </p:spPr>
        <p:txBody>
          <a:bodyPr wrap="none">
            <a:spAutoFit/>
          </a:bodyPr>
          <a:lstStyle/>
          <a:p>
            <a:pPr>
              <a:lnSpc>
                <a:spcPct val="100000"/>
              </a:lnSpc>
              <a:buSzPct val="120000"/>
            </a:pPr>
            <a:r>
              <a:rPr lang="en-US" sz="1400" b="1" dirty="0">
                <a:solidFill>
                  <a:srgbClr val="FF0000"/>
                </a:solidFill>
                <a:latin typeface="Arial" charset="0"/>
                <a:ea typeface="Arial" charset="0"/>
                <a:cs typeface="Arial" charset="0"/>
              </a:rPr>
              <a:t>INPUT DATA</a:t>
            </a:r>
          </a:p>
        </p:txBody>
      </p:sp>
      <p:sp>
        <p:nvSpPr>
          <p:cNvPr id="78" name="Rectangle 77"/>
          <p:cNvSpPr/>
          <p:nvPr/>
        </p:nvSpPr>
        <p:spPr>
          <a:xfrm>
            <a:off x="6044118" y="2410435"/>
            <a:ext cx="1667764" cy="307777"/>
          </a:xfrm>
          <a:prstGeom prst="rect">
            <a:avLst/>
          </a:prstGeom>
        </p:spPr>
        <p:txBody>
          <a:bodyPr wrap="none">
            <a:spAutoFit/>
          </a:bodyPr>
          <a:lstStyle/>
          <a:p>
            <a:pPr>
              <a:lnSpc>
                <a:spcPct val="100000"/>
              </a:lnSpc>
              <a:buSzPct val="120000"/>
            </a:pPr>
            <a:r>
              <a:rPr lang="en-US" sz="1400" b="1" dirty="0">
                <a:solidFill>
                  <a:srgbClr val="FF0000"/>
                </a:solidFill>
                <a:latin typeface="Arial" charset="0"/>
                <a:ea typeface="Arial" charset="0"/>
                <a:cs typeface="Arial" charset="0"/>
              </a:rPr>
              <a:t>DATA CLUSTERS</a:t>
            </a:r>
          </a:p>
        </p:txBody>
      </p:sp>
    </p:spTree>
    <p:extLst>
      <p:ext uri="{BB962C8B-B14F-4D97-AF65-F5344CB8AC3E}">
        <p14:creationId xmlns:p14="http://schemas.microsoft.com/office/powerpoint/2010/main" val="162694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anim calcmode="lin" valueType="num">
                                      <p:cBhvr additive="base">
                                        <p:cTn id="19" dur="500" fill="hold"/>
                                        <p:tgtEl>
                                          <p:spTgt spid="77"/>
                                        </p:tgtEl>
                                        <p:attrNameLst>
                                          <p:attrName>ppt_x</p:attrName>
                                        </p:attrNameLst>
                                      </p:cBhvr>
                                      <p:tavLst>
                                        <p:tav tm="0">
                                          <p:val>
                                            <p:strVal val="#ppt_x"/>
                                          </p:val>
                                        </p:tav>
                                        <p:tav tm="100000">
                                          <p:val>
                                            <p:strVal val="#ppt_x"/>
                                          </p:val>
                                        </p:tav>
                                      </p:tavLst>
                                    </p:anim>
                                    <p:anim calcmode="lin" valueType="num">
                                      <p:cBhvr additive="base">
                                        <p:cTn id="20" dur="500" fill="hold"/>
                                        <p:tgtEl>
                                          <p:spTgt spid="7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8"/>
                                        </p:tgtEl>
                                        <p:attrNameLst>
                                          <p:attrName>style.visibility</p:attrName>
                                        </p:attrNameLst>
                                      </p:cBhvr>
                                      <p:to>
                                        <p:strVal val="visible"/>
                                      </p:to>
                                    </p:set>
                                    <p:anim calcmode="lin" valueType="num">
                                      <p:cBhvr additive="base">
                                        <p:cTn id="23" dur="500" fill="hold"/>
                                        <p:tgtEl>
                                          <p:spTgt spid="78"/>
                                        </p:tgtEl>
                                        <p:attrNameLst>
                                          <p:attrName>ppt_x</p:attrName>
                                        </p:attrNameLst>
                                      </p:cBhvr>
                                      <p:tavLst>
                                        <p:tav tm="0">
                                          <p:val>
                                            <p:strVal val="#ppt_x"/>
                                          </p:val>
                                        </p:tav>
                                        <p:tav tm="100000">
                                          <p:val>
                                            <p:strVal val="#ppt_x"/>
                                          </p:val>
                                        </p:tav>
                                      </p:tavLst>
                                    </p:anim>
                                    <p:anim calcmode="lin" valueType="num">
                                      <p:cBhvr additive="base">
                                        <p:cTn id="24"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additive="base">
                                        <p:cTn id="33" dur="500" fill="hold"/>
                                        <p:tgtEl>
                                          <p:spTgt spid="27"/>
                                        </p:tgtEl>
                                        <p:attrNameLst>
                                          <p:attrName>ppt_x</p:attrName>
                                        </p:attrNameLst>
                                      </p:cBhvr>
                                      <p:tavLst>
                                        <p:tav tm="0">
                                          <p:val>
                                            <p:strVal val="#ppt_x"/>
                                          </p:val>
                                        </p:tav>
                                        <p:tav tm="100000">
                                          <p:val>
                                            <p:strVal val="#ppt_x"/>
                                          </p:val>
                                        </p:tav>
                                      </p:tavLst>
                                    </p:anim>
                                    <p:anim calcmode="lin" valueType="num">
                                      <p:cBhvr additive="base">
                                        <p:cTn id="34" dur="500" fill="hold"/>
                                        <p:tgtEl>
                                          <p:spTgt spid="2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additive="base">
                                        <p:cTn id="37" dur="500" fill="hold"/>
                                        <p:tgtEl>
                                          <p:spTgt spid="28"/>
                                        </p:tgtEl>
                                        <p:attrNameLst>
                                          <p:attrName>ppt_x</p:attrName>
                                        </p:attrNameLst>
                                      </p:cBhvr>
                                      <p:tavLst>
                                        <p:tav tm="0">
                                          <p:val>
                                            <p:strVal val="#ppt_x"/>
                                          </p:val>
                                        </p:tav>
                                        <p:tav tm="100000">
                                          <p:val>
                                            <p:strVal val="#ppt_x"/>
                                          </p:val>
                                        </p:tav>
                                      </p:tavLst>
                                    </p:anim>
                                    <p:anim calcmode="lin" valueType="num">
                                      <p:cBhvr additive="base">
                                        <p:cTn id="38" dur="500" fill="hold"/>
                                        <p:tgtEl>
                                          <p:spTgt spid="2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500" fill="hold"/>
                                        <p:tgtEl>
                                          <p:spTgt spid="29"/>
                                        </p:tgtEl>
                                        <p:attrNameLst>
                                          <p:attrName>ppt_x</p:attrName>
                                        </p:attrNameLst>
                                      </p:cBhvr>
                                      <p:tavLst>
                                        <p:tav tm="0">
                                          <p:val>
                                            <p:strVal val="#ppt_x"/>
                                          </p:val>
                                        </p:tav>
                                        <p:tav tm="100000">
                                          <p:val>
                                            <p:strVal val="#ppt_x"/>
                                          </p:val>
                                        </p:tav>
                                      </p:tavLst>
                                    </p:anim>
                                    <p:anim calcmode="lin" valueType="num">
                                      <p:cBhvr additive="base">
                                        <p:cTn id="42" dur="500" fill="hold"/>
                                        <p:tgtEl>
                                          <p:spTgt spid="2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anim calcmode="lin" valueType="num">
                                      <p:cBhvr additive="base">
                                        <p:cTn id="45" dur="500" fill="hold"/>
                                        <p:tgtEl>
                                          <p:spTgt spid="30"/>
                                        </p:tgtEl>
                                        <p:attrNameLst>
                                          <p:attrName>ppt_x</p:attrName>
                                        </p:attrNameLst>
                                      </p:cBhvr>
                                      <p:tavLst>
                                        <p:tav tm="0">
                                          <p:val>
                                            <p:strVal val="#ppt_x"/>
                                          </p:val>
                                        </p:tav>
                                        <p:tav tm="100000">
                                          <p:val>
                                            <p:strVal val="#ppt_x"/>
                                          </p:val>
                                        </p:tav>
                                      </p:tavLst>
                                    </p:anim>
                                    <p:anim calcmode="lin" valueType="num">
                                      <p:cBhvr additive="base">
                                        <p:cTn id="46" dur="500" fill="hold"/>
                                        <p:tgtEl>
                                          <p:spTgt spid="3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 calcmode="lin" valueType="num">
                                      <p:cBhvr additive="base">
                                        <p:cTn id="49" dur="500" fill="hold"/>
                                        <p:tgtEl>
                                          <p:spTgt spid="31"/>
                                        </p:tgtEl>
                                        <p:attrNameLst>
                                          <p:attrName>ppt_x</p:attrName>
                                        </p:attrNameLst>
                                      </p:cBhvr>
                                      <p:tavLst>
                                        <p:tav tm="0">
                                          <p:val>
                                            <p:strVal val="#ppt_x"/>
                                          </p:val>
                                        </p:tav>
                                        <p:tav tm="100000">
                                          <p:val>
                                            <p:strVal val="#ppt_x"/>
                                          </p:val>
                                        </p:tav>
                                      </p:tavLst>
                                    </p:anim>
                                    <p:anim calcmode="lin" valueType="num">
                                      <p:cBhvr additive="base">
                                        <p:cTn id="50" dur="500" fill="hold"/>
                                        <p:tgtEl>
                                          <p:spTgt spid="31"/>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 calcmode="lin" valueType="num">
                                      <p:cBhvr additive="base">
                                        <p:cTn id="53" dur="500" fill="hold"/>
                                        <p:tgtEl>
                                          <p:spTgt spid="32"/>
                                        </p:tgtEl>
                                        <p:attrNameLst>
                                          <p:attrName>ppt_x</p:attrName>
                                        </p:attrNameLst>
                                      </p:cBhvr>
                                      <p:tavLst>
                                        <p:tav tm="0">
                                          <p:val>
                                            <p:strVal val="#ppt_x"/>
                                          </p:val>
                                        </p:tav>
                                        <p:tav tm="100000">
                                          <p:val>
                                            <p:strVal val="#ppt_x"/>
                                          </p:val>
                                        </p:tav>
                                      </p:tavLst>
                                    </p:anim>
                                    <p:anim calcmode="lin" valueType="num">
                                      <p:cBhvr additive="base">
                                        <p:cTn id="54" dur="500" fill="hold"/>
                                        <p:tgtEl>
                                          <p:spTgt spid="32"/>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ppt_x"/>
                                          </p:val>
                                        </p:tav>
                                        <p:tav tm="100000">
                                          <p:val>
                                            <p:strVal val="#ppt_x"/>
                                          </p:val>
                                        </p:tav>
                                      </p:tavLst>
                                    </p:anim>
                                    <p:anim calcmode="lin" valueType="num">
                                      <p:cBhvr additive="base">
                                        <p:cTn id="58" dur="500" fill="hold"/>
                                        <p:tgtEl>
                                          <p:spTgt spid="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 calcmode="lin" valueType="num">
                                      <p:cBhvr additive="base">
                                        <p:cTn id="61" dur="500" fill="hold"/>
                                        <p:tgtEl>
                                          <p:spTgt spid="33"/>
                                        </p:tgtEl>
                                        <p:attrNameLst>
                                          <p:attrName>ppt_x</p:attrName>
                                        </p:attrNameLst>
                                      </p:cBhvr>
                                      <p:tavLst>
                                        <p:tav tm="0">
                                          <p:val>
                                            <p:strVal val="#ppt_x"/>
                                          </p:val>
                                        </p:tav>
                                        <p:tav tm="100000">
                                          <p:val>
                                            <p:strVal val="#ppt_x"/>
                                          </p:val>
                                        </p:tav>
                                      </p:tavLst>
                                    </p:anim>
                                    <p:anim calcmode="lin" valueType="num">
                                      <p:cBhvr additive="base">
                                        <p:cTn id="62" dur="500" fill="hold"/>
                                        <p:tgtEl>
                                          <p:spTgt spid="33"/>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 calcmode="lin" valueType="num">
                                      <p:cBhvr additive="base">
                                        <p:cTn id="65" dur="500" fill="hold"/>
                                        <p:tgtEl>
                                          <p:spTgt spid="34"/>
                                        </p:tgtEl>
                                        <p:attrNameLst>
                                          <p:attrName>ppt_x</p:attrName>
                                        </p:attrNameLst>
                                      </p:cBhvr>
                                      <p:tavLst>
                                        <p:tav tm="0">
                                          <p:val>
                                            <p:strVal val="#ppt_x"/>
                                          </p:val>
                                        </p:tav>
                                        <p:tav tm="100000">
                                          <p:val>
                                            <p:strVal val="#ppt_x"/>
                                          </p:val>
                                        </p:tav>
                                      </p:tavLst>
                                    </p:anim>
                                    <p:anim calcmode="lin" valueType="num">
                                      <p:cBhvr additive="base">
                                        <p:cTn id="66" dur="500" fill="hold"/>
                                        <p:tgtEl>
                                          <p:spTgt spid="34"/>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 calcmode="lin" valueType="num">
                                      <p:cBhvr additive="base">
                                        <p:cTn id="69" dur="500" fill="hold"/>
                                        <p:tgtEl>
                                          <p:spTgt spid="35"/>
                                        </p:tgtEl>
                                        <p:attrNameLst>
                                          <p:attrName>ppt_x</p:attrName>
                                        </p:attrNameLst>
                                      </p:cBhvr>
                                      <p:tavLst>
                                        <p:tav tm="0">
                                          <p:val>
                                            <p:strVal val="#ppt_x"/>
                                          </p:val>
                                        </p:tav>
                                        <p:tav tm="100000">
                                          <p:val>
                                            <p:strVal val="#ppt_x"/>
                                          </p:val>
                                        </p:tav>
                                      </p:tavLst>
                                    </p:anim>
                                    <p:anim calcmode="lin" valueType="num">
                                      <p:cBhvr additive="base">
                                        <p:cTn id="70" dur="500" fill="hold"/>
                                        <p:tgtEl>
                                          <p:spTgt spid="35"/>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ppt_x"/>
                                          </p:val>
                                        </p:tav>
                                        <p:tav tm="100000">
                                          <p:val>
                                            <p:strVal val="#ppt_x"/>
                                          </p:val>
                                        </p:tav>
                                      </p:tavLst>
                                    </p:anim>
                                    <p:anim calcmode="lin" valueType="num">
                                      <p:cBhvr additive="base">
                                        <p:cTn id="74" dur="500" fill="hold"/>
                                        <p:tgtEl>
                                          <p:spTgt spid="36"/>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 calcmode="lin" valueType="num">
                                      <p:cBhvr additive="base">
                                        <p:cTn id="77" dur="500" fill="hold"/>
                                        <p:tgtEl>
                                          <p:spTgt spid="37"/>
                                        </p:tgtEl>
                                        <p:attrNameLst>
                                          <p:attrName>ppt_x</p:attrName>
                                        </p:attrNameLst>
                                      </p:cBhvr>
                                      <p:tavLst>
                                        <p:tav tm="0">
                                          <p:val>
                                            <p:strVal val="#ppt_x"/>
                                          </p:val>
                                        </p:tav>
                                        <p:tav tm="100000">
                                          <p:val>
                                            <p:strVal val="#ppt_x"/>
                                          </p:val>
                                        </p:tav>
                                      </p:tavLst>
                                    </p:anim>
                                    <p:anim calcmode="lin" valueType="num">
                                      <p:cBhvr additive="base">
                                        <p:cTn id="78" dur="500" fill="hold"/>
                                        <p:tgtEl>
                                          <p:spTgt spid="37"/>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 calcmode="lin" valueType="num">
                                      <p:cBhvr additive="base">
                                        <p:cTn id="81" dur="500" fill="hold"/>
                                        <p:tgtEl>
                                          <p:spTgt spid="38"/>
                                        </p:tgtEl>
                                        <p:attrNameLst>
                                          <p:attrName>ppt_x</p:attrName>
                                        </p:attrNameLst>
                                      </p:cBhvr>
                                      <p:tavLst>
                                        <p:tav tm="0">
                                          <p:val>
                                            <p:strVal val="#ppt_x"/>
                                          </p:val>
                                        </p:tav>
                                        <p:tav tm="100000">
                                          <p:val>
                                            <p:strVal val="#ppt_x"/>
                                          </p:val>
                                        </p:tav>
                                      </p:tavLst>
                                    </p:anim>
                                    <p:anim calcmode="lin" valueType="num">
                                      <p:cBhvr additive="base">
                                        <p:cTn id="82" dur="500" fill="hold"/>
                                        <p:tgtEl>
                                          <p:spTgt spid="38"/>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5"/>
                                        </p:tgtEl>
                                        <p:attrNameLst>
                                          <p:attrName>style.visibility</p:attrName>
                                        </p:attrNameLst>
                                      </p:cBhvr>
                                      <p:to>
                                        <p:strVal val="visible"/>
                                      </p:to>
                                    </p:set>
                                    <p:anim calcmode="lin" valueType="num">
                                      <p:cBhvr additive="base">
                                        <p:cTn id="85" dur="500" fill="hold"/>
                                        <p:tgtEl>
                                          <p:spTgt spid="5"/>
                                        </p:tgtEl>
                                        <p:attrNameLst>
                                          <p:attrName>ppt_x</p:attrName>
                                        </p:attrNameLst>
                                      </p:cBhvr>
                                      <p:tavLst>
                                        <p:tav tm="0">
                                          <p:val>
                                            <p:strVal val="#ppt_x"/>
                                          </p:val>
                                        </p:tav>
                                        <p:tav tm="100000">
                                          <p:val>
                                            <p:strVal val="#ppt_x"/>
                                          </p:val>
                                        </p:tav>
                                      </p:tavLst>
                                    </p:anim>
                                    <p:anim calcmode="lin" valueType="num">
                                      <p:cBhvr additive="base">
                                        <p:cTn id="86" dur="500" fill="hold"/>
                                        <p:tgtEl>
                                          <p:spTgt spid="5"/>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 calcmode="lin" valueType="num">
                                      <p:cBhvr additive="base">
                                        <p:cTn id="89" dur="500" fill="hold"/>
                                        <p:tgtEl>
                                          <p:spTgt spid="39"/>
                                        </p:tgtEl>
                                        <p:attrNameLst>
                                          <p:attrName>ppt_x</p:attrName>
                                        </p:attrNameLst>
                                      </p:cBhvr>
                                      <p:tavLst>
                                        <p:tav tm="0">
                                          <p:val>
                                            <p:strVal val="#ppt_x"/>
                                          </p:val>
                                        </p:tav>
                                        <p:tav tm="100000">
                                          <p:val>
                                            <p:strVal val="#ppt_x"/>
                                          </p:val>
                                        </p:tav>
                                      </p:tavLst>
                                    </p:anim>
                                    <p:anim calcmode="lin" valueType="num">
                                      <p:cBhvr additive="base">
                                        <p:cTn id="90" dur="500" fill="hold"/>
                                        <p:tgtEl>
                                          <p:spTgt spid="39"/>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 calcmode="lin" valueType="num">
                                      <p:cBhvr additive="base">
                                        <p:cTn id="93" dur="500" fill="hold"/>
                                        <p:tgtEl>
                                          <p:spTgt spid="40"/>
                                        </p:tgtEl>
                                        <p:attrNameLst>
                                          <p:attrName>ppt_x</p:attrName>
                                        </p:attrNameLst>
                                      </p:cBhvr>
                                      <p:tavLst>
                                        <p:tav tm="0">
                                          <p:val>
                                            <p:strVal val="#ppt_x"/>
                                          </p:val>
                                        </p:tav>
                                        <p:tav tm="100000">
                                          <p:val>
                                            <p:strVal val="#ppt_x"/>
                                          </p:val>
                                        </p:tav>
                                      </p:tavLst>
                                    </p:anim>
                                    <p:anim calcmode="lin" valueType="num">
                                      <p:cBhvr additive="base">
                                        <p:cTn id="94" dur="500" fill="hold"/>
                                        <p:tgtEl>
                                          <p:spTgt spid="40"/>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 calcmode="lin" valueType="num">
                                      <p:cBhvr additive="base">
                                        <p:cTn id="97" dur="500" fill="hold"/>
                                        <p:tgtEl>
                                          <p:spTgt spid="41"/>
                                        </p:tgtEl>
                                        <p:attrNameLst>
                                          <p:attrName>ppt_x</p:attrName>
                                        </p:attrNameLst>
                                      </p:cBhvr>
                                      <p:tavLst>
                                        <p:tav tm="0">
                                          <p:val>
                                            <p:strVal val="#ppt_x"/>
                                          </p:val>
                                        </p:tav>
                                        <p:tav tm="100000">
                                          <p:val>
                                            <p:strVal val="#ppt_x"/>
                                          </p:val>
                                        </p:tav>
                                      </p:tavLst>
                                    </p:anim>
                                    <p:anim calcmode="lin" valueType="num">
                                      <p:cBhvr additive="base">
                                        <p:cTn id="98" dur="500" fill="hold"/>
                                        <p:tgtEl>
                                          <p:spTgt spid="41"/>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42"/>
                                        </p:tgtEl>
                                        <p:attrNameLst>
                                          <p:attrName>style.visibility</p:attrName>
                                        </p:attrNameLst>
                                      </p:cBhvr>
                                      <p:to>
                                        <p:strVal val="visible"/>
                                      </p:to>
                                    </p:set>
                                    <p:anim calcmode="lin" valueType="num">
                                      <p:cBhvr additive="base">
                                        <p:cTn id="101" dur="500" fill="hold"/>
                                        <p:tgtEl>
                                          <p:spTgt spid="42"/>
                                        </p:tgtEl>
                                        <p:attrNameLst>
                                          <p:attrName>ppt_x</p:attrName>
                                        </p:attrNameLst>
                                      </p:cBhvr>
                                      <p:tavLst>
                                        <p:tav tm="0">
                                          <p:val>
                                            <p:strVal val="#ppt_x"/>
                                          </p:val>
                                        </p:tav>
                                        <p:tav tm="100000">
                                          <p:val>
                                            <p:strVal val="#ppt_x"/>
                                          </p:val>
                                        </p:tav>
                                      </p:tavLst>
                                    </p:anim>
                                    <p:anim calcmode="lin" valueType="num">
                                      <p:cBhvr additive="base">
                                        <p:cTn id="102" dur="500" fill="hold"/>
                                        <p:tgtEl>
                                          <p:spTgt spid="42"/>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43"/>
                                        </p:tgtEl>
                                        <p:attrNameLst>
                                          <p:attrName>style.visibility</p:attrName>
                                        </p:attrNameLst>
                                      </p:cBhvr>
                                      <p:to>
                                        <p:strVal val="visible"/>
                                      </p:to>
                                    </p:set>
                                    <p:anim calcmode="lin" valueType="num">
                                      <p:cBhvr additive="base">
                                        <p:cTn id="105" dur="500" fill="hold"/>
                                        <p:tgtEl>
                                          <p:spTgt spid="43"/>
                                        </p:tgtEl>
                                        <p:attrNameLst>
                                          <p:attrName>ppt_x</p:attrName>
                                        </p:attrNameLst>
                                      </p:cBhvr>
                                      <p:tavLst>
                                        <p:tav tm="0">
                                          <p:val>
                                            <p:strVal val="#ppt_x"/>
                                          </p:val>
                                        </p:tav>
                                        <p:tav tm="100000">
                                          <p:val>
                                            <p:strVal val="#ppt_x"/>
                                          </p:val>
                                        </p:tav>
                                      </p:tavLst>
                                    </p:anim>
                                    <p:anim calcmode="lin" valueType="num">
                                      <p:cBhvr additive="base">
                                        <p:cTn id="106" dur="500" fill="hold"/>
                                        <p:tgtEl>
                                          <p:spTgt spid="43"/>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44"/>
                                        </p:tgtEl>
                                        <p:attrNameLst>
                                          <p:attrName>style.visibility</p:attrName>
                                        </p:attrNameLst>
                                      </p:cBhvr>
                                      <p:to>
                                        <p:strVal val="visible"/>
                                      </p:to>
                                    </p:set>
                                    <p:anim calcmode="lin" valueType="num">
                                      <p:cBhvr additive="base">
                                        <p:cTn id="109" dur="500" fill="hold"/>
                                        <p:tgtEl>
                                          <p:spTgt spid="44"/>
                                        </p:tgtEl>
                                        <p:attrNameLst>
                                          <p:attrName>ppt_x</p:attrName>
                                        </p:attrNameLst>
                                      </p:cBhvr>
                                      <p:tavLst>
                                        <p:tav tm="0">
                                          <p:val>
                                            <p:strVal val="#ppt_x"/>
                                          </p:val>
                                        </p:tav>
                                        <p:tav tm="100000">
                                          <p:val>
                                            <p:strVal val="#ppt_x"/>
                                          </p:val>
                                        </p:tav>
                                      </p:tavLst>
                                    </p:anim>
                                    <p:anim calcmode="lin" valueType="num">
                                      <p:cBhvr additive="base">
                                        <p:cTn id="110" dur="500" fill="hold"/>
                                        <p:tgtEl>
                                          <p:spTgt spid="44"/>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6"/>
                                        </p:tgtEl>
                                        <p:attrNameLst>
                                          <p:attrName>style.visibility</p:attrName>
                                        </p:attrNameLst>
                                      </p:cBhvr>
                                      <p:to>
                                        <p:strVal val="visible"/>
                                      </p:to>
                                    </p:set>
                                    <p:anim calcmode="lin" valueType="num">
                                      <p:cBhvr additive="base">
                                        <p:cTn id="113" dur="500" fill="hold"/>
                                        <p:tgtEl>
                                          <p:spTgt spid="6"/>
                                        </p:tgtEl>
                                        <p:attrNameLst>
                                          <p:attrName>ppt_x</p:attrName>
                                        </p:attrNameLst>
                                      </p:cBhvr>
                                      <p:tavLst>
                                        <p:tav tm="0">
                                          <p:val>
                                            <p:strVal val="#ppt_x"/>
                                          </p:val>
                                        </p:tav>
                                        <p:tav tm="100000">
                                          <p:val>
                                            <p:strVal val="#ppt_x"/>
                                          </p:val>
                                        </p:tav>
                                      </p:tavLst>
                                    </p:anim>
                                    <p:anim calcmode="lin" valueType="num">
                                      <p:cBhvr additive="base">
                                        <p:cTn id="114" dur="500" fill="hold"/>
                                        <p:tgtEl>
                                          <p:spTgt spid="6"/>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45"/>
                                        </p:tgtEl>
                                        <p:attrNameLst>
                                          <p:attrName>style.visibility</p:attrName>
                                        </p:attrNameLst>
                                      </p:cBhvr>
                                      <p:to>
                                        <p:strVal val="visible"/>
                                      </p:to>
                                    </p:set>
                                    <p:anim calcmode="lin" valueType="num">
                                      <p:cBhvr additive="base">
                                        <p:cTn id="117" dur="500" fill="hold"/>
                                        <p:tgtEl>
                                          <p:spTgt spid="45"/>
                                        </p:tgtEl>
                                        <p:attrNameLst>
                                          <p:attrName>ppt_x</p:attrName>
                                        </p:attrNameLst>
                                      </p:cBhvr>
                                      <p:tavLst>
                                        <p:tav tm="0">
                                          <p:val>
                                            <p:strVal val="#ppt_x"/>
                                          </p:val>
                                        </p:tav>
                                        <p:tav tm="100000">
                                          <p:val>
                                            <p:strVal val="#ppt_x"/>
                                          </p:val>
                                        </p:tav>
                                      </p:tavLst>
                                    </p:anim>
                                    <p:anim calcmode="lin" valueType="num">
                                      <p:cBhvr additive="base">
                                        <p:cTn id="118" dur="500" fill="hold"/>
                                        <p:tgtEl>
                                          <p:spTgt spid="45"/>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46"/>
                                        </p:tgtEl>
                                        <p:attrNameLst>
                                          <p:attrName>style.visibility</p:attrName>
                                        </p:attrNameLst>
                                      </p:cBhvr>
                                      <p:to>
                                        <p:strVal val="visible"/>
                                      </p:to>
                                    </p:set>
                                    <p:anim calcmode="lin" valueType="num">
                                      <p:cBhvr additive="base">
                                        <p:cTn id="121" dur="500" fill="hold"/>
                                        <p:tgtEl>
                                          <p:spTgt spid="46"/>
                                        </p:tgtEl>
                                        <p:attrNameLst>
                                          <p:attrName>ppt_x</p:attrName>
                                        </p:attrNameLst>
                                      </p:cBhvr>
                                      <p:tavLst>
                                        <p:tav tm="0">
                                          <p:val>
                                            <p:strVal val="#ppt_x"/>
                                          </p:val>
                                        </p:tav>
                                        <p:tav tm="100000">
                                          <p:val>
                                            <p:strVal val="#ppt_x"/>
                                          </p:val>
                                        </p:tav>
                                      </p:tavLst>
                                    </p:anim>
                                    <p:anim calcmode="lin" valueType="num">
                                      <p:cBhvr additive="base">
                                        <p:cTn id="122" dur="500" fill="hold"/>
                                        <p:tgtEl>
                                          <p:spTgt spid="46"/>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47"/>
                                        </p:tgtEl>
                                        <p:attrNameLst>
                                          <p:attrName>style.visibility</p:attrName>
                                        </p:attrNameLst>
                                      </p:cBhvr>
                                      <p:to>
                                        <p:strVal val="visible"/>
                                      </p:to>
                                    </p:set>
                                    <p:anim calcmode="lin" valueType="num">
                                      <p:cBhvr additive="base">
                                        <p:cTn id="125" dur="500" fill="hold"/>
                                        <p:tgtEl>
                                          <p:spTgt spid="47"/>
                                        </p:tgtEl>
                                        <p:attrNameLst>
                                          <p:attrName>ppt_x</p:attrName>
                                        </p:attrNameLst>
                                      </p:cBhvr>
                                      <p:tavLst>
                                        <p:tav tm="0">
                                          <p:val>
                                            <p:strVal val="#ppt_x"/>
                                          </p:val>
                                        </p:tav>
                                        <p:tav tm="100000">
                                          <p:val>
                                            <p:strVal val="#ppt_x"/>
                                          </p:val>
                                        </p:tav>
                                      </p:tavLst>
                                    </p:anim>
                                    <p:anim calcmode="lin" valueType="num">
                                      <p:cBhvr additive="base">
                                        <p:cTn id="126" dur="500" fill="hold"/>
                                        <p:tgtEl>
                                          <p:spTgt spid="47"/>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48"/>
                                        </p:tgtEl>
                                        <p:attrNameLst>
                                          <p:attrName>style.visibility</p:attrName>
                                        </p:attrNameLst>
                                      </p:cBhvr>
                                      <p:to>
                                        <p:strVal val="visible"/>
                                      </p:to>
                                    </p:set>
                                    <p:anim calcmode="lin" valueType="num">
                                      <p:cBhvr additive="base">
                                        <p:cTn id="129" dur="500" fill="hold"/>
                                        <p:tgtEl>
                                          <p:spTgt spid="48"/>
                                        </p:tgtEl>
                                        <p:attrNameLst>
                                          <p:attrName>ppt_x</p:attrName>
                                        </p:attrNameLst>
                                      </p:cBhvr>
                                      <p:tavLst>
                                        <p:tav tm="0">
                                          <p:val>
                                            <p:strVal val="#ppt_x"/>
                                          </p:val>
                                        </p:tav>
                                        <p:tav tm="100000">
                                          <p:val>
                                            <p:strVal val="#ppt_x"/>
                                          </p:val>
                                        </p:tav>
                                      </p:tavLst>
                                    </p:anim>
                                    <p:anim calcmode="lin" valueType="num">
                                      <p:cBhvr additive="base">
                                        <p:cTn id="130" dur="500" fill="hold"/>
                                        <p:tgtEl>
                                          <p:spTgt spid="48"/>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49"/>
                                        </p:tgtEl>
                                        <p:attrNameLst>
                                          <p:attrName>style.visibility</p:attrName>
                                        </p:attrNameLst>
                                      </p:cBhvr>
                                      <p:to>
                                        <p:strVal val="visible"/>
                                      </p:to>
                                    </p:set>
                                    <p:anim calcmode="lin" valueType="num">
                                      <p:cBhvr additive="base">
                                        <p:cTn id="133" dur="500" fill="hold"/>
                                        <p:tgtEl>
                                          <p:spTgt spid="49"/>
                                        </p:tgtEl>
                                        <p:attrNameLst>
                                          <p:attrName>ppt_x</p:attrName>
                                        </p:attrNameLst>
                                      </p:cBhvr>
                                      <p:tavLst>
                                        <p:tav tm="0">
                                          <p:val>
                                            <p:strVal val="#ppt_x"/>
                                          </p:val>
                                        </p:tav>
                                        <p:tav tm="100000">
                                          <p:val>
                                            <p:strVal val="#ppt_x"/>
                                          </p:val>
                                        </p:tav>
                                      </p:tavLst>
                                    </p:anim>
                                    <p:anim calcmode="lin" valueType="num">
                                      <p:cBhvr additive="base">
                                        <p:cTn id="13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52"/>
                                        </p:tgtEl>
                                        <p:attrNameLst>
                                          <p:attrName>style.visibility</p:attrName>
                                        </p:attrNameLst>
                                      </p:cBhvr>
                                      <p:to>
                                        <p:strVal val="visible"/>
                                      </p:to>
                                    </p:set>
                                    <p:anim calcmode="lin" valueType="num">
                                      <p:cBhvr additive="base">
                                        <p:cTn id="139" dur="500" fill="hold"/>
                                        <p:tgtEl>
                                          <p:spTgt spid="52"/>
                                        </p:tgtEl>
                                        <p:attrNameLst>
                                          <p:attrName>ppt_x</p:attrName>
                                        </p:attrNameLst>
                                      </p:cBhvr>
                                      <p:tavLst>
                                        <p:tav tm="0">
                                          <p:val>
                                            <p:strVal val="#ppt_x"/>
                                          </p:val>
                                        </p:tav>
                                        <p:tav tm="100000">
                                          <p:val>
                                            <p:strVal val="#ppt_x"/>
                                          </p:val>
                                        </p:tav>
                                      </p:tavLst>
                                    </p:anim>
                                    <p:anim calcmode="lin" valueType="num">
                                      <p:cBhvr additive="base">
                                        <p:cTn id="140" dur="500" fill="hold"/>
                                        <p:tgtEl>
                                          <p:spTgt spid="52"/>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53"/>
                                        </p:tgtEl>
                                        <p:attrNameLst>
                                          <p:attrName>style.visibility</p:attrName>
                                        </p:attrNameLst>
                                      </p:cBhvr>
                                      <p:to>
                                        <p:strVal val="visible"/>
                                      </p:to>
                                    </p:set>
                                    <p:anim calcmode="lin" valueType="num">
                                      <p:cBhvr additive="base">
                                        <p:cTn id="143" dur="500" fill="hold"/>
                                        <p:tgtEl>
                                          <p:spTgt spid="53"/>
                                        </p:tgtEl>
                                        <p:attrNameLst>
                                          <p:attrName>ppt_x</p:attrName>
                                        </p:attrNameLst>
                                      </p:cBhvr>
                                      <p:tavLst>
                                        <p:tav tm="0">
                                          <p:val>
                                            <p:strVal val="#ppt_x"/>
                                          </p:val>
                                        </p:tav>
                                        <p:tav tm="100000">
                                          <p:val>
                                            <p:strVal val="#ppt_x"/>
                                          </p:val>
                                        </p:tav>
                                      </p:tavLst>
                                    </p:anim>
                                    <p:anim calcmode="lin" valueType="num">
                                      <p:cBhvr additive="base">
                                        <p:cTn id="144" dur="500" fill="hold"/>
                                        <p:tgtEl>
                                          <p:spTgt spid="53"/>
                                        </p:tgtEl>
                                        <p:attrNameLst>
                                          <p:attrName>ppt_y</p:attrName>
                                        </p:attrNameLst>
                                      </p:cBhvr>
                                      <p:tavLst>
                                        <p:tav tm="0">
                                          <p:val>
                                            <p:strVal val="1+#ppt_h/2"/>
                                          </p:val>
                                        </p:tav>
                                        <p:tav tm="100000">
                                          <p:val>
                                            <p:strVal val="#ppt_y"/>
                                          </p:val>
                                        </p:tav>
                                      </p:tavLst>
                                    </p:anim>
                                  </p:childTnLst>
                                </p:cTn>
                              </p:par>
                              <p:par>
                                <p:cTn id="145" presetID="2" presetClass="entr" presetSubtype="4" fill="hold" grpId="0" nodeType="withEffect">
                                  <p:stCondLst>
                                    <p:cond delay="0"/>
                                  </p:stCondLst>
                                  <p:childTnLst>
                                    <p:set>
                                      <p:cBhvr>
                                        <p:cTn id="146" dur="1" fill="hold">
                                          <p:stCondLst>
                                            <p:cond delay="0"/>
                                          </p:stCondLst>
                                        </p:cTn>
                                        <p:tgtEl>
                                          <p:spTgt spid="50"/>
                                        </p:tgtEl>
                                        <p:attrNameLst>
                                          <p:attrName>style.visibility</p:attrName>
                                        </p:attrNameLst>
                                      </p:cBhvr>
                                      <p:to>
                                        <p:strVal val="visible"/>
                                      </p:to>
                                    </p:set>
                                    <p:anim calcmode="lin" valueType="num">
                                      <p:cBhvr additive="base">
                                        <p:cTn id="147" dur="500" fill="hold"/>
                                        <p:tgtEl>
                                          <p:spTgt spid="50"/>
                                        </p:tgtEl>
                                        <p:attrNameLst>
                                          <p:attrName>ppt_x</p:attrName>
                                        </p:attrNameLst>
                                      </p:cBhvr>
                                      <p:tavLst>
                                        <p:tav tm="0">
                                          <p:val>
                                            <p:strVal val="#ppt_x"/>
                                          </p:val>
                                        </p:tav>
                                        <p:tav tm="100000">
                                          <p:val>
                                            <p:strVal val="#ppt_x"/>
                                          </p:val>
                                        </p:tav>
                                      </p:tavLst>
                                    </p:anim>
                                    <p:anim calcmode="lin" valueType="num">
                                      <p:cBhvr additive="base">
                                        <p:cTn id="148" dur="500" fill="hold"/>
                                        <p:tgtEl>
                                          <p:spTgt spid="50"/>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51"/>
                                        </p:tgtEl>
                                        <p:attrNameLst>
                                          <p:attrName>style.visibility</p:attrName>
                                        </p:attrNameLst>
                                      </p:cBhvr>
                                      <p:to>
                                        <p:strVal val="visible"/>
                                      </p:to>
                                    </p:set>
                                    <p:anim calcmode="lin" valueType="num">
                                      <p:cBhvr additive="base">
                                        <p:cTn id="151" dur="500" fill="hold"/>
                                        <p:tgtEl>
                                          <p:spTgt spid="51"/>
                                        </p:tgtEl>
                                        <p:attrNameLst>
                                          <p:attrName>ppt_x</p:attrName>
                                        </p:attrNameLst>
                                      </p:cBhvr>
                                      <p:tavLst>
                                        <p:tav tm="0">
                                          <p:val>
                                            <p:strVal val="#ppt_x"/>
                                          </p:val>
                                        </p:tav>
                                        <p:tav tm="100000">
                                          <p:val>
                                            <p:strVal val="#ppt_x"/>
                                          </p:val>
                                        </p:tav>
                                      </p:tavLst>
                                    </p:anim>
                                    <p:anim calcmode="lin" valueType="num">
                                      <p:cBhvr additive="base">
                                        <p:cTn id="152" dur="500" fill="hold"/>
                                        <p:tgtEl>
                                          <p:spTgt spid="51"/>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55"/>
                                        </p:tgtEl>
                                        <p:attrNameLst>
                                          <p:attrName>style.visibility</p:attrName>
                                        </p:attrNameLst>
                                      </p:cBhvr>
                                      <p:to>
                                        <p:strVal val="visible"/>
                                      </p:to>
                                    </p:set>
                                    <p:anim calcmode="lin" valueType="num">
                                      <p:cBhvr additive="base">
                                        <p:cTn id="155" dur="500" fill="hold"/>
                                        <p:tgtEl>
                                          <p:spTgt spid="55"/>
                                        </p:tgtEl>
                                        <p:attrNameLst>
                                          <p:attrName>ppt_x</p:attrName>
                                        </p:attrNameLst>
                                      </p:cBhvr>
                                      <p:tavLst>
                                        <p:tav tm="0">
                                          <p:val>
                                            <p:strVal val="#ppt_x"/>
                                          </p:val>
                                        </p:tav>
                                        <p:tav tm="100000">
                                          <p:val>
                                            <p:strVal val="#ppt_x"/>
                                          </p:val>
                                        </p:tav>
                                      </p:tavLst>
                                    </p:anim>
                                    <p:anim calcmode="lin" valueType="num">
                                      <p:cBhvr additive="base">
                                        <p:cTn id="156" dur="500" fill="hold"/>
                                        <p:tgtEl>
                                          <p:spTgt spid="55"/>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54"/>
                                        </p:tgtEl>
                                        <p:attrNameLst>
                                          <p:attrName>style.visibility</p:attrName>
                                        </p:attrNameLst>
                                      </p:cBhvr>
                                      <p:to>
                                        <p:strVal val="visible"/>
                                      </p:to>
                                    </p:set>
                                    <p:anim calcmode="lin" valueType="num">
                                      <p:cBhvr additive="base">
                                        <p:cTn id="159" dur="500" fill="hold"/>
                                        <p:tgtEl>
                                          <p:spTgt spid="54"/>
                                        </p:tgtEl>
                                        <p:attrNameLst>
                                          <p:attrName>ppt_x</p:attrName>
                                        </p:attrNameLst>
                                      </p:cBhvr>
                                      <p:tavLst>
                                        <p:tav tm="0">
                                          <p:val>
                                            <p:strVal val="#ppt_x"/>
                                          </p:val>
                                        </p:tav>
                                        <p:tav tm="100000">
                                          <p:val>
                                            <p:strVal val="#ppt_x"/>
                                          </p:val>
                                        </p:tav>
                                      </p:tavLst>
                                    </p:anim>
                                    <p:anim calcmode="lin" valueType="num">
                                      <p:cBhvr additive="base">
                                        <p:cTn id="160"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2" presetClass="entr" presetSubtype="4" fill="hold" grpId="0" nodeType="clickEffect">
                                  <p:stCondLst>
                                    <p:cond delay="0"/>
                                  </p:stCondLst>
                                  <p:childTnLst>
                                    <p:set>
                                      <p:cBhvr>
                                        <p:cTn id="164" dur="1" fill="hold">
                                          <p:stCondLst>
                                            <p:cond delay="0"/>
                                          </p:stCondLst>
                                        </p:cTn>
                                        <p:tgtEl>
                                          <p:spTgt spid="74"/>
                                        </p:tgtEl>
                                        <p:attrNameLst>
                                          <p:attrName>style.visibility</p:attrName>
                                        </p:attrNameLst>
                                      </p:cBhvr>
                                      <p:to>
                                        <p:strVal val="visible"/>
                                      </p:to>
                                    </p:set>
                                    <p:anim calcmode="lin" valueType="num">
                                      <p:cBhvr additive="base">
                                        <p:cTn id="165" dur="500" fill="hold"/>
                                        <p:tgtEl>
                                          <p:spTgt spid="74"/>
                                        </p:tgtEl>
                                        <p:attrNameLst>
                                          <p:attrName>ppt_x</p:attrName>
                                        </p:attrNameLst>
                                      </p:cBhvr>
                                      <p:tavLst>
                                        <p:tav tm="0">
                                          <p:val>
                                            <p:strVal val="#ppt_x"/>
                                          </p:val>
                                        </p:tav>
                                        <p:tav tm="100000">
                                          <p:val>
                                            <p:strVal val="#ppt_x"/>
                                          </p:val>
                                        </p:tav>
                                      </p:tavLst>
                                    </p:anim>
                                    <p:anim calcmode="lin" valueType="num">
                                      <p:cBhvr additive="base">
                                        <p:cTn id="166" dur="500" fill="hold"/>
                                        <p:tgtEl>
                                          <p:spTgt spid="74"/>
                                        </p:tgtEl>
                                        <p:attrNameLst>
                                          <p:attrName>ppt_y</p:attrName>
                                        </p:attrNameLst>
                                      </p:cBhvr>
                                      <p:tavLst>
                                        <p:tav tm="0">
                                          <p:val>
                                            <p:strVal val="1+#ppt_h/2"/>
                                          </p:val>
                                        </p:tav>
                                        <p:tav tm="100000">
                                          <p:val>
                                            <p:strVal val="#ppt_y"/>
                                          </p:val>
                                        </p:tav>
                                      </p:tavLst>
                                    </p:anim>
                                  </p:childTnLst>
                                </p:cTn>
                              </p:par>
                              <p:par>
                                <p:cTn id="167" presetID="2" presetClass="entr" presetSubtype="4" fill="hold" grpId="0" nodeType="withEffect">
                                  <p:stCondLst>
                                    <p:cond delay="0"/>
                                  </p:stCondLst>
                                  <p:childTnLst>
                                    <p:set>
                                      <p:cBhvr>
                                        <p:cTn id="168" dur="1" fill="hold">
                                          <p:stCondLst>
                                            <p:cond delay="0"/>
                                          </p:stCondLst>
                                        </p:cTn>
                                        <p:tgtEl>
                                          <p:spTgt spid="75"/>
                                        </p:tgtEl>
                                        <p:attrNameLst>
                                          <p:attrName>style.visibility</p:attrName>
                                        </p:attrNameLst>
                                      </p:cBhvr>
                                      <p:to>
                                        <p:strVal val="visible"/>
                                      </p:to>
                                    </p:set>
                                    <p:anim calcmode="lin" valueType="num">
                                      <p:cBhvr additive="base">
                                        <p:cTn id="169" dur="500" fill="hold"/>
                                        <p:tgtEl>
                                          <p:spTgt spid="75"/>
                                        </p:tgtEl>
                                        <p:attrNameLst>
                                          <p:attrName>ppt_x</p:attrName>
                                        </p:attrNameLst>
                                      </p:cBhvr>
                                      <p:tavLst>
                                        <p:tav tm="0">
                                          <p:val>
                                            <p:strVal val="#ppt_x"/>
                                          </p:val>
                                        </p:tav>
                                        <p:tav tm="100000">
                                          <p:val>
                                            <p:strVal val="#ppt_x"/>
                                          </p:val>
                                        </p:tav>
                                      </p:tavLst>
                                    </p:anim>
                                    <p:anim calcmode="lin" valueType="num">
                                      <p:cBhvr additive="base">
                                        <p:cTn id="170" dur="500" fill="hold"/>
                                        <p:tgtEl>
                                          <p:spTgt spid="75"/>
                                        </p:tgtEl>
                                        <p:attrNameLst>
                                          <p:attrName>ppt_y</p:attrName>
                                        </p:attrNameLst>
                                      </p:cBhvr>
                                      <p:tavLst>
                                        <p:tav tm="0">
                                          <p:val>
                                            <p:strVal val="1+#ppt_h/2"/>
                                          </p:val>
                                        </p:tav>
                                        <p:tav tm="100000">
                                          <p:val>
                                            <p:strVal val="#ppt_y"/>
                                          </p:val>
                                        </p:tav>
                                      </p:tavLst>
                                    </p:anim>
                                  </p:childTnLst>
                                </p:cTn>
                              </p:par>
                              <p:par>
                                <p:cTn id="171" presetID="2" presetClass="entr" presetSubtype="4" fill="hold" grpId="0" nodeType="withEffect">
                                  <p:stCondLst>
                                    <p:cond delay="0"/>
                                  </p:stCondLst>
                                  <p:childTnLst>
                                    <p:set>
                                      <p:cBhvr>
                                        <p:cTn id="172" dur="1" fill="hold">
                                          <p:stCondLst>
                                            <p:cond delay="0"/>
                                          </p:stCondLst>
                                        </p:cTn>
                                        <p:tgtEl>
                                          <p:spTgt spid="70"/>
                                        </p:tgtEl>
                                        <p:attrNameLst>
                                          <p:attrName>style.visibility</p:attrName>
                                        </p:attrNameLst>
                                      </p:cBhvr>
                                      <p:to>
                                        <p:strVal val="visible"/>
                                      </p:to>
                                    </p:set>
                                    <p:anim calcmode="lin" valueType="num">
                                      <p:cBhvr additive="base">
                                        <p:cTn id="173" dur="500" fill="hold"/>
                                        <p:tgtEl>
                                          <p:spTgt spid="70"/>
                                        </p:tgtEl>
                                        <p:attrNameLst>
                                          <p:attrName>ppt_x</p:attrName>
                                        </p:attrNameLst>
                                      </p:cBhvr>
                                      <p:tavLst>
                                        <p:tav tm="0">
                                          <p:val>
                                            <p:strVal val="#ppt_x"/>
                                          </p:val>
                                        </p:tav>
                                        <p:tav tm="100000">
                                          <p:val>
                                            <p:strVal val="#ppt_x"/>
                                          </p:val>
                                        </p:tav>
                                      </p:tavLst>
                                    </p:anim>
                                    <p:anim calcmode="lin" valueType="num">
                                      <p:cBhvr additive="base">
                                        <p:cTn id="174" dur="500" fill="hold"/>
                                        <p:tgtEl>
                                          <p:spTgt spid="70"/>
                                        </p:tgtEl>
                                        <p:attrNameLst>
                                          <p:attrName>ppt_y</p:attrName>
                                        </p:attrNameLst>
                                      </p:cBhvr>
                                      <p:tavLst>
                                        <p:tav tm="0">
                                          <p:val>
                                            <p:strVal val="1+#ppt_h/2"/>
                                          </p:val>
                                        </p:tav>
                                        <p:tav tm="100000">
                                          <p:val>
                                            <p:strVal val="#ppt_y"/>
                                          </p:val>
                                        </p:tav>
                                      </p:tavLst>
                                    </p:anim>
                                  </p:childTnLst>
                                </p:cTn>
                              </p:par>
                              <p:par>
                                <p:cTn id="175" presetID="2" presetClass="entr" presetSubtype="4" fill="hold" grpId="0" nodeType="withEffect">
                                  <p:stCondLst>
                                    <p:cond delay="0"/>
                                  </p:stCondLst>
                                  <p:childTnLst>
                                    <p:set>
                                      <p:cBhvr>
                                        <p:cTn id="176" dur="1" fill="hold">
                                          <p:stCondLst>
                                            <p:cond delay="0"/>
                                          </p:stCondLst>
                                        </p:cTn>
                                        <p:tgtEl>
                                          <p:spTgt spid="76"/>
                                        </p:tgtEl>
                                        <p:attrNameLst>
                                          <p:attrName>style.visibility</p:attrName>
                                        </p:attrNameLst>
                                      </p:cBhvr>
                                      <p:to>
                                        <p:strVal val="visible"/>
                                      </p:to>
                                    </p:set>
                                    <p:anim calcmode="lin" valueType="num">
                                      <p:cBhvr additive="base">
                                        <p:cTn id="177" dur="500" fill="hold"/>
                                        <p:tgtEl>
                                          <p:spTgt spid="76"/>
                                        </p:tgtEl>
                                        <p:attrNameLst>
                                          <p:attrName>ppt_x</p:attrName>
                                        </p:attrNameLst>
                                      </p:cBhvr>
                                      <p:tavLst>
                                        <p:tav tm="0">
                                          <p:val>
                                            <p:strVal val="#ppt_x"/>
                                          </p:val>
                                        </p:tav>
                                        <p:tav tm="100000">
                                          <p:val>
                                            <p:strVal val="#ppt_x"/>
                                          </p:val>
                                        </p:tav>
                                      </p:tavLst>
                                    </p:anim>
                                    <p:anim calcmode="lin" valueType="num">
                                      <p:cBhvr additive="base">
                                        <p:cTn id="178" dur="500" fill="hold"/>
                                        <p:tgtEl>
                                          <p:spTgt spid="76"/>
                                        </p:tgtEl>
                                        <p:attrNameLst>
                                          <p:attrName>ppt_y</p:attrName>
                                        </p:attrNameLst>
                                      </p:cBhvr>
                                      <p:tavLst>
                                        <p:tav tm="0">
                                          <p:val>
                                            <p:strVal val="1+#ppt_h/2"/>
                                          </p:val>
                                        </p:tav>
                                        <p:tav tm="100000">
                                          <p:val>
                                            <p:strVal val="#ppt_y"/>
                                          </p:val>
                                        </p:tav>
                                      </p:tavLst>
                                    </p:anim>
                                  </p:childTnLst>
                                </p:cTn>
                              </p:par>
                              <p:par>
                                <p:cTn id="179" presetID="2" presetClass="entr" presetSubtype="4" fill="hold" grpId="0" nodeType="withEffect">
                                  <p:stCondLst>
                                    <p:cond delay="0"/>
                                  </p:stCondLst>
                                  <p:childTnLst>
                                    <p:set>
                                      <p:cBhvr>
                                        <p:cTn id="180" dur="1" fill="hold">
                                          <p:stCondLst>
                                            <p:cond delay="0"/>
                                          </p:stCondLst>
                                        </p:cTn>
                                        <p:tgtEl>
                                          <p:spTgt spid="71"/>
                                        </p:tgtEl>
                                        <p:attrNameLst>
                                          <p:attrName>style.visibility</p:attrName>
                                        </p:attrNameLst>
                                      </p:cBhvr>
                                      <p:to>
                                        <p:strVal val="visible"/>
                                      </p:to>
                                    </p:set>
                                    <p:anim calcmode="lin" valueType="num">
                                      <p:cBhvr additive="base">
                                        <p:cTn id="181" dur="500" fill="hold"/>
                                        <p:tgtEl>
                                          <p:spTgt spid="71"/>
                                        </p:tgtEl>
                                        <p:attrNameLst>
                                          <p:attrName>ppt_x</p:attrName>
                                        </p:attrNameLst>
                                      </p:cBhvr>
                                      <p:tavLst>
                                        <p:tav tm="0">
                                          <p:val>
                                            <p:strVal val="#ppt_x"/>
                                          </p:val>
                                        </p:tav>
                                        <p:tav tm="100000">
                                          <p:val>
                                            <p:strVal val="#ppt_x"/>
                                          </p:val>
                                        </p:tav>
                                      </p:tavLst>
                                    </p:anim>
                                    <p:anim calcmode="lin" valueType="num">
                                      <p:cBhvr additive="base">
                                        <p:cTn id="182" dur="500" fill="hold"/>
                                        <p:tgtEl>
                                          <p:spTgt spid="71"/>
                                        </p:tgtEl>
                                        <p:attrNameLst>
                                          <p:attrName>ppt_y</p:attrName>
                                        </p:attrNameLst>
                                      </p:cBhvr>
                                      <p:tavLst>
                                        <p:tav tm="0">
                                          <p:val>
                                            <p:strVal val="1+#ppt_h/2"/>
                                          </p:val>
                                        </p:tav>
                                        <p:tav tm="100000">
                                          <p:val>
                                            <p:strVal val="#ppt_y"/>
                                          </p:val>
                                        </p:tav>
                                      </p:tavLst>
                                    </p:anim>
                                  </p:childTnLst>
                                </p:cTn>
                              </p:par>
                              <p:par>
                                <p:cTn id="183" presetID="2" presetClass="entr" presetSubtype="4" fill="hold" grpId="0" nodeType="withEffect">
                                  <p:stCondLst>
                                    <p:cond delay="0"/>
                                  </p:stCondLst>
                                  <p:childTnLst>
                                    <p:set>
                                      <p:cBhvr>
                                        <p:cTn id="184" dur="1" fill="hold">
                                          <p:stCondLst>
                                            <p:cond delay="0"/>
                                          </p:stCondLst>
                                        </p:cTn>
                                        <p:tgtEl>
                                          <p:spTgt spid="72"/>
                                        </p:tgtEl>
                                        <p:attrNameLst>
                                          <p:attrName>style.visibility</p:attrName>
                                        </p:attrNameLst>
                                      </p:cBhvr>
                                      <p:to>
                                        <p:strVal val="visible"/>
                                      </p:to>
                                    </p:set>
                                    <p:anim calcmode="lin" valueType="num">
                                      <p:cBhvr additive="base">
                                        <p:cTn id="185" dur="500" fill="hold"/>
                                        <p:tgtEl>
                                          <p:spTgt spid="72"/>
                                        </p:tgtEl>
                                        <p:attrNameLst>
                                          <p:attrName>ppt_x</p:attrName>
                                        </p:attrNameLst>
                                      </p:cBhvr>
                                      <p:tavLst>
                                        <p:tav tm="0">
                                          <p:val>
                                            <p:strVal val="#ppt_x"/>
                                          </p:val>
                                        </p:tav>
                                        <p:tav tm="100000">
                                          <p:val>
                                            <p:strVal val="#ppt_x"/>
                                          </p:val>
                                        </p:tav>
                                      </p:tavLst>
                                    </p:anim>
                                    <p:anim calcmode="lin" valueType="num">
                                      <p:cBhvr additive="base">
                                        <p:cTn id="186" dur="500" fill="hold"/>
                                        <p:tgtEl>
                                          <p:spTgt spid="72"/>
                                        </p:tgtEl>
                                        <p:attrNameLst>
                                          <p:attrName>ppt_y</p:attrName>
                                        </p:attrNameLst>
                                      </p:cBhvr>
                                      <p:tavLst>
                                        <p:tav tm="0">
                                          <p:val>
                                            <p:strVal val="1+#ppt_h/2"/>
                                          </p:val>
                                        </p:tav>
                                        <p:tav tm="100000">
                                          <p:val>
                                            <p:strVal val="#ppt_y"/>
                                          </p:val>
                                        </p:tav>
                                      </p:tavLst>
                                    </p:anim>
                                  </p:childTnLst>
                                </p:cTn>
                              </p:par>
                              <p:par>
                                <p:cTn id="187" presetID="2" presetClass="entr" presetSubtype="4" fill="hold" grpId="0" nodeType="withEffect">
                                  <p:stCondLst>
                                    <p:cond delay="0"/>
                                  </p:stCondLst>
                                  <p:childTnLst>
                                    <p:set>
                                      <p:cBhvr>
                                        <p:cTn id="188" dur="1" fill="hold">
                                          <p:stCondLst>
                                            <p:cond delay="0"/>
                                          </p:stCondLst>
                                        </p:cTn>
                                        <p:tgtEl>
                                          <p:spTgt spid="73"/>
                                        </p:tgtEl>
                                        <p:attrNameLst>
                                          <p:attrName>style.visibility</p:attrName>
                                        </p:attrNameLst>
                                      </p:cBhvr>
                                      <p:to>
                                        <p:strVal val="visible"/>
                                      </p:to>
                                    </p:set>
                                    <p:anim calcmode="lin" valueType="num">
                                      <p:cBhvr additive="base">
                                        <p:cTn id="189" dur="500" fill="hold"/>
                                        <p:tgtEl>
                                          <p:spTgt spid="73"/>
                                        </p:tgtEl>
                                        <p:attrNameLst>
                                          <p:attrName>ppt_x</p:attrName>
                                        </p:attrNameLst>
                                      </p:cBhvr>
                                      <p:tavLst>
                                        <p:tav tm="0">
                                          <p:val>
                                            <p:strVal val="#ppt_x"/>
                                          </p:val>
                                        </p:tav>
                                        <p:tav tm="100000">
                                          <p:val>
                                            <p:strVal val="#ppt_x"/>
                                          </p:val>
                                        </p:tav>
                                      </p:tavLst>
                                    </p:anim>
                                    <p:anim calcmode="lin" valueType="num">
                                      <p:cBhvr additive="base">
                                        <p:cTn id="190"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2" presetClass="entr" presetSubtype="4" fill="hold" grpId="0" nodeType="clickEffect">
                                  <p:stCondLst>
                                    <p:cond delay="0"/>
                                  </p:stCondLst>
                                  <p:childTnLst>
                                    <p:set>
                                      <p:cBhvr>
                                        <p:cTn id="194" dur="1" fill="hold">
                                          <p:stCondLst>
                                            <p:cond delay="0"/>
                                          </p:stCondLst>
                                        </p:cTn>
                                        <p:tgtEl>
                                          <p:spTgt spid="56"/>
                                        </p:tgtEl>
                                        <p:attrNameLst>
                                          <p:attrName>style.visibility</p:attrName>
                                        </p:attrNameLst>
                                      </p:cBhvr>
                                      <p:to>
                                        <p:strVal val="visible"/>
                                      </p:to>
                                    </p:set>
                                    <p:anim calcmode="lin" valueType="num">
                                      <p:cBhvr additive="base">
                                        <p:cTn id="195" dur="500" fill="hold"/>
                                        <p:tgtEl>
                                          <p:spTgt spid="56"/>
                                        </p:tgtEl>
                                        <p:attrNameLst>
                                          <p:attrName>ppt_x</p:attrName>
                                        </p:attrNameLst>
                                      </p:cBhvr>
                                      <p:tavLst>
                                        <p:tav tm="0">
                                          <p:val>
                                            <p:strVal val="#ppt_x"/>
                                          </p:val>
                                        </p:tav>
                                        <p:tav tm="100000">
                                          <p:val>
                                            <p:strVal val="#ppt_x"/>
                                          </p:val>
                                        </p:tav>
                                      </p:tavLst>
                                    </p:anim>
                                    <p:anim calcmode="lin" valueType="num">
                                      <p:cBhvr additive="base">
                                        <p:cTn id="196" dur="500" fill="hold"/>
                                        <p:tgtEl>
                                          <p:spTgt spid="56"/>
                                        </p:tgtEl>
                                        <p:attrNameLst>
                                          <p:attrName>ppt_y</p:attrName>
                                        </p:attrNameLst>
                                      </p:cBhvr>
                                      <p:tavLst>
                                        <p:tav tm="0">
                                          <p:val>
                                            <p:strVal val="1+#ppt_h/2"/>
                                          </p:val>
                                        </p:tav>
                                        <p:tav tm="100000">
                                          <p:val>
                                            <p:strVal val="#ppt_y"/>
                                          </p:val>
                                        </p:tav>
                                      </p:tavLst>
                                    </p:anim>
                                  </p:childTnLst>
                                </p:cTn>
                              </p:par>
                              <p:par>
                                <p:cTn id="197" presetID="2" presetClass="entr" presetSubtype="4" fill="hold" grpId="0" nodeType="withEffect">
                                  <p:stCondLst>
                                    <p:cond delay="0"/>
                                  </p:stCondLst>
                                  <p:childTnLst>
                                    <p:set>
                                      <p:cBhvr>
                                        <p:cTn id="198" dur="1" fill="hold">
                                          <p:stCondLst>
                                            <p:cond delay="0"/>
                                          </p:stCondLst>
                                        </p:cTn>
                                        <p:tgtEl>
                                          <p:spTgt spid="57"/>
                                        </p:tgtEl>
                                        <p:attrNameLst>
                                          <p:attrName>style.visibility</p:attrName>
                                        </p:attrNameLst>
                                      </p:cBhvr>
                                      <p:to>
                                        <p:strVal val="visible"/>
                                      </p:to>
                                    </p:set>
                                    <p:anim calcmode="lin" valueType="num">
                                      <p:cBhvr additive="base">
                                        <p:cTn id="199" dur="500" fill="hold"/>
                                        <p:tgtEl>
                                          <p:spTgt spid="57"/>
                                        </p:tgtEl>
                                        <p:attrNameLst>
                                          <p:attrName>ppt_x</p:attrName>
                                        </p:attrNameLst>
                                      </p:cBhvr>
                                      <p:tavLst>
                                        <p:tav tm="0">
                                          <p:val>
                                            <p:strVal val="#ppt_x"/>
                                          </p:val>
                                        </p:tav>
                                        <p:tav tm="100000">
                                          <p:val>
                                            <p:strVal val="#ppt_x"/>
                                          </p:val>
                                        </p:tav>
                                      </p:tavLst>
                                    </p:anim>
                                    <p:anim calcmode="lin" valueType="num">
                                      <p:cBhvr additive="base">
                                        <p:cTn id="200" dur="500" fill="hold"/>
                                        <p:tgtEl>
                                          <p:spTgt spid="57"/>
                                        </p:tgtEl>
                                        <p:attrNameLst>
                                          <p:attrName>ppt_y</p:attrName>
                                        </p:attrNameLst>
                                      </p:cBhvr>
                                      <p:tavLst>
                                        <p:tav tm="0">
                                          <p:val>
                                            <p:strVal val="1+#ppt_h/2"/>
                                          </p:val>
                                        </p:tav>
                                        <p:tav tm="100000">
                                          <p:val>
                                            <p:strVal val="#ppt_y"/>
                                          </p:val>
                                        </p:tav>
                                      </p:tavLst>
                                    </p:anim>
                                  </p:childTnLst>
                                </p:cTn>
                              </p:par>
                              <p:par>
                                <p:cTn id="201" presetID="2" presetClass="entr" presetSubtype="4" fill="hold" grpId="0" nodeType="withEffect">
                                  <p:stCondLst>
                                    <p:cond delay="0"/>
                                  </p:stCondLst>
                                  <p:childTnLst>
                                    <p:set>
                                      <p:cBhvr>
                                        <p:cTn id="202" dur="1" fill="hold">
                                          <p:stCondLst>
                                            <p:cond delay="0"/>
                                          </p:stCondLst>
                                        </p:cTn>
                                        <p:tgtEl>
                                          <p:spTgt spid="58"/>
                                        </p:tgtEl>
                                        <p:attrNameLst>
                                          <p:attrName>style.visibility</p:attrName>
                                        </p:attrNameLst>
                                      </p:cBhvr>
                                      <p:to>
                                        <p:strVal val="visible"/>
                                      </p:to>
                                    </p:set>
                                    <p:anim calcmode="lin" valueType="num">
                                      <p:cBhvr additive="base">
                                        <p:cTn id="203" dur="500" fill="hold"/>
                                        <p:tgtEl>
                                          <p:spTgt spid="58"/>
                                        </p:tgtEl>
                                        <p:attrNameLst>
                                          <p:attrName>ppt_x</p:attrName>
                                        </p:attrNameLst>
                                      </p:cBhvr>
                                      <p:tavLst>
                                        <p:tav tm="0">
                                          <p:val>
                                            <p:strVal val="#ppt_x"/>
                                          </p:val>
                                        </p:tav>
                                        <p:tav tm="100000">
                                          <p:val>
                                            <p:strVal val="#ppt_x"/>
                                          </p:val>
                                        </p:tav>
                                      </p:tavLst>
                                    </p:anim>
                                    <p:anim calcmode="lin" valueType="num">
                                      <p:cBhvr additive="base">
                                        <p:cTn id="204" dur="500" fill="hold"/>
                                        <p:tgtEl>
                                          <p:spTgt spid="58"/>
                                        </p:tgtEl>
                                        <p:attrNameLst>
                                          <p:attrName>ppt_y</p:attrName>
                                        </p:attrNameLst>
                                      </p:cBhvr>
                                      <p:tavLst>
                                        <p:tav tm="0">
                                          <p:val>
                                            <p:strVal val="1+#ppt_h/2"/>
                                          </p:val>
                                        </p:tav>
                                        <p:tav tm="100000">
                                          <p:val>
                                            <p:strVal val="#ppt_y"/>
                                          </p:val>
                                        </p:tav>
                                      </p:tavLst>
                                    </p:anim>
                                  </p:childTnLst>
                                </p:cTn>
                              </p:par>
                              <p:par>
                                <p:cTn id="205" presetID="2" presetClass="entr" presetSubtype="4" fill="hold" grpId="0" nodeType="withEffect">
                                  <p:stCondLst>
                                    <p:cond delay="0"/>
                                  </p:stCondLst>
                                  <p:childTnLst>
                                    <p:set>
                                      <p:cBhvr>
                                        <p:cTn id="206" dur="1" fill="hold">
                                          <p:stCondLst>
                                            <p:cond delay="0"/>
                                          </p:stCondLst>
                                        </p:cTn>
                                        <p:tgtEl>
                                          <p:spTgt spid="59"/>
                                        </p:tgtEl>
                                        <p:attrNameLst>
                                          <p:attrName>style.visibility</p:attrName>
                                        </p:attrNameLst>
                                      </p:cBhvr>
                                      <p:to>
                                        <p:strVal val="visible"/>
                                      </p:to>
                                    </p:set>
                                    <p:anim calcmode="lin" valueType="num">
                                      <p:cBhvr additive="base">
                                        <p:cTn id="207" dur="500" fill="hold"/>
                                        <p:tgtEl>
                                          <p:spTgt spid="59"/>
                                        </p:tgtEl>
                                        <p:attrNameLst>
                                          <p:attrName>ppt_x</p:attrName>
                                        </p:attrNameLst>
                                      </p:cBhvr>
                                      <p:tavLst>
                                        <p:tav tm="0">
                                          <p:val>
                                            <p:strVal val="#ppt_x"/>
                                          </p:val>
                                        </p:tav>
                                        <p:tav tm="100000">
                                          <p:val>
                                            <p:strVal val="#ppt_x"/>
                                          </p:val>
                                        </p:tav>
                                      </p:tavLst>
                                    </p:anim>
                                    <p:anim calcmode="lin" valueType="num">
                                      <p:cBhvr additive="base">
                                        <p:cTn id="208" dur="500" fill="hold"/>
                                        <p:tgtEl>
                                          <p:spTgt spid="59"/>
                                        </p:tgtEl>
                                        <p:attrNameLst>
                                          <p:attrName>ppt_y</p:attrName>
                                        </p:attrNameLst>
                                      </p:cBhvr>
                                      <p:tavLst>
                                        <p:tav tm="0">
                                          <p:val>
                                            <p:strVal val="1+#ppt_h/2"/>
                                          </p:val>
                                        </p:tav>
                                        <p:tav tm="100000">
                                          <p:val>
                                            <p:strVal val="#ppt_y"/>
                                          </p:val>
                                        </p:tav>
                                      </p:tavLst>
                                    </p:anim>
                                  </p:childTnLst>
                                </p:cTn>
                              </p:par>
                              <p:par>
                                <p:cTn id="209" presetID="2" presetClass="entr" presetSubtype="4" fill="hold" grpId="0" nodeType="withEffect">
                                  <p:stCondLst>
                                    <p:cond delay="0"/>
                                  </p:stCondLst>
                                  <p:childTnLst>
                                    <p:set>
                                      <p:cBhvr>
                                        <p:cTn id="210" dur="1" fill="hold">
                                          <p:stCondLst>
                                            <p:cond delay="0"/>
                                          </p:stCondLst>
                                        </p:cTn>
                                        <p:tgtEl>
                                          <p:spTgt spid="60"/>
                                        </p:tgtEl>
                                        <p:attrNameLst>
                                          <p:attrName>style.visibility</p:attrName>
                                        </p:attrNameLst>
                                      </p:cBhvr>
                                      <p:to>
                                        <p:strVal val="visible"/>
                                      </p:to>
                                    </p:set>
                                    <p:anim calcmode="lin" valueType="num">
                                      <p:cBhvr additive="base">
                                        <p:cTn id="211" dur="500" fill="hold"/>
                                        <p:tgtEl>
                                          <p:spTgt spid="60"/>
                                        </p:tgtEl>
                                        <p:attrNameLst>
                                          <p:attrName>ppt_x</p:attrName>
                                        </p:attrNameLst>
                                      </p:cBhvr>
                                      <p:tavLst>
                                        <p:tav tm="0">
                                          <p:val>
                                            <p:strVal val="#ppt_x"/>
                                          </p:val>
                                        </p:tav>
                                        <p:tav tm="100000">
                                          <p:val>
                                            <p:strVal val="#ppt_x"/>
                                          </p:val>
                                        </p:tav>
                                      </p:tavLst>
                                    </p:anim>
                                    <p:anim calcmode="lin" valueType="num">
                                      <p:cBhvr additive="base">
                                        <p:cTn id="212" dur="500" fill="hold"/>
                                        <p:tgtEl>
                                          <p:spTgt spid="60"/>
                                        </p:tgtEl>
                                        <p:attrNameLst>
                                          <p:attrName>ppt_y</p:attrName>
                                        </p:attrNameLst>
                                      </p:cBhvr>
                                      <p:tavLst>
                                        <p:tav tm="0">
                                          <p:val>
                                            <p:strVal val="1+#ppt_h/2"/>
                                          </p:val>
                                        </p:tav>
                                        <p:tav tm="100000">
                                          <p:val>
                                            <p:strVal val="#ppt_y"/>
                                          </p:val>
                                        </p:tav>
                                      </p:tavLst>
                                    </p:anim>
                                  </p:childTnLst>
                                </p:cTn>
                              </p:par>
                              <p:par>
                                <p:cTn id="213" presetID="2" presetClass="entr" presetSubtype="4" fill="hold" grpId="0" nodeType="withEffect">
                                  <p:stCondLst>
                                    <p:cond delay="0"/>
                                  </p:stCondLst>
                                  <p:childTnLst>
                                    <p:set>
                                      <p:cBhvr>
                                        <p:cTn id="214" dur="1" fill="hold">
                                          <p:stCondLst>
                                            <p:cond delay="0"/>
                                          </p:stCondLst>
                                        </p:cTn>
                                        <p:tgtEl>
                                          <p:spTgt spid="61"/>
                                        </p:tgtEl>
                                        <p:attrNameLst>
                                          <p:attrName>style.visibility</p:attrName>
                                        </p:attrNameLst>
                                      </p:cBhvr>
                                      <p:to>
                                        <p:strVal val="visible"/>
                                      </p:to>
                                    </p:set>
                                    <p:anim calcmode="lin" valueType="num">
                                      <p:cBhvr additive="base">
                                        <p:cTn id="215" dur="500" fill="hold"/>
                                        <p:tgtEl>
                                          <p:spTgt spid="61"/>
                                        </p:tgtEl>
                                        <p:attrNameLst>
                                          <p:attrName>ppt_x</p:attrName>
                                        </p:attrNameLst>
                                      </p:cBhvr>
                                      <p:tavLst>
                                        <p:tav tm="0">
                                          <p:val>
                                            <p:strVal val="#ppt_x"/>
                                          </p:val>
                                        </p:tav>
                                        <p:tav tm="100000">
                                          <p:val>
                                            <p:strVal val="#ppt_x"/>
                                          </p:val>
                                        </p:tav>
                                      </p:tavLst>
                                    </p:anim>
                                    <p:anim calcmode="lin" valueType="num">
                                      <p:cBhvr additive="base">
                                        <p:cTn id="216" dur="500" fill="hold"/>
                                        <p:tgtEl>
                                          <p:spTgt spid="61"/>
                                        </p:tgtEl>
                                        <p:attrNameLst>
                                          <p:attrName>ppt_y</p:attrName>
                                        </p:attrNameLst>
                                      </p:cBhvr>
                                      <p:tavLst>
                                        <p:tav tm="0">
                                          <p:val>
                                            <p:strVal val="1+#ppt_h/2"/>
                                          </p:val>
                                        </p:tav>
                                        <p:tav tm="100000">
                                          <p:val>
                                            <p:strVal val="#ppt_y"/>
                                          </p:val>
                                        </p:tav>
                                      </p:tavLst>
                                    </p:anim>
                                  </p:childTnLst>
                                </p:cTn>
                              </p:par>
                              <p:par>
                                <p:cTn id="217" presetID="2" presetClass="entr" presetSubtype="4" fill="hold" grpId="0" nodeType="withEffect">
                                  <p:stCondLst>
                                    <p:cond delay="0"/>
                                  </p:stCondLst>
                                  <p:childTnLst>
                                    <p:set>
                                      <p:cBhvr>
                                        <p:cTn id="218" dur="1" fill="hold">
                                          <p:stCondLst>
                                            <p:cond delay="0"/>
                                          </p:stCondLst>
                                        </p:cTn>
                                        <p:tgtEl>
                                          <p:spTgt spid="62"/>
                                        </p:tgtEl>
                                        <p:attrNameLst>
                                          <p:attrName>style.visibility</p:attrName>
                                        </p:attrNameLst>
                                      </p:cBhvr>
                                      <p:to>
                                        <p:strVal val="visible"/>
                                      </p:to>
                                    </p:set>
                                    <p:anim calcmode="lin" valueType="num">
                                      <p:cBhvr additive="base">
                                        <p:cTn id="219" dur="500" fill="hold"/>
                                        <p:tgtEl>
                                          <p:spTgt spid="62"/>
                                        </p:tgtEl>
                                        <p:attrNameLst>
                                          <p:attrName>ppt_x</p:attrName>
                                        </p:attrNameLst>
                                      </p:cBhvr>
                                      <p:tavLst>
                                        <p:tav tm="0">
                                          <p:val>
                                            <p:strVal val="#ppt_x"/>
                                          </p:val>
                                        </p:tav>
                                        <p:tav tm="100000">
                                          <p:val>
                                            <p:strVal val="#ppt_x"/>
                                          </p:val>
                                        </p:tav>
                                      </p:tavLst>
                                    </p:anim>
                                    <p:anim calcmode="lin" valueType="num">
                                      <p:cBhvr additive="base">
                                        <p:cTn id="220"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221" fill="hold">
                      <p:stCondLst>
                        <p:cond delay="indefinite"/>
                      </p:stCondLst>
                      <p:childTnLst>
                        <p:par>
                          <p:cTn id="222" fill="hold">
                            <p:stCondLst>
                              <p:cond delay="0"/>
                            </p:stCondLst>
                            <p:childTnLst>
                              <p:par>
                                <p:cTn id="223" presetID="2" presetClass="entr" presetSubtype="4" fill="hold" grpId="0" nodeType="clickEffect">
                                  <p:stCondLst>
                                    <p:cond delay="0"/>
                                  </p:stCondLst>
                                  <p:childTnLst>
                                    <p:set>
                                      <p:cBhvr>
                                        <p:cTn id="224" dur="1" fill="hold">
                                          <p:stCondLst>
                                            <p:cond delay="0"/>
                                          </p:stCondLst>
                                        </p:cTn>
                                        <p:tgtEl>
                                          <p:spTgt spid="63"/>
                                        </p:tgtEl>
                                        <p:attrNameLst>
                                          <p:attrName>style.visibility</p:attrName>
                                        </p:attrNameLst>
                                      </p:cBhvr>
                                      <p:to>
                                        <p:strVal val="visible"/>
                                      </p:to>
                                    </p:set>
                                    <p:anim calcmode="lin" valueType="num">
                                      <p:cBhvr additive="base">
                                        <p:cTn id="225" dur="500" fill="hold"/>
                                        <p:tgtEl>
                                          <p:spTgt spid="63"/>
                                        </p:tgtEl>
                                        <p:attrNameLst>
                                          <p:attrName>ppt_x</p:attrName>
                                        </p:attrNameLst>
                                      </p:cBhvr>
                                      <p:tavLst>
                                        <p:tav tm="0">
                                          <p:val>
                                            <p:strVal val="#ppt_x"/>
                                          </p:val>
                                        </p:tav>
                                        <p:tav tm="100000">
                                          <p:val>
                                            <p:strVal val="#ppt_x"/>
                                          </p:val>
                                        </p:tav>
                                      </p:tavLst>
                                    </p:anim>
                                    <p:anim calcmode="lin" valueType="num">
                                      <p:cBhvr additive="base">
                                        <p:cTn id="226" dur="500" fill="hold"/>
                                        <p:tgtEl>
                                          <p:spTgt spid="63"/>
                                        </p:tgtEl>
                                        <p:attrNameLst>
                                          <p:attrName>ppt_y</p:attrName>
                                        </p:attrNameLst>
                                      </p:cBhvr>
                                      <p:tavLst>
                                        <p:tav tm="0">
                                          <p:val>
                                            <p:strVal val="1+#ppt_h/2"/>
                                          </p:val>
                                        </p:tav>
                                        <p:tav tm="100000">
                                          <p:val>
                                            <p:strVal val="#ppt_y"/>
                                          </p:val>
                                        </p:tav>
                                      </p:tavLst>
                                    </p:anim>
                                  </p:childTnLst>
                                </p:cTn>
                              </p:par>
                              <p:par>
                                <p:cTn id="227" presetID="2" presetClass="entr" presetSubtype="4" fill="hold" grpId="0" nodeType="withEffect">
                                  <p:stCondLst>
                                    <p:cond delay="0"/>
                                  </p:stCondLst>
                                  <p:childTnLst>
                                    <p:set>
                                      <p:cBhvr>
                                        <p:cTn id="228" dur="1" fill="hold">
                                          <p:stCondLst>
                                            <p:cond delay="0"/>
                                          </p:stCondLst>
                                        </p:cTn>
                                        <p:tgtEl>
                                          <p:spTgt spid="64"/>
                                        </p:tgtEl>
                                        <p:attrNameLst>
                                          <p:attrName>style.visibility</p:attrName>
                                        </p:attrNameLst>
                                      </p:cBhvr>
                                      <p:to>
                                        <p:strVal val="visible"/>
                                      </p:to>
                                    </p:set>
                                    <p:anim calcmode="lin" valueType="num">
                                      <p:cBhvr additive="base">
                                        <p:cTn id="229" dur="500" fill="hold"/>
                                        <p:tgtEl>
                                          <p:spTgt spid="64"/>
                                        </p:tgtEl>
                                        <p:attrNameLst>
                                          <p:attrName>ppt_x</p:attrName>
                                        </p:attrNameLst>
                                      </p:cBhvr>
                                      <p:tavLst>
                                        <p:tav tm="0">
                                          <p:val>
                                            <p:strVal val="#ppt_x"/>
                                          </p:val>
                                        </p:tav>
                                        <p:tav tm="100000">
                                          <p:val>
                                            <p:strVal val="#ppt_x"/>
                                          </p:val>
                                        </p:tav>
                                      </p:tavLst>
                                    </p:anim>
                                    <p:anim calcmode="lin" valueType="num">
                                      <p:cBhvr additive="base">
                                        <p:cTn id="230" dur="500" fill="hold"/>
                                        <p:tgtEl>
                                          <p:spTgt spid="64"/>
                                        </p:tgtEl>
                                        <p:attrNameLst>
                                          <p:attrName>ppt_y</p:attrName>
                                        </p:attrNameLst>
                                      </p:cBhvr>
                                      <p:tavLst>
                                        <p:tav tm="0">
                                          <p:val>
                                            <p:strVal val="1+#ppt_h/2"/>
                                          </p:val>
                                        </p:tav>
                                        <p:tav tm="100000">
                                          <p:val>
                                            <p:strVal val="#ppt_y"/>
                                          </p:val>
                                        </p:tav>
                                      </p:tavLst>
                                    </p:anim>
                                  </p:childTnLst>
                                </p:cTn>
                              </p:par>
                              <p:par>
                                <p:cTn id="231" presetID="2" presetClass="entr" presetSubtype="4" fill="hold" grpId="0" nodeType="withEffect">
                                  <p:stCondLst>
                                    <p:cond delay="0"/>
                                  </p:stCondLst>
                                  <p:childTnLst>
                                    <p:set>
                                      <p:cBhvr>
                                        <p:cTn id="232" dur="1" fill="hold">
                                          <p:stCondLst>
                                            <p:cond delay="0"/>
                                          </p:stCondLst>
                                        </p:cTn>
                                        <p:tgtEl>
                                          <p:spTgt spid="65"/>
                                        </p:tgtEl>
                                        <p:attrNameLst>
                                          <p:attrName>style.visibility</p:attrName>
                                        </p:attrNameLst>
                                      </p:cBhvr>
                                      <p:to>
                                        <p:strVal val="visible"/>
                                      </p:to>
                                    </p:set>
                                    <p:anim calcmode="lin" valueType="num">
                                      <p:cBhvr additive="base">
                                        <p:cTn id="233" dur="500" fill="hold"/>
                                        <p:tgtEl>
                                          <p:spTgt spid="65"/>
                                        </p:tgtEl>
                                        <p:attrNameLst>
                                          <p:attrName>ppt_x</p:attrName>
                                        </p:attrNameLst>
                                      </p:cBhvr>
                                      <p:tavLst>
                                        <p:tav tm="0">
                                          <p:val>
                                            <p:strVal val="#ppt_x"/>
                                          </p:val>
                                        </p:tav>
                                        <p:tav tm="100000">
                                          <p:val>
                                            <p:strVal val="#ppt_x"/>
                                          </p:val>
                                        </p:tav>
                                      </p:tavLst>
                                    </p:anim>
                                    <p:anim calcmode="lin" valueType="num">
                                      <p:cBhvr additive="base">
                                        <p:cTn id="234" dur="500" fill="hold"/>
                                        <p:tgtEl>
                                          <p:spTgt spid="65"/>
                                        </p:tgtEl>
                                        <p:attrNameLst>
                                          <p:attrName>ppt_y</p:attrName>
                                        </p:attrNameLst>
                                      </p:cBhvr>
                                      <p:tavLst>
                                        <p:tav tm="0">
                                          <p:val>
                                            <p:strVal val="1+#ppt_h/2"/>
                                          </p:val>
                                        </p:tav>
                                        <p:tav tm="100000">
                                          <p:val>
                                            <p:strVal val="#ppt_y"/>
                                          </p:val>
                                        </p:tav>
                                      </p:tavLst>
                                    </p:anim>
                                  </p:childTnLst>
                                </p:cTn>
                              </p:par>
                              <p:par>
                                <p:cTn id="235" presetID="2" presetClass="entr" presetSubtype="4" fill="hold" grpId="0" nodeType="withEffect">
                                  <p:stCondLst>
                                    <p:cond delay="0"/>
                                  </p:stCondLst>
                                  <p:childTnLst>
                                    <p:set>
                                      <p:cBhvr>
                                        <p:cTn id="236" dur="1" fill="hold">
                                          <p:stCondLst>
                                            <p:cond delay="0"/>
                                          </p:stCondLst>
                                        </p:cTn>
                                        <p:tgtEl>
                                          <p:spTgt spid="66"/>
                                        </p:tgtEl>
                                        <p:attrNameLst>
                                          <p:attrName>style.visibility</p:attrName>
                                        </p:attrNameLst>
                                      </p:cBhvr>
                                      <p:to>
                                        <p:strVal val="visible"/>
                                      </p:to>
                                    </p:set>
                                    <p:anim calcmode="lin" valueType="num">
                                      <p:cBhvr additive="base">
                                        <p:cTn id="237" dur="500" fill="hold"/>
                                        <p:tgtEl>
                                          <p:spTgt spid="66"/>
                                        </p:tgtEl>
                                        <p:attrNameLst>
                                          <p:attrName>ppt_x</p:attrName>
                                        </p:attrNameLst>
                                      </p:cBhvr>
                                      <p:tavLst>
                                        <p:tav tm="0">
                                          <p:val>
                                            <p:strVal val="#ppt_x"/>
                                          </p:val>
                                        </p:tav>
                                        <p:tav tm="100000">
                                          <p:val>
                                            <p:strVal val="#ppt_x"/>
                                          </p:val>
                                        </p:tav>
                                      </p:tavLst>
                                    </p:anim>
                                    <p:anim calcmode="lin" valueType="num">
                                      <p:cBhvr additive="base">
                                        <p:cTn id="238" dur="500" fill="hold"/>
                                        <p:tgtEl>
                                          <p:spTgt spid="66"/>
                                        </p:tgtEl>
                                        <p:attrNameLst>
                                          <p:attrName>ppt_y</p:attrName>
                                        </p:attrNameLst>
                                      </p:cBhvr>
                                      <p:tavLst>
                                        <p:tav tm="0">
                                          <p:val>
                                            <p:strVal val="1+#ppt_h/2"/>
                                          </p:val>
                                        </p:tav>
                                        <p:tav tm="100000">
                                          <p:val>
                                            <p:strVal val="#ppt_y"/>
                                          </p:val>
                                        </p:tav>
                                      </p:tavLst>
                                    </p:anim>
                                  </p:childTnLst>
                                </p:cTn>
                              </p:par>
                              <p:par>
                                <p:cTn id="239" presetID="2" presetClass="entr" presetSubtype="4" fill="hold" grpId="0" nodeType="withEffect">
                                  <p:stCondLst>
                                    <p:cond delay="0"/>
                                  </p:stCondLst>
                                  <p:childTnLst>
                                    <p:set>
                                      <p:cBhvr>
                                        <p:cTn id="240" dur="1" fill="hold">
                                          <p:stCondLst>
                                            <p:cond delay="0"/>
                                          </p:stCondLst>
                                        </p:cTn>
                                        <p:tgtEl>
                                          <p:spTgt spid="67"/>
                                        </p:tgtEl>
                                        <p:attrNameLst>
                                          <p:attrName>style.visibility</p:attrName>
                                        </p:attrNameLst>
                                      </p:cBhvr>
                                      <p:to>
                                        <p:strVal val="visible"/>
                                      </p:to>
                                    </p:set>
                                    <p:anim calcmode="lin" valueType="num">
                                      <p:cBhvr additive="base">
                                        <p:cTn id="241" dur="500" fill="hold"/>
                                        <p:tgtEl>
                                          <p:spTgt spid="67"/>
                                        </p:tgtEl>
                                        <p:attrNameLst>
                                          <p:attrName>ppt_x</p:attrName>
                                        </p:attrNameLst>
                                      </p:cBhvr>
                                      <p:tavLst>
                                        <p:tav tm="0">
                                          <p:val>
                                            <p:strVal val="#ppt_x"/>
                                          </p:val>
                                        </p:tav>
                                        <p:tav tm="100000">
                                          <p:val>
                                            <p:strVal val="#ppt_x"/>
                                          </p:val>
                                        </p:tav>
                                      </p:tavLst>
                                    </p:anim>
                                    <p:anim calcmode="lin" valueType="num">
                                      <p:cBhvr additive="base">
                                        <p:cTn id="242" dur="500" fill="hold"/>
                                        <p:tgtEl>
                                          <p:spTgt spid="67"/>
                                        </p:tgtEl>
                                        <p:attrNameLst>
                                          <p:attrName>ppt_y</p:attrName>
                                        </p:attrNameLst>
                                      </p:cBhvr>
                                      <p:tavLst>
                                        <p:tav tm="0">
                                          <p:val>
                                            <p:strVal val="1+#ppt_h/2"/>
                                          </p:val>
                                        </p:tav>
                                        <p:tav tm="100000">
                                          <p:val>
                                            <p:strVal val="#ppt_y"/>
                                          </p:val>
                                        </p:tav>
                                      </p:tavLst>
                                    </p:anim>
                                  </p:childTnLst>
                                </p:cTn>
                              </p:par>
                              <p:par>
                                <p:cTn id="243" presetID="2" presetClass="entr" presetSubtype="4" fill="hold" grpId="0" nodeType="withEffect">
                                  <p:stCondLst>
                                    <p:cond delay="0"/>
                                  </p:stCondLst>
                                  <p:childTnLst>
                                    <p:set>
                                      <p:cBhvr>
                                        <p:cTn id="244" dur="1" fill="hold">
                                          <p:stCondLst>
                                            <p:cond delay="0"/>
                                          </p:stCondLst>
                                        </p:cTn>
                                        <p:tgtEl>
                                          <p:spTgt spid="68"/>
                                        </p:tgtEl>
                                        <p:attrNameLst>
                                          <p:attrName>style.visibility</p:attrName>
                                        </p:attrNameLst>
                                      </p:cBhvr>
                                      <p:to>
                                        <p:strVal val="visible"/>
                                      </p:to>
                                    </p:set>
                                    <p:anim calcmode="lin" valueType="num">
                                      <p:cBhvr additive="base">
                                        <p:cTn id="245" dur="500" fill="hold"/>
                                        <p:tgtEl>
                                          <p:spTgt spid="68"/>
                                        </p:tgtEl>
                                        <p:attrNameLst>
                                          <p:attrName>ppt_x</p:attrName>
                                        </p:attrNameLst>
                                      </p:cBhvr>
                                      <p:tavLst>
                                        <p:tav tm="0">
                                          <p:val>
                                            <p:strVal val="#ppt_x"/>
                                          </p:val>
                                        </p:tav>
                                        <p:tav tm="100000">
                                          <p:val>
                                            <p:strVal val="#ppt_x"/>
                                          </p:val>
                                        </p:tav>
                                      </p:tavLst>
                                    </p:anim>
                                    <p:anim calcmode="lin" valueType="num">
                                      <p:cBhvr additive="base">
                                        <p:cTn id="246" dur="500" fill="hold"/>
                                        <p:tgtEl>
                                          <p:spTgt spid="68"/>
                                        </p:tgtEl>
                                        <p:attrNameLst>
                                          <p:attrName>ppt_y</p:attrName>
                                        </p:attrNameLst>
                                      </p:cBhvr>
                                      <p:tavLst>
                                        <p:tav tm="0">
                                          <p:val>
                                            <p:strVal val="1+#ppt_h/2"/>
                                          </p:val>
                                        </p:tav>
                                        <p:tav tm="100000">
                                          <p:val>
                                            <p:strVal val="#ppt_y"/>
                                          </p:val>
                                        </p:tav>
                                      </p:tavLst>
                                    </p:anim>
                                  </p:childTnLst>
                                </p:cTn>
                              </p:par>
                              <p:par>
                                <p:cTn id="247" presetID="2" presetClass="entr" presetSubtype="4" fill="hold" grpId="0" nodeType="withEffect">
                                  <p:stCondLst>
                                    <p:cond delay="0"/>
                                  </p:stCondLst>
                                  <p:childTnLst>
                                    <p:set>
                                      <p:cBhvr>
                                        <p:cTn id="248" dur="1" fill="hold">
                                          <p:stCondLst>
                                            <p:cond delay="0"/>
                                          </p:stCondLst>
                                        </p:cTn>
                                        <p:tgtEl>
                                          <p:spTgt spid="69"/>
                                        </p:tgtEl>
                                        <p:attrNameLst>
                                          <p:attrName>style.visibility</p:attrName>
                                        </p:attrNameLst>
                                      </p:cBhvr>
                                      <p:to>
                                        <p:strVal val="visible"/>
                                      </p:to>
                                    </p:set>
                                    <p:anim calcmode="lin" valueType="num">
                                      <p:cBhvr additive="base">
                                        <p:cTn id="249" dur="500" fill="hold"/>
                                        <p:tgtEl>
                                          <p:spTgt spid="69"/>
                                        </p:tgtEl>
                                        <p:attrNameLst>
                                          <p:attrName>ppt_x</p:attrName>
                                        </p:attrNameLst>
                                      </p:cBhvr>
                                      <p:tavLst>
                                        <p:tav tm="0">
                                          <p:val>
                                            <p:strVal val="#ppt_x"/>
                                          </p:val>
                                        </p:tav>
                                        <p:tav tm="100000">
                                          <p:val>
                                            <p:strVal val="#ppt_x"/>
                                          </p:val>
                                        </p:tav>
                                      </p:tavLst>
                                    </p:anim>
                                    <p:anim calcmode="lin" valueType="num">
                                      <p:cBhvr additive="base">
                                        <p:cTn id="250"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26" grpId="0" animBg="1"/>
      <p:bldP spid="2" grpId="0" animBg="1"/>
      <p:bldP spid="27" grpId="0" animBg="1"/>
      <p:bldP spid="28" grpId="0" animBg="1"/>
      <p:bldP spid="29" grpId="0" animBg="1"/>
      <p:bldP spid="30" grpId="0" animBg="1"/>
      <p:bldP spid="31" grpId="0" animBg="1"/>
      <p:bldP spid="32" grpId="0" animBg="1"/>
      <p:bldP spid="4" grpId="0" animBg="1"/>
      <p:bldP spid="33" grpId="0" animBg="1"/>
      <p:bldP spid="34" grpId="0" animBg="1"/>
      <p:bldP spid="35" grpId="0" animBg="1"/>
      <p:bldP spid="36" grpId="0" animBg="1"/>
      <p:bldP spid="37" grpId="0" animBg="1"/>
      <p:bldP spid="38" grpId="0" animBg="1"/>
      <p:bldP spid="5" grpId="0" animBg="1"/>
      <p:bldP spid="39" grpId="0" animBg="1"/>
      <p:bldP spid="40" grpId="0" animBg="1"/>
      <p:bldP spid="41" grpId="0" animBg="1"/>
      <p:bldP spid="42" grpId="0" animBg="1"/>
      <p:bldP spid="43" grpId="0" animBg="1"/>
      <p:bldP spid="44" grpId="0" animBg="1"/>
      <p:bldP spid="6"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p:bldP spid="7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IN" dirty="0"/>
              <a:t> Machine Learning Process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708229"/>
          </a:xfrm>
        </p:spPr>
        <p:txBody>
          <a:bodyPr/>
          <a:lstStyle/>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r>
              <a:rPr lang="en-US" dirty="0" smtClean="0"/>
              <a:t>The </a:t>
            </a:r>
            <a:r>
              <a:rPr lang="en-US" dirty="0"/>
              <a:t>diagram above illustrates the Machine Learning process.</a:t>
            </a:r>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019" y="1294758"/>
            <a:ext cx="10919421" cy="3734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33153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IN" dirty="0"/>
              <a:t> Machine Learning Process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4987006"/>
          </a:xfrm>
        </p:spPr>
        <p:txBody>
          <a:bodyPr/>
          <a:lstStyle/>
          <a:p>
            <a:pPr lvl="0">
              <a:buClr>
                <a:srgbClr val="00B0F0"/>
              </a:buClr>
              <a:buFont typeface="Courier New" panose="02070309020205020404" pitchFamily="49" charset="0"/>
              <a:buChar char="o"/>
            </a:pPr>
            <a:r>
              <a:rPr lang="en-US" dirty="0" smtClean="0"/>
              <a:t>The </a:t>
            </a:r>
            <a:r>
              <a:rPr lang="en-US" dirty="0"/>
              <a:t>diagram above illustrates the Machine Learning </a:t>
            </a:r>
            <a:r>
              <a:rPr lang="en-US" dirty="0" smtClean="0"/>
              <a:t>process.</a:t>
            </a:r>
          </a:p>
          <a:p>
            <a:pPr lvl="0">
              <a:buClr>
                <a:srgbClr val="00B0F0"/>
              </a:buClr>
              <a:buFont typeface="Courier New" panose="02070309020205020404" pitchFamily="49" charset="0"/>
              <a:buChar char="o"/>
            </a:pPr>
            <a:r>
              <a:rPr lang="en-US" dirty="0" smtClean="0"/>
              <a:t>In </a:t>
            </a:r>
            <a:r>
              <a:rPr lang="en-US" dirty="0"/>
              <a:t>this process, first relevant data is gathered then is cleaned and transformed through a process called Feature Engineering. During the process of Feature Engineering, handling missing value, handling outliers, creating new features out of existing ones are some of the common tasks </a:t>
            </a:r>
            <a:r>
              <a:rPr lang="en-US" dirty="0" smtClean="0"/>
              <a:t>performed.</a:t>
            </a:r>
          </a:p>
          <a:p>
            <a:pPr lvl="0">
              <a:buClr>
                <a:srgbClr val="00B0F0"/>
              </a:buClr>
              <a:buFont typeface="Courier New" panose="02070309020205020404" pitchFamily="49" charset="0"/>
              <a:buChar char="o"/>
            </a:pPr>
            <a:r>
              <a:rPr lang="en-US" dirty="0" smtClean="0"/>
              <a:t>After </a:t>
            </a:r>
            <a:r>
              <a:rPr lang="en-US" dirty="0"/>
              <a:t>feature engineering, the data is split into Train Data and Test Data. The Train Data is used for training the machine learning model. Once the model is built, it is validated against the Test Data for accuracy. This accuracy helps us in estimating the performance on previously unseen data. If the model performance on both Train and Test Data is satisfactory, the model may be deployed. </a:t>
            </a:r>
            <a:endParaRPr lang="en-US" dirty="0" smtClean="0"/>
          </a:p>
          <a:p>
            <a:pPr lvl="0">
              <a:buClr>
                <a:srgbClr val="00B0F0"/>
              </a:buClr>
              <a:buFont typeface="Courier New" panose="02070309020205020404" pitchFamily="49" charset="0"/>
              <a:buChar char="o"/>
            </a:pPr>
            <a:r>
              <a:rPr lang="en-US" dirty="0" smtClean="0"/>
              <a:t>Once </a:t>
            </a:r>
            <a:r>
              <a:rPr lang="en-US" dirty="0"/>
              <a:t>deployed, the model makes predictions on new data ; these predictions/insights are used to take business decisions.</a:t>
            </a:r>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379170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The Machine Learning Process: A Step-by-Step Guide</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1119281"/>
          </a:xfrm>
        </p:spPr>
        <p:txBody>
          <a:bodyPr/>
          <a:lstStyle/>
          <a:p>
            <a:pPr lvl="0">
              <a:buClr>
                <a:srgbClr val="00B0F0"/>
              </a:buClr>
              <a:buFont typeface="Courier New" panose="02070309020205020404" pitchFamily="49" charset="0"/>
              <a:buChar char="o"/>
            </a:pPr>
            <a:r>
              <a:rPr lang="en-US" dirty="0" smtClean="0"/>
              <a:t>The </a:t>
            </a:r>
            <a:r>
              <a:rPr lang="en-US" dirty="0"/>
              <a:t>diagram above illustrates the Machine Learning </a:t>
            </a:r>
            <a:r>
              <a:rPr lang="en-US" dirty="0" smtClean="0"/>
              <a:t>process</a:t>
            </a:r>
            <a:r>
              <a:rPr lang="en-US" dirty="0" smtClean="0"/>
              <a:t>.</a:t>
            </a: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3025346" y="1940011"/>
            <a:ext cx="5943600" cy="4234248"/>
          </a:xfrm>
          <a:prstGeom prst="rect">
            <a:avLst/>
          </a:prstGeom>
          <a:noFill/>
          <a:ln>
            <a:noFill/>
          </a:ln>
        </p:spPr>
      </p:pic>
    </p:spTree>
    <p:extLst>
      <p:ext uri="{BB962C8B-B14F-4D97-AF65-F5344CB8AC3E}">
        <p14:creationId xmlns:p14="http://schemas.microsoft.com/office/powerpoint/2010/main" val="7035144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Importance of Splitting Data into Training and Test Sets</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2512483"/>
          </a:xfrm>
        </p:spPr>
        <p:txBody>
          <a:bodyPr/>
          <a:lstStyle/>
          <a:p>
            <a:pPr lvl="0">
              <a:buClr>
                <a:srgbClr val="00B0F0"/>
              </a:buClr>
              <a:buFont typeface="Courier New" panose="02070309020205020404" pitchFamily="49" charset="0"/>
              <a:buChar char="o"/>
            </a:pPr>
            <a:r>
              <a:rPr lang="en-US" dirty="0" smtClean="0"/>
              <a:t>The </a:t>
            </a:r>
            <a:r>
              <a:rPr lang="en-US" dirty="0"/>
              <a:t>diagram above illustrates the Machine Learning </a:t>
            </a:r>
            <a:r>
              <a:rPr lang="en-US" dirty="0" smtClean="0"/>
              <a:t>process.</a:t>
            </a:r>
          </a:p>
          <a:p>
            <a:pPr lvl="0">
              <a:buClr>
                <a:srgbClr val="00B0F0"/>
              </a:buClr>
              <a:buFont typeface="Courier New" panose="02070309020205020404" pitchFamily="49" charset="0"/>
              <a:buChar char="o"/>
            </a:pPr>
            <a:r>
              <a:rPr lang="en-US" b="1" dirty="0" smtClean="0"/>
              <a:t>Example</a:t>
            </a:r>
            <a:r>
              <a:rPr lang="en-US" b="1" dirty="0"/>
              <a:t>: Predicting Car </a:t>
            </a:r>
            <a:r>
              <a:rPr lang="en-US" b="1" dirty="0" smtClean="0"/>
              <a:t>Prices</a:t>
            </a:r>
            <a:endParaRPr lang="en-IN" b="1" dirty="0"/>
          </a:p>
          <a:p>
            <a:pPr lvl="1">
              <a:buClr>
                <a:srgbClr val="00B0F0"/>
              </a:buClr>
              <a:buFont typeface="Courier New" panose="02070309020205020404" pitchFamily="49" charset="0"/>
              <a:buChar char="o"/>
            </a:pPr>
            <a:r>
              <a:rPr lang="en-US" dirty="0" smtClean="0"/>
              <a:t>Suppose </a:t>
            </a:r>
            <a:r>
              <a:rPr lang="en-US" dirty="0"/>
              <a:t>you are building a machine learning model to </a:t>
            </a:r>
            <a:r>
              <a:rPr lang="en-US" b="1" dirty="0"/>
              <a:t>predict the selling price of cars</a:t>
            </a:r>
            <a:r>
              <a:rPr lang="en-US" dirty="0"/>
              <a:t>.</a:t>
            </a:r>
            <a:endParaRPr lang="en-IN" dirty="0"/>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3128962" y="2676525"/>
            <a:ext cx="5934075" cy="1504950"/>
          </a:xfrm>
          <a:prstGeom prst="rect">
            <a:avLst/>
          </a:prstGeom>
          <a:noFill/>
          <a:ln>
            <a:noFill/>
          </a:ln>
        </p:spPr>
      </p:pic>
    </p:spTree>
    <p:extLst>
      <p:ext uri="{BB962C8B-B14F-4D97-AF65-F5344CB8AC3E}">
        <p14:creationId xmlns:p14="http://schemas.microsoft.com/office/powerpoint/2010/main" val="37852494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Importance of Splitting Data into Training and Test Sets</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4925451"/>
          </a:xfrm>
        </p:spPr>
        <p:txBody>
          <a:bodyPr/>
          <a:lstStyle/>
          <a:p>
            <a:pPr lvl="0">
              <a:buClr>
                <a:srgbClr val="00B0F0"/>
              </a:buClr>
              <a:buFont typeface="Courier New" panose="02070309020205020404" pitchFamily="49" charset="0"/>
              <a:buChar char="o"/>
            </a:pPr>
            <a:r>
              <a:rPr lang="en-US" b="1" dirty="0" smtClean="0"/>
              <a:t>Target </a:t>
            </a:r>
            <a:r>
              <a:rPr lang="en-US" b="1" dirty="0"/>
              <a:t>Variable (Dependent </a:t>
            </a:r>
            <a:r>
              <a:rPr lang="en-US" b="1" dirty="0" smtClean="0"/>
              <a:t>Variable)</a:t>
            </a:r>
            <a:endParaRPr lang="en-IN" b="1" dirty="0"/>
          </a:p>
          <a:p>
            <a:pPr lvl="0">
              <a:buClr>
                <a:srgbClr val="00B0F0"/>
              </a:buClr>
              <a:buFont typeface="Courier New" panose="02070309020205020404" pitchFamily="49" charset="0"/>
              <a:buChar char="o"/>
            </a:pPr>
            <a:r>
              <a:rPr lang="en-US" dirty="0" smtClean="0"/>
              <a:t>The </a:t>
            </a:r>
            <a:r>
              <a:rPr lang="en-US" dirty="0"/>
              <a:t>value you want to predict </a:t>
            </a:r>
            <a:r>
              <a:rPr lang="en-US" dirty="0" smtClean="0"/>
              <a:t>is:</a:t>
            </a:r>
            <a:endParaRPr lang="en-IN" dirty="0"/>
          </a:p>
          <a:p>
            <a:pPr lvl="1">
              <a:buClr>
                <a:srgbClr val="00B0F0"/>
              </a:buClr>
              <a:buFont typeface="Courier New" panose="02070309020205020404" pitchFamily="49" charset="0"/>
              <a:buChar char="o"/>
            </a:pPr>
            <a:r>
              <a:rPr lang="en-US" dirty="0" smtClean="0"/>
              <a:t>Car </a:t>
            </a:r>
            <a:r>
              <a:rPr lang="en-US" dirty="0"/>
              <a:t>Sale </a:t>
            </a:r>
            <a:r>
              <a:rPr lang="en-US" dirty="0" smtClean="0"/>
              <a:t>Price</a:t>
            </a:r>
          </a:p>
          <a:p>
            <a:pPr lvl="0">
              <a:buClr>
                <a:srgbClr val="00B0F0"/>
              </a:buClr>
              <a:buFont typeface="Courier New" panose="02070309020205020404" pitchFamily="49" charset="0"/>
              <a:buChar char="o"/>
            </a:pPr>
            <a:r>
              <a:rPr lang="en-US" dirty="0"/>
              <a:t>Input Features (Independent Variables)</a:t>
            </a:r>
          </a:p>
          <a:p>
            <a:pPr lvl="0">
              <a:buClr>
                <a:srgbClr val="00B0F0"/>
              </a:buClr>
              <a:buFont typeface="Courier New" panose="02070309020205020404" pitchFamily="49" charset="0"/>
              <a:buChar char="o"/>
            </a:pPr>
            <a:r>
              <a:rPr lang="en-US" dirty="0"/>
              <a:t>The model uses information such as:</a:t>
            </a:r>
          </a:p>
          <a:p>
            <a:pPr lvl="1">
              <a:buClr>
                <a:srgbClr val="00B0F0"/>
              </a:buClr>
              <a:buFont typeface="Courier New" panose="02070309020205020404" pitchFamily="49" charset="0"/>
              <a:buChar char="o"/>
            </a:pPr>
            <a:r>
              <a:rPr lang="en-US" dirty="0" smtClean="0"/>
              <a:t>Mileage </a:t>
            </a:r>
            <a:r>
              <a:rPr lang="en-US" dirty="0"/>
              <a:t>of the car</a:t>
            </a:r>
          </a:p>
          <a:p>
            <a:pPr lvl="1">
              <a:buClr>
                <a:srgbClr val="00B0F0"/>
              </a:buClr>
              <a:buFont typeface="Courier New" panose="02070309020205020404" pitchFamily="49" charset="0"/>
              <a:buChar char="o"/>
            </a:pPr>
            <a:r>
              <a:rPr lang="en-US" dirty="0" smtClean="0"/>
              <a:t>Age </a:t>
            </a:r>
            <a:r>
              <a:rPr lang="en-US" dirty="0"/>
              <a:t>of the car</a:t>
            </a:r>
          </a:p>
          <a:p>
            <a:pPr lvl="0">
              <a:buClr>
                <a:srgbClr val="00B0F0"/>
              </a:buClr>
              <a:buFont typeface="Courier New" panose="02070309020205020404" pitchFamily="49" charset="0"/>
              <a:buChar char="o"/>
            </a:pPr>
            <a:endParaRPr lang="en-IN" dirty="0" smtClean="0"/>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0087991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Importance of Splitting Data into Training and Test Sets</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1629164"/>
          </a:xfrm>
        </p:spPr>
        <p:txBody>
          <a:bodyPr/>
          <a:lstStyle/>
          <a:p>
            <a:pPr lvl="0">
              <a:buClr>
                <a:srgbClr val="00B0F0"/>
              </a:buClr>
              <a:buFont typeface="Courier New" panose="02070309020205020404" pitchFamily="49" charset="0"/>
              <a:buChar char="o"/>
            </a:pPr>
            <a:r>
              <a:rPr lang="en-US" dirty="0" smtClean="0"/>
              <a:t>Assume </a:t>
            </a:r>
            <a:r>
              <a:rPr lang="en-US" dirty="0"/>
              <a:t>you have a dataset containing 20 cars.</a:t>
            </a:r>
            <a:endParaRPr lang="en-IN" dirty="0" smtClean="0"/>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p:nvPr/>
        </p:nvPicPr>
        <p:blipFill>
          <a:blip r:embed="rId2"/>
          <a:stretch>
            <a:fillRect/>
          </a:stretch>
        </p:blipFill>
        <p:spPr>
          <a:xfrm>
            <a:off x="2384854" y="1865871"/>
            <a:ext cx="5497083" cy="2734962"/>
          </a:xfrm>
          <a:prstGeom prst="rect">
            <a:avLst/>
          </a:prstGeom>
        </p:spPr>
      </p:pic>
    </p:spTree>
    <p:extLst>
      <p:ext uri="{BB962C8B-B14F-4D97-AF65-F5344CB8AC3E}">
        <p14:creationId xmlns:p14="http://schemas.microsoft.com/office/powerpoint/2010/main" val="7513585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Importance of Splitting Data into Training and Test Sets</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3158813"/>
          </a:xfrm>
        </p:spPr>
        <p:txBody>
          <a:bodyPr/>
          <a:lstStyle/>
          <a:p>
            <a:pPr>
              <a:buClr>
                <a:srgbClr val="00B0F0"/>
              </a:buClr>
              <a:buFont typeface="Courier New" panose="02070309020205020404" pitchFamily="49" charset="0"/>
              <a:buChar char="o"/>
            </a:pPr>
            <a:r>
              <a:rPr lang="en-US" b="1" dirty="0" smtClean="0"/>
              <a:t>Step </a:t>
            </a:r>
            <a:r>
              <a:rPr lang="en-US" b="1" dirty="0"/>
              <a:t>1: Split the </a:t>
            </a:r>
            <a:r>
              <a:rPr lang="en-US" b="1" dirty="0" smtClean="0"/>
              <a:t>Dataset</a:t>
            </a:r>
          </a:p>
          <a:p>
            <a:pPr>
              <a:buClr>
                <a:srgbClr val="00B0F0"/>
              </a:buClr>
              <a:buFont typeface="Courier New" panose="02070309020205020404" pitchFamily="49" charset="0"/>
              <a:buChar char="o"/>
            </a:pPr>
            <a:r>
              <a:rPr lang="en-US" dirty="0"/>
              <a:t>Before building the model, divide the dataset into two groups.</a:t>
            </a:r>
            <a:endParaRPr lang="en-IN" dirty="0"/>
          </a:p>
          <a:p>
            <a:pPr>
              <a:buClr>
                <a:srgbClr val="00B0F0"/>
              </a:buClr>
              <a:buFont typeface="Courier New" panose="02070309020205020404" pitchFamily="49" charset="0"/>
              <a:buChar char="o"/>
            </a:pPr>
            <a:endParaRPr lang="en-IN" b="1" dirty="0"/>
          </a:p>
          <a:p>
            <a:pPr lvl="0">
              <a:buClr>
                <a:srgbClr val="00B0F0"/>
              </a:buClr>
              <a:buFont typeface="Courier New" panose="02070309020205020404" pitchFamily="49" charset="0"/>
              <a:buChar char="o"/>
            </a:pPr>
            <a:endParaRPr lang="en-IN" dirty="0" smtClean="0"/>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2516402" y="2471994"/>
            <a:ext cx="5429250" cy="2581275"/>
          </a:xfrm>
          <a:prstGeom prst="rect">
            <a:avLst/>
          </a:prstGeom>
          <a:noFill/>
          <a:ln>
            <a:noFill/>
          </a:ln>
        </p:spPr>
      </p:pic>
    </p:spTree>
    <p:extLst>
      <p:ext uri="{BB962C8B-B14F-4D97-AF65-F5344CB8AC3E}">
        <p14:creationId xmlns:p14="http://schemas.microsoft.com/office/powerpoint/2010/main" val="36256104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Importance of Splitting Data into Training and Test Sets</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3158813"/>
          </a:xfrm>
        </p:spPr>
        <p:txBody>
          <a:bodyPr/>
          <a:lstStyle/>
          <a:p>
            <a:pPr>
              <a:buClr>
                <a:srgbClr val="00B0F0"/>
              </a:buClr>
              <a:buFont typeface="Courier New" panose="02070309020205020404" pitchFamily="49" charset="0"/>
              <a:buChar char="o"/>
            </a:pPr>
            <a:r>
              <a:rPr lang="en-US" b="1" dirty="0" smtClean="0"/>
              <a:t>Step </a:t>
            </a:r>
            <a:r>
              <a:rPr lang="en-US" b="1" dirty="0"/>
              <a:t>2: Train the Model</a:t>
            </a:r>
            <a:endParaRPr lang="en-IN" b="1" dirty="0"/>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endParaRPr lang="en-IN" b="1" dirty="0"/>
          </a:p>
          <a:p>
            <a:pPr lvl="0">
              <a:buClr>
                <a:srgbClr val="00B0F0"/>
              </a:buClr>
              <a:buFont typeface="Courier New" panose="02070309020205020404" pitchFamily="49" charset="0"/>
              <a:buChar char="o"/>
            </a:pPr>
            <a:endParaRPr lang="en-IN" dirty="0" smtClean="0"/>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1927654" y="2286000"/>
            <a:ext cx="6868297" cy="1843087"/>
          </a:xfrm>
          <a:prstGeom prst="rect">
            <a:avLst/>
          </a:prstGeom>
          <a:noFill/>
          <a:ln>
            <a:noFill/>
          </a:ln>
        </p:spPr>
      </p:pic>
    </p:spTree>
    <p:extLst>
      <p:ext uri="{BB962C8B-B14F-4D97-AF65-F5344CB8AC3E}">
        <p14:creationId xmlns:p14="http://schemas.microsoft.com/office/powerpoint/2010/main" val="41693416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Feature Scaling in Machine Learning</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4993162"/>
          </a:xfrm>
        </p:spPr>
        <p:txBody>
          <a:bodyPr/>
          <a:lstStyle/>
          <a:p>
            <a:pPr>
              <a:buClr>
                <a:srgbClr val="00B0F0"/>
              </a:buClr>
              <a:buFont typeface="Courier New" panose="02070309020205020404" pitchFamily="49" charset="0"/>
              <a:buChar char="o"/>
            </a:pPr>
            <a:r>
              <a:rPr lang="en-US" dirty="0" smtClean="0"/>
              <a:t>Feature </a:t>
            </a:r>
            <a:r>
              <a:rPr lang="en-US" dirty="0"/>
              <a:t>scaling is one of the most important data preprocessing techniques in machine learning. </a:t>
            </a:r>
            <a:endParaRPr lang="en-US" dirty="0" smtClean="0"/>
          </a:p>
          <a:p>
            <a:pPr>
              <a:buClr>
                <a:srgbClr val="00B0F0"/>
              </a:buClr>
              <a:buFont typeface="Courier New" panose="02070309020205020404" pitchFamily="49" charset="0"/>
              <a:buChar char="o"/>
            </a:pPr>
            <a:r>
              <a:rPr lang="en-US" dirty="0" smtClean="0"/>
              <a:t>It </a:t>
            </a:r>
            <a:r>
              <a:rPr lang="en-US" dirty="0"/>
              <a:t>ensures that all features contribute equally to the learning process by transforming them to a comparable scale</a:t>
            </a:r>
            <a:r>
              <a:rPr lang="en-US" dirty="0" smtClean="0"/>
              <a:t>.</a:t>
            </a:r>
          </a:p>
          <a:p>
            <a:pPr>
              <a:buClr>
                <a:srgbClr val="00B0F0"/>
              </a:buClr>
              <a:buFont typeface="Courier New" panose="02070309020205020404" pitchFamily="49" charset="0"/>
              <a:buChar char="o"/>
            </a:pPr>
            <a:r>
              <a:rPr lang="en-US" b="1" dirty="0"/>
              <a:t>What is Feature Scaling?</a:t>
            </a:r>
            <a:endParaRPr lang="en-IN" b="1" dirty="0"/>
          </a:p>
          <a:p>
            <a:pPr>
              <a:buClr>
                <a:srgbClr val="00B0F0"/>
              </a:buClr>
              <a:buFont typeface="Courier New" panose="02070309020205020404" pitchFamily="49" charset="0"/>
              <a:buChar char="o"/>
            </a:pPr>
            <a:r>
              <a:rPr lang="en-US" dirty="0"/>
              <a:t>Feature scaling is the process of rescaling numerical features so that they have a similar range or distribution.</a:t>
            </a:r>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endParaRPr lang="en-IN" b="1" dirty="0"/>
          </a:p>
          <a:p>
            <a:pPr lvl="0">
              <a:buClr>
                <a:srgbClr val="00B0F0"/>
              </a:buClr>
              <a:buFont typeface="Courier New" panose="02070309020205020404" pitchFamily="49" charset="0"/>
              <a:buChar char="o"/>
            </a:pPr>
            <a:endParaRPr lang="en-IN" dirty="0" smtClean="0"/>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478958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Feature Scaling in Machine Learning</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503045"/>
          </a:xfrm>
        </p:spPr>
        <p:txBody>
          <a:bodyPr/>
          <a:lstStyle/>
          <a:p>
            <a:pPr>
              <a:buClr>
                <a:srgbClr val="00B0F0"/>
              </a:buClr>
              <a:buFont typeface="Courier New" panose="02070309020205020404" pitchFamily="49" charset="0"/>
              <a:buChar char="o"/>
            </a:pPr>
            <a:r>
              <a:rPr lang="en-US" b="1" dirty="0" smtClean="0"/>
              <a:t>Important </a:t>
            </a:r>
            <a:r>
              <a:rPr lang="en-US" b="1" dirty="0"/>
              <a:t>Rule:</a:t>
            </a:r>
          </a:p>
          <a:p>
            <a:pPr>
              <a:buClr>
                <a:srgbClr val="00B0F0"/>
              </a:buClr>
              <a:buFont typeface="Courier New" panose="02070309020205020404" pitchFamily="49" charset="0"/>
              <a:buChar char="o"/>
            </a:pPr>
            <a:r>
              <a:rPr lang="en-US" dirty="0"/>
              <a:t>Feature scaling is always applied column-wise (feature-wise) and never row-wise</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r>
              <a:rPr lang="en-US" dirty="0"/>
              <a:t>Each feature (column) is transformed independently because every feature represents a different characteristic of the data.</a:t>
            </a:r>
            <a:endParaRPr lang="en-IN" dirty="0"/>
          </a:p>
          <a:p>
            <a:pPr marL="0" lvl="0" indent="0">
              <a:buClr>
                <a:srgbClr val="00B0F0"/>
              </a:buClr>
              <a:buNone/>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1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0777" y="2224949"/>
            <a:ext cx="6116595" cy="2059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79294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Common Feature Scaling Techniques</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2376035"/>
          </a:xfrm>
        </p:spPr>
        <p:txBody>
          <a:bodyPr/>
          <a:lstStyle/>
          <a:p>
            <a:pPr>
              <a:buClr>
                <a:srgbClr val="00B0F0"/>
              </a:buClr>
              <a:buFont typeface="Courier New" panose="02070309020205020404" pitchFamily="49" charset="0"/>
              <a:buChar char="o"/>
            </a:pPr>
            <a:r>
              <a:rPr lang="en-US" dirty="0" smtClean="0"/>
              <a:t>There </a:t>
            </a:r>
            <a:r>
              <a:rPr lang="en-US" dirty="0"/>
              <a:t>are many scaling methods, but the two most widely used are:</a:t>
            </a:r>
          </a:p>
          <a:p>
            <a:pPr lvl="1">
              <a:buClr>
                <a:srgbClr val="00B0F0"/>
              </a:buClr>
              <a:buFont typeface="+mj-lt"/>
              <a:buAutoNum type="arabicPeriod"/>
            </a:pPr>
            <a:r>
              <a:rPr lang="en-US" dirty="0" smtClean="0"/>
              <a:t>Normalization </a:t>
            </a:r>
            <a:r>
              <a:rPr lang="en-US" dirty="0"/>
              <a:t>(Min-Max </a:t>
            </a:r>
            <a:r>
              <a:rPr lang="en-US" dirty="0" smtClean="0"/>
              <a:t>Scaling)</a:t>
            </a:r>
          </a:p>
          <a:p>
            <a:pPr lvl="1">
              <a:buClr>
                <a:srgbClr val="00B0F0"/>
              </a:buClr>
              <a:buFont typeface="+mj-lt"/>
              <a:buAutoNum type="arabicPeriod"/>
            </a:pPr>
            <a:r>
              <a:rPr lang="en-US" dirty="0" smtClean="0"/>
              <a:t>Standardization </a:t>
            </a:r>
            <a:r>
              <a:rPr lang="en-US" dirty="0"/>
              <a:t>(Z-Score Scaling)</a:t>
            </a:r>
          </a:p>
          <a:p>
            <a:pPr marL="0" lvl="0" indent="0">
              <a:buClr>
                <a:srgbClr val="00B0F0"/>
              </a:buClr>
              <a:buNone/>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51808046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1. Normalization (Min-Max Scaling)</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1629164"/>
          </a:xfrm>
        </p:spPr>
        <p:txBody>
          <a:bodyPr/>
          <a:lstStyle/>
          <a:p>
            <a:pPr>
              <a:buClr>
                <a:srgbClr val="00B0F0"/>
              </a:buClr>
              <a:buFont typeface="Courier New" panose="02070309020205020404" pitchFamily="49" charset="0"/>
              <a:buChar char="o"/>
            </a:pPr>
            <a:r>
              <a:rPr lang="en-US" dirty="0" smtClean="0"/>
              <a:t>Normalization </a:t>
            </a:r>
            <a:r>
              <a:rPr lang="en-US" dirty="0"/>
              <a:t>transforms feature values into a fixed range between </a:t>
            </a:r>
            <a:r>
              <a:rPr lang="en-US" b="1" dirty="0"/>
              <a:t>0 and 1</a:t>
            </a:r>
            <a:r>
              <a:rPr lang="en-US" dirty="0"/>
              <a:t>.</a:t>
            </a:r>
            <a:endParaRPr lang="en-IN" dirty="0"/>
          </a:p>
          <a:p>
            <a:pPr>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446638" y="1853515"/>
            <a:ext cx="4656051" cy="2329634"/>
          </a:xfrm>
          <a:prstGeom prst="rect">
            <a:avLst/>
          </a:prstGeom>
          <a:noFill/>
          <a:ln>
            <a:noFill/>
          </a:ln>
        </p:spPr>
      </p:pic>
    </p:spTree>
    <p:extLst>
      <p:ext uri="{BB962C8B-B14F-4D97-AF65-F5344CB8AC3E}">
        <p14:creationId xmlns:p14="http://schemas.microsoft.com/office/powerpoint/2010/main" val="26760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2. Standardization (Z-Score Scaling)</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2885918"/>
          </a:xfrm>
        </p:spPr>
        <p:txBody>
          <a:bodyPr/>
          <a:lstStyle/>
          <a:p>
            <a:pPr>
              <a:buClr>
                <a:srgbClr val="00B0F0"/>
              </a:buClr>
              <a:buFont typeface="Courier New" panose="02070309020205020404" pitchFamily="49" charset="0"/>
              <a:buChar char="o"/>
            </a:pPr>
            <a:r>
              <a:rPr lang="en-US" dirty="0" smtClean="0"/>
              <a:t>Standardization </a:t>
            </a:r>
            <a:r>
              <a:rPr lang="en-US" dirty="0"/>
              <a:t>transforms data so that it has:</a:t>
            </a:r>
          </a:p>
          <a:p>
            <a:pPr lvl="1">
              <a:buClr>
                <a:srgbClr val="00B0F0"/>
              </a:buClr>
              <a:buFont typeface="Courier New" panose="02070309020205020404" pitchFamily="49" charset="0"/>
              <a:buChar char="o"/>
            </a:pPr>
            <a:r>
              <a:rPr lang="en-US" dirty="0" smtClean="0"/>
              <a:t>Mean </a:t>
            </a:r>
            <a:r>
              <a:rPr lang="en-US" dirty="0"/>
              <a:t>= 0</a:t>
            </a:r>
          </a:p>
          <a:p>
            <a:pPr lvl="1">
              <a:buClr>
                <a:srgbClr val="00B0F0"/>
              </a:buClr>
              <a:buFont typeface="Courier New" panose="02070309020205020404" pitchFamily="49" charset="0"/>
              <a:buChar char="o"/>
            </a:pPr>
            <a:r>
              <a:rPr lang="en-US" dirty="0" smtClean="0"/>
              <a:t>Standard </a:t>
            </a:r>
            <a:r>
              <a:rPr lang="en-US" dirty="0"/>
              <a:t>deviation = 1</a:t>
            </a:r>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3027405" y="2338387"/>
            <a:ext cx="4468770" cy="2406608"/>
          </a:xfrm>
          <a:prstGeom prst="rect">
            <a:avLst/>
          </a:prstGeom>
          <a:noFill/>
          <a:ln>
            <a:noFill/>
          </a:ln>
        </p:spPr>
      </p:pic>
    </p:spTree>
    <p:extLst>
      <p:ext uri="{BB962C8B-B14F-4D97-AF65-F5344CB8AC3E}">
        <p14:creationId xmlns:p14="http://schemas.microsoft.com/office/powerpoint/2010/main" val="111501208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2. Standardization (Z-Score Scaling)</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2953629"/>
          </a:xfrm>
        </p:spPr>
        <p:txBody>
          <a:bodyPr/>
          <a:lstStyle/>
          <a:p>
            <a:pPr>
              <a:buClr>
                <a:srgbClr val="00B0F0"/>
              </a:buClr>
              <a:buFont typeface="Courier New" panose="02070309020205020404" pitchFamily="49" charset="0"/>
              <a:buChar char="o"/>
            </a:pPr>
            <a:r>
              <a:rPr lang="en-US" dirty="0" smtClean="0"/>
              <a:t>Standard </a:t>
            </a:r>
            <a:r>
              <a:rPr lang="en-US" dirty="0"/>
              <a:t>deviation is a statistical measure that tells us how spread out the values in a dataset are from the mean (average</a:t>
            </a:r>
            <a:r>
              <a:rPr lang="en-US" dirty="0" smtClean="0"/>
              <a:t>).</a:t>
            </a:r>
          </a:p>
          <a:p>
            <a:pPr>
              <a:buClr>
                <a:srgbClr val="00B0F0"/>
              </a:buClr>
              <a:buFont typeface="Courier New" panose="02070309020205020404" pitchFamily="49" charset="0"/>
              <a:buChar char="o"/>
            </a:pPr>
            <a:r>
              <a:rPr lang="en-US" dirty="0" smtClean="0"/>
              <a:t>Low </a:t>
            </a:r>
            <a:r>
              <a:rPr lang="en-US" dirty="0"/>
              <a:t>standard deviation → Values are close to the average</a:t>
            </a:r>
            <a:r>
              <a:rPr lang="en-US" dirty="0" smtClean="0"/>
              <a:t>.</a:t>
            </a:r>
          </a:p>
          <a:p>
            <a:pPr>
              <a:buClr>
                <a:srgbClr val="00B0F0"/>
              </a:buClr>
              <a:buFont typeface="Courier New" panose="02070309020205020404" pitchFamily="49" charset="0"/>
              <a:buChar char="o"/>
            </a:pPr>
            <a:r>
              <a:rPr lang="en-US" dirty="0" smtClean="0"/>
              <a:t>High </a:t>
            </a:r>
            <a:r>
              <a:rPr lang="en-US" dirty="0"/>
              <a:t>standard deviation → Values are spread far away from the average.</a:t>
            </a:r>
            <a:endParaRPr lang="en-IN" dirty="0" smtClean="0"/>
          </a:p>
          <a:p>
            <a:pPr>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70" y="3227044"/>
            <a:ext cx="3381375"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37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4940" y="3807039"/>
            <a:ext cx="3997023" cy="1031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640285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Example: Comparing People</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267083"/>
          </a:xfrm>
        </p:spPr>
        <p:txBody>
          <a:bodyPr/>
          <a:lstStyle/>
          <a:p>
            <a:pPr>
              <a:buClr>
                <a:srgbClr val="00B0F0"/>
              </a:buClr>
              <a:buFont typeface="Courier New" panose="02070309020205020404" pitchFamily="49" charset="0"/>
              <a:buChar char="o"/>
            </a:pPr>
            <a:r>
              <a:rPr lang="en-US" dirty="0" smtClean="0"/>
              <a:t>Suppose </a:t>
            </a:r>
            <a:r>
              <a:rPr lang="en-US" dirty="0"/>
              <a:t>we have the following dataset</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US" dirty="0" smtClean="0"/>
              <a:t>Our </a:t>
            </a:r>
            <a:r>
              <a:rPr lang="en-US" dirty="0"/>
              <a:t>goal is to determine:</a:t>
            </a:r>
          </a:p>
          <a:p>
            <a:pPr lvl="1">
              <a:buClr>
                <a:srgbClr val="00B0F0"/>
              </a:buClr>
              <a:buFont typeface="Courier New" panose="02070309020205020404" pitchFamily="49" charset="0"/>
              <a:buChar char="o"/>
            </a:pPr>
            <a:r>
              <a:rPr lang="en-US" dirty="0"/>
              <a:t>Which person is most similar to the Purple person?</a:t>
            </a:r>
          </a:p>
          <a:p>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1940011" y="2063578"/>
            <a:ext cx="6675351" cy="2484609"/>
          </a:xfrm>
          <a:prstGeom prst="rect">
            <a:avLst/>
          </a:prstGeom>
          <a:noFill/>
          <a:ln>
            <a:noFill/>
          </a:ln>
        </p:spPr>
      </p:pic>
    </p:spTree>
    <p:extLst>
      <p:ext uri="{BB962C8B-B14F-4D97-AF65-F5344CB8AC3E}">
        <p14:creationId xmlns:p14="http://schemas.microsoft.com/office/powerpoint/2010/main" val="671944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Example: Comparing People</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4383764"/>
          </a:xfrm>
        </p:spPr>
        <p:txBody>
          <a:bodyPr/>
          <a:lstStyle/>
          <a:p>
            <a:pPr>
              <a:buClr>
                <a:srgbClr val="00B0F0"/>
              </a:buClr>
              <a:buFont typeface="Courier New" panose="02070309020205020404" pitchFamily="49" charset="0"/>
              <a:buChar char="o"/>
            </a:pPr>
            <a:r>
              <a:rPr lang="en-US" b="1" dirty="0" smtClean="0"/>
              <a:t>Applying Normalization</a:t>
            </a:r>
            <a:endParaRPr lang="en-IN" b="1" dirty="0"/>
          </a:p>
          <a:p>
            <a:pPr>
              <a:buClr>
                <a:srgbClr val="00B0F0"/>
              </a:buClr>
              <a:buFont typeface="Courier New" panose="02070309020205020404" pitchFamily="49" charset="0"/>
              <a:buChar char="o"/>
            </a:pPr>
            <a:r>
              <a:rPr lang="en-US" dirty="0" smtClean="0"/>
              <a:t>Now </a:t>
            </a:r>
            <a:r>
              <a:rPr lang="en-US" dirty="0"/>
              <a:t>normalize each feature </a:t>
            </a:r>
            <a:r>
              <a:rPr lang="en-US" dirty="0" smtClean="0"/>
              <a:t>independently</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r>
              <a:rPr lang="en-US" dirty="0"/>
              <a:t>Now both features are on the </a:t>
            </a:r>
            <a:r>
              <a:rPr lang="en-US" b="1" dirty="0"/>
              <a:t>same scale (0–1</a:t>
            </a:r>
            <a:r>
              <a:rPr lang="en-US" b="1" dirty="0" smtClean="0"/>
              <a:t>)</a:t>
            </a:r>
            <a:r>
              <a:rPr lang="en-US" dirty="0" smtClean="0"/>
              <a:t>.</a:t>
            </a:r>
            <a:endParaRPr lang="en-US" dirty="0"/>
          </a:p>
          <a:p>
            <a:pPr>
              <a:buClr>
                <a:srgbClr val="00B0F0"/>
              </a:buClr>
              <a:buFont typeface="Courier New" panose="02070309020205020404" pitchFamily="49" charset="0"/>
              <a:buChar char="o"/>
            </a:pP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2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2001" y="2265277"/>
            <a:ext cx="3841535" cy="1565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26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3530" y="2166422"/>
            <a:ext cx="3170601" cy="176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309141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When is Feature Scaling Required?</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4889544"/>
          </a:xfrm>
        </p:spPr>
        <p:txBody>
          <a:bodyPr/>
          <a:lstStyle/>
          <a:p>
            <a:pPr>
              <a:buClr>
                <a:srgbClr val="00B0F0"/>
              </a:buClr>
              <a:buFont typeface="Courier New" panose="02070309020205020404" pitchFamily="49" charset="0"/>
              <a:buChar char="o"/>
            </a:pPr>
            <a:r>
              <a:rPr lang="en-US" dirty="0" smtClean="0"/>
              <a:t>Feature </a:t>
            </a:r>
            <a:r>
              <a:rPr lang="en-US" dirty="0"/>
              <a:t>scaling is especially important for algorithms that rely on distance calculations or optimization.</a:t>
            </a:r>
          </a:p>
          <a:p>
            <a:pPr>
              <a:buClr>
                <a:srgbClr val="00B0F0"/>
              </a:buClr>
              <a:buFont typeface="Courier New" panose="02070309020205020404" pitchFamily="49" charset="0"/>
              <a:buChar char="o"/>
            </a:pPr>
            <a:r>
              <a:rPr lang="en-US" dirty="0"/>
              <a:t>Examples include:</a:t>
            </a:r>
          </a:p>
          <a:p>
            <a:pPr lvl="1">
              <a:buClr>
                <a:srgbClr val="00B0F0"/>
              </a:buClr>
              <a:buFont typeface="Courier New" panose="02070309020205020404" pitchFamily="49" charset="0"/>
              <a:buChar char="o"/>
            </a:pPr>
            <a:r>
              <a:rPr lang="en-US" dirty="0" smtClean="0"/>
              <a:t>K-Nearest </a:t>
            </a:r>
            <a:r>
              <a:rPr lang="en-US" dirty="0"/>
              <a:t>Neighbors (KNN)</a:t>
            </a:r>
          </a:p>
          <a:p>
            <a:pPr lvl="1">
              <a:buClr>
                <a:srgbClr val="00B0F0"/>
              </a:buClr>
              <a:buFont typeface="Courier New" panose="02070309020205020404" pitchFamily="49" charset="0"/>
              <a:buChar char="o"/>
            </a:pPr>
            <a:r>
              <a:rPr lang="en-US" dirty="0" smtClean="0"/>
              <a:t>K-Means </a:t>
            </a:r>
            <a:r>
              <a:rPr lang="en-US" dirty="0"/>
              <a:t>Clustering</a:t>
            </a:r>
          </a:p>
          <a:p>
            <a:pPr lvl="1">
              <a:buClr>
                <a:srgbClr val="00B0F0"/>
              </a:buClr>
              <a:buFont typeface="Courier New" panose="02070309020205020404" pitchFamily="49" charset="0"/>
              <a:buChar char="o"/>
            </a:pPr>
            <a:r>
              <a:rPr lang="en-US" dirty="0" smtClean="0"/>
              <a:t>Support </a:t>
            </a:r>
            <a:r>
              <a:rPr lang="en-US" dirty="0"/>
              <a:t>Vector Machines (SVM)</a:t>
            </a:r>
          </a:p>
          <a:p>
            <a:pPr lvl="1">
              <a:buClr>
                <a:srgbClr val="00B0F0"/>
              </a:buClr>
              <a:buFont typeface="Courier New" panose="02070309020205020404" pitchFamily="49" charset="0"/>
              <a:buChar char="o"/>
            </a:pPr>
            <a:r>
              <a:rPr lang="en-US" dirty="0" smtClean="0"/>
              <a:t>Logistic </a:t>
            </a:r>
            <a:r>
              <a:rPr lang="en-US" dirty="0"/>
              <a:t>Regression</a:t>
            </a:r>
          </a:p>
          <a:p>
            <a:pPr lvl="1">
              <a:buClr>
                <a:srgbClr val="00B0F0"/>
              </a:buClr>
              <a:buFont typeface="Courier New" panose="02070309020205020404" pitchFamily="49" charset="0"/>
              <a:buChar char="o"/>
            </a:pPr>
            <a:r>
              <a:rPr lang="en-US" dirty="0" smtClean="0"/>
              <a:t>Linear </a:t>
            </a:r>
            <a:r>
              <a:rPr lang="en-US" dirty="0"/>
              <a:t>Regression (especially when using gradient descent)</a:t>
            </a:r>
          </a:p>
          <a:p>
            <a:pPr lvl="1">
              <a:buClr>
                <a:srgbClr val="00B0F0"/>
              </a:buClr>
              <a:buFont typeface="Courier New" panose="02070309020205020404" pitchFamily="49" charset="0"/>
              <a:buChar char="o"/>
            </a:pPr>
            <a:r>
              <a:rPr lang="en-US" dirty="0" smtClean="0"/>
              <a:t>Neural </a:t>
            </a:r>
            <a:r>
              <a:rPr lang="en-US" dirty="0"/>
              <a:t>Networks</a:t>
            </a:r>
          </a:p>
          <a:p>
            <a:pPr lvl="1">
              <a:buClr>
                <a:srgbClr val="00B0F0"/>
              </a:buClr>
              <a:buFont typeface="Courier New" panose="02070309020205020404" pitchFamily="49" charset="0"/>
              <a:buChar char="o"/>
            </a:pPr>
            <a:r>
              <a:rPr lang="en-US" dirty="0" smtClean="0"/>
              <a:t>Principal </a:t>
            </a:r>
            <a:r>
              <a:rPr lang="en-US" dirty="0"/>
              <a:t>Component Analysis (PCA)</a:t>
            </a:r>
          </a:p>
          <a:p>
            <a:pPr>
              <a:buClr>
                <a:srgbClr val="00B0F0"/>
              </a:buClr>
              <a:buFont typeface="Courier New" panose="02070309020205020404" pitchFamily="49" charset="0"/>
              <a:buChar char="o"/>
            </a:pPr>
            <a:r>
              <a:rPr lang="en-US" dirty="0"/>
              <a:t>Some algorithms, such as Decision Trees and Random Forests, generally do not require feature scaling because they are not based on distance calculations.</a:t>
            </a:r>
          </a:p>
          <a:p>
            <a:pPr>
              <a:buClr>
                <a:srgbClr val="00B0F0"/>
              </a:buClr>
              <a:buFont typeface="Courier New" panose="02070309020205020404" pitchFamily="49" charset="0"/>
              <a:buChar char="o"/>
            </a:pP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7576387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3.xml><?xml version="1.0" encoding="utf-8"?>
<a:theme xmlns:a="http://schemas.openxmlformats.org/drawingml/2006/main" name="1_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D26E52B-BE85-4589-9F0E-59F6B75FADEA}">
  <ds:schemaRefs>
    <ds:schemaRef ds:uri="http://schemas.microsoft.com/sharepoint/v3/contenttype/forms"/>
  </ds:schemaRefs>
</ds:datastoreItem>
</file>

<file path=customXml/itemProps2.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78CF0A-9D77-4FD2-A2D8-5E627661DB47}">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863d8192-19c9-48ba-956d-c31701e6c360"/>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49340</TotalTime>
  <Words>1450</Words>
  <Application>Microsoft Office PowerPoint</Application>
  <PresentationFormat>Custom</PresentationFormat>
  <Paragraphs>271</Paragraphs>
  <Slides>39</Slides>
  <Notes>8</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39</vt:i4>
      </vt:variant>
    </vt:vector>
  </HeadingPairs>
  <TitlesOfParts>
    <vt:vector size="43" baseType="lpstr">
      <vt:lpstr>Infogain Theme</vt:lpstr>
      <vt:lpstr>Tenarai</vt:lpstr>
      <vt:lpstr>1_Tenarai</vt:lpstr>
      <vt:lpstr>think-cell Slide</vt:lpstr>
      <vt:lpstr>AI/ML Part-01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988</cp:revision>
  <dcterms:created xsi:type="dcterms:W3CDTF">2016-11-03T07:42:20Z</dcterms:created>
  <dcterms:modified xsi:type="dcterms:W3CDTF">2026-07-20T08:32:26Z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